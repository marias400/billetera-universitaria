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ec3823739f4fce" /><Relationship Type="http://schemas.openxmlformats.org/officeDocument/2006/relationships/extended-properties" Target="/docProps/app.xml" Id="R9d7be3213ec94894" /><Relationship Type="http://schemas.openxmlformats.org/officeDocument/2006/relationships/officeDocument" Target="/ppt/presentation.xml" Id="Rdd5aae2c87ff429e" /></Relationships>
</file>

<file path=ppt/presentation.xml><?xml version="1.0" encoding="utf-8"?>
<p:presentation xmlns:p="http://schemas.openxmlformats.org/presentationml/2006/main">
  <p:sldMasterIdLst>
    <p:sldMasterId xmlns:r="http://schemas.openxmlformats.org/officeDocument/2006/relationships" id="2147483648" r:id="Rad5cc33c7c8b402e"/>
  </p:sldMasterIdLst>
  <p:notesMasterIdLst>
    <p:notesMasterId xmlns:r="http://schemas.openxmlformats.org/officeDocument/2006/relationships" r:id="R7ecbd5b9a48644ce"/>
  </p:notesMasterIdLst>
  <p:sldIdLst>
    <p:sldId xmlns:r="http://schemas.openxmlformats.org/officeDocument/2006/relationships" id="256" r:id="Rb5b151bb9b1c4031"/>
    <p:sldId xmlns:r="http://schemas.openxmlformats.org/officeDocument/2006/relationships" id="257" r:id="R92f8e72de3484ad1"/>
    <p:sldId xmlns:r="http://schemas.openxmlformats.org/officeDocument/2006/relationships" id="258" r:id="Rbab2b60803dc436f"/>
    <p:sldId xmlns:r="http://schemas.openxmlformats.org/officeDocument/2006/relationships" id="259" r:id="Rab110f6f35674d75"/>
    <p:sldId xmlns:r="http://schemas.openxmlformats.org/officeDocument/2006/relationships" id="260" r:id="Rf18b5060d6324631"/>
    <p:sldId xmlns:r="http://schemas.openxmlformats.org/officeDocument/2006/relationships" id="261" r:id="Ra20733b3762c439b"/>
    <p:sldId xmlns:r="http://schemas.openxmlformats.org/officeDocument/2006/relationships" id="262" r:id="R58926eb2cb25445a"/>
    <p:sldId xmlns:r="http://schemas.openxmlformats.org/officeDocument/2006/relationships" id="263" r:id="R63adb27c77784bfe"/>
    <p:sldId xmlns:r="http://schemas.openxmlformats.org/officeDocument/2006/relationships" id="264" r:id="Ra15d04dea3c84ec9"/>
    <p:sldId xmlns:r="http://schemas.openxmlformats.org/officeDocument/2006/relationships" id="265" r:id="Rf51842a5f7b0409e"/>
    <p:sldId xmlns:r="http://schemas.openxmlformats.org/officeDocument/2006/relationships" id="266" r:id="Raf1bef889fed4681"/>
    <p:sldId xmlns:r="http://schemas.openxmlformats.org/officeDocument/2006/relationships" id="267" r:id="R0fedcb7500c74ecc"/>
    <p:sldId xmlns:r="http://schemas.openxmlformats.org/officeDocument/2006/relationships" id="268" r:id="R50d26744985b49f7"/>
    <p:sldId xmlns:r="http://schemas.openxmlformats.org/officeDocument/2006/relationships" id="269" r:id="R52c29512c40942e6"/>
    <p:sldId xmlns:r="http://schemas.openxmlformats.org/officeDocument/2006/relationships" id="270" r:id="R1299b14d93684a09"/>
    <p:sldId xmlns:r="http://schemas.openxmlformats.org/officeDocument/2006/relationships" id="271" r:id="Rc58df48d22af495b"/>
    <p:sldId xmlns:r="http://schemas.openxmlformats.org/officeDocument/2006/relationships" id="272" r:id="R8b004544fe7c40a6"/>
    <p:sldId xmlns:r="http://schemas.openxmlformats.org/officeDocument/2006/relationships" id="273" r:id="R2b223b09669e405a"/>
    <p:sldId xmlns:r="http://schemas.openxmlformats.org/officeDocument/2006/relationships" id="274" r:id="Re35ab4f24ba84ca7"/>
    <p:sldId xmlns:r="http://schemas.openxmlformats.org/officeDocument/2006/relationships" id="275" r:id="Red6b3c4da5d249f0"/>
    <p:sldId xmlns:r="http://schemas.openxmlformats.org/officeDocument/2006/relationships" id="276" r:id="Rc36ad4a780ba4049"/>
    <p:sldId xmlns:r="http://schemas.openxmlformats.org/officeDocument/2006/relationships" id="277" r:id="R00bcfa500d984b77"/>
    <p:sldId xmlns:r="http://schemas.openxmlformats.org/officeDocument/2006/relationships" id="278" r:id="R007f37bed0814b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271c37805a4bf7" /><Relationship Type="http://schemas.openxmlformats.org/officeDocument/2006/relationships/slideMaster" Target="/ppt/slideMasters/slideMaster1.xml" Id="Rad5cc33c7c8b402e" /><Relationship Type="http://schemas.openxmlformats.org/officeDocument/2006/relationships/notesMaster" Target="/ppt/notesMasters/notesMaster1.xml" Id="R7ecbd5b9a48644ce" /><Relationship Type="http://schemas.openxmlformats.org/officeDocument/2006/relationships/presProps" Target="/ppt/presProps.xml" Id="Ra5a4a242abdf4a95" /><Relationship Type="http://schemas.openxmlformats.org/officeDocument/2006/relationships/tableStyles" Target="/ppt/tableStyles.xml" Id="R7fc62bfdc59d48d6" /><Relationship Type="http://schemas.openxmlformats.org/officeDocument/2006/relationships/slide" Target="/ppt/slides/slide1.xml" Id="Rb5b151bb9b1c4031" /><Relationship Type="http://schemas.openxmlformats.org/officeDocument/2006/relationships/slide" Target="/ppt/slides/slide2.xml" Id="R92f8e72de3484ad1" /><Relationship Type="http://schemas.openxmlformats.org/officeDocument/2006/relationships/slide" Target="/ppt/slides/slide3.xml" Id="Rbab2b60803dc436f" /><Relationship Type="http://schemas.openxmlformats.org/officeDocument/2006/relationships/slide" Target="/ppt/slides/slide4.xml" Id="Rab110f6f35674d75" /><Relationship Type="http://schemas.openxmlformats.org/officeDocument/2006/relationships/slide" Target="/ppt/slides/slide5.xml" Id="Rf18b5060d6324631" /><Relationship Type="http://schemas.openxmlformats.org/officeDocument/2006/relationships/slide" Target="/ppt/slides/slide6.xml" Id="Ra20733b3762c439b" /><Relationship Type="http://schemas.openxmlformats.org/officeDocument/2006/relationships/slide" Target="/ppt/slides/slide7.xml" Id="R58926eb2cb25445a" /><Relationship Type="http://schemas.openxmlformats.org/officeDocument/2006/relationships/slide" Target="/ppt/slides/slide8.xml" Id="R63adb27c77784bfe" /><Relationship Type="http://schemas.openxmlformats.org/officeDocument/2006/relationships/slide" Target="/ppt/slides/slide9.xml" Id="Ra15d04dea3c84ec9" /><Relationship Type="http://schemas.openxmlformats.org/officeDocument/2006/relationships/slide" Target="/ppt/slides/slide10.xml" Id="Rf51842a5f7b0409e" /><Relationship Type="http://schemas.openxmlformats.org/officeDocument/2006/relationships/slide" Target="/ppt/slides/slide11.xml" Id="Raf1bef889fed4681" /><Relationship Type="http://schemas.openxmlformats.org/officeDocument/2006/relationships/slide" Target="/ppt/slides/slide12.xml" Id="R0fedcb7500c74ecc" /><Relationship Type="http://schemas.openxmlformats.org/officeDocument/2006/relationships/slide" Target="/ppt/slides/slide13.xml" Id="R50d26744985b49f7" /><Relationship Type="http://schemas.openxmlformats.org/officeDocument/2006/relationships/slide" Target="/ppt/slides/slide14.xml" Id="R52c29512c40942e6" /><Relationship Type="http://schemas.openxmlformats.org/officeDocument/2006/relationships/slide" Target="/ppt/slides/slide15.xml" Id="R1299b14d93684a09" /><Relationship Type="http://schemas.openxmlformats.org/officeDocument/2006/relationships/slide" Target="/ppt/slides/slide16.xml" Id="Rc58df48d22af495b" /><Relationship Type="http://schemas.openxmlformats.org/officeDocument/2006/relationships/slide" Target="/ppt/slides/slide17.xml" Id="R8b004544fe7c40a6" /><Relationship Type="http://schemas.openxmlformats.org/officeDocument/2006/relationships/slide" Target="/ppt/slides/slide18.xml" Id="R2b223b09669e405a" /><Relationship Type="http://schemas.openxmlformats.org/officeDocument/2006/relationships/slide" Target="/ppt/slides/slide19.xml" Id="Re35ab4f24ba84ca7" /><Relationship Type="http://schemas.openxmlformats.org/officeDocument/2006/relationships/slide" Target="/ppt/slides/slide20.xml" Id="Red6b3c4da5d249f0" /><Relationship Type="http://schemas.openxmlformats.org/officeDocument/2006/relationships/slide" Target="/ppt/slides/slide21.xml" Id="Rc36ad4a780ba4049" /><Relationship Type="http://schemas.openxmlformats.org/officeDocument/2006/relationships/slide" Target="/ppt/slides/slide22.xml" Id="R00bcfa500d984b77" /><Relationship Type="http://schemas.openxmlformats.org/officeDocument/2006/relationships/slide" Target="/ppt/slides/slide23.xml" Id="R007f37bed0814b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add9c2496b4f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4ef6fd41f249f3" /><Relationship Type="http://schemas.openxmlformats.org/officeDocument/2006/relationships/notesMaster" Target="/ppt/notesMasters/notesMaster1.xml" Id="Re5644dc249e24c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38556a15954e87" /><Relationship Type="http://schemas.openxmlformats.org/officeDocument/2006/relationships/notesMaster" Target="/ppt/notesMasters/notesMaster1.xml" Id="R450dbca4aefe4e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517c0447404f87" /><Relationship Type="http://schemas.openxmlformats.org/officeDocument/2006/relationships/notesMaster" Target="/ppt/notesMasters/notesMaster1.xml" Id="Rbe7a0e443a114c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18c4b02e884e52" /><Relationship Type="http://schemas.openxmlformats.org/officeDocument/2006/relationships/notesMaster" Target="/ppt/notesMasters/notesMaster1.xml" Id="R61e3e43e3c934e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878edfb43d4c0d" /><Relationship Type="http://schemas.openxmlformats.org/officeDocument/2006/relationships/notesMaster" Target="/ppt/notesMasters/notesMaster1.xml" Id="R432c72c6e3d242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8da02e76584caa" /><Relationship Type="http://schemas.openxmlformats.org/officeDocument/2006/relationships/notesMaster" Target="/ppt/notesMasters/notesMaster1.xml" Id="R6f4c2f6fc8c449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4d0e89f23d45ca" /><Relationship Type="http://schemas.openxmlformats.org/officeDocument/2006/relationships/notesMaster" Target="/ppt/notesMasters/notesMaster1.xml" Id="Rc56ce45c342244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9601c5522d4472" /><Relationship Type="http://schemas.openxmlformats.org/officeDocument/2006/relationships/notesMaster" Target="/ppt/notesMasters/notesMaster1.xml" Id="R28970240ad3441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7181413dcf46c5" /><Relationship Type="http://schemas.openxmlformats.org/officeDocument/2006/relationships/notesMaster" Target="/ppt/notesMasters/notesMaster1.xml" Id="Ra5892cffcc134c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6d2d607260490f" /><Relationship Type="http://schemas.openxmlformats.org/officeDocument/2006/relationships/notesMaster" Target="/ppt/notesMasters/notesMaster1.xml" Id="Rc8c3bc62970345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867a795f24486b" /><Relationship Type="http://schemas.openxmlformats.org/officeDocument/2006/relationships/notesMaster" Target="/ppt/notesMasters/notesMaster1.xml" Id="R250c6ae1b23444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dfe57c742e4195" /><Relationship Type="http://schemas.openxmlformats.org/officeDocument/2006/relationships/notesMaster" Target="/ppt/notesMasters/notesMaster1.xml" Id="Rc084c7164b4243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080ca521294034" /><Relationship Type="http://schemas.openxmlformats.org/officeDocument/2006/relationships/notesMaster" Target="/ppt/notesMasters/notesMaster1.xml" Id="R339ff3b1ae6449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78459302144742" /><Relationship Type="http://schemas.openxmlformats.org/officeDocument/2006/relationships/notesMaster" Target="/ppt/notesMasters/notesMaster1.xml" Id="R2e6ed207fb9645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23f17d7e4845e7" /><Relationship Type="http://schemas.openxmlformats.org/officeDocument/2006/relationships/notesMaster" Target="/ppt/notesMasters/notesMaster1.xml" Id="R854eae0911744b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5bb90e5d51450d" /><Relationship Type="http://schemas.openxmlformats.org/officeDocument/2006/relationships/notesMaster" Target="/ppt/notesMasters/notesMaster1.xml" Id="R2ae723c973c142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8711590c7042ba" /><Relationship Type="http://schemas.openxmlformats.org/officeDocument/2006/relationships/notesMaster" Target="/ppt/notesMasters/notesMaster1.xml" Id="R40b0c1cdc24547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39716626b774210" /><Relationship Type="http://schemas.openxmlformats.org/officeDocument/2006/relationships/notesMaster" Target="/ppt/notesMasters/notesMaster1.xml" Id="R5833cb4911a5426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fe4767e6e94aa8" /><Relationship Type="http://schemas.openxmlformats.org/officeDocument/2006/relationships/notesMaster" Target="/ppt/notesMasters/notesMaster1.xml" Id="Rd6252adfdd0d47b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f54049930204fa4" /><Relationship Type="http://schemas.openxmlformats.org/officeDocument/2006/relationships/notesMaster" Target="/ppt/notesMasters/notesMaster1.xml" Id="R7dc3c334aeb94fd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58d8eade33044ab" /><Relationship Type="http://schemas.openxmlformats.org/officeDocument/2006/relationships/notesMaster" Target="/ppt/notesMasters/notesMaster1.xml" Id="R2d939b0e5b2146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821cec5be24dd7" /><Relationship Type="http://schemas.openxmlformats.org/officeDocument/2006/relationships/notesMaster" Target="/ppt/notesMasters/notesMaster1.xml" Id="R127ccdd883074b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0163f4ed17d4a3a" /><Relationship Type="http://schemas.openxmlformats.org/officeDocument/2006/relationships/notesMaster" Target="/ppt/notesMasters/notesMaster1.xml" Id="Rea831aeefacb4464" /></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Apertura (30 segundos). Presentate junto con Mariano Arias Simone. Hoy vamos a explicar una billetera para guardar constancias académicas y compartirlas cuando alguien las pide. La idea principal es: el emisor firma, el estudiante decide y el verificador comprueba.</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El problema (1 minuto y medio). Imaginá que un gimnasio necesita saber si una persona tiene una constancia vigente. No necesita ver todas sus notas. Un archivo puede ser difícil de verificar y puede revelar más de lo necesario. Estos son motivos del proyecto, no una evaluación de los trámites actuales de UNLaR. Pasá a la pregunta: ¿cómo comprobar solo el dato que hace falta?</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Criptografía (1 minuto y medio). La criptografía reúne técnicas para proteger datos o comprobarlos. Antes se compartía una misma clave secreta. En 1976 se propuso el modelo de clave pública: una clave se puede compartir y otra se guarda en secreto. Ed25519 es una forma moderna de firmar datos. Estos son hitos breves, no toda la historia.</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Tres ideas (2 minutos). Cifrar es esconder el mensaje para que no cualquiera lo lea. Una huella o hash resume los datos y ayuda a detectar cambios. Una firma digital permite comprobar que una clave relacionada firmó esos datos. En nuestro prototipo, la nota se firma, pero queda legible. Firma no significa cifrado.</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Claves (1 minuto y medio). En el ejemplo de cifrado, ambas personas usan la misma clave secreta. Para firmar, el emisor usa una clave privada que guarda; quien recibe usa la clave pública para revisar la firma. No son claves intercambiables: la pública no sirve para crear la firma. En este proyecto usamos Ed25519.</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Cómo se firma (2 minutos). Primero el programa ordena los campos para que siempre lea los datos de la misma manera. Después Node.js usa la clave privada del emisor para crear la firma. La firma se adjunta a los datos. La credencial sigue siendo legible. Podés decirlo así: es como un sello que permite detectar si alguien cambió el contenido.</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Dentro de Ed25519 (2 minutos y medio). Esta diapositiva muestra una versión resumida de las matemáticas; no hace falta memorizarla. M es el mensaje; la minúscula a representa un secreto; la mayúscula A es la clave pública. El emisor calcula la firma R y S. El verificador usa A para comprobar si esos valores corresponden al mensaje. Si el mensaje cambia, la comprobación falla. El programa usa una biblioteca; no calcula estas operaciones a mano. Fuente: RFC 8032.</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Comprobar (2 minutos). La computadora compara los datos, la firma y la clave pública del emisor. Si coinciden, la firma es válida. Si alguien cambia la nota o se usa otra clave, no coincide. Esto no responde si la credencial fue cancelada después; esa pregunta requiere consultar el estado actual.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Dos pares de claves (1 minuto). No hay que confundir las claves. La institución firma la credencial con su propio par de claves. El teléfono crea otro par. Cuando el estudiante acepta una solicitud, el teléfono firma una respuesta para demostrar que tiene su clave. La firma no cifra los datos que se guardan.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Alcance (2 minutos y medio). El recorrido es: emitir la credencial, guardarla en el teléfono, pedir un dato y comprobarlo. El prototipo contempla notas, regularidad, biblioteca, gimnasio y asistencia. Los perfiles son de laboratorio. La comprobación de revocación necesita la API local, y el formato todavía no está certificado para interoperar con otros sistemas.</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Recorrido (2 minutos y medio). La institución crea la credencial y la firma. El estudiante la guarda. El verificador pide un dato mostrando un QR temporal. El estudiante revisa el pedido y decide. Si acepta, la API comprueba la firma y el estado. El QR no contiene la nota; solo ayuda a iniciar el pedido.</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Arquitectura (2 minutos y medio). La aplicación funciona en navegador y teléfono. ZXing lee los QR y IndexedDB guarda datos en el navegador. La API corre en la Mac y guarda el estado en SQLite. Para la demostración, la Mac y los teléfonos pueden conectarse a la misma red local sin Internet. Aun así, la Mac debe estar disponible para revisar revocaciones: eso no es verificación offline.</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Código: preparar datos (2 minutos y medio). En esta diapositiva, canonicalizar significa ordenar los campos siempre igual. Así, quien firma y quien verifica obtienen el mismo texto. La firma cubre el titular, la nota y otros datos del certificado. Si cambia un campo firmado, la firma deja de coincidir. El fragmento de código muestra el orden, no hace falta leerlo completo.</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Código: firmar (2 minutos y medio). La función recibe los datos ya ordenados y usa la clave privada del emisor. Luego agrega la firma a la credencial. Quien la recibe puede revisarla con la clave pública. Una firma válida indica que los datos coinciden con la firma; la confianza también depende de saber que esa clave pública pertenece al emisor correcto.</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Código: emitir una nota (2 minutos y medio). El sistema toma un perfil de prueba y agrega la nota, el nombre y la matrícula a los datos firmados. El servidor limita la nota al rango de 1 a 10. Aclaración importante: los perfiles de esta demo son ficticios y no verifican la identidad real de una persona.</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Código: entregar por QR (2 minutos y medio). El código QR contiene un código aleatorio, no la nota. Ese código vence a los diez minutos. La billetera destinataria reclama la credencial y la base registra el primer uso. Así se evita volver a usar el mismo código. Es una medida del prototipo; no convierte una cuenta de prueba en una identidad real.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7.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Almacenamiento (2 minutos y medio). El teléfono guarda la credencial y una clave propia en el almacenamiento del navegador. Al responder una solicitud, firma un desafío. Eso demuestra que la aplicación tiene acceso a esa clave; no prueba quién es la persona ni impide prestar un teléfono desbloqueado.</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Escaneo y consentimiento (2 minutos y medio). La cámara lee el código y la aplicación identifica si es para recibir una credencial, presentar un dato o registrar asistencia. Después muestra qué se solicita para que el estudiante decida. Puede aceptar o rechazar. En Android, el navegador necesita una conexión segura para activar la cámara.</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Qué valida la API (2 minutos y medio). La API revisa que la solicitud siga activa, que pida el dato correcto, que corresponda al estudiante y que las firmas sean válidas. También comprueba que la credencial no haya vencido o sido revocada, y que el pedido no se haya usado. Por eso, una firma válida no basta para afirmar que el documento sigue vigente.</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0.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Roles (2 minutos). Cada perfil tiene permisos distintos. El estudiante puede guardar credenciales, decidir si las presenta y registrar asistencia. El docente puede hacer pedidos y consultar asistencia. Cada área puede emitir y revocar sus constancias. En el prototipo, estos permisos son reglas de la aplicación, no un sistema institucional de identidad.</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Asistencia (2 minutos). El docente abre una sesión y el QR vence en un minuto. El teléfono firma una respuesta para esa sesión. La API la comprueba y añade la asistencia. La planilla usa P para presente y A para ausente. El sistema limita a un registro por estudiante y sesión. Esto no demuestra ubicación física ni evita que alguien preste su teléfono.</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Seguridad y límites (2 minutos). Hoy la API consulta la base para saber si una credencial fue revocada. Sin Internet puede funcionar si la red local sigue activa, pero el servidor sigue participando. Para validar completamente sin servidor, haría falta una lista de revocaciones firmada y reciente. Si estuviera vieja, la respuesta correcta sería “no se sabe”. El prototipo no usa blockchain.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Demostración (5 minutos). Primero, en la Mac, emitir una nota de prueba para Mariano. Después, con el teléfono del estudiante, escanear el QR y guardar la credencial. En la Mac, pedir la nota; en el teléfono, revisar la solicitud y aceptarla. Por último, abrir la asistencia, escanear el QR y mostrar la planilla. Si se interrumpe la conexión, usar los perfiles y códigos preparados. Cierre: el emisor firma, el estudiante decide y el verificador comprueba.</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7228589d1548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95f7b20e3c4b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f6092186a84e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30fc9d6ecff4a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31a5b6234940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318b78480e4d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ADBFD9-DE09-4FD6-A49E-F32C17D892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EBA30E-85F7-4D7E-996D-E12CED064D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E2D9B8-D04C-4329-A0E8-74B470CFA0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1E6440-D108-4DF9-9754-C0AA1B1FA1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F9F57-EBFF-4ED8-8E0A-8FE673F981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A1392A-FC27-4E97-8E79-8B52937F14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DE4DD9-425C-4BEE-B8F9-209AC245B8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C384B8-F247-4C2B-A83C-AF190B3488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7959A6-E1E6-4DB1-8E36-9594E127FF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F6D036-5CAB-4CE2-BD1F-96843AB1BE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87ec06190e47fe" /><Relationship Type="http://schemas.openxmlformats.org/officeDocument/2006/relationships/slideLayout" Target="/ppt/slideLayouts/slideLayout1.xml" Id="R8d74469d93e14805" /><Relationship Type="http://schemas.openxmlformats.org/officeDocument/2006/relationships/slideLayout" Target="/ppt/slideLayouts/slideLayout2.xml" Id="R37b38694f99d4b59" /><Relationship Type="http://schemas.openxmlformats.org/officeDocument/2006/relationships/slideLayout" Target="/ppt/slideLayouts/slideLayout3.xml" Id="R7485ad5b96474f21" /><Relationship Type="http://schemas.openxmlformats.org/officeDocument/2006/relationships/slideLayout" Target="/ppt/slideLayouts/slideLayout4.xml" Id="Rbd14a98cd02f47e2" /><Relationship Type="http://schemas.openxmlformats.org/officeDocument/2006/relationships/slideLayout" Target="/ppt/slideLayouts/slideLayout5.xml" Id="R84ef824f320142d1" /><Relationship Type="http://schemas.openxmlformats.org/officeDocument/2006/relationships/slideLayout" Target="/ppt/slideLayouts/slideLayout6.xml" Id="R91b2a5044b7946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74469d93e14805"/>
    <p:sldLayoutId xmlns:r="http://schemas.openxmlformats.org/officeDocument/2006/relationships" id="2147483650" r:id="R37b38694f99d4b59"/>
    <p:sldLayoutId xmlns:r="http://schemas.openxmlformats.org/officeDocument/2006/relationships" id="2147483651" r:id="R7485ad5b96474f21"/>
    <p:sldLayoutId xmlns:r="http://schemas.openxmlformats.org/officeDocument/2006/relationships" id="2147483652" r:id="Rbd14a98cd02f47e2"/>
    <p:sldLayoutId xmlns:r="http://schemas.openxmlformats.org/officeDocument/2006/relationships" id="2147483653" r:id="R84ef824f320142d1"/>
    <p:sldLayoutId xmlns:r="http://schemas.openxmlformats.org/officeDocument/2006/relationships" id="2147483654" r:id="R91b2a5044b7946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111df66b2db4806" /><Relationship Type="http://schemas.openxmlformats.org/officeDocument/2006/relationships/image" Target="/ppt/media/image.png" Id="R2ec2a6264c4a4c90" /><Relationship Type="http://schemas.openxmlformats.org/officeDocument/2006/relationships/notesSlide" Target="/ppt/notesSlides/notesSlide1.xml" Id="R188b1d8bdb694c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24b519fb5d4157" /><Relationship Type="http://schemas.openxmlformats.org/officeDocument/2006/relationships/notesSlide" Target="/ppt/notesSlides/notesSlide2.xml" Id="R3221be37091d4e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8f07c93e63425e" /><Relationship Type="http://schemas.openxmlformats.org/officeDocument/2006/relationships/notesSlide" Target="/ppt/notesSlides/notesSlide3.xml" Id="R1bb96118253b4a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c39a5d3d924a8a" /><Relationship Type="http://schemas.openxmlformats.org/officeDocument/2006/relationships/notesSlide" Target="/ppt/notesSlides/notesSlide4.xml" Id="R9cf3a428469b43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c88e2b22f8427a" /><Relationship Type="http://schemas.openxmlformats.org/officeDocument/2006/relationships/notesSlide" Target="/ppt/notesSlides/notesSlide5.xml" Id="Rbf23410a50834d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5b2c389fe984db9" /><Relationship Type="http://schemas.openxmlformats.org/officeDocument/2006/relationships/notesSlide" Target="/ppt/notesSlides/notesSlide6.xml" Id="R70d2eebd73984e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f24e31ecbf42b2" /><Relationship Type="http://schemas.openxmlformats.org/officeDocument/2006/relationships/notesSlide" Target="/ppt/notesSlides/notesSlide7.xml" Id="R0098fec8dceb4d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914bc12732b4df2" /><Relationship Type="http://schemas.openxmlformats.org/officeDocument/2006/relationships/notesSlide" Target="/ppt/notesSlides/notesSlide8.xml" Id="R8143ac0ba97546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608426c321a4c8f" /><Relationship Type="http://schemas.openxmlformats.org/officeDocument/2006/relationships/notesSlide" Target="/ppt/notesSlides/notesSlide9.xml" Id="Rbb4ca3a759af46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79fd713e4c246e3" /><Relationship Type="http://schemas.openxmlformats.org/officeDocument/2006/relationships/notesSlide" Target="/ppt/notesSlides/notesSlide10.xml" Id="R68b1f5b1b7e943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47e79fca9cc40c0" /><Relationship Type="http://schemas.openxmlformats.org/officeDocument/2006/relationships/notesSlide" Target="/ppt/notesSlides/notesSlide11.xml" Id="Re17c9d021b3b4b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0aaa915613f4362" /><Relationship Type="http://schemas.openxmlformats.org/officeDocument/2006/relationships/notesSlide" Target="/ppt/notesSlides/notesSlide12.xml" Id="R27d11f45da7a4a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5de30f947e14624" /><Relationship Type="http://schemas.openxmlformats.org/officeDocument/2006/relationships/notesSlide" Target="/ppt/notesSlides/notesSlide13.xml" Id="R3a4da25ec2f043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eec921dae374396" /><Relationship Type="http://schemas.openxmlformats.org/officeDocument/2006/relationships/notesSlide" Target="/ppt/notesSlides/notesSlide14.xml" Id="R7d2c2fb2626b41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2d5596ca9f54e26" /><Relationship Type="http://schemas.openxmlformats.org/officeDocument/2006/relationships/notesSlide" Target="/ppt/notesSlides/notesSlide15.xml" Id="Rec85073b65714b5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126d1699432447e" /><Relationship Type="http://schemas.openxmlformats.org/officeDocument/2006/relationships/notesSlide" Target="/ppt/notesSlides/notesSlide16.xml" Id="Re099bd51691e40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0a60623c8374a6a" /><Relationship Type="http://schemas.openxmlformats.org/officeDocument/2006/relationships/notesSlide" Target="/ppt/notesSlides/notesSlide17.xml" Id="Rc19d13a0b86a40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51cd1120b2845e9" /><Relationship Type="http://schemas.openxmlformats.org/officeDocument/2006/relationships/notesSlide" Target="/ppt/notesSlides/notesSlide18.xml" Id="R24e1de0c8ba449d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7cff54a66484dda" /><Relationship Type="http://schemas.openxmlformats.org/officeDocument/2006/relationships/notesSlide" Target="/ppt/notesSlides/notesSlide19.xml" Id="R61d7ec20208247d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d7e021fb09c451d" /><Relationship Type="http://schemas.openxmlformats.org/officeDocument/2006/relationships/notesSlide" Target="/ppt/notesSlides/notesSlide20.xml" Id="R7222e3dedc114d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80e9227d2864b76" /><Relationship Type="http://schemas.openxmlformats.org/officeDocument/2006/relationships/notesSlide" Target="/ppt/notesSlides/notesSlide21.xml" Id="R87f2e507bdcd49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de019f77887420e" /><Relationship Type="http://schemas.openxmlformats.org/officeDocument/2006/relationships/notesSlide" Target="/ppt/notesSlides/notesSlide22.xml" Id="R6828953749e44e9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95a3243ba214117" /><Relationship Type="http://schemas.openxmlformats.org/officeDocument/2006/relationships/notesSlide" Target="/ppt/notesSlides/notesSlide23.xml" Id="R078d2175cf584cba" /></Relationships>
</file>

<file path=ppt/slides/slide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172554"/>
        </ns1:solidFill>
      </ns0:bgPr>
    </ns0:bg>
    <ns0:spTree>
      <ns0:nvGrpSpPr>
        <ns0:cNvPr id="1" name=""/>
        <ns0:cNvGrpSpPr/>
        <ns0:nvPr/>
      </ns0:nvGrpSpPr>
      <ns0:grpSpPr>
        <ns1:xfrm/>
      </ns0:grpSpPr>
      <ns0:sp>
        <ns0:nvSpPr>
          <ns0:cNvPr id="12" name="">
            <ns1:extLst>
              <ns1:ext uri="{FF2B5EF4-FFF2-40B4-BE49-F238E27FC236}">
                <ns2:creationId id="{5041C6B9-DDA5-4D5D-90E1-DA5644FF0E7D}"/>
              </ns1:ext>
            </ns1:extLst>
          </ns0:cNvPr>
          <ns0:cNvSpPr>
            <ns1:spLocks noGrp="1"/>
          </ns0:cNvSpPr>
          <ns0:nvPr/>
        </ns0:nvSpPr>
        <ns0:spPr>
          <ns1:xfrm>
            <ns1:off x="7620000" y="0"/>
            <ns1:ext cx="4572000" cy="4762500"/>
          </ns1:xfrm>
          <ns1:prstGeom prst="ellipse">
            <ns1:avLst/>
          </ns1:prstGeom>
          <ns1:solidFill>
            <ns1:srgbClr val="20366D"/>
          </ns1:solidFill>
          <ns1:ln w="0">
            <ns1:noFill/>
            <ns1:prstDash val="solid"/>
          </ns1:ln>
        </ns0:spPr>
      </ns0:sp>
      <ns0:sp>
        <ns0:nvSpPr>
          <ns0:cNvPr id="2" name="">
            <ns1:extLst>
              <ns1:ext uri="{FF2B5EF4-FFF2-40B4-BE49-F238E27FC236}">
                <ns2:creationId id="{71781299-385E-41B9-B57F-4B0DE6047EF4}"/>
              </ns1:ext>
            </ns1:extLst>
          </ns0:cNvPr>
          <ns0:cNvSpPr>
            <ns1:spLocks noGrp="1"/>
          </ns0:cNvSpPr>
          <ns0:nvPr/>
        </ns0:nvSpPr>
        <ns0:spPr>
          <ns1:xfrm>
            <ns1:off x="8763000" y="190500"/>
            <ns1:ext cx="3429000" cy="3524250"/>
          </ns1:xfrm>
          <ns1:prstGeom prst="ellipse">
            <ns1:avLst/>
          </ns1:prstGeom>
          <ns1:solidFill>
            <ns1:srgbClr val="1B2D5D"/>
          </ns1:solidFill>
          <ns1:ln w="0">
            <ns1:noFill/>
            <ns1:prstDash val="solid"/>
          </ns1:ln>
        </ns0:spPr>
      </ns0:sp>
      <ns0:sp>
        <ns0:nvSpPr>
          <ns0:cNvPr id="3" name="">
            <ns1:extLst>
              <ns1:ext uri="{FF2B5EF4-FFF2-40B4-BE49-F238E27FC236}">
                <ns2:creationId id="{2EDDF494-2817-46EB-AA35-3C8ADEC3BB90}"/>
              </ns1:ext>
            </ns1:extLst>
          </ns0:cNvPr>
          <ns0:cNvSpPr>
            <ns1:spLocks noGrp="1"/>
          </ns0:cNvSpPr>
          <ns0:nvPr/>
        </ns0:nvSpPr>
        <ns0:spPr>
          <ns1:xfrm>
            <ns1:off x="9620250" y="1162050"/>
            <ns1:ext cx="1571625" cy="1571625"/>
          </ns1:xfrm>
          <ns1:prstGeom prst="ellipse">
            <ns1:avLst/>
          </ns1:prstGeom>
          <ns1:solidFill>
            <ns1:srgbClr val="22B8A8"/>
          </ns1:solidFill>
          <ns1:ln w="0">
            <ns1:noFill/>
            <ns1:prstDash val="solid"/>
          </ns1:ln>
        </ns0:spPr>
      </ns0:sp>
      <ns0:pic>
        <ns0:nvPicPr>
          <ns0:cNvPr id="4" name="">
            <ns1:extLst>
              <ns1:ext uri="{FF2B5EF4-FFF2-40B4-BE49-F238E27FC236}">
                <ns2:creationId id="{A6485725-F101-4ABE-A4CD-D71150600F38}"/>
              </ns1:ext>
            </ns1:extLst>
          </ns0:cNvPr>
          <ns0:cNvPicPr>
            <ns1:picLocks noChangeAspect="1"/>
          </ns0:cNvPicPr>
          <ns0:nvPr/>
        </ns0:nvPicPr>
        <ns0:blipFill>
          <ns1:blip ns3:embed="R2ec2a6264c4a4c90"/>
          <ns1:stretch/>
        </ns0:blipFill>
        <ns0:spPr>
          <ns1:xfrm>
            <ns1:off x="7620000" y="857250"/>
            <ns1:ext cx="3810000" cy="3810000"/>
          </ns1:xfrm>
          <ns1:prstGeom prst="rect">
            <ns1:avLst/>
          </ns1:prstGeom>
        </ns0:spPr>
      </ns0:pic>
      <ns0:sp>
        <ns0:nvSpPr>
          <ns0:cNvPr id="5" name="">
            <ns1:extLst>
              <ns1:ext uri="{FF2B5EF4-FFF2-40B4-BE49-F238E27FC236}">
                <ns2:creationId id="{B340C4C0-372E-4613-9C8C-3641434B8351}"/>
              </ns1:ext>
            </ns1:extLst>
          </ns0:cNvPr>
          <ns0:cNvSpPr>
            <ns1:spLocks noGrp="1"/>
          </ns0:cNvSpPr>
          <ns0:nvPr/>
        </ns0:nvSpPr>
        <ns0:spPr>
          <ns1:xfrm>
            <ns1:off x="800100" y="1790700"/>
            <ns1:ext cx="6667500" cy="685800"/>
          </ns1:xfrm>
          <ns1:prstGeom prst="rect">
            <ns1:avLst/>
          </ns1:prstGeom>
          <ns1:noFill/>
          <ns1:ln w="0">
            <ns1:noFill/>
            <ns1:prstDash val="solid"/>
          </ns1:ln>
        </ns0:spPr>
        <ns0:txBody>
          <ns1:bodyPr lIns="0" tIns="0" rIns="0" bIns="0" anchor="ctr">
            <ns1:normAutofit fontScale="100000"/>
          </ns1:bodyPr>
          <ns1:lstStyle>
            <ns1:defPPr algn="l">
              <ns1:defRPr sz="4200" b="1">
                <ns1:solidFill>
                  <ns1:srgbClr val="FFFFFF"/>
                </ns1:solidFill>
                <ns1:latin typeface="Aptos"/>
                <ns1:ea typeface="Aptos"/>
                <ns1:cs typeface="Aptos"/>
              </ns1:defRPr>
            </ns1:defPPr>
            <ns1:lvl1pPr algn="l">
              <ns1:defRPr sz="4200" b="1">
                <ns1:solidFill>
                  <ns1:srgbClr val="FFFFFF"/>
                </ns1:solidFill>
                <ns1:latin typeface="Aptos"/>
                <ns1:ea typeface="Aptos"/>
                <ns1:cs typeface="Aptos"/>
              </ns1:defRPr>
            </ns1:lvl1pPr>
            <ns1:lvl2pPr algn="l">
              <ns1:defRPr sz="4200" b="1">
                <ns1:solidFill>
                  <ns1:srgbClr val="FFFFFF"/>
                </ns1:solidFill>
                <ns1:latin typeface="Aptos"/>
                <ns1:ea typeface="Aptos"/>
                <ns1:cs typeface="Aptos"/>
              </ns1:defRPr>
            </ns1:lvl2pPr>
            <ns1:lvl3pPr algn="l">
              <ns1:defRPr sz="4200" b="1">
                <ns1:solidFill>
                  <ns1:srgbClr val="FFFFFF"/>
                </ns1:solidFill>
                <ns1:latin typeface="Aptos"/>
                <ns1:ea typeface="Aptos"/>
                <ns1:cs typeface="Aptos"/>
              </ns1:defRPr>
            </ns1:lvl3pPr>
            <ns1:lvl4pPr algn="l">
              <ns1:defRPr sz="4200" b="1">
                <ns1:solidFill>
                  <ns1:srgbClr val="FFFFFF"/>
                </ns1:solidFill>
                <ns1:latin typeface="Aptos"/>
                <ns1:ea typeface="Aptos"/>
                <ns1:cs typeface="Aptos"/>
              </ns1:defRPr>
            </ns1:lvl4pPr>
            <ns1:lvl5pPr algn="l">
              <ns1:defRPr sz="4200" b="1">
                <ns1:solidFill>
                  <ns1:srgbClr val="FFFFFF"/>
                </ns1:solidFill>
                <ns1:latin typeface="Aptos"/>
                <ns1:ea typeface="Aptos"/>
                <ns1:cs typeface="Aptos"/>
              </ns1:defRPr>
            </ns1:lvl5pPr>
            <ns1:lvl6pPr algn="l">
              <ns1:defRPr sz="4200" b="1">
                <ns1:solidFill>
                  <ns1:srgbClr val="FFFFFF"/>
                </ns1:solidFill>
                <ns1:latin typeface="Aptos"/>
                <ns1:ea typeface="Aptos"/>
                <ns1:cs typeface="Aptos"/>
              </ns1:defRPr>
            </ns1:lvl6pPr>
            <ns1:lvl7pPr algn="l">
              <ns1:defRPr sz="4200" b="1">
                <ns1:solidFill>
                  <ns1:srgbClr val="FFFFFF"/>
                </ns1:solidFill>
                <ns1:latin typeface="Aptos"/>
                <ns1:ea typeface="Aptos"/>
                <ns1:cs typeface="Aptos"/>
              </ns1:defRPr>
            </ns1:lvl7pPr>
            <ns1:lvl8pPr algn="l">
              <ns1:defRPr sz="4200" b="1">
                <ns1:solidFill>
                  <ns1:srgbClr val="FFFFFF"/>
                </ns1:solidFill>
                <ns1:latin typeface="Aptos"/>
                <ns1:ea typeface="Aptos"/>
                <ns1:cs typeface="Aptos"/>
              </ns1:defRPr>
            </ns1:lvl8pPr>
            <ns1:lvl9pPr algn="l">
              <ns1:defRPr sz="4200" b="1">
                <ns1:solidFill>
                  <ns1:srgbClr val="FFFFFF"/>
                </ns1:solidFill>
                <ns1:latin typeface="Aptos"/>
                <ns1:ea typeface="Aptos"/>
                <ns1:cs typeface="Aptos"/>
              </ns1:defRPr>
            </ns1:lvl9pPr>
          </ns1:lstStyle>
          <ns1:p>
            <ns1:pPr algn="l">
              <ns1:defRPr sz="4200" b="1">
                <ns1:solidFill>
                  <ns1:srgbClr val="FFFFFF"/>
                </ns1:solidFill>
                <ns1:latin typeface="Aptos"/>
                <ns1:ea typeface="Aptos"/>
                <ns1:cs typeface="Aptos"/>
              </ns1:defRPr>
            </ns1:pPr>
            <ns1:r>
              <ns1:rPr sz="4200" b="1">
                <ns1:solidFill>
                  <ns1:srgbClr val="FFFFFF"/>
                </ns1:solidFill>
                <ns1:latin typeface="Aptos"/>
                <ns1:ea typeface="Aptos"/>
                <ns1:cs typeface="Aptos"/>
              </ns1:rPr>
              <ns1:t>BILLETERA</ns1:t>
            </ns1:r>
          </ns1:p>
        </ns0:txBody>
      </ns0:sp>
      <ns0:sp>
        <ns0:nvSpPr>
          <ns0:cNvPr id="6" name="">
            <ns1:extLst>
              <ns1:ext uri="{FF2B5EF4-FFF2-40B4-BE49-F238E27FC236}">
                <ns2:creationId id="{7023166A-313B-4407-9DD1-605FB5F64A40}"/>
              </ns1:ext>
            </ns1:extLst>
          </ns0:cNvPr>
          <ns0:cNvSpPr>
            <ns1:spLocks noGrp="1"/>
          </ns0:cNvSpPr>
          <ns0:nvPr/>
        </ns0:nvSpPr>
        <ns0:spPr>
          <ns1:xfrm>
            <ns1:off x="800100" y="2476500"/>
            <ns1:ext cx="7239000" cy="1428750"/>
          </ns1:xfrm>
          <ns1:prstGeom prst="rect">
            <ns1:avLst/>
          </ns1:prstGeom>
          <ns1:noFill/>
          <ns1:ln w="0">
            <ns1:noFill/>
            <ns1:prstDash val="solid"/>
          </ns1:ln>
        </ns0:spPr>
        <ns0:txBody>
          <ns1:bodyPr lIns="0" tIns="0" rIns="0" bIns="0" anchor="ctr">
            <ns1:normAutofit fontScale="100000"/>
          </ns1:bodyPr>
          <ns1:lstStyle>
            <ns1:defPPr algn="l">
              <ns1:defRPr sz="4200" b="1">
                <ns1:solidFill>
                  <ns1:srgbClr val="FFFFFF"/>
                </ns1:solidFill>
                <ns1:latin typeface="Aptos"/>
                <ns1:ea typeface="Aptos"/>
                <ns1:cs typeface="Aptos"/>
              </ns1:defRPr>
            </ns1:defPPr>
            <ns1:lvl1pPr algn="l">
              <ns1:defRPr sz="4200" b="1">
                <ns1:solidFill>
                  <ns1:srgbClr val="FFFFFF"/>
                </ns1:solidFill>
                <ns1:latin typeface="Aptos"/>
                <ns1:ea typeface="Aptos"/>
                <ns1:cs typeface="Aptos"/>
              </ns1:defRPr>
            </ns1:lvl1pPr>
            <ns1:lvl2pPr algn="l">
              <ns1:defRPr sz="4200" b="1">
                <ns1:solidFill>
                  <ns1:srgbClr val="FFFFFF"/>
                </ns1:solidFill>
                <ns1:latin typeface="Aptos"/>
                <ns1:ea typeface="Aptos"/>
                <ns1:cs typeface="Aptos"/>
              </ns1:defRPr>
            </ns1:lvl2pPr>
            <ns1:lvl3pPr algn="l">
              <ns1:defRPr sz="4200" b="1">
                <ns1:solidFill>
                  <ns1:srgbClr val="FFFFFF"/>
                </ns1:solidFill>
                <ns1:latin typeface="Aptos"/>
                <ns1:ea typeface="Aptos"/>
                <ns1:cs typeface="Aptos"/>
              </ns1:defRPr>
            </ns1:lvl3pPr>
            <ns1:lvl4pPr algn="l">
              <ns1:defRPr sz="4200" b="1">
                <ns1:solidFill>
                  <ns1:srgbClr val="FFFFFF"/>
                </ns1:solidFill>
                <ns1:latin typeface="Aptos"/>
                <ns1:ea typeface="Aptos"/>
                <ns1:cs typeface="Aptos"/>
              </ns1:defRPr>
            </ns1:lvl4pPr>
            <ns1:lvl5pPr algn="l">
              <ns1:defRPr sz="4200" b="1">
                <ns1:solidFill>
                  <ns1:srgbClr val="FFFFFF"/>
                </ns1:solidFill>
                <ns1:latin typeface="Aptos"/>
                <ns1:ea typeface="Aptos"/>
                <ns1:cs typeface="Aptos"/>
              </ns1:defRPr>
            </ns1:lvl5pPr>
            <ns1:lvl6pPr algn="l">
              <ns1:defRPr sz="4200" b="1">
                <ns1:solidFill>
                  <ns1:srgbClr val="FFFFFF"/>
                </ns1:solidFill>
                <ns1:latin typeface="Aptos"/>
                <ns1:ea typeface="Aptos"/>
                <ns1:cs typeface="Aptos"/>
              </ns1:defRPr>
            </ns1:lvl6pPr>
            <ns1:lvl7pPr algn="l">
              <ns1:defRPr sz="4200" b="1">
                <ns1:solidFill>
                  <ns1:srgbClr val="FFFFFF"/>
                </ns1:solidFill>
                <ns1:latin typeface="Aptos"/>
                <ns1:ea typeface="Aptos"/>
                <ns1:cs typeface="Aptos"/>
              </ns1:defRPr>
            </ns1:lvl7pPr>
            <ns1:lvl8pPr algn="l">
              <ns1:defRPr sz="4200" b="1">
                <ns1:solidFill>
                  <ns1:srgbClr val="FFFFFF"/>
                </ns1:solidFill>
                <ns1:latin typeface="Aptos"/>
                <ns1:ea typeface="Aptos"/>
                <ns1:cs typeface="Aptos"/>
              </ns1:defRPr>
            </ns1:lvl8pPr>
            <ns1:lvl9pPr algn="l">
              <ns1:defRPr sz="4200" b="1">
                <ns1:solidFill>
                  <ns1:srgbClr val="FFFFFF"/>
                </ns1:solidFill>
                <ns1:latin typeface="Aptos"/>
                <ns1:ea typeface="Aptos"/>
                <ns1:cs typeface="Aptos"/>
              </ns1:defRPr>
            </ns1:lvl9pPr>
          </ns1:lstStyle>
          <ns1:p>
            <ns1:pPr algn="l">
              <ns1:defRPr sz="4200" b="1">
                <ns1:solidFill>
                  <ns1:srgbClr val="FFFFFF"/>
                </ns1:solidFill>
                <ns1:latin typeface="Aptos"/>
                <ns1:ea typeface="Aptos"/>
                <ns1:cs typeface="Aptos"/>
              </ns1:defRPr>
            </ns1:pPr>
            <ns1:r>
              <ns1:rPr sz="4200" b="1">
                <ns1:solidFill>
                  <ns1:srgbClr val="FFFFFF"/>
                </ns1:solidFill>
                <ns1:latin typeface="Aptos"/>
                <ns1:ea typeface="Aptos"/>
                <ns1:cs typeface="Aptos"/>
              </ns1:rPr>
              <ns1:t>Universitaria</ns1:t>
            </ns1:r>
          </ns1:p>
          <ns1:p>
            <ns1:pPr algn="l">
              <ns1:defRPr sz="4200" b="1">
                <ns1:solidFill>
                  <ns1:srgbClr val="FFFFFF"/>
                </ns1:solidFill>
                <ns1:latin typeface="Aptos"/>
                <ns1:ea typeface="Aptos"/>
                <ns1:cs typeface="Aptos"/>
              </ns1:defRPr>
            </ns1:pPr>
            <ns1:r>
              <ns1:rPr sz="4200" b="1">
                <ns1:solidFill>
                  <ns1:srgbClr val="FFFFFF"/>
                </ns1:solidFill>
                <ns1:latin typeface="Aptos"/>
                <ns1:ea typeface="Aptos"/>
                <ns1:cs typeface="Aptos"/>
              </ns1:rPr>
              <ns1:t>Verificable</ns1:t>
            </ns1:r>
          </ns1:p>
        </ns0:txBody>
      </ns0:sp>
      <ns0:sp>
        <ns0:nvSpPr>
          <ns0:cNvPr id="7" name="">
            <ns1:extLst>
              <ns1:ext uri="{FF2B5EF4-FFF2-40B4-BE49-F238E27FC236}">
                <ns2:creationId id="{1D5DC435-12CD-4E48-B694-40BA8268CCD7}"/>
              </ns1:ext>
            </ns1:extLst>
          </ns0:cNvPr>
          <ns0:cNvSpPr>
            <ns1:spLocks noGrp="1"/>
          </ns0:cNvSpPr>
          <ns0:nvPr/>
        </ns0:nvSpPr>
        <ns0:spPr>
          <ns1:xfrm>
            <ns1:off x="800100" y="4029075"/>
            <ns1:ext cx="6572250" cy="742950"/>
          </ns1:xfrm>
          <ns1:prstGeom prst="rect">
            <ns1:avLst/>
          </ns1:prstGeom>
          <ns1:noFill/>
          <ns1:ln w="0">
            <ns1:noFill/>
            <ns1:prstDash val="solid"/>
          </ns1:ln>
        </ns0:spPr>
        <ns0:txBody>
          <ns1:bodyPr lIns="0" tIns="0" rIns="0" bIns="0" anchor="ctr">
            <ns1:normAutofit fontScale="100000"/>
          </ns1:bodyPr>
          <ns1:lstStyle>
            <ns1:defPPr algn="l">
              <ns1:defRPr sz="1725" b="0">
                <ns1:solidFill>
                  <ns1:srgbClr val="D4DEEF"/>
                </ns1:solidFill>
                <ns1:latin typeface="Aptos"/>
                <ns1:ea typeface="Aptos"/>
                <ns1:cs typeface="Aptos"/>
              </ns1:defRPr>
            </ns1:defPPr>
            <ns1:lvl1pPr algn="l">
              <ns1:defRPr sz="1725" b="0">
                <ns1:solidFill>
                  <ns1:srgbClr val="D4DEEF"/>
                </ns1:solidFill>
                <ns1:latin typeface="Aptos"/>
                <ns1:ea typeface="Aptos"/>
                <ns1:cs typeface="Aptos"/>
              </ns1:defRPr>
            </ns1:lvl1pPr>
            <ns1:lvl2pPr algn="l">
              <ns1:defRPr sz="1725" b="0">
                <ns1:solidFill>
                  <ns1:srgbClr val="D4DEEF"/>
                </ns1:solidFill>
                <ns1:latin typeface="Aptos"/>
                <ns1:ea typeface="Aptos"/>
                <ns1:cs typeface="Aptos"/>
              </ns1:defRPr>
            </ns1:lvl2pPr>
            <ns1:lvl3pPr algn="l">
              <ns1:defRPr sz="1725" b="0">
                <ns1:solidFill>
                  <ns1:srgbClr val="D4DEEF"/>
                </ns1:solidFill>
                <ns1:latin typeface="Aptos"/>
                <ns1:ea typeface="Aptos"/>
                <ns1:cs typeface="Aptos"/>
              </ns1:defRPr>
            </ns1:lvl3pPr>
            <ns1:lvl4pPr algn="l">
              <ns1:defRPr sz="1725" b="0">
                <ns1:solidFill>
                  <ns1:srgbClr val="D4DEEF"/>
                </ns1:solidFill>
                <ns1:latin typeface="Aptos"/>
                <ns1:ea typeface="Aptos"/>
                <ns1:cs typeface="Aptos"/>
              </ns1:defRPr>
            </ns1:lvl4pPr>
            <ns1:lvl5pPr algn="l">
              <ns1:defRPr sz="1725" b="0">
                <ns1:solidFill>
                  <ns1:srgbClr val="D4DEEF"/>
                </ns1:solidFill>
                <ns1:latin typeface="Aptos"/>
                <ns1:ea typeface="Aptos"/>
                <ns1:cs typeface="Aptos"/>
              </ns1:defRPr>
            </ns1:lvl5pPr>
            <ns1:lvl6pPr algn="l">
              <ns1:defRPr sz="1725" b="0">
                <ns1:solidFill>
                  <ns1:srgbClr val="D4DEEF"/>
                </ns1:solidFill>
                <ns1:latin typeface="Aptos"/>
                <ns1:ea typeface="Aptos"/>
                <ns1:cs typeface="Aptos"/>
              </ns1:defRPr>
            </ns1:lvl6pPr>
            <ns1:lvl7pPr algn="l">
              <ns1:defRPr sz="1725" b="0">
                <ns1:solidFill>
                  <ns1:srgbClr val="D4DEEF"/>
                </ns1:solidFill>
                <ns1:latin typeface="Aptos"/>
                <ns1:ea typeface="Aptos"/>
                <ns1:cs typeface="Aptos"/>
              </ns1:defRPr>
            </ns1:lvl7pPr>
            <ns1:lvl8pPr algn="l">
              <ns1:defRPr sz="1725" b="0">
                <ns1:solidFill>
                  <ns1:srgbClr val="D4DEEF"/>
                </ns1:solidFill>
                <ns1:latin typeface="Aptos"/>
                <ns1:ea typeface="Aptos"/>
                <ns1:cs typeface="Aptos"/>
              </ns1:defRPr>
            </ns1:lvl8pPr>
            <ns1:lvl9pPr algn="l">
              <ns1:defRPr sz="1725" b="0">
                <ns1:solidFill>
                  <ns1:srgbClr val="D4DEEF"/>
                </ns1:solidFill>
                <ns1:latin typeface="Aptos"/>
                <ns1:ea typeface="Aptos"/>
                <ns1:cs typeface="Aptos"/>
              </ns1:defRPr>
            </ns1:lvl9pPr>
          </ns1:lstStyle>
          <ns1:p>
            <ns1:pPr algn="l">
              <ns1:defRPr sz="1725" b="0">
                <ns1:solidFill>
                  <ns1:srgbClr val="D4DEEF"/>
                </ns1:solidFill>
                <ns1:latin typeface="Aptos"/>
                <ns1:ea typeface="Aptos"/>
                <ns1:cs typeface="Aptos"/>
              </ns1:defRPr>
            </ns1:pPr>
            <ns1:r>
              <ns1:rPr sz="1725" b="0">
                <ns1:solidFill>
                  <ns1:srgbClr val="D4DEEF"/>
                </ns1:solidFill>
                <ns1:latin typeface="Aptos"/>
                <ns1:ea typeface="Aptos"/>
                <ns1:cs typeface="Aptos"/>
              </ns1:rPr>
              <ns1:t>Constancias digitales que se pueden comprobar</ns1:t>
            </ns1:r>
          </ns1:p>
          <ns1:p>
            <ns1:pPr algn="l">
              <ns1:defRPr sz="1725" b="0">
                <ns1:solidFill>
                  <ns1:srgbClr val="D4DEEF"/>
                </ns1:solidFill>
                <ns1:latin typeface="Aptos"/>
                <ns1:ea typeface="Aptos"/>
                <ns1:cs typeface="Aptos"/>
              </ns1:defRPr>
            </ns1:pPr>
            <ns1:r>
              <ns1:rPr sz="1725" b="0">
                <ns1:solidFill>
                  <ns1:srgbClr val="D4DEEF"/>
                </ns1:solidFill>
                <ns1:latin typeface="Aptos"/>
                <ns1:ea typeface="Aptos"/>
                <ns1:cs typeface="Aptos"/>
              </ns1:rPr>
              <ns1:t>El estudiante decide cuándo compartirlas</ns1:t>
            </ns1:r>
          </ns1:p>
        </ns0:txBody>
      </ns0:sp>
      <ns0:sp>
        <ns0:nvSpPr>
          <ns0:cNvPr id="8" name="">
            <ns1:extLst>
              <ns1:ext uri="{FF2B5EF4-FFF2-40B4-BE49-F238E27FC236}">
                <ns2:creationId id="{34D2D2F8-EAB7-45B3-A415-365C1505AC20}"/>
              </ns1:ext>
            </ns1:extLst>
          </ns0:cNvPr>
          <ns0:cNvSpPr>
            <ns1:spLocks noGrp="1"/>
          </ns0:cNvSpPr>
          <ns0:nvPr/>
        </ns0:nvSpPr>
        <ns0:spPr>
          <ns1:xfrm>
            <ns1:off x="800100" y="5057775"/>
            <ns1:ext cx="2714625" cy="285750"/>
          </ns1:xfrm>
          <ns1:prstGeom prst="roundRect">
            <ns1:avLst>
              <ns1:gd name="adj" fmla="val 26667"/>
            </ns1:avLst>
          </ns1:prstGeom>
          <ns1:solidFill>
            <ns1:srgbClr val="E8EDFF"/>
          </ns1:solidFill>
          <ns1:ln w="0">
            <ns1:noFill/>
            <ns1:prstDash val="solid"/>
          </ns1:ln>
        </ns0:spPr>
      </ns0:sp>
      <ns0:sp>
        <ns0:nvSpPr>
          <ns0:cNvPr id="9" name="">
            <ns1:extLst>
              <ns1:ext uri="{FF2B5EF4-FFF2-40B4-BE49-F238E27FC236}">
                <ns2:creationId id="{77EDD1F0-98A9-4FCC-9D32-6666EFAB2D47}"/>
              </ns1:ext>
            </ns1:extLst>
          </ns0:cNvPr>
          <ns0:cNvSpPr>
            <ns1:spLocks noGrp="1"/>
          </ns0:cNvSpPr>
          <ns0:nvPr/>
        </ns0:nvSpPr>
        <ns0:spPr>
          <ns1:xfrm>
            <ns1:off x="895350" y="5067300"/>
            <ns1:ext cx="2524125"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172554"/>
                </ns1:solidFill>
                <ns1:latin typeface="Aptos"/>
                <ns1:ea typeface="Aptos"/>
                <ns1:cs typeface="Aptos"/>
              </ns1:defRPr>
            </ns1:defPPr>
            <ns1:lvl1pPr algn="ctr">
              <ns1:defRPr sz="975" b="1">
                <ns1:solidFill>
                  <ns1:srgbClr val="172554"/>
                </ns1:solidFill>
                <ns1:latin typeface="Aptos"/>
                <ns1:ea typeface="Aptos"/>
                <ns1:cs typeface="Aptos"/>
              </ns1:defRPr>
            </ns1:lvl1pPr>
            <ns1:lvl2pPr algn="ctr">
              <ns1:defRPr sz="975" b="1">
                <ns1:solidFill>
                  <ns1:srgbClr val="172554"/>
                </ns1:solidFill>
                <ns1:latin typeface="Aptos"/>
                <ns1:ea typeface="Aptos"/>
                <ns1:cs typeface="Aptos"/>
              </ns1:defRPr>
            </ns1:lvl2pPr>
            <ns1:lvl3pPr algn="ctr">
              <ns1:defRPr sz="975" b="1">
                <ns1:solidFill>
                  <ns1:srgbClr val="172554"/>
                </ns1:solidFill>
                <ns1:latin typeface="Aptos"/>
                <ns1:ea typeface="Aptos"/>
                <ns1:cs typeface="Aptos"/>
              </ns1:defRPr>
            </ns1:lvl3pPr>
            <ns1:lvl4pPr algn="ctr">
              <ns1:defRPr sz="975" b="1">
                <ns1:solidFill>
                  <ns1:srgbClr val="172554"/>
                </ns1:solidFill>
                <ns1:latin typeface="Aptos"/>
                <ns1:ea typeface="Aptos"/>
                <ns1:cs typeface="Aptos"/>
              </ns1:defRPr>
            </ns1:lvl4pPr>
            <ns1:lvl5pPr algn="ctr">
              <ns1:defRPr sz="975" b="1">
                <ns1:solidFill>
                  <ns1:srgbClr val="172554"/>
                </ns1:solidFill>
                <ns1:latin typeface="Aptos"/>
                <ns1:ea typeface="Aptos"/>
                <ns1:cs typeface="Aptos"/>
              </ns1:defRPr>
            </ns1:lvl5pPr>
            <ns1:lvl6pPr algn="ctr">
              <ns1:defRPr sz="975" b="1">
                <ns1:solidFill>
                  <ns1:srgbClr val="172554"/>
                </ns1:solidFill>
                <ns1:latin typeface="Aptos"/>
                <ns1:ea typeface="Aptos"/>
                <ns1:cs typeface="Aptos"/>
              </ns1:defRPr>
            </ns1:lvl6pPr>
            <ns1:lvl7pPr algn="ctr">
              <ns1:defRPr sz="975" b="1">
                <ns1:solidFill>
                  <ns1:srgbClr val="172554"/>
                </ns1:solidFill>
                <ns1:latin typeface="Aptos"/>
                <ns1:ea typeface="Aptos"/>
                <ns1:cs typeface="Aptos"/>
              </ns1:defRPr>
            </ns1:lvl7pPr>
            <ns1:lvl8pPr algn="ctr">
              <ns1:defRPr sz="975" b="1">
                <ns1:solidFill>
                  <ns1:srgbClr val="172554"/>
                </ns1:solidFill>
                <ns1:latin typeface="Aptos"/>
                <ns1:ea typeface="Aptos"/>
                <ns1:cs typeface="Aptos"/>
              </ns1:defRPr>
            </ns1:lvl8pPr>
            <ns1:lvl9pPr algn="ctr">
              <ns1:defRPr sz="975" b="1">
                <ns1:solidFill>
                  <ns1:srgbClr val="172554"/>
                </ns1:solidFill>
                <ns1:latin typeface="Aptos"/>
                <ns1:ea typeface="Aptos"/>
                <ns1:cs typeface="Aptos"/>
              </ns1:defRPr>
            </ns1:lvl9pPr>
          </ns1:lstStyle>
          <ns1:p>
            <ns1:pPr algn="ctr">
              <ns1:defRPr sz="975" b="1">
                <ns1:solidFill>
                  <ns1:srgbClr val="172554"/>
                </ns1:solidFill>
                <ns1:latin typeface="Aptos"/>
                <ns1:ea typeface="Aptos"/>
                <ns1:cs typeface="Aptos"/>
              </ns1:defRPr>
            </ns1:pPr>
            <ns1:r>
              <ns1:rPr sz="975" b="1">
                <ns1:solidFill>
                  <ns1:srgbClr val="172554"/>
                </ns1:solidFill>
                <ns1:latin typeface="Aptos"/>
                <ns1:ea typeface="Aptos"/>
                <ns1:cs typeface="Aptos"/>
              </ns1:rPr>
              <ns1:t>SEMINARIO DE ACTUALIZACIÓN II</ns1:t>
            </ns1:r>
          </ns1:p>
        </ns0:txBody>
      </ns0:sp>
      <ns0:sp>
        <ns0:nvSpPr>
          <ns0:cNvPr id="10" name="">
            <ns1:extLst>
              <ns1:ext uri="{FF2B5EF4-FFF2-40B4-BE49-F238E27FC236}">
                <ns2:creationId id="{28FC0F9E-4C85-4B32-A37A-9ED823A5BD15}"/>
              </ns1:ext>
            </ns1:extLst>
          </ns0:cNvPr>
          <ns0:cNvSpPr>
            <ns1:spLocks noGrp="1"/>
          </ns0:cNvSpPr>
          <ns0:nvPr/>
        </ns0:nvSpPr>
        <ns0:spPr>
          <ns1:xfrm>
            <ns1:off x="800100" y="5524500"/>
            <ns1:ext cx="6572250" cy="247650"/>
          </ns1:xfrm>
          <ns1:prstGeom prst="rect">
            <ns1:avLst/>
          </ns1:prstGeom>
          <ns1:noFill/>
          <ns1:ln w="0">
            <ns1:noFill/>
            <ns1:prstDash val="solid"/>
          </ns1:ln>
        </ns0:spPr>
        <ns0:txBody>
          <ns1:bodyPr lIns="0" tIns="0" rIns="0" bIns="0" anchor="ctr">
            <ns1:normAutofit fontScale="100000"/>
          </ns1:bodyPr>
          <ns1:lstStyle>
            <ns1:defPPr algn="l">
              <ns1:defRPr sz="1350" b="0">
                <ns1:solidFill>
                  <ns1:srgbClr val="D4DEEF"/>
                </ns1:solidFill>
                <ns1:latin typeface="Aptos"/>
                <ns1:ea typeface="Aptos"/>
                <ns1:cs typeface="Aptos"/>
              </ns1:defRPr>
            </ns1:defPPr>
            <ns1:lvl1pPr algn="l">
              <ns1:defRPr sz="1350" b="0">
                <ns1:solidFill>
                  <ns1:srgbClr val="D4DEEF"/>
                </ns1:solidFill>
                <ns1:latin typeface="Aptos"/>
                <ns1:ea typeface="Aptos"/>
                <ns1:cs typeface="Aptos"/>
              </ns1:defRPr>
            </ns1:lvl1pPr>
            <ns1:lvl2pPr algn="l">
              <ns1:defRPr sz="1350" b="0">
                <ns1:solidFill>
                  <ns1:srgbClr val="D4DEEF"/>
                </ns1:solidFill>
                <ns1:latin typeface="Aptos"/>
                <ns1:ea typeface="Aptos"/>
                <ns1:cs typeface="Aptos"/>
              </ns1:defRPr>
            </ns1:lvl2pPr>
            <ns1:lvl3pPr algn="l">
              <ns1:defRPr sz="1350" b="0">
                <ns1:solidFill>
                  <ns1:srgbClr val="D4DEEF"/>
                </ns1:solidFill>
                <ns1:latin typeface="Aptos"/>
                <ns1:ea typeface="Aptos"/>
                <ns1:cs typeface="Aptos"/>
              </ns1:defRPr>
            </ns1:lvl3pPr>
            <ns1:lvl4pPr algn="l">
              <ns1:defRPr sz="1350" b="0">
                <ns1:solidFill>
                  <ns1:srgbClr val="D4DEEF"/>
                </ns1:solidFill>
                <ns1:latin typeface="Aptos"/>
                <ns1:ea typeface="Aptos"/>
                <ns1:cs typeface="Aptos"/>
              </ns1:defRPr>
            </ns1:lvl4pPr>
            <ns1:lvl5pPr algn="l">
              <ns1:defRPr sz="1350" b="0">
                <ns1:solidFill>
                  <ns1:srgbClr val="D4DEEF"/>
                </ns1:solidFill>
                <ns1:latin typeface="Aptos"/>
                <ns1:ea typeface="Aptos"/>
                <ns1:cs typeface="Aptos"/>
              </ns1:defRPr>
            </ns1:lvl5pPr>
            <ns1:lvl6pPr algn="l">
              <ns1:defRPr sz="1350" b="0">
                <ns1:solidFill>
                  <ns1:srgbClr val="D4DEEF"/>
                </ns1:solidFill>
                <ns1:latin typeface="Aptos"/>
                <ns1:ea typeface="Aptos"/>
                <ns1:cs typeface="Aptos"/>
              </ns1:defRPr>
            </ns1:lvl6pPr>
            <ns1:lvl7pPr algn="l">
              <ns1:defRPr sz="1350" b="0">
                <ns1:solidFill>
                  <ns1:srgbClr val="D4DEEF"/>
                </ns1:solidFill>
                <ns1:latin typeface="Aptos"/>
                <ns1:ea typeface="Aptos"/>
                <ns1:cs typeface="Aptos"/>
              </ns1:defRPr>
            </ns1:lvl7pPr>
            <ns1:lvl8pPr algn="l">
              <ns1:defRPr sz="1350" b="0">
                <ns1:solidFill>
                  <ns1:srgbClr val="D4DEEF"/>
                </ns1:solidFill>
                <ns1:latin typeface="Aptos"/>
                <ns1:ea typeface="Aptos"/>
                <ns1:cs typeface="Aptos"/>
              </ns1:defRPr>
            </ns1:lvl8pPr>
            <ns1:lvl9pPr algn="l">
              <ns1:defRPr sz="1350" b="0">
                <ns1:solidFill>
                  <ns1:srgbClr val="D4DEEF"/>
                </ns1:solidFill>
                <ns1:latin typeface="Aptos"/>
                <ns1:ea typeface="Aptos"/>
                <ns1:cs typeface="Aptos"/>
              </ns1:defRPr>
            </ns1:lvl9pPr>
          </ns1:lstStyle>
          <ns1:p>
            <ns1:pPr algn="l">
              <ns1:defRPr sz="1350" b="0">
                <ns1:solidFill>
                  <ns1:srgbClr val="D4DEEF"/>
                </ns1:solidFill>
                <ns1:latin typeface="Aptos"/>
                <ns1:ea typeface="Aptos"/>
                <ns1:cs typeface="Aptos"/>
              </ns1:defRPr>
            </ns1:pPr>
            <ns1:r>
              <ns1:rPr sz="1350" b="0">
                <ns1:solidFill>
                  <ns1:srgbClr val="D4DEEF"/>
                </ns1:solidFill>
                <ns1:latin typeface="Aptos"/>
                <ns1:ea typeface="Aptos"/>
                <ns1:cs typeface="Aptos"/>
              </ns1:rPr>
              <ns1:t>Ingeniería en Sistemas de Información · UNLaR</ns1:t>
            </ns1:r>
          </ns1:p>
        </ns0:txBody>
      </ns0:sp>
      <ns0:sp>
        <ns0:nvSpPr>
          <ns0:cNvPr id="11" name="">
            <ns1:extLst>
              <ns1:ext uri="{FF2B5EF4-FFF2-40B4-BE49-F238E27FC236}">
                <ns2:creationId id="{BBCB5DF1-C8A7-4FFF-9E02-BE1AA44ACA59}"/>
              </ns1:ext>
            </ns1:extLst>
          </ns0:cNvPr>
          <ns0:cNvSpPr>
            <ns1:spLocks noGrp="1"/>
          </ns0:cNvSpPr>
          <ns0:nvPr/>
        </ns0:nvSpPr>
        <ns0:spPr>
          <ns1:xfrm>
            <ns1:off x="800100" y="5876925"/>
            <ns1:ext cx="6858000" cy="247650"/>
          </ns1:xfrm>
          <ns1:prstGeom prst="rect">
            <ns1:avLst/>
          </ns1:prstGeom>
          <ns1:noFill/>
          <ns1:ln w="0">
            <ns1:noFill/>
            <ns1:prstDash val="solid"/>
          </ns1:ln>
        </ns0:spPr>
        <ns0:txBody>
          <ns1:bodyPr lIns="0" tIns="0" rIns="0" bIns="0" anchor="ctr">
            <ns1:normAutofit fontScale="100000"/>
          </ns1:bodyPr>
          <ns1:lstStyle>
            <ns1:defPPr algn="l">
              <ns1:defRPr sz="1275" b="1">
                <ns1:solidFill>
                  <ns1:srgbClr val="F2B544"/>
                </ns1:solidFill>
                <ns1:latin typeface="Aptos"/>
                <ns1:ea typeface="Aptos"/>
                <ns1:cs typeface="Aptos"/>
              </ns1:defRPr>
            </ns1:defPPr>
            <ns1:lvl1pPr algn="l">
              <ns1:defRPr sz="1275" b="1">
                <ns1:solidFill>
                  <ns1:srgbClr val="F2B544"/>
                </ns1:solidFill>
                <ns1:latin typeface="Aptos"/>
                <ns1:ea typeface="Aptos"/>
                <ns1:cs typeface="Aptos"/>
              </ns1:defRPr>
            </ns1:lvl1pPr>
            <ns1:lvl2pPr algn="l">
              <ns1:defRPr sz="1275" b="1">
                <ns1:solidFill>
                  <ns1:srgbClr val="F2B544"/>
                </ns1:solidFill>
                <ns1:latin typeface="Aptos"/>
                <ns1:ea typeface="Aptos"/>
                <ns1:cs typeface="Aptos"/>
              </ns1:defRPr>
            </ns1:lvl2pPr>
            <ns1:lvl3pPr algn="l">
              <ns1:defRPr sz="1275" b="1">
                <ns1:solidFill>
                  <ns1:srgbClr val="F2B544"/>
                </ns1:solidFill>
                <ns1:latin typeface="Aptos"/>
                <ns1:ea typeface="Aptos"/>
                <ns1:cs typeface="Aptos"/>
              </ns1:defRPr>
            </ns1:lvl3pPr>
            <ns1:lvl4pPr algn="l">
              <ns1:defRPr sz="1275" b="1">
                <ns1:solidFill>
                  <ns1:srgbClr val="F2B544"/>
                </ns1:solidFill>
                <ns1:latin typeface="Aptos"/>
                <ns1:ea typeface="Aptos"/>
                <ns1:cs typeface="Aptos"/>
              </ns1:defRPr>
            </ns1:lvl4pPr>
            <ns1:lvl5pPr algn="l">
              <ns1:defRPr sz="1275" b="1">
                <ns1:solidFill>
                  <ns1:srgbClr val="F2B544"/>
                </ns1:solidFill>
                <ns1:latin typeface="Aptos"/>
                <ns1:ea typeface="Aptos"/>
                <ns1:cs typeface="Aptos"/>
              </ns1:defRPr>
            </ns1:lvl5pPr>
            <ns1:lvl6pPr algn="l">
              <ns1:defRPr sz="1275" b="1">
                <ns1:solidFill>
                  <ns1:srgbClr val="F2B544"/>
                </ns1:solidFill>
                <ns1:latin typeface="Aptos"/>
                <ns1:ea typeface="Aptos"/>
                <ns1:cs typeface="Aptos"/>
              </ns1:defRPr>
            </ns1:lvl6pPr>
            <ns1:lvl7pPr algn="l">
              <ns1:defRPr sz="1275" b="1">
                <ns1:solidFill>
                  <ns1:srgbClr val="F2B544"/>
                </ns1:solidFill>
                <ns1:latin typeface="Aptos"/>
                <ns1:ea typeface="Aptos"/>
                <ns1:cs typeface="Aptos"/>
              </ns1:defRPr>
            </ns1:lvl7pPr>
            <ns1:lvl8pPr algn="l">
              <ns1:defRPr sz="1275" b="1">
                <ns1:solidFill>
                  <ns1:srgbClr val="F2B544"/>
                </ns1:solidFill>
                <ns1:latin typeface="Aptos"/>
                <ns1:ea typeface="Aptos"/>
                <ns1:cs typeface="Aptos"/>
              </ns1:defRPr>
            </ns1:lvl8pPr>
            <ns1:lvl9pPr algn="l">
              <ns1:defRPr sz="1275" b="1">
                <ns1:solidFill>
                  <ns1:srgbClr val="F2B544"/>
                </ns1:solidFill>
                <ns1:latin typeface="Aptos"/>
                <ns1:ea typeface="Aptos"/>
                <ns1:cs typeface="Aptos"/>
              </ns1:defRPr>
            </ns1:lvl9pPr>
          </ns1:lstStyle>
          <ns1:p>
            <ns1:pPr algn="l">
              <ns1:defRPr sz="1275" b="1">
                <ns1:solidFill>
                  <ns1:srgbClr val="F2B544"/>
                </ns1:solidFill>
                <ns1:latin typeface="Aptos"/>
                <ns1:ea typeface="Aptos"/>
                <ns1:cs typeface="Aptos"/>
              </ns1:defRPr>
            </ns1:pPr>
            <ns1:r>
              <ns1:rPr sz="1275" b="1">
                <ns1:solidFill>
                  <ns1:srgbClr val="F2B544"/>
                </ns1:solidFill>
                <ns1:latin typeface="Aptos"/>
                <ns1:ea typeface="Aptos"/>
                <ns1:cs typeface="Aptos"/>
              </ns1:rPr>
              <ns1:t>Mariano Arias Simone  ·  Nahuel Peralta Herrera</ns1:t>
            </ns1:r>
          </ns1:p>
        </ns0:txBody>
      </ns0:sp>
    </ns0:spTree>
    <ns0:extLst>
      <ns0:ext uri="{BB962C8B-B14F-4D97-AF65-F5344CB8AC3E}">
        <ns4:creationId val="2012007160"/>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55" name="">
            <ns1:extLst>
              <ns1:ext uri="{FF2B5EF4-FFF2-40B4-BE49-F238E27FC236}">
                <ns2:creationId id="{6A83D08D-CF29-4E21-9D40-0E133CD96D7B}"/>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CONTEXTO</ns1:t>
            </ns1:r>
          </ns1:p>
        </ns0:txBody>
      </ns0:sp>
      <ns0:sp>
        <ns0:nvSpPr>
          <ns0:cNvPr id="2" name="">
            <ns1:extLst>
              <ns1:ext uri="{FF2B5EF4-FFF2-40B4-BE49-F238E27FC236}">
                <ns2:creationId id="{CD0DE83E-567D-4A5D-8CB8-056AD201AD0F}"/>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2:00</ns1:t>
            </ns1:r>
          </ns1:p>
        </ns0:txBody>
      </ns0:sp>
      <ns0:sp>
        <ns0:nvSpPr>
          <ns0:cNvPr id="3" name="">
            <ns1:extLst>
              <ns1:ext uri="{FF2B5EF4-FFF2-40B4-BE49-F238E27FC236}">
                <ns2:creationId id="{DBE78B5A-8833-4870-BF23-F15E07A88C93}"/>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El problema: comprobar un dato sin compartir todo</ns1:t>
            </ns1:r>
          </ns1:p>
        </ns0:txBody>
      </ns0:sp>
      <ns0:sp>
        <ns0:nvSpPr>
          <ns0:cNvPr id="4" name="">
            <ns1:extLst>
              <ns1:ext uri="{FF2B5EF4-FFF2-40B4-BE49-F238E27FC236}">
                <ns2:creationId id="{5624E2C2-532F-499B-B31B-EC26E937AB78}"/>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67FF38B7-54EB-4C08-AE2B-AE3995739CD8}"/>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032117DF-68B6-4033-B477-4383ECD78C49}"/>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02</ns1:t>
            </ns1:r>
          </ns1:p>
        </ns0:txBody>
      </ns0:sp>
      <ns0:sp>
        <ns0:nvSpPr>
          <ns0:cNvPr id="7" name="">
            <ns1:extLst>
              <ns1:ext uri="{FF2B5EF4-FFF2-40B4-BE49-F238E27FC236}">
                <ns2:creationId id="{B9A13521-280B-4144-97E0-3D9390CF35CB}"/>
              </ns1:ext>
            </ns1:extLst>
          </ns0:cNvPr>
          <ns0:cNvSpPr>
            <ns1:spLocks noGrp="1"/>
          </ns0:cNvSpPr>
          <ns0:nvPr/>
        </ns0:nvSpPr>
        <ns0:spPr>
          <ns1:xfrm>
            <ns1:off x="666750" y="1619250"/>
            <ns1:ext cx="10001250" cy="457200"/>
          </ns1:xfrm>
          <ns1:prstGeom prst="rect">
            <ns1:avLst/>
          </ns1:prstGeom>
          <ns1:noFill/>
          <ns1:ln w="0">
            <ns1:noFill/>
            <ns1:prstDash val="solid"/>
          </ns1:ln>
        </ns0:spPr>
        <ns0:txBody>
          <ns1:bodyPr lIns="0" tIns="0" rIns="0" bIns="0" anchor="ctr">
            <ns1:normAutofit fontScale="100000"/>
          </ns1:bodyPr>
          <ns1:lstStyle>
            <ns1:defPPr algn="l">
              <ns1:defRPr sz="1875" b="1">
                <ns1:solidFill>
                  <ns1:srgbClr val="182230"/>
                </ns1:solidFill>
                <ns1:latin typeface="Aptos"/>
                <ns1:ea typeface="Aptos"/>
                <ns1:cs typeface="Aptos"/>
              </ns1:defRPr>
            </ns1:defPPr>
            <ns1:lvl1pPr algn="l">
              <ns1:defRPr sz="1875" b="1">
                <ns1:solidFill>
                  <ns1:srgbClr val="182230"/>
                </ns1:solidFill>
                <ns1:latin typeface="Aptos"/>
                <ns1:ea typeface="Aptos"/>
                <ns1:cs typeface="Aptos"/>
              </ns1:defRPr>
            </ns1:lvl1pPr>
            <ns1:lvl2pPr algn="l">
              <ns1:defRPr sz="1875" b="1">
                <ns1:solidFill>
                  <ns1:srgbClr val="182230"/>
                </ns1:solidFill>
                <ns1:latin typeface="Aptos"/>
                <ns1:ea typeface="Aptos"/>
                <ns1:cs typeface="Aptos"/>
              </ns1:defRPr>
            </ns1:lvl2pPr>
            <ns1:lvl3pPr algn="l">
              <ns1:defRPr sz="1875" b="1">
                <ns1:solidFill>
                  <ns1:srgbClr val="182230"/>
                </ns1:solidFill>
                <ns1:latin typeface="Aptos"/>
                <ns1:ea typeface="Aptos"/>
                <ns1:cs typeface="Aptos"/>
              </ns1:defRPr>
            </ns1:lvl3pPr>
            <ns1:lvl4pPr algn="l">
              <ns1:defRPr sz="1875" b="1">
                <ns1:solidFill>
                  <ns1:srgbClr val="182230"/>
                </ns1:solidFill>
                <ns1:latin typeface="Aptos"/>
                <ns1:ea typeface="Aptos"/>
                <ns1:cs typeface="Aptos"/>
              </ns1:defRPr>
            </ns1:lvl4pPr>
            <ns1:lvl5pPr algn="l">
              <ns1:defRPr sz="1875" b="1">
                <ns1:solidFill>
                  <ns1:srgbClr val="182230"/>
                </ns1:solidFill>
                <ns1:latin typeface="Aptos"/>
                <ns1:ea typeface="Aptos"/>
                <ns1:cs typeface="Aptos"/>
              </ns1:defRPr>
            </ns1:lvl5pPr>
            <ns1:lvl6pPr algn="l">
              <ns1:defRPr sz="1875" b="1">
                <ns1:solidFill>
                  <ns1:srgbClr val="182230"/>
                </ns1:solidFill>
                <ns1:latin typeface="Aptos"/>
                <ns1:ea typeface="Aptos"/>
                <ns1:cs typeface="Aptos"/>
              </ns1:defRPr>
            </ns1:lvl6pPr>
            <ns1:lvl7pPr algn="l">
              <ns1:defRPr sz="1875" b="1">
                <ns1:solidFill>
                  <ns1:srgbClr val="182230"/>
                </ns1:solidFill>
                <ns1:latin typeface="Aptos"/>
                <ns1:ea typeface="Aptos"/>
                <ns1:cs typeface="Aptos"/>
              </ns1:defRPr>
            </ns1:lvl7pPr>
            <ns1:lvl8pPr algn="l">
              <ns1:defRPr sz="1875" b="1">
                <ns1:solidFill>
                  <ns1:srgbClr val="182230"/>
                </ns1:solidFill>
                <ns1:latin typeface="Aptos"/>
                <ns1:ea typeface="Aptos"/>
                <ns1:cs typeface="Aptos"/>
              </ns1:defRPr>
            </ns1:lvl8pPr>
            <ns1:lvl9pPr algn="l">
              <ns1:defRPr sz="1875" b="1">
                <ns1:solidFill>
                  <ns1:srgbClr val="182230"/>
                </ns1:solidFill>
                <ns1:latin typeface="Aptos"/>
                <ns1:ea typeface="Aptos"/>
                <ns1:cs typeface="Aptos"/>
              </ns1:defRPr>
            </ns1:lvl9pPr>
          </ns1:lstStyle>
          <ns1:p>
            <ns1:pPr algn="l">
              <ns1:defRPr sz="1875" b="1">
                <ns1:solidFill>
                  <ns1:srgbClr val="182230"/>
                </ns1:solidFill>
                <ns1:latin typeface="Aptos"/>
                <ns1:ea typeface="Aptos"/>
                <ns1:cs typeface="Aptos"/>
              </ns1:defRPr>
            </ns1:pPr>
            <ns1:r>
              <ns1:rPr sz="1875" b="1">
                <ns1:solidFill>
                  <ns1:srgbClr val="182230"/>
                </ns1:solidFill>
                <ns1:latin typeface="Aptos"/>
                <ns1:ea typeface="Aptos"/>
                <ns1:cs typeface="Aptos"/>
              </ns1:rPr>
              <ns1:t>Hoy, para comprobar un dato, alguien suele revisar un documento.</ns1:t>
            </ns1:r>
          </ns1:p>
        </ns0:txBody>
      </ns0:sp>
      <ns0:sp>
        <ns0:nvSpPr>
          <ns0:cNvPr id="8" name="">
            <ns1:extLst>
              <ns1:ext uri="{FF2B5EF4-FFF2-40B4-BE49-F238E27FC236}">
                <ns2:creationId id="{25860129-6649-4477-A140-68F3D1A274A2}"/>
              </ns1:ext>
            </ns1:extLst>
          </ns0:cNvPr>
          <ns0:cNvSpPr>
            <ns1:spLocks noGrp="1"/>
          </ns0:cNvSpPr>
          <ns0:nvPr/>
        </ns0:nvSpPr>
        <ns0:spPr>
          <ns1:xfrm>
            <ns1:off x="685800" y="2524125"/>
            <ns1:ext cx="3000375" cy="1809750"/>
          </ns1:xfrm>
          <ns1:prstGeom prst="roundRect">
            <ns1:avLst>
              <ns1:gd name="adj" fmla="val 4211"/>
            </ns1:avLst>
          </ns1:prstGeom>
          <ns1:solidFill>
            <ns1:srgbClr val="FFFFFF"/>
          </ns1:solidFill>
          <ns1:ln w="9525">
            <ns1:solidFill>
              <ns1:srgbClr val="DCE3ED"/>
            </ns1:solidFill>
            <ns1:prstDash val="solid"/>
          </ns1:ln>
        </ns0:spPr>
      </ns0:sp>
      <ns0:sp>
        <ns0:nvSpPr>
          <ns0:cNvPr id="9" name="">
            <ns1:extLst>
              <ns1:ext uri="{FF2B5EF4-FFF2-40B4-BE49-F238E27FC236}">
                <ns2:creationId id="{B99A4483-A514-4623-99AB-21C313C26E31}"/>
              </ns1:ext>
            </ns1:extLst>
          </ns0:cNvPr>
          <ns0:cNvSpPr>
            <ns1:spLocks noGrp="1"/>
          </ns0:cNvSpPr>
          <ns0:nvPr/>
        </ns0:nvSpPr>
        <ns0:spPr>
          <ns1:xfrm>
            <ns1:off x="685800" y="2524125"/>
            <ns1:ext cx="76200" cy="1809750"/>
          </ns1:xfrm>
          <ns1:prstGeom prst="roundRect">
            <ns1:avLst>
              <ns1:gd name="adj" fmla="val 50000"/>
            </ns1:avLst>
          </ns1:prstGeom>
          <ns1:solidFill>
            <ns1:srgbClr val="D95757"/>
          </ns1:solidFill>
          <ns1:ln w="0">
            <ns1:noFill/>
            <ns1:prstDash val="solid"/>
          </ns1:ln>
        </ns0:spPr>
      </ns0:sp>
      <ns0:sp>
        <ns0:nvSpPr>
          <ns0:cNvPr id="10" name="">
            <ns1:extLst>
              <ns1:ext uri="{FF2B5EF4-FFF2-40B4-BE49-F238E27FC236}">
                <ns2:creationId id="{CC32F5E1-E31D-4A98-96CE-5F89E43EC00C}"/>
              </ns1:ext>
            </ns1:extLst>
          </ns0:cNvPr>
          <ns0:cNvSpPr>
            <ns1:spLocks noGrp="1"/>
          </ns0:cNvSpPr>
          <ns0:nvPr/>
        </ns0:nvSpPr>
        <ns0:spPr>
          <ns1:xfrm>
            <ns1:off x="923925" y="2667000"/>
            <ns1:ext cx="2524125" cy="2667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D95757"/>
                </ns1:solidFill>
                <ns1:latin typeface="Aptos"/>
                <ns1:ea typeface="Aptos"/>
                <ns1:cs typeface="Aptos"/>
              </ns1:defRPr>
            </ns1:defPPr>
            <ns1:lvl1pPr algn="ctr">
              <ns1:defRPr sz="1500" b="1">
                <ns1:solidFill>
                  <ns1:srgbClr val="D95757"/>
                </ns1:solidFill>
                <ns1:latin typeface="Aptos"/>
                <ns1:ea typeface="Aptos"/>
                <ns1:cs typeface="Aptos"/>
              </ns1:defRPr>
            </ns1:lvl1pPr>
            <ns1:lvl2pPr algn="ctr">
              <ns1:defRPr sz="1500" b="1">
                <ns1:solidFill>
                  <ns1:srgbClr val="D95757"/>
                </ns1:solidFill>
                <ns1:latin typeface="Aptos"/>
                <ns1:ea typeface="Aptos"/>
                <ns1:cs typeface="Aptos"/>
              </ns1:defRPr>
            </ns1:lvl2pPr>
            <ns1:lvl3pPr algn="ctr">
              <ns1:defRPr sz="1500" b="1">
                <ns1:solidFill>
                  <ns1:srgbClr val="D95757"/>
                </ns1:solidFill>
                <ns1:latin typeface="Aptos"/>
                <ns1:ea typeface="Aptos"/>
                <ns1:cs typeface="Aptos"/>
              </ns1:defRPr>
            </ns1:lvl3pPr>
            <ns1:lvl4pPr algn="ctr">
              <ns1:defRPr sz="1500" b="1">
                <ns1:solidFill>
                  <ns1:srgbClr val="D95757"/>
                </ns1:solidFill>
                <ns1:latin typeface="Aptos"/>
                <ns1:ea typeface="Aptos"/>
                <ns1:cs typeface="Aptos"/>
              </ns1:defRPr>
            </ns1:lvl4pPr>
            <ns1:lvl5pPr algn="ctr">
              <ns1:defRPr sz="1500" b="1">
                <ns1:solidFill>
                  <ns1:srgbClr val="D95757"/>
                </ns1:solidFill>
                <ns1:latin typeface="Aptos"/>
                <ns1:ea typeface="Aptos"/>
                <ns1:cs typeface="Aptos"/>
              </ns1:defRPr>
            </ns1:lvl5pPr>
            <ns1:lvl6pPr algn="ctr">
              <ns1:defRPr sz="1500" b="1">
                <ns1:solidFill>
                  <ns1:srgbClr val="D95757"/>
                </ns1:solidFill>
                <ns1:latin typeface="Aptos"/>
                <ns1:ea typeface="Aptos"/>
                <ns1:cs typeface="Aptos"/>
              </ns1:defRPr>
            </ns1:lvl6pPr>
            <ns1:lvl7pPr algn="ctr">
              <ns1:defRPr sz="1500" b="1">
                <ns1:solidFill>
                  <ns1:srgbClr val="D95757"/>
                </ns1:solidFill>
                <ns1:latin typeface="Aptos"/>
                <ns1:ea typeface="Aptos"/>
                <ns1:cs typeface="Aptos"/>
              </ns1:defRPr>
            </ns1:lvl7pPr>
            <ns1:lvl8pPr algn="ctr">
              <ns1:defRPr sz="1500" b="1">
                <ns1:solidFill>
                  <ns1:srgbClr val="D95757"/>
                </ns1:solidFill>
                <ns1:latin typeface="Aptos"/>
                <ns1:ea typeface="Aptos"/>
                <ns1:cs typeface="Aptos"/>
              </ns1:defRPr>
            </ns1:lvl8pPr>
            <ns1:lvl9pPr algn="ctr">
              <ns1:defRPr sz="1500" b="1">
                <ns1:solidFill>
                  <ns1:srgbClr val="D95757"/>
                </ns1:solidFill>
                <ns1:latin typeface="Aptos"/>
                <ns1:ea typeface="Aptos"/>
                <ns1:cs typeface="Aptos"/>
              </ns1:defRPr>
            </ns1:lvl9pPr>
          </ns1:lstStyle>
          <ns1:p>
            <ns1:pPr algn="ctr">
              <ns1:defRPr sz="1500" b="1">
                <ns1:solidFill>
                  <ns1:srgbClr val="D95757"/>
                </ns1:solidFill>
                <ns1:latin typeface="Aptos"/>
                <ns1:ea typeface="Aptos"/>
                <ns1:cs typeface="Aptos"/>
              </ns1:defRPr>
            </ns1:pPr>
            <ns1:r>
              <ns1:rPr sz="1500" b="1">
                <ns1:solidFill>
                  <ns1:srgbClr val="D95757"/>
                </ns1:solidFill>
                <ns1:latin typeface="Aptos"/>
                <ns1:ea typeface="Aptos"/>
                <ns1:cs typeface="Aptos"/>
              </ns1:rPr>
              <ns1:t>Documento</ns1:t>
            </ns1:r>
          </ns1:p>
        </ns0:txBody>
      </ns0:sp>
      <ns0:sp>
        <ns0:nvSpPr>
          <ns0:cNvPr id="11" name="">
            <ns1:extLst>
              <ns1:ext uri="{FF2B5EF4-FFF2-40B4-BE49-F238E27FC236}">
                <ns2:creationId id="{7F4C11F8-65EC-477A-AEA9-1CCBDBEBB035}"/>
              </ns1:ext>
            </ns1:extLst>
          </ns0:cNvPr>
          <ns0:cNvSpPr>
            <ns1:spLocks noGrp="1"/>
          </ns0:cNvSpPr>
          <ns0:nvPr/>
        </ns0:nvSpPr>
        <ns0:spPr>
          <ns1:xfrm>
            <ns1:off x="1905000" y="3038475"/>
            <ns1:ext cx="552450" cy="600075"/>
          </ns1:xfrm>
          <ns1:prstGeom prst="roundRect">
            <ns1:avLst>
              <ns1:gd name="adj" fmla="val 13793"/>
            </ns1:avLst>
          </ns1:prstGeom>
          <ns1:solidFill>
            <ns1:srgbClr val="FFFFFF"/>
          </ns1:solidFill>
          <ns1:ln w="19050">
            <ns1:solidFill>
              <ns1:srgbClr val="D95757"/>
            </ns1:solidFill>
            <ns1:prstDash val="solid"/>
          </ns1:ln>
        </ns0:spPr>
      </ns0:sp>
      <ns0:sp>
        <ns0:nvSpPr>
          <ns0:cNvPr id="12" name="">
            <ns1:extLst>
              <ns1:ext uri="{FF2B5EF4-FFF2-40B4-BE49-F238E27FC236}">
                <ns2:creationId id="{C0C2CEF7-DAC2-4024-8377-94170DA81C0A}"/>
              </ns1:ext>
            </ns1:extLst>
          </ns0:cNvPr>
          <ns0:cNvSpPr>
            <ns1:spLocks noGrp="1"/>
          </ns0:cNvSpPr>
          <ns0:nvPr/>
        </ns0:nvSpPr>
        <ns0:spPr>
          <ns1:xfrm>
            <ns1:off x="2019300" y="3162300"/>
            <ns1:ext cx="304800" cy="47625"/>
          </ns1:xfrm>
          <ns1:prstGeom prst="roundRect">
            <ns1:avLst>
              <ns1:gd name="adj" fmla="val 50000"/>
            </ns1:avLst>
          </ns1:prstGeom>
          <ns1:solidFill>
            <ns1:srgbClr val="D95757"/>
          </ns1:solidFill>
          <ns1:ln w="0">
            <ns1:noFill/>
            <ns1:prstDash val="solid"/>
          </ns1:ln>
        </ns0:spPr>
      </ns0:sp>
      <ns0:sp>
        <ns0:nvSpPr>
          <ns0:cNvPr id="13" name="">
            <ns1:extLst>
              <ns1:ext uri="{FF2B5EF4-FFF2-40B4-BE49-F238E27FC236}">
                <ns2:creationId id="{660F0686-484A-4F27-838E-E6FC34CCA524}"/>
              </ns1:ext>
            </ns1:extLst>
          </ns0:cNvPr>
          <ns0:cNvSpPr>
            <ns1:spLocks noGrp="1"/>
          </ns0:cNvSpPr>
          <ns0:nvPr/>
        </ns0:nvSpPr>
        <ns0:spPr>
          <ns1:xfrm>
            <ns1:off x="2019300" y="3286125"/>
            <ns1:ext cx="266700" cy="38100"/>
          </ns1:xfrm>
          <ns1:prstGeom prst="roundRect">
            <ns1:avLst>
              <ns1:gd name="adj" fmla="val 50000"/>
            </ns1:avLst>
          </ns1:prstGeom>
          <ns1:solidFill>
            <ns1:srgbClr val="B8C6D8"/>
          </ns1:solidFill>
          <ns1:ln w="0">
            <ns1:noFill/>
            <ns1:prstDash val="solid"/>
          </ns1:ln>
        </ns0:spPr>
      </ns0:sp>
      <ns0:sp>
        <ns0:nvSpPr>
          <ns0:cNvPr id="14" name="">
            <ns1:extLst>
              <ns1:ext uri="{FF2B5EF4-FFF2-40B4-BE49-F238E27FC236}">
                <ns2:creationId id="{FBDA6578-E47B-4824-99C7-549545D7A626}"/>
              </ns1:ext>
            </ns1:extLst>
          </ns0:cNvPr>
          <ns0:cNvSpPr>
            <ns1:spLocks noGrp="1"/>
          </ns0:cNvSpPr>
          <ns0:nvPr/>
        </ns0:nvSpPr>
        <ns0:spPr>
          <ns1:xfrm>
            <ns1:off x="2019300" y="3400425"/>
            <ns1:ext cx="323850" cy="38100"/>
          </ns1:xfrm>
          <ns1:prstGeom prst="roundRect">
            <ns1:avLst>
              <ns1:gd name="adj" fmla="val 50000"/>
            </ns1:avLst>
          </ns1:prstGeom>
          <ns1:solidFill>
            <ns1:srgbClr val="B8C6D8"/>
          </ns1:solidFill>
          <ns1:ln w="0">
            <ns1:noFill/>
            <ns1:prstDash val="solid"/>
          </ns1:ln>
        </ns0:spPr>
      </ns0:sp>
      <ns0:sp>
        <ns0:nvSpPr>
          <ns0:cNvPr id="15" name="">
            <ns1:extLst>
              <ns1:ext uri="{FF2B5EF4-FFF2-40B4-BE49-F238E27FC236}">
                <ns2:creationId id="{80DFB352-C836-4939-8A5C-D4B5F21F80E7}"/>
              </ns1:ext>
            </ns1:extLst>
          </ns0:cNvPr>
          <ns0:cNvSpPr>
            <ns1:spLocks noGrp="1"/>
          </ns0:cNvSpPr>
          <ns0:nvPr/>
        </ns0:nvSpPr>
        <ns0:spPr>
          <ns1:xfrm>
            <ns1:off x="923925" y="3752850"/>
            <ns1:ext cx="2524125" cy="447675"/>
          </ns1:xfrm>
          <ns1:prstGeom prst="rect">
            <ns1:avLst/>
          </ns1:prstGeom>
          <ns1:noFill/>
          <ns1:ln w="0">
            <ns1:noFill/>
            <ns1:prstDash val="solid"/>
          </ns1:ln>
        </ns0:spPr>
        <ns0:txBody>
          <ns1:bodyPr lIns="0" tIns="0" rIns="0" bIns="0" anchor="t">
            <ns1:normAutofit fontScale="100000"/>
          </ns1:bodyPr>
          <ns1:lstStyle>
            <ns1:defPPr algn="ctr">
              <ns1:defRPr sz="1200" b="0">
                <ns1:solidFill>
                  <ns1:srgbClr val="536276"/>
                </ns1:solidFill>
                <ns1:latin typeface="Aptos"/>
                <ns1:ea typeface="Aptos"/>
                <ns1:cs typeface="Aptos"/>
              </ns1:defRPr>
            </ns1:defPPr>
            <ns1:lvl1pPr algn="ctr">
              <ns1:defRPr sz="1200" b="0">
                <ns1:solidFill>
                  <ns1:srgbClr val="536276"/>
                </ns1:solidFill>
                <ns1:latin typeface="Aptos"/>
                <ns1:ea typeface="Aptos"/>
                <ns1:cs typeface="Aptos"/>
              </ns1:defRPr>
            </ns1:lvl1pPr>
            <ns1:lvl2pPr algn="ctr">
              <ns1:defRPr sz="1200" b="0">
                <ns1:solidFill>
                  <ns1:srgbClr val="536276"/>
                </ns1:solidFill>
                <ns1:latin typeface="Aptos"/>
                <ns1:ea typeface="Aptos"/>
                <ns1:cs typeface="Aptos"/>
              </ns1:defRPr>
            </ns1:lvl2pPr>
            <ns1:lvl3pPr algn="ctr">
              <ns1:defRPr sz="1200" b="0">
                <ns1:solidFill>
                  <ns1:srgbClr val="536276"/>
                </ns1:solidFill>
                <ns1:latin typeface="Aptos"/>
                <ns1:ea typeface="Aptos"/>
                <ns1:cs typeface="Aptos"/>
              </ns1:defRPr>
            </ns1:lvl3pPr>
            <ns1:lvl4pPr algn="ctr">
              <ns1:defRPr sz="1200" b="0">
                <ns1:solidFill>
                  <ns1:srgbClr val="536276"/>
                </ns1:solidFill>
                <ns1:latin typeface="Aptos"/>
                <ns1:ea typeface="Aptos"/>
                <ns1:cs typeface="Aptos"/>
              </ns1:defRPr>
            </ns1:lvl4pPr>
            <ns1:lvl5pPr algn="ctr">
              <ns1:defRPr sz="1200" b="0">
                <ns1:solidFill>
                  <ns1:srgbClr val="536276"/>
                </ns1:solidFill>
                <ns1:latin typeface="Aptos"/>
                <ns1:ea typeface="Aptos"/>
                <ns1:cs typeface="Aptos"/>
              </ns1:defRPr>
            </ns1:lvl5pPr>
            <ns1:lvl6pPr algn="ctr">
              <ns1:defRPr sz="1200" b="0">
                <ns1:solidFill>
                  <ns1:srgbClr val="536276"/>
                </ns1:solidFill>
                <ns1:latin typeface="Aptos"/>
                <ns1:ea typeface="Aptos"/>
                <ns1:cs typeface="Aptos"/>
              </ns1:defRPr>
            </ns1:lvl6pPr>
            <ns1:lvl7pPr algn="ctr">
              <ns1:defRPr sz="1200" b="0">
                <ns1:solidFill>
                  <ns1:srgbClr val="536276"/>
                </ns1:solidFill>
                <ns1:latin typeface="Aptos"/>
                <ns1:ea typeface="Aptos"/>
                <ns1:cs typeface="Aptos"/>
              </ns1:defRPr>
            </ns1:lvl7pPr>
            <ns1:lvl8pPr algn="ctr">
              <ns1:defRPr sz="1200" b="0">
                <ns1:solidFill>
                  <ns1:srgbClr val="536276"/>
                </ns1:solidFill>
                <ns1:latin typeface="Aptos"/>
                <ns1:ea typeface="Aptos"/>
                <ns1:cs typeface="Aptos"/>
              </ns1:defRPr>
            </ns1:lvl8pPr>
            <ns1:lvl9pPr algn="ctr">
              <ns1:defRPr sz="1200" b="0">
                <ns1:solidFill>
                  <ns1:srgbClr val="536276"/>
                </ns1:solidFill>
                <ns1:latin typeface="Aptos"/>
                <ns1:ea typeface="Aptos"/>
                <ns1:cs typeface="Aptos"/>
              </ns1:defRPr>
            </ns1:lvl9pPr>
          </ns1:lstStyle>
          <ns1:p>
            <ns1:pPr algn="ctr">
              <ns1:defRPr sz="1200" b="0">
                <ns1:solidFill>
                  <ns1:srgbClr val="536276"/>
                </ns1:solidFill>
                <ns1:latin typeface="Aptos"/>
                <ns1:ea typeface="Aptos"/>
                <ns1:cs typeface="Aptos"/>
              </ns1:defRPr>
            </ns1:pPr>
            <ns1:r>
              <ns1:rPr sz="1200" b="0">
                <ns1:solidFill>
                  <ns1:srgbClr val="536276"/>
                </ns1:solidFill>
                <ns1:latin typeface="Aptos"/>
                <ns1:ea typeface="Aptos"/>
                <ns1:cs typeface="Aptos"/>
              </ns1:rPr>
              <ns1:t>Puede reenviarse y es difícil saber si sigue vigente.</ns1:t>
            </ns1:r>
          </ns1:p>
        </ns0:txBody>
      </ns0:sp>
      <ns0:sp>
        <ns0:nvSpPr>
          <ns0:cNvPr id="16" name="">
            <ns1:extLst>
              <ns1:ext uri="{FF2B5EF4-FFF2-40B4-BE49-F238E27FC236}">
                <ns2:creationId id="{B3D19F48-9567-4845-A50B-EF198608D3AC}"/>
              </ns1:ext>
            </ns1:extLst>
          </ns0:cNvPr>
          <ns0:cNvSpPr>
            <ns1:spLocks noGrp="1"/>
          </ns0:cNvSpPr>
          <ns0:nvPr/>
        </ns0:nvSpPr>
        <ns0:spPr>
          <ns1:xfrm>
            <ns1:off x="4600575" y="2524125"/>
            <ns1:ext cx="3000375" cy="1809750"/>
          </ns1:xfrm>
          <ns1:prstGeom prst="roundRect">
            <ns1:avLst>
              <ns1:gd name="adj" fmla="val 4211"/>
            </ns1:avLst>
          </ns1:prstGeom>
          <ns1:solidFill>
            <ns1:srgbClr val="FFFFFF"/>
          </ns1:solidFill>
          <ns1:ln w="9525">
            <ns1:solidFill>
              <ns1:srgbClr val="DCE3ED"/>
            </ns1:solidFill>
            <ns1:prstDash val="solid"/>
          </ns1:ln>
        </ns0:spPr>
      </ns0:sp>
      <ns0:sp>
        <ns0:nvSpPr>
          <ns0:cNvPr id="17" name="">
            <ns1:extLst>
              <ns1:ext uri="{FF2B5EF4-FFF2-40B4-BE49-F238E27FC236}">
                <ns2:creationId id="{3928A314-F05F-4AF6-88E6-287123DE7069}"/>
              </ns1:ext>
            </ns1:extLst>
          </ns0:cNvPr>
          <ns0:cNvSpPr>
            <ns1:spLocks noGrp="1"/>
          </ns0:cNvSpPr>
          <ns0:nvPr/>
        </ns0:nvSpPr>
        <ns0:spPr>
          <ns1:xfrm>
            <ns1:off x="4600575" y="2524125"/>
            <ns1:ext cx="76200" cy="1809750"/>
          </ns1:xfrm>
          <ns1:prstGeom prst="roundRect">
            <ns1:avLst>
              <ns1:gd name="adj" fmla="val 50000"/>
            </ns1:avLst>
          </ns1:prstGeom>
          <ns1:solidFill>
            <ns1:srgbClr val="F2B544"/>
          </ns1:solidFill>
          <ns1:ln w="0">
            <ns1:noFill/>
            <ns1:prstDash val="solid"/>
          </ns1:ln>
        </ns0:spPr>
      </ns0:sp>
      <ns0:sp>
        <ns0:nvSpPr>
          <ns0:cNvPr id="18" name="">
            <ns1:extLst>
              <ns1:ext uri="{FF2B5EF4-FFF2-40B4-BE49-F238E27FC236}">
                <ns2:creationId id="{26EAB8A0-4001-457A-8A7F-58EE76ED83F9}"/>
              </ns1:ext>
            </ns1:extLst>
          </ns0:cNvPr>
          <ns0:cNvSpPr>
            <ns1:spLocks noGrp="1"/>
          </ns0:cNvSpPr>
          <ns0:nvPr/>
        </ns0:nvSpPr>
        <ns0:spPr>
          <ns1:xfrm>
            <ns1:off x="4838700" y="2667000"/>
            <ns1:ext cx="2524125" cy="2667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F2B544"/>
                </ns1:solidFill>
                <ns1:latin typeface="Aptos"/>
                <ns1:ea typeface="Aptos"/>
                <ns1:cs typeface="Aptos"/>
              </ns1:defRPr>
            </ns1:defPPr>
            <ns1:lvl1pPr algn="ctr">
              <ns1:defRPr sz="1500" b="1">
                <ns1:solidFill>
                  <ns1:srgbClr val="F2B544"/>
                </ns1:solidFill>
                <ns1:latin typeface="Aptos"/>
                <ns1:ea typeface="Aptos"/>
                <ns1:cs typeface="Aptos"/>
              </ns1:defRPr>
            </ns1:lvl1pPr>
            <ns1:lvl2pPr algn="ctr">
              <ns1:defRPr sz="1500" b="1">
                <ns1:solidFill>
                  <ns1:srgbClr val="F2B544"/>
                </ns1:solidFill>
                <ns1:latin typeface="Aptos"/>
                <ns1:ea typeface="Aptos"/>
                <ns1:cs typeface="Aptos"/>
              </ns1:defRPr>
            </ns1:lvl2pPr>
            <ns1:lvl3pPr algn="ctr">
              <ns1:defRPr sz="1500" b="1">
                <ns1:solidFill>
                  <ns1:srgbClr val="F2B544"/>
                </ns1:solidFill>
                <ns1:latin typeface="Aptos"/>
                <ns1:ea typeface="Aptos"/>
                <ns1:cs typeface="Aptos"/>
              </ns1:defRPr>
            </ns1:lvl3pPr>
            <ns1:lvl4pPr algn="ctr">
              <ns1:defRPr sz="1500" b="1">
                <ns1:solidFill>
                  <ns1:srgbClr val="F2B544"/>
                </ns1:solidFill>
                <ns1:latin typeface="Aptos"/>
                <ns1:ea typeface="Aptos"/>
                <ns1:cs typeface="Aptos"/>
              </ns1:defRPr>
            </ns1:lvl4pPr>
            <ns1:lvl5pPr algn="ctr">
              <ns1:defRPr sz="1500" b="1">
                <ns1:solidFill>
                  <ns1:srgbClr val="F2B544"/>
                </ns1:solidFill>
                <ns1:latin typeface="Aptos"/>
                <ns1:ea typeface="Aptos"/>
                <ns1:cs typeface="Aptos"/>
              </ns1:defRPr>
            </ns1:lvl5pPr>
            <ns1:lvl6pPr algn="ctr">
              <ns1:defRPr sz="1500" b="1">
                <ns1:solidFill>
                  <ns1:srgbClr val="F2B544"/>
                </ns1:solidFill>
                <ns1:latin typeface="Aptos"/>
                <ns1:ea typeface="Aptos"/>
                <ns1:cs typeface="Aptos"/>
              </ns1:defRPr>
            </ns1:lvl6pPr>
            <ns1:lvl7pPr algn="ctr">
              <ns1:defRPr sz="1500" b="1">
                <ns1:solidFill>
                  <ns1:srgbClr val="F2B544"/>
                </ns1:solidFill>
                <ns1:latin typeface="Aptos"/>
                <ns1:ea typeface="Aptos"/>
                <ns1:cs typeface="Aptos"/>
              </ns1:defRPr>
            </ns1:lvl7pPr>
            <ns1:lvl8pPr algn="ctr">
              <ns1:defRPr sz="1500" b="1">
                <ns1:solidFill>
                  <ns1:srgbClr val="F2B544"/>
                </ns1:solidFill>
                <ns1:latin typeface="Aptos"/>
                <ns1:ea typeface="Aptos"/>
                <ns1:cs typeface="Aptos"/>
              </ns1:defRPr>
            </ns1:lvl8pPr>
            <ns1:lvl9pPr algn="ctr">
              <ns1:defRPr sz="1500" b="1">
                <ns1:solidFill>
                  <ns1:srgbClr val="F2B544"/>
                </ns1:solidFill>
                <ns1:latin typeface="Aptos"/>
                <ns1:ea typeface="Aptos"/>
                <ns1:cs typeface="Aptos"/>
              </ns1:defRPr>
            </ns1:lvl9pPr>
          </ns1:lstStyle>
          <ns1:p>
            <ns1:pPr algn="ctr">
              <ns1:defRPr sz="1500" b="1">
                <ns1:solidFill>
                  <ns1:srgbClr val="F2B544"/>
                </ns1:solidFill>
                <ns1:latin typeface="Aptos"/>
                <ns1:ea typeface="Aptos"/>
                <ns1:cs typeface="Aptos"/>
              </ns1:defRPr>
            </ns1:pPr>
            <ns1:r>
              <ns1:rPr sz="1500" b="1">
                <ns1:solidFill>
                  <ns1:srgbClr val="F2B544"/>
                </ns1:solidFill>
                <ns1:latin typeface="Aptos"/>
                <ns1:ea typeface="Aptos"/>
                <ns1:cs typeface="Aptos"/>
              </ns1:rPr>
              <ns1:t>Más datos de los necesarios</ns1:t>
            </ns1:r>
          </ns1:p>
        </ns0:txBody>
      </ns0:sp>
      <ns0:sp>
        <ns0:nvSpPr>
          <ns0:cNvPr id="19" name="">
            <ns1:extLst>
              <ns1:ext uri="{FF2B5EF4-FFF2-40B4-BE49-F238E27FC236}">
                <ns2:creationId id="{5B539C2F-9211-4450-9A9E-9964F2063A8E}"/>
              </ns1:ext>
            </ns1:extLst>
          </ns0:cNvPr>
          <ns0:cNvSpPr>
            <ns1:spLocks noGrp="1"/>
          </ns0:cNvSpPr>
          <ns0:nvPr/>
        </ns0:nvSpPr>
        <ns0:spPr>
          <ns1:xfrm>
            <ns1:off x="5753100" y="3095625"/>
            <ns1:ext cx="504825" cy="514350"/>
          </ns1:xfrm>
          <ns1:prstGeom prst="roundRect">
            <ns1:avLst>
              <ns1:gd name="adj" fmla="val 15094"/>
            </ns1:avLst>
          </ns1:prstGeom>
          <ns1:solidFill>
            <ns1:srgbClr val="E9EEF7"/>
          </ns1:solidFill>
          <ns1:ln w="9525">
            <ns1:solidFill>
              <ns1:srgbClr val="CAD4E3"/>
            </ns1:solidFill>
            <ns1:prstDash val="solid"/>
          </ns1:ln>
        </ns0:spPr>
      </ns0:sp>
      <ns0:sp>
        <ns0:nvSpPr>
          <ns0:cNvPr id="20" name="">
            <ns1:extLst>
              <ns1:ext uri="{FF2B5EF4-FFF2-40B4-BE49-F238E27FC236}">
                <ns2:creationId id="{BAED080E-52E2-4CC1-96B9-812AEEB12E94}"/>
              </ns1:ext>
            </ns1:extLst>
          </ns0:cNvPr>
          <ns0:cNvSpPr>
            <ns1:spLocks noGrp="1"/>
          </ns0:cNvSpPr>
          <ns0:nvPr/>
        </ns0:nvSpPr>
        <ns0:spPr>
          <ns1:xfrm>
            <ns1:off x="5848350" y="3038475"/>
            <ns1:ext cx="504825" cy="514350"/>
          </ns1:xfrm>
          <ns1:prstGeom prst="roundRect">
            <ns1:avLst>
              <ns1:gd name="adj" fmla="val 15094"/>
            </ns1:avLst>
          </ns1:prstGeom>
          <ns1:solidFill>
            <ns1:srgbClr val="F3F6FA"/>
          </ns1:solidFill>
          <ns1:ln w="9525">
            <ns1:solidFill>
              <ns1:srgbClr val="CAD4E3"/>
            </ns1:solidFill>
            <ns1:prstDash val="solid"/>
          </ns1:ln>
        </ns0:spPr>
      </ns0:sp>
      <ns0:sp>
        <ns0:nvSpPr>
          <ns0:cNvPr id="21" name="">
            <ns1:extLst>
              <ns1:ext uri="{FF2B5EF4-FFF2-40B4-BE49-F238E27FC236}">
                <ns2:creationId id="{DD7C099F-C819-409A-8300-DAF342F76786}"/>
              </ns1:ext>
            </ns1:extLst>
          </ns0:cNvPr>
          <ns0:cNvSpPr>
            <ns1:spLocks noGrp="1"/>
          </ns0:cNvSpPr>
          <ns0:nvPr/>
        </ns0:nvSpPr>
        <ns0:spPr>
          <ns1:xfrm>
            <ns1:off x="5943600" y="2981325"/>
            <ns1:ext cx="504825" cy="514350"/>
          </ns1:xfrm>
          <ns1:prstGeom prst="roundRect">
            <ns1:avLst>
              <ns1:gd name="adj" fmla="val 15094"/>
            </ns1:avLst>
          </ns1:prstGeom>
          <ns1:solidFill>
            <ns1:srgbClr val="FFFFFF"/>
          </ns1:solidFill>
          <ns1:ln w="19050">
            <ns1:solidFill>
              <ns1:srgbClr val="F2B544"/>
            </ns1:solidFill>
            <ns1:prstDash val="solid"/>
          </ns1:ln>
        </ns0:spPr>
      </ns0:sp>
      <ns0:sp>
        <ns0:nvSpPr>
          <ns0:cNvPr id="22" name="">
            <ns1:extLst>
              <ns1:ext uri="{FF2B5EF4-FFF2-40B4-BE49-F238E27FC236}">
                <ns2:creationId id="{F96229A1-06AA-4397-9246-0522166E11A5}"/>
              </ns1:ext>
            </ns1:extLst>
          </ns0:cNvPr>
          <ns0:cNvSpPr>
            <ns1:spLocks noGrp="1"/>
          </ns0:cNvSpPr>
          <ns0:nvPr/>
        </ns0:nvSpPr>
        <ns0:spPr>
          <ns1:xfrm>
            <ns1:off x="6038850" y="3105150"/>
            <ns1:ext cx="304800" cy="38100"/>
          </ns1:xfrm>
          <ns1:prstGeom prst="roundRect">
            <ns1:avLst>
              <ns1:gd name="adj" fmla="val 50000"/>
            </ns1:avLst>
          </ns1:prstGeom>
          <ns1:solidFill>
            <ns1:srgbClr val="F2B544"/>
          </ns1:solidFill>
          <ns1:ln w="0">
            <ns1:noFill/>
            <ns1:prstDash val="solid"/>
          </ns1:ln>
        </ns0:spPr>
      </ns0:sp>
      <ns0:sp>
        <ns0:nvSpPr>
          <ns0:cNvPr id="23" name="">
            <ns1:extLst>
              <ns1:ext uri="{FF2B5EF4-FFF2-40B4-BE49-F238E27FC236}">
                <ns2:creationId id="{E66F544B-2F13-43C7-BF1F-5AE6F09323F6}"/>
              </ns1:ext>
            </ns1:extLst>
          </ns0:cNvPr>
          <ns0:cNvSpPr>
            <ns1:spLocks noGrp="1"/>
          </ns0:cNvSpPr>
          <ns0:nvPr/>
        </ns0:nvSpPr>
        <ns0:spPr>
          <ns1:xfrm>
            <ns1:off x="6038850" y="3219450"/>
            <ns1:ext cx="285750" cy="38100"/>
          </ns1:xfrm>
          <ns1:prstGeom prst="roundRect">
            <ns1:avLst>
              <ns1:gd name="adj" fmla="val 50000"/>
            </ns1:avLst>
          </ns1:prstGeom>
          <ns1:solidFill>
            <ns1:srgbClr val="B8C6D8"/>
          </ns1:solidFill>
          <ns1:ln w="0">
            <ns1:noFill/>
            <ns1:prstDash val="solid"/>
          </ns1:ln>
        </ns0:spPr>
      </ns0:sp>
      <ns0:sp>
        <ns0:nvSpPr>
          <ns0:cNvPr id="24" name="">
            <ns1:extLst>
              <ns1:ext uri="{FF2B5EF4-FFF2-40B4-BE49-F238E27FC236}">
                <ns2:creationId id="{A804246D-35EE-435D-B337-DA3AD000A6DE}"/>
              </ns1:ext>
            </ns1:extLst>
          </ns0:cNvPr>
          <ns0:cNvSpPr>
            <ns1:spLocks noGrp="1"/>
          </ns0:cNvSpPr>
          <ns0:nvPr/>
        </ns0:nvSpPr>
        <ns0:spPr>
          <ns1:xfrm>
            <ns1:off x="6038850" y="3333750"/>
            <ns1:ext cx="247650" cy="38100"/>
          </ns1:xfrm>
          <ns1:prstGeom prst="roundRect">
            <ns1:avLst>
              <ns1:gd name="adj" fmla="val 50000"/>
            </ns1:avLst>
          </ns1:prstGeom>
          <ns1:solidFill>
            <ns1:srgbClr val="B8C6D8"/>
          </ns1:solidFill>
          <ns1:ln w="0">
            <ns1:noFill/>
            <ns1:prstDash val="solid"/>
          </ns1:ln>
        </ns0:spPr>
      </ns0:sp>
      <ns0:sp>
        <ns0:nvSpPr>
          <ns0:cNvPr id="25" name="">
            <ns1:extLst>
              <ns1:ext uri="{FF2B5EF4-FFF2-40B4-BE49-F238E27FC236}">
                <ns2:creationId id="{CCFB6849-0339-4B5C-A413-E05F786579A5}"/>
              </ns1:ext>
            </ns1:extLst>
          </ns0:cNvPr>
          <ns0:cNvSpPr>
            <ns1:spLocks noGrp="1"/>
          </ns0:cNvSpPr>
          <ns0:nvPr/>
        </ns0:nvSpPr>
        <ns0:spPr>
          <ns1:xfrm>
            <ns1:off x="4838700" y="3752850"/>
            <ns1:ext cx="2524125" cy="447675"/>
          </ns1:xfrm>
          <ns1:prstGeom prst="rect">
            <ns1:avLst/>
          </ns1:prstGeom>
          <ns1:noFill/>
          <ns1:ln w="0">
            <ns1:noFill/>
            <ns1:prstDash val="solid"/>
          </ns1:ln>
        </ns0:spPr>
        <ns0:txBody>
          <ns1:bodyPr lIns="0" tIns="0" rIns="0" bIns="0" anchor="t">
            <ns1:normAutofit fontScale="100000"/>
          </ns1:bodyPr>
          <ns1:lstStyle>
            <ns1:defPPr algn="ctr">
              <ns1:defRPr sz="1200" b="0">
                <ns1:solidFill>
                  <ns1:srgbClr val="536276"/>
                </ns1:solidFill>
                <ns1:latin typeface="Aptos"/>
                <ns1:ea typeface="Aptos"/>
                <ns1:cs typeface="Aptos"/>
              </ns1:defRPr>
            </ns1:defPPr>
            <ns1:lvl1pPr algn="ctr">
              <ns1:defRPr sz="1200" b="0">
                <ns1:solidFill>
                  <ns1:srgbClr val="536276"/>
                </ns1:solidFill>
                <ns1:latin typeface="Aptos"/>
                <ns1:ea typeface="Aptos"/>
                <ns1:cs typeface="Aptos"/>
              </ns1:defRPr>
            </ns1:lvl1pPr>
            <ns1:lvl2pPr algn="ctr">
              <ns1:defRPr sz="1200" b="0">
                <ns1:solidFill>
                  <ns1:srgbClr val="536276"/>
                </ns1:solidFill>
                <ns1:latin typeface="Aptos"/>
                <ns1:ea typeface="Aptos"/>
                <ns1:cs typeface="Aptos"/>
              </ns1:defRPr>
            </ns1:lvl2pPr>
            <ns1:lvl3pPr algn="ctr">
              <ns1:defRPr sz="1200" b="0">
                <ns1:solidFill>
                  <ns1:srgbClr val="536276"/>
                </ns1:solidFill>
                <ns1:latin typeface="Aptos"/>
                <ns1:ea typeface="Aptos"/>
                <ns1:cs typeface="Aptos"/>
              </ns1:defRPr>
            </ns1:lvl3pPr>
            <ns1:lvl4pPr algn="ctr">
              <ns1:defRPr sz="1200" b="0">
                <ns1:solidFill>
                  <ns1:srgbClr val="536276"/>
                </ns1:solidFill>
                <ns1:latin typeface="Aptos"/>
                <ns1:ea typeface="Aptos"/>
                <ns1:cs typeface="Aptos"/>
              </ns1:defRPr>
            </ns1:lvl4pPr>
            <ns1:lvl5pPr algn="ctr">
              <ns1:defRPr sz="1200" b="0">
                <ns1:solidFill>
                  <ns1:srgbClr val="536276"/>
                </ns1:solidFill>
                <ns1:latin typeface="Aptos"/>
                <ns1:ea typeface="Aptos"/>
                <ns1:cs typeface="Aptos"/>
              </ns1:defRPr>
            </ns1:lvl5pPr>
            <ns1:lvl6pPr algn="ctr">
              <ns1:defRPr sz="1200" b="0">
                <ns1:solidFill>
                  <ns1:srgbClr val="536276"/>
                </ns1:solidFill>
                <ns1:latin typeface="Aptos"/>
                <ns1:ea typeface="Aptos"/>
                <ns1:cs typeface="Aptos"/>
              </ns1:defRPr>
            </ns1:lvl6pPr>
            <ns1:lvl7pPr algn="ctr">
              <ns1:defRPr sz="1200" b="0">
                <ns1:solidFill>
                  <ns1:srgbClr val="536276"/>
                </ns1:solidFill>
                <ns1:latin typeface="Aptos"/>
                <ns1:ea typeface="Aptos"/>
                <ns1:cs typeface="Aptos"/>
              </ns1:defRPr>
            </ns1:lvl7pPr>
            <ns1:lvl8pPr algn="ctr">
              <ns1:defRPr sz="1200" b="0">
                <ns1:solidFill>
                  <ns1:srgbClr val="536276"/>
                </ns1:solidFill>
                <ns1:latin typeface="Aptos"/>
                <ns1:ea typeface="Aptos"/>
                <ns1:cs typeface="Aptos"/>
              </ns1:defRPr>
            </ns1:lvl8pPr>
            <ns1:lvl9pPr algn="ctr">
              <ns1:defRPr sz="1200" b="0">
                <ns1:solidFill>
                  <ns1:srgbClr val="536276"/>
                </ns1:solidFill>
                <ns1:latin typeface="Aptos"/>
                <ns1:ea typeface="Aptos"/>
                <ns1:cs typeface="Aptos"/>
              </ns1:defRPr>
            </ns1:lvl9pPr>
          </ns1:lstStyle>
          <ns1:p>
            <ns1:pPr algn="ctr">
              <ns1:defRPr sz="1200" b="0">
                <ns1:solidFill>
                  <ns1:srgbClr val="536276"/>
                </ns1:solidFill>
                <ns1:latin typeface="Aptos"/>
                <ns1:ea typeface="Aptos"/>
                <ns1:cs typeface="Aptos"/>
              </ns1:defRPr>
            </ns1:pPr>
            <ns1:r>
              <ns1:rPr sz="1200" b="0">
                <ns1:solidFill>
                  <ns1:srgbClr val="536276"/>
                </ns1:solidFill>
                <ns1:latin typeface="Aptos"/>
                <ns1:ea typeface="Aptos"/>
                <ns1:cs typeface="Aptos"/>
              </ns1:rPr>
              <ns1:t>A veces se comparte el historial completo para responder una sola pregunta.</ns1:t>
            </ns1:r>
          </ns1:p>
        </ns0:txBody>
      </ns0:sp>
      <ns0:sp>
        <ns0:nvSpPr>
          <ns0:cNvPr id="26" name="">
            <ns1:extLst>
              <ns1:ext uri="{FF2B5EF4-FFF2-40B4-BE49-F238E27FC236}">
                <ns2:creationId id="{7AA73B2F-770C-437E-A153-5904074FFF22}"/>
              </ns1:ext>
            </ns1:extLst>
          </ns0:cNvPr>
          <ns0:cNvSpPr>
            <ns1:spLocks noGrp="1"/>
          </ns0:cNvSpPr>
          <ns0:nvPr/>
        </ns0:nvSpPr>
        <ns0:spPr>
          <ns1:xfrm>
            <ns1:off x="8515350" y="2524125"/>
            <ns1:ext cx="3000375" cy="1809750"/>
          </ns1:xfrm>
          <ns1:prstGeom prst="roundRect">
            <ns1:avLst>
              <ns1:gd name="adj" fmla="val 4211"/>
            </ns1:avLst>
          </ns1:prstGeom>
          <ns1:solidFill>
            <ns1:srgbClr val="FFFFFF"/>
          </ns1:solidFill>
          <ns1:ln w="9525">
            <ns1:solidFill>
              <ns1:srgbClr val="DCE3ED"/>
            </ns1:solidFill>
            <ns1:prstDash val="solid"/>
          </ns1:ln>
        </ns0:spPr>
      </ns0:sp>
      <ns0:sp>
        <ns0:nvSpPr>
          <ns0:cNvPr id="27" name="">
            <ns1:extLst>
              <ns1:ext uri="{FF2B5EF4-FFF2-40B4-BE49-F238E27FC236}">
                <ns2:creationId id="{1554B037-9CD4-44AF-9007-0693CDF124AE}"/>
              </ns1:ext>
            </ns1:extLst>
          </ns0:cNvPr>
          <ns0:cNvSpPr>
            <ns1:spLocks noGrp="1"/>
          </ns0:cNvSpPr>
          <ns0:nvPr/>
        </ns0:nvSpPr>
        <ns0:spPr>
          <ns1:xfrm>
            <ns1:off x="8515350" y="2524125"/>
            <ns1:ext cx="76200" cy="1809750"/>
          </ns1:xfrm>
          <ns1:prstGeom prst="roundRect">
            <ns1:avLst>
              <ns1:gd name="adj" fmla="val 50000"/>
            </ns1:avLst>
          </ns1:prstGeom>
          <ns1:solidFill>
            <ns1:srgbClr val="2846A0"/>
          </ns1:solidFill>
          <ns1:ln w="0">
            <ns1:noFill/>
            <ns1:prstDash val="solid"/>
          </ns1:ln>
        </ns0:spPr>
      </ns0:sp>
      <ns0:sp>
        <ns0:nvSpPr>
          <ns0:cNvPr id="28" name="">
            <ns1:extLst>
              <ns1:ext uri="{FF2B5EF4-FFF2-40B4-BE49-F238E27FC236}">
                <ns2:creationId id="{D3E51C89-501E-45DE-B241-971D74F0860C}"/>
              </ns1:ext>
            </ns1:extLst>
          </ns0:cNvPr>
          <ns0:cNvSpPr>
            <ns1:spLocks noGrp="1"/>
          </ns0:cNvSpPr>
          <ns0:nvPr/>
        </ns0:nvSpPr>
        <ns0:spPr>
          <ns1:xfrm>
            <ns1:off x="8753475" y="2667000"/>
            <ns1:ext cx="2524125" cy="2667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2846A0"/>
                </ns1:solidFill>
                <ns1:latin typeface="Aptos"/>
                <ns1:ea typeface="Aptos"/>
                <ns1:cs typeface="Aptos"/>
              </ns1:defRPr>
            </ns1:defPPr>
            <ns1:lvl1pPr algn="ctr">
              <ns1:defRPr sz="1500" b="1">
                <ns1:solidFill>
                  <ns1:srgbClr val="2846A0"/>
                </ns1:solidFill>
                <ns1:latin typeface="Aptos"/>
                <ns1:ea typeface="Aptos"/>
                <ns1:cs typeface="Aptos"/>
              </ns1:defRPr>
            </ns1:lvl1pPr>
            <ns1:lvl2pPr algn="ctr">
              <ns1:defRPr sz="1500" b="1">
                <ns1:solidFill>
                  <ns1:srgbClr val="2846A0"/>
                </ns1:solidFill>
                <ns1:latin typeface="Aptos"/>
                <ns1:ea typeface="Aptos"/>
                <ns1:cs typeface="Aptos"/>
              </ns1:defRPr>
            </ns1:lvl2pPr>
            <ns1:lvl3pPr algn="ctr">
              <ns1:defRPr sz="1500" b="1">
                <ns1:solidFill>
                  <ns1:srgbClr val="2846A0"/>
                </ns1:solidFill>
                <ns1:latin typeface="Aptos"/>
                <ns1:ea typeface="Aptos"/>
                <ns1:cs typeface="Aptos"/>
              </ns1:defRPr>
            </ns1:lvl3pPr>
            <ns1:lvl4pPr algn="ctr">
              <ns1:defRPr sz="1500" b="1">
                <ns1:solidFill>
                  <ns1:srgbClr val="2846A0"/>
                </ns1:solidFill>
                <ns1:latin typeface="Aptos"/>
                <ns1:ea typeface="Aptos"/>
                <ns1:cs typeface="Aptos"/>
              </ns1:defRPr>
            </ns1:lvl4pPr>
            <ns1:lvl5pPr algn="ctr">
              <ns1:defRPr sz="1500" b="1">
                <ns1:solidFill>
                  <ns1:srgbClr val="2846A0"/>
                </ns1:solidFill>
                <ns1:latin typeface="Aptos"/>
                <ns1:ea typeface="Aptos"/>
                <ns1:cs typeface="Aptos"/>
              </ns1:defRPr>
            </ns1:lvl5pPr>
            <ns1:lvl6pPr algn="ctr">
              <ns1:defRPr sz="1500" b="1">
                <ns1:solidFill>
                  <ns1:srgbClr val="2846A0"/>
                </ns1:solidFill>
                <ns1:latin typeface="Aptos"/>
                <ns1:ea typeface="Aptos"/>
                <ns1:cs typeface="Aptos"/>
              </ns1:defRPr>
            </ns1:lvl6pPr>
            <ns1:lvl7pPr algn="ctr">
              <ns1:defRPr sz="1500" b="1">
                <ns1:solidFill>
                  <ns1:srgbClr val="2846A0"/>
                </ns1:solidFill>
                <ns1:latin typeface="Aptos"/>
                <ns1:ea typeface="Aptos"/>
                <ns1:cs typeface="Aptos"/>
              </ns1:defRPr>
            </ns1:lvl7pPr>
            <ns1:lvl8pPr algn="ctr">
              <ns1:defRPr sz="1500" b="1">
                <ns1:solidFill>
                  <ns1:srgbClr val="2846A0"/>
                </ns1:solidFill>
                <ns1:latin typeface="Aptos"/>
                <ns1:ea typeface="Aptos"/>
                <ns1:cs typeface="Aptos"/>
              </ns1:defRPr>
            </ns1:lvl8pPr>
            <ns1:lvl9pPr algn="ctr">
              <ns1:defRPr sz="1500" b="1">
                <ns1:solidFill>
                  <ns1:srgbClr val="2846A0"/>
                </ns1:solidFill>
                <ns1:latin typeface="Aptos"/>
                <ns1:ea typeface="Aptos"/>
                <ns1:cs typeface="Aptos"/>
              </ns1:defRPr>
            </ns1:lvl9pPr>
          </ns1:lstStyle>
          <ns1:p>
            <ns1:pPr algn="ctr">
              <ns1:defRPr sz="1500" b="1">
                <ns1:solidFill>
                  <ns1:srgbClr val="2846A0"/>
                </ns1:solidFill>
                <ns1:latin typeface="Aptos"/>
                <ns1:ea typeface="Aptos"/>
                <ns1:cs typeface="Aptos"/>
              </ns1:defRPr>
            </ns1:pPr>
            <ns1:r>
              <ns1:rPr sz="1500" b="1">
                <ns1:solidFill>
                  <ns1:srgbClr val="2846A0"/>
                </ns1:solidFill>
                <ns1:latin typeface="Aptos"/>
                <ns1:ea typeface="Aptos"/>
                <ns1:cs typeface="Aptos"/>
              </ns1:rPr>
              <ns1:t>QR que se puede copiar</ns1:t>
            </ns1:r>
          </ns1:p>
        </ns0:txBody>
      </ns0:sp>
      <ns0:sp>
        <ns0:nvSpPr>
          <ns0:cNvPr id="29" name="">
            <ns1:extLst>
              <ns1:ext uri="{FF2B5EF4-FFF2-40B4-BE49-F238E27FC236}">
                <ns2:creationId id="{19230716-D9E9-4439-B6BA-68ABC8F11D88}"/>
              </ns1:ext>
            </ns1:extLst>
          </ns0:cNvPr>
          <ns0:cNvSpPr>
            <ns1:spLocks noGrp="1"/>
          </ns0:cNvSpPr>
          <ns0:nvPr/>
        </ns0:nvSpPr>
        <ns0:spPr>
          <ns1:xfrm>
            <ns1:off x="9715500" y="2962275"/>
            <ns1:ext cx="609600" cy="609600"/>
          </ns1:xfrm>
          <ns1:prstGeom prst="roundRect">
            <ns1:avLst>
              <ns1:gd name="adj" fmla="val 12500"/>
            </ns1:avLst>
          </ns1:prstGeom>
          <ns1:solidFill>
            <ns1:srgbClr val="FFFFFF"/>
          </ns1:solidFill>
          <ns1:ln w="19050">
            <ns1:solidFill>
              <ns1:srgbClr val="2846A0"/>
            </ns1:solidFill>
            <ns1:prstDash val="solid"/>
          </ns1:ln>
        </ns0:spPr>
      </ns0:sp>
      <ns0:sp>
        <ns0:nvSpPr>
          <ns0:cNvPr id="30" name="">
            <ns1:extLst>
              <ns1:ext uri="{FF2B5EF4-FFF2-40B4-BE49-F238E27FC236}">
                <ns2:creationId id="{56C1FF3C-E40B-4033-A3CB-3AF9F669B028}"/>
              </ns1:ext>
            </ns1:extLst>
          </ns0:cNvPr>
          <ns0:cNvSpPr>
            <ns1:spLocks noGrp="1"/>
          </ns0:cNvSpPr>
          <ns0:nvPr/>
        </ns0:nvSpPr>
        <ns0:spPr>
          <ns1:xfrm>
            <ns1:off x="9766300" y="3013075"/>
            <ns1:ext cx="152400" cy="152400"/>
          </ns1:xfrm>
          <ns1:prstGeom prst="roundRect">
            <ns1:avLst>
              <ns1:gd name="adj" fmla="val 50000"/>
            </ns1:avLst>
          </ns1:prstGeom>
          <ns1:solidFill>
            <ns1:srgbClr val="2846A0"/>
          </ns1:solidFill>
          <ns1:ln w="0">
            <ns1:noFill/>
            <ns1:prstDash val="solid"/>
          </ns1:ln>
        </ns0:spPr>
      </ns0:sp>
      <ns0:sp>
        <ns0:nvSpPr>
          <ns0:cNvPr id="31" name="">
            <ns1:extLst>
              <ns1:ext uri="{FF2B5EF4-FFF2-40B4-BE49-F238E27FC236}">
                <ns2:creationId id="{2CD8DB67-583C-4E25-8F08-72B9F3470E39}"/>
              </ns1:ext>
            </ns1:extLst>
          </ns0:cNvPr>
          <ns0:cNvSpPr>
            <ns1:spLocks noGrp="1"/>
          </ns0:cNvSpPr>
          <ns0:nvPr/>
        </ns0:nvSpPr>
        <ns0:spPr>
          <ns1:xfrm>
            <ns1:off x="9799320" y="3046095"/>
            <ns1:ext cx="86360" cy="86360"/>
          </ns1:xfrm>
          <ns1:prstGeom prst="roundRect">
            <ns1:avLst>
              <ns1:gd name="adj" fmla="val 50000"/>
            </ns1:avLst>
          </ns1:prstGeom>
          <ns1:solidFill>
            <ns1:srgbClr val="FFFFFF"/>
          </ns1:solidFill>
          <ns1:ln w="0">
            <ns1:noFill/>
            <ns1:prstDash val="solid"/>
          </ns1:ln>
        </ns0:spPr>
      </ns0:sp>
      <ns0:sp>
        <ns0:nvSpPr>
          <ns0:cNvPr id="32" name="">
            <ns1:extLst>
              <ns1:ext uri="{FF2B5EF4-FFF2-40B4-BE49-F238E27FC236}">
                <ns2:creationId id="{E85D443D-0BA2-46D6-A0A3-EF1C7AE66192}"/>
              </ns1:ext>
            </ns1:extLst>
          </ns0:cNvPr>
          <ns0:cNvSpPr>
            <ns1:spLocks noGrp="1"/>
          </ns0:cNvSpPr>
          <ns0:nvPr/>
        </ns0:nvSpPr>
        <ns0:spPr>
          <ns1:xfrm>
            <ns1:off x="9827260" y="3074035"/>
            <ns1:ext cx="30480" cy="30480"/>
          </ns1:xfrm>
          <ns1:prstGeom prst="roundRect">
            <ns1:avLst>
              <ns1:gd name="adj" fmla="val 50000"/>
            </ns1:avLst>
          </ns1:prstGeom>
          <ns1:solidFill>
            <ns1:srgbClr val="2846A0"/>
          </ns1:solidFill>
          <ns1:ln w="0">
            <ns1:noFill/>
            <ns1:prstDash val="solid"/>
          </ns1:ln>
        </ns0:spPr>
      </ns0:sp>
      <ns0:sp>
        <ns0:nvSpPr>
          <ns0:cNvPr id="33" name="">
            <ns1:extLst>
              <ns1:ext uri="{FF2B5EF4-FFF2-40B4-BE49-F238E27FC236}">
                <ns2:creationId id="{AAC8F01D-0CDF-45AC-AF60-E5DA00566E6F}"/>
              </ns1:ext>
            </ns1:extLst>
          </ns0:cNvPr>
          <ns0:cNvSpPr>
            <ns1:spLocks noGrp="1"/>
          </ns0:cNvSpPr>
          <ns0:nvPr/>
        </ns0:nvSpPr>
        <ns0:spPr>
          <ns1:xfrm>
            <ns1:off x="10121900" y="3013075"/>
            <ns1:ext cx="152400" cy="152400"/>
          </ns1:xfrm>
          <ns1:prstGeom prst="roundRect">
            <ns1:avLst>
              <ns1:gd name="adj" fmla="val 50000"/>
            </ns1:avLst>
          </ns1:prstGeom>
          <ns1:solidFill>
            <ns1:srgbClr val="2846A0"/>
          </ns1:solidFill>
          <ns1:ln w="0">
            <ns1:noFill/>
            <ns1:prstDash val="solid"/>
          </ns1:ln>
        </ns0:spPr>
      </ns0:sp>
      <ns0:sp>
        <ns0:nvSpPr>
          <ns0:cNvPr id="34" name="">
            <ns1:extLst>
              <ns1:ext uri="{FF2B5EF4-FFF2-40B4-BE49-F238E27FC236}">
                <ns2:creationId id="{C46A407F-E7F9-41F9-A0CC-EA5342A4E13D}"/>
              </ns1:ext>
            </ns1:extLst>
          </ns0:cNvPr>
          <ns0:cNvSpPr>
            <ns1:spLocks noGrp="1"/>
          </ns0:cNvSpPr>
          <ns0:nvPr/>
        </ns0:nvSpPr>
        <ns0:spPr>
          <ns1:xfrm>
            <ns1:off x="10154920" y="3046095"/>
            <ns1:ext cx="86360" cy="86360"/>
          </ns1:xfrm>
          <ns1:prstGeom prst="roundRect">
            <ns1:avLst>
              <ns1:gd name="adj" fmla="val 50000"/>
            </ns1:avLst>
          </ns1:prstGeom>
          <ns1:solidFill>
            <ns1:srgbClr val="FFFFFF"/>
          </ns1:solidFill>
          <ns1:ln w="0">
            <ns1:noFill/>
            <ns1:prstDash val="solid"/>
          </ns1:ln>
        </ns0:spPr>
      </ns0:sp>
      <ns0:sp>
        <ns0:nvSpPr>
          <ns0:cNvPr id="35" name="">
            <ns1:extLst>
              <ns1:ext uri="{FF2B5EF4-FFF2-40B4-BE49-F238E27FC236}">
                <ns2:creationId id="{B28F6BE0-2AC9-4985-AE0D-6EF2F1077CEA}"/>
              </ns1:ext>
            </ns1:extLst>
          </ns0:cNvPr>
          <ns0:cNvSpPr>
            <ns1:spLocks noGrp="1"/>
          </ns0:cNvSpPr>
          <ns0:nvPr/>
        </ns0:nvSpPr>
        <ns0:spPr>
          <ns1:xfrm>
            <ns1:off x="10182860" y="3074035"/>
            <ns1:ext cx="30480" cy="30480"/>
          </ns1:xfrm>
          <ns1:prstGeom prst="roundRect">
            <ns1:avLst>
              <ns1:gd name="adj" fmla="val 50000"/>
            </ns1:avLst>
          </ns1:prstGeom>
          <ns1:solidFill>
            <ns1:srgbClr val="2846A0"/>
          </ns1:solidFill>
          <ns1:ln w="0">
            <ns1:noFill/>
            <ns1:prstDash val="solid"/>
          </ns1:ln>
        </ns0:spPr>
      </ns0:sp>
      <ns0:sp>
        <ns0:nvSpPr>
          <ns0:cNvPr id="36" name="">
            <ns1:extLst>
              <ns1:ext uri="{FF2B5EF4-FFF2-40B4-BE49-F238E27FC236}">
                <ns2:creationId id="{0675CAB7-CB52-4C45-8FA2-73C28F2D7665}"/>
              </ns1:ext>
            </ns1:extLst>
          </ns0:cNvPr>
          <ns0:cNvSpPr>
            <ns1:spLocks noGrp="1"/>
          </ns0:cNvSpPr>
          <ns0:nvPr/>
        </ns0:nvSpPr>
        <ns0:spPr>
          <ns1:xfrm>
            <ns1:off x="9766300" y="3368675"/>
            <ns1:ext cx="152400" cy="152400"/>
          </ns1:xfrm>
          <ns1:prstGeom prst="roundRect">
            <ns1:avLst>
              <ns1:gd name="adj" fmla="val 50000"/>
            </ns1:avLst>
          </ns1:prstGeom>
          <ns1:solidFill>
            <ns1:srgbClr val="2846A0"/>
          </ns1:solidFill>
          <ns1:ln w="0">
            <ns1:noFill/>
            <ns1:prstDash val="solid"/>
          </ns1:ln>
        </ns0:spPr>
      </ns0:sp>
      <ns0:sp>
        <ns0:nvSpPr>
          <ns0:cNvPr id="37" name="">
            <ns1:extLst>
              <ns1:ext uri="{FF2B5EF4-FFF2-40B4-BE49-F238E27FC236}">
                <ns2:creationId id="{ADA9A606-E26D-446E-9572-76BDFF141613}"/>
              </ns1:ext>
            </ns1:extLst>
          </ns0:cNvPr>
          <ns0:cNvSpPr>
            <ns1:spLocks noGrp="1"/>
          </ns0:cNvSpPr>
          <ns0:nvPr/>
        </ns0:nvSpPr>
        <ns0:spPr>
          <ns1:xfrm>
            <ns1:off x="9799320" y="3401695"/>
            <ns1:ext cx="86360" cy="86360"/>
          </ns1:xfrm>
          <ns1:prstGeom prst="roundRect">
            <ns1:avLst>
              <ns1:gd name="adj" fmla="val 50000"/>
            </ns1:avLst>
          </ns1:prstGeom>
          <ns1:solidFill>
            <ns1:srgbClr val="FFFFFF"/>
          </ns1:solidFill>
          <ns1:ln w="0">
            <ns1:noFill/>
            <ns1:prstDash val="solid"/>
          </ns1:ln>
        </ns0:spPr>
      </ns0:sp>
      <ns0:sp>
        <ns0:nvSpPr>
          <ns0:cNvPr id="38" name="">
            <ns1:extLst>
              <ns1:ext uri="{FF2B5EF4-FFF2-40B4-BE49-F238E27FC236}">
                <ns2:creationId id="{0B63BDB3-BDB6-4F47-919F-D578C2FC43D5}"/>
              </ns1:ext>
            </ns1:extLst>
          </ns0:cNvPr>
          <ns0:cNvSpPr>
            <ns1:spLocks noGrp="1"/>
          </ns0:cNvSpPr>
          <ns0:nvPr/>
        </ns0:nvSpPr>
        <ns0:spPr>
          <ns1:xfrm>
            <ns1:off x="9827260" y="3429635"/>
            <ns1:ext cx="30480" cy="30480"/>
          </ns1:xfrm>
          <ns1:prstGeom prst="roundRect">
            <ns1:avLst>
              <ns1:gd name="adj" fmla="val 50000"/>
            </ns1:avLst>
          </ns1:prstGeom>
          <ns1:solidFill>
            <ns1:srgbClr val="2846A0"/>
          </ns1:solidFill>
          <ns1:ln w="0">
            <ns1:noFill/>
            <ns1:prstDash val="solid"/>
          </ns1:ln>
        </ns0:spPr>
      </ns0:sp>
      <ns0:sp>
        <ns0:nvSpPr>
          <ns0:cNvPr id="39" name="">
            <ns1:extLst>
              <ns1:ext uri="{FF2B5EF4-FFF2-40B4-BE49-F238E27FC236}">
                <ns2:creationId id="{9566F2C9-40C8-45C2-ABFD-7D0C6E53839E}"/>
              </ns1:ext>
            </ns1:extLst>
          </ns0:cNvPr>
          <ns0:cNvSpPr>
            <ns1:spLocks noGrp="1"/>
          </ns0:cNvSpPr>
          <ns0:nvPr/>
        </ns0:nvSpPr>
        <ns0:spPr>
          <ns1:xfrm>
            <ns1:off x="10020300" y="3216275"/>
            <ns1:ext cx="40640" cy="40640"/>
          </ns1:xfrm>
          <ns1:prstGeom prst="rect">
            <ns1:avLst/>
          </ns1:prstGeom>
          <ns1:solidFill>
            <ns1:srgbClr val="2846A0"/>
          </ns1:solidFill>
          <ns1:ln w="0">
            <ns1:noFill/>
            <ns1:prstDash val="solid"/>
          </ns1:ln>
        </ns0:spPr>
      </ns0:sp>
      <ns0:sp>
        <ns0:nvSpPr>
          <ns0:cNvPr id="40" name="">
            <ns1:extLst>
              <ns1:ext uri="{FF2B5EF4-FFF2-40B4-BE49-F238E27FC236}">
                <ns2:creationId id="{181FAC35-E084-4E7C-96A3-82B453E7CA9E}"/>
              </ns1:ext>
            </ns1:extLst>
          </ns0:cNvPr>
          <ns0:cNvSpPr>
            <ns1:spLocks noGrp="1"/>
          </ns0:cNvSpPr>
          <ns0:nvPr/>
        </ns0:nvSpPr>
        <ns0:spPr>
          <ns1:xfrm>
            <ns1:off x="10121900" y="3267075"/>
            <ns1:ext cx="40640" cy="40640"/>
          </ns1:xfrm>
          <ns1:prstGeom prst="rect">
            <ns1:avLst/>
          </ns1:prstGeom>
          <ns1:solidFill>
            <ns1:srgbClr val="2846A0"/>
          </ns1:solidFill>
          <ns1:ln w="0">
            <ns1:noFill/>
            <ns1:prstDash val="solid"/>
          </ns1:ln>
        </ns0:spPr>
      </ns0:sp>
      <ns0:sp>
        <ns0:nvSpPr>
          <ns0:cNvPr id="41" name="">
            <ns1:extLst>
              <ns1:ext uri="{FF2B5EF4-FFF2-40B4-BE49-F238E27FC236}">
                <ns2:creationId id="{9A92921E-1A22-4FCB-A845-40164FE5D6C3}"/>
              </ns1:ext>
            </ns1:extLst>
          </ns0:cNvPr>
          <ns0:cNvSpPr>
            <ns1:spLocks noGrp="1"/>
          </ns0:cNvSpPr>
          <ns0:nvPr/>
        </ns0:nvSpPr>
        <ns0:spPr>
          <ns1:xfrm>
            <ns1:off x="9969500" y="3368675"/>
            <ns1:ext cx="40640" cy="40640"/>
          </ns1:xfrm>
          <ns1:prstGeom prst="rect">
            <ns1:avLst/>
          </ns1:prstGeom>
          <ns1:solidFill>
            <ns1:srgbClr val="2846A0"/>
          </ns1:solidFill>
          <ns1:ln w="0">
            <ns1:noFill/>
            <ns1:prstDash val="solid"/>
          </ns1:ln>
        </ns0:spPr>
      </ns0:sp>
      <ns0:sp>
        <ns0:nvSpPr>
          <ns0:cNvPr id="42" name="">
            <ns1:extLst>
              <ns1:ext uri="{FF2B5EF4-FFF2-40B4-BE49-F238E27FC236}">
                <ns2:creationId id="{0BBC3E8C-A184-42B3-B668-82722B25FD9E}"/>
              </ns1:ext>
            </ns1:extLst>
          </ns0:cNvPr>
          <ns0:cNvSpPr>
            <ns1:spLocks noGrp="1"/>
          </ns0:cNvSpPr>
          <ns0:nvPr/>
        </ns0:nvSpPr>
        <ns0:spPr>
          <ns1:xfrm>
            <ns1:off x="10071100" y="3419475"/>
            <ns1:ext cx="40640" cy="40640"/>
          </ns1:xfrm>
          <ns1:prstGeom prst="rect">
            <ns1:avLst/>
          </ns1:prstGeom>
          <ns1:solidFill>
            <ns1:srgbClr val="2846A0"/>
          </ns1:solidFill>
          <ns1:ln w="0">
            <ns1:noFill/>
            <ns1:prstDash val="solid"/>
          </ns1:ln>
        </ns0:spPr>
      </ns0:sp>
      <ns0:sp>
        <ns0:nvSpPr>
          <ns0:cNvPr id="43" name="">
            <ns1:extLst>
              <ns1:ext uri="{FF2B5EF4-FFF2-40B4-BE49-F238E27FC236}">
                <ns2:creationId id="{5902787F-2957-481D-B16C-3B1B6C4F7374}"/>
              </ns1:ext>
            </ns1:extLst>
          </ns0:cNvPr>
          <ns0:cNvSpPr>
            <ns1:spLocks noGrp="1"/>
          </ns0:cNvSpPr>
          <ns0:nvPr/>
        </ns0:nvSpPr>
        <ns0:spPr>
          <ns1:xfrm>
            <ns1:off x="10172700" y="3368675"/>
            <ns1:ext cx="40640" cy="40640"/>
          </ns1:xfrm>
          <ns1:prstGeom prst="rect">
            <ns1:avLst/>
          </ns1:prstGeom>
          <ns1:solidFill>
            <ns1:srgbClr val="2846A0"/>
          </ns1:solidFill>
          <ns1:ln w="0">
            <ns1:noFill/>
            <ns1:prstDash val="solid"/>
          </ns1:ln>
        </ns0:spPr>
      </ns0:sp>
      <ns0:sp>
        <ns0:nvSpPr>
          <ns0:cNvPr id="44" name="">
            <ns1:extLst>
              <ns1:ext uri="{FF2B5EF4-FFF2-40B4-BE49-F238E27FC236}">
                <ns2:creationId id="{33939F01-4682-48A5-B391-A175066424CB}"/>
              </ns1:ext>
            </ns1:extLst>
          </ns0:cNvPr>
          <ns0:cNvSpPr>
            <ns1:spLocks noGrp="1"/>
          </ns0:cNvSpPr>
          <ns0:nvPr/>
        </ns0:nvSpPr>
        <ns0:spPr>
          <ns1:xfrm>
            <ns1:off x="9969500" y="3216275"/>
            <ns1:ext cx="40640" cy="40640"/>
          </ns1:xfrm>
          <ns1:prstGeom prst="rect">
            <ns1:avLst/>
          </ns1:prstGeom>
          <ns1:solidFill>
            <ns1:srgbClr val="2846A0"/>
          </ns1:solidFill>
          <ns1:ln w="0">
            <ns1:noFill/>
            <ns1:prstDash val="solid"/>
          </ns1:ln>
        </ns0:spPr>
      </ns0:sp>
      <ns0:sp>
        <ns0:nvSpPr>
          <ns0:cNvPr id="45" name="">
            <ns1:extLst>
              <ns1:ext uri="{FF2B5EF4-FFF2-40B4-BE49-F238E27FC236}">
                <ns2:creationId id="{A8D8F5C0-C724-4111-BCA6-3E2F20F73ED4}"/>
              </ns1:ext>
            </ns1:extLst>
          </ns0:cNvPr>
          <ns0:cNvSpPr>
            <ns1:spLocks noGrp="1"/>
          </ns0:cNvSpPr>
          <ns0:nvPr/>
        </ns0:nvSpPr>
        <ns0:spPr>
          <ns1:xfrm>
            <ns1:off x="10172700" y="3216275"/>
            <ns1:ext cx="40640" cy="40640"/>
          </ns1:xfrm>
          <ns1:prstGeom prst="rect">
            <ns1:avLst/>
          </ns1:prstGeom>
          <ns1:solidFill>
            <ns1:srgbClr val="2846A0"/>
          </ns1:solidFill>
          <ns1:ln w="0">
            <ns1:noFill/>
            <ns1:prstDash val="solid"/>
          </ns1:ln>
        </ns0:spPr>
      </ns0:sp>
      <ns0:sp>
        <ns0:nvSpPr>
          <ns0:cNvPr id="46" name="">
            <ns1:extLst>
              <ns1:ext uri="{FF2B5EF4-FFF2-40B4-BE49-F238E27FC236}">
                <ns2:creationId id="{32BEA55C-1576-4AB1-8C42-5F43C6401EEC}"/>
              </ns1:ext>
            </ns1:extLst>
          </ns0:cNvPr>
          <ns0:cNvSpPr>
            <ns1:spLocks noGrp="1"/>
          </ns0:cNvSpPr>
          <ns0:nvPr/>
        </ns0:nvSpPr>
        <ns0:spPr>
          <ns1:xfrm>
            <ns1:off x="10020300" y="3470275"/>
            <ns1:ext cx="40640" cy="40640"/>
          </ns1:xfrm>
          <ns1:prstGeom prst="rect">
            <ns1:avLst/>
          </ns1:prstGeom>
          <ns1:solidFill>
            <ns1:srgbClr val="2846A0"/>
          </ns1:solidFill>
          <ns1:ln w="0">
            <ns1:noFill/>
            <ns1:prstDash val="solid"/>
          </ns1:ln>
        </ns0:spPr>
      </ns0:sp>
      <ns0:sp>
        <ns0:nvSpPr>
          <ns0:cNvPr id="47" name="">
            <ns1:extLst>
              <ns1:ext uri="{FF2B5EF4-FFF2-40B4-BE49-F238E27FC236}">
                <ns2:creationId id="{924B36CD-3584-4A7C-AFB7-39ECD8C70CEE}"/>
              </ns1:ext>
            </ns1:extLst>
          </ns0:cNvPr>
          <ns0:cNvSpPr>
            <ns1:spLocks noGrp="1"/>
          </ns0:cNvSpPr>
          <ns0:nvPr/>
        </ns0:nvSpPr>
        <ns0:spPr>
          <ns1:xfrm>
            <ns1:off x="10429875" y="3133725"/>
            <ns1:ext cx="838200" cy="285750"/>
          </ns1:xfrm>
          <ns1:prstGeom prst="roundRect">
            <ns1:avLst>
              <ns1:gd name="adj" fmla="val 26667"/>
            </ns1:avLst>
          </ns1:prstGeom>
          <ns1:solidFill>
            <ns1:srgbClr val="E8EDFF"/>
          </ns1:solidFill>
          <ns1:ln w="0">
            <ns1:noFill/>
            <ns1:prstDash val="solid"/>
          </ns1:ln>
        </ns0:spPr>
      </ns0:sp>
      <ns0:sp>
        <ns0:nvSpPr>
          <ns0:cNvPr id="48" name="">
            <ns1:extLst>
              <ns1:ext uri="{FF2B5EF4-FFF2-40B4-BE49-F238E27FC236}">
                <ns2:creationId id="{66440B6D-A55A-456D-A4E7-4B9DC86D968E}"/>
              </ns1:ext>
            </ns1:extLst>
          </ns0:cNvPr>
          <ns0:cNvSpPr>
            <ns1:spLocks noGrp="1"/>
          </ns0:cNvSpPr>
          <ns0:nvPr/>
        </ns0:nvSpPr>
        <ns0:spPr>
          <ns1:xfrm>
            <ns1:off x="10525125" y="3143250"/>
            <ns1:ext cx="647700"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2846A0"/>
                </ns1:solidFill>
                <ns1:latin typeface="Aptos"/>
                <ns1:ea typeface="Aptos"/>
                <ns1:cs typeface="Aptos"/>
              </ns1:defRPr>
            </ns1:defPPr>
            <ns1:lvl1pPr algn="ctr">
              <ns1:defRPr sz="975" b="1">
                <ns1:solidFill>
                  <ns1:srgbClr val="2846A0"/>
                </ns1:solidFill>
                <ns1:latin typeface="Aptos"/>
                <ns1:ea typeface="Aptos"/>
                <ns1:cs typeface="Aptos"/>
              </ns1:defRPr>
            </ns1:lvl1pPr>
            <ns1:lvl2pPr algn="ctr">
              <ns1:defRPr sz="975" b="1">
                <ns1:solidFill>
                  <ns1:srgbClr val="2846A0"/>
                </ns1:solidFill>
                <ns1:latin typeface="Aptos"/>
                <ns1:ea typeface="Aptos"/>
                <ns1:cs typeface="Aptos"/>
              </ns1:defRPr>
            </ns1:lvl2pPr>
            <ns1:lvl3pPr algn="ctr">
              <ns1:defRPr sz="975" b="1">
                <ns1:solidFill>
                  <ns1:srgbClr val="2846A0"/>
                </ns1:solidFill>
                <ns1:latin typeface="Aptos"/>
                <ns1:ea typeface="Aptos"/>
                <ns1:cs typeface="Aptos"/>
              </ns1:defRPr>
            </ns1:lvl3pPr>
            <ns1:lvl4pPr algn="ctr">
              <ns1:defRPr sz="975" b="1">
                <ns1:solidFill>
                  <ns1:srgbClr val="2846A0"/>
                </ns1:solidFill>
                <ns1:latin typeface="Aptos"/>
                <ns1:ea typeface="Aptos"/>
                <ns1:cs typeface="Aptos"/>
              </ns1:defRPr>
            </ns1:lvl4pPr>
            <ns1:lvl5pPr algn="ctr">
              <ns1:defRPr sz="975" b="1">
                <ns1:solidFill>
                  <ns1:srgbClr val="2846A0"/>
                </ns1:solidFill>
                <ns1:latin typeface="Aptos"/>
                <ns1:ea typeface="Aptos"/>
                <ns1:cs typeface="Aptos"/>
              </ns1:defRPr>
            </ns1:lvl5pPr>
            <ns1:lvl6pPr algn="ctr">
              <ns1:defRPr sz="975" b="1">
                <ns1:solidFill>
                  <ns1:srgbClr val="2846A0"/>
                </ns1:solidFill>
                <ns1:latin typeface="Aptos"/>
                <ns1:ea typeface="Aptos"/>
                <ns1:cs typeface="Aptos"/>
              </ns1:defRPr>
            </ns1:lvl6pPr>
            <ns1:lvl7pPr algn="ctr">
              <ns1:defRPr sz="975" b="1">
                <ns1:solidFill>
                  <ns1:srgbClr val="2846A0"/>
                </ns1:solidFill>
                <ns1:latin typeface="Aptos"/>
                <ns1:ea typeface="Aptos"/>
                <ns1:cs typeface="Aptos"/>
              </ns1:defRPr>
            </ns1:lvl7pPr>
            <ns1:lvl8pPr algn="ctr">
              <ns1:defRPr sz="975" b="1">
                <ns1:solidFill>
                  <ns1:srgbClr val="2846A0"/>
                </ns1:solidFill>
                <ns1:latin typeface="Aptos"/>
                <ns1:ea typeface="Aptos"/>
                <ns1:cs typeface="Aptos"/>
              </ns1:defRPr>
            </ns1:lvl8pPr>
            <ns1:lvl9pPr algn="ctr">
              <ns1:defRPr sz="975" b="1">
                <ns1:solidFill>
                  <ns1:srgbClr val="2846A0"/>
                </ns1:solidFill>
                <ns1:latin typeface="Aptos"/>
                <ns1:ea typeface="Aptos"/>
                <ns1:cs typeface="Aptos"/>
              </ns1:defRPr>
            </ns1:lvl9pPr>
          </ns1:lstStyle>
          <ns1:p>
            <ns1:pPr algn="ctr">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COPIABLE</ns1:t>
            </ns1:r>
          </ns1:p>
        </ns0:txBody>
      </ns0:sp>
      <ns0:sp>
        <ns0:nvSpPr>
          <ns0:cNvPr id="49" name="">
            <ns1:extLst>
              <ns1:ext uri="{FF2B5EF4-FFF2-40B4-BE49-F238E27FC236}">
                <ns2:creationId id="{275B768B-75CA-45C0-83E5-082D50377C0F}"/>
              </ns1:ext>
            </ns1:extLst>
          </ns0:cNvPr>
          <ns0:cNvSpPr>
            <ns1:spLocks noGrp="1"/>
          </ns0:cNvSpPr>
          <ns0:nvPr/>
        </ns0:nvSpPr>
        <ns0:spPr>
          <ns1:xfrm>
            <ns1:off x="8753475" y="3752850"/>
            <ns1:ext cx="2524125" cy="447675"/>
          </ns1:xfrm>
          <ns1:prstGeom prst="rect">
            <ns1:avLst/>
          </ns1:prstGeom>
          <ns1:noFill/>
          <ns1:ln w="0">
            <ns1:noFill/>
            <ns1:prstDash val="solid"/>
          </ns1:ln>
        </ns0:spPr>
        <ns0:txBody>
          <ns1:bodyPr lIns="0" tIns="0" rIns="0" bIns="0" anchor="t">
            <ns1:normAutofit fontScale="100000"/>
          </ns1:bodyPr>
          <ns1:lstStyle>
            <ns1:defPPr algn="ctr">
              <ns1:defRPr sz="1200" b="0">
                <ns1:solidFill>
                  <ns1:srgbClr val="536276"/>
                </ns1:solidFill>
                <ns1:latin typeface="Aptos"/>
                <ns1:ea typeface="Aptos"/>
                <ns1:cs typeface="Aptos"/>
              </ns1:defRPr>
            </ns1:defPPr>
            <ns1:lvl1pPr algn="ctr">
              <ns1:defRPr sz="1200" b="0">
                <ns1:solidFill>
                  <ns1:srgbClr val="536276"/>
                </ns1:solidFill>
                <ns1:latin typeface="Aptos"/>
                <ns1:ea typeface="Aptos"/>
                <ns1:cs typeface="Aptos"/>
              </ns1:defRPr>
            </ns1:lvl1pPr>
            <ns1:lvl2pPr algn="ctr">
              <ns1:defRPr sz="1200" b="0">
                <ns1:solidFill>
                  <ns1:srgbClr val="536276"/>
                </ns1:solidFill>
                <ns1:latin typeface="Aptos"/>
                <ns1:ea typeface="Aptos"/>
                <ns1:cs typeface="Aptos"/>
              </ns1:defRPr>
            </ns1:lvl2pPr>
            <ns1:lvl3pPr algn="ctr">
              <ns1:defRPr sz="1200" b="0">
                <ns1:solidFill>
                  <ns1:srgbClr val="536276"/>
                </ns1:solidFill>
                <ns1:latin typeface="Aptos"/>
                <ns1:ea typeface="Aptos"/>
                <ns1:cs typeface="Aptos"/>
              </ns1:defRPr>
            </ns1:lvl3pPr>
            <ns1:lvl4pPr algn="ctr">
              <ns1:defRPr sz="1200" b="0">
                <ns1:solidFill>
                  <ns1:srgbClr val="536276"/>
                </ns1:solidFill>
                <ns1:latin typeface="Aptos"/>
                <ns1:ea typeface="Aptos"/>
                <ns1:cs typeface="Aptos"/>
              </ns1:defRPr>
            </ns1:lvl4pPr>
            <ns1:lvl5pPr algn="ctr">
              <ns1:defRPr sz="1200" b="0">
                <ns1:solidFill>
                  <ns1:srgbClr val="536276"/>
                </ns1:solidFill>
                <ns1:latin typeface="Aptos"/>
                <ns1:ea typeface="Aptos"/>
                <ns1:cs typeface="Aptos"/>
              </ns1:defRPr>
            </ns1:lvl5pPr>
            <ns1:lvl6pPr algn="ctr">
              <ns1:defRPr sz="1200" b="0">
                <ns1:solidFill>
                  <ns1:srgbClr val="536276"/>
                </ns1:solidFill>
                <ns1:latin typeface="Aptos"/>
                <ns1:ea typeface="Aptos"/>
                <ns1:cs typeface="Aptos"/>
              </ns1:defRPr>
            </ns1:lvl6pPr>
            <ns1:lvl7pPr algn="ctr">
              <ns1:defRPr sz="1200" b="0">
                <ns1:solidFill>
                  <ns1:srgbClr val="536276"/>
                </ns1:solidFill>
                <ns1:latin typeface="Aptos"/>
                <ns1:ea typeface="Aptos"/>
                <ns1:cs typeface="Aptos"/>
              </ns1:defRPr>
            </ns1:lvl7pPr>
            <ns1:lvl8pPr algn="ctr">
              <ns1:defRPr sz="1200" b="0">
                <ns1:solidFill>
                  <ns1:srgbClr val="536276"/>
                </ns1:solidFill>
                <ns1:latin typeface="Aptos"/>
                <ns1:ea typeface="Aptos"/>
                <ns1:cs typeface="Aptos"/>
              </ns1:defRPr>
            </ns1:lvl8pPr>
            <ns1:lvl9pPr algn="ctr">
              <ns1:defRPr sz="1200" b="0">
                <ns1:solidFill>
                  <ns1:srgbClr val="536276"/>
                </ns1:solidFill>
                <ns1:latin typeface="Aptos"/>
                <ns1:ea typeface="Aptos"/>
                <ns1:cs typeface="Aptos"/>
              </ns1:defRPr>
            </ns1:lvl9pPr>
          </ns1:lstStyle>
          <ns1:p>
            <ns1:pPr algn="ctr">
              <ns1:defRPr sz="1200" b="0">
                <ns1:solidFill>
                  <ns1:srgbClr val="536276"/>
                </ns1:solidFill>
                <ns1:latin typeface="Aptos"/>
                <ns1:ea typeface="Aptos"/>
                <ns1:cs typeface="Aptos"/>
              </ns1:defRPr>
            </ns1:pPr>
            <ns1:r>
              <ns1:rPr sz="1200" b="0">
                <ns1:solidFill>
                  <ns1:srgbClr val="536276"/>
                </ns1:solidFill>
                <ns1:latin typeface="Aptos"/>
                <ns1:ea typeface="Aptos"/>
                <ns1:cs typeface="Aptos"/>
              </ns1:rPr>
              <ns1:t>Una captura puede usarse después o fuera de contexto.</ns1:t>
            </ns1:r>
          </ns1:p>
        </ns0:txBody>
      </ns0:sp>
      <ns0:sp>
        <ns0:nvSpPr>
          <ns0:cNvPr id="50" name="">
            <ns1:extLst>
              <ns1:ext uri="{FF2B5EF4-FFF2-40B4-BE49-F238E27FC236}">
                <ns2:creationId id="{FAE51AC2-DF63-4D8F-803C-65D24216FBB4}"/>
              </ns1:ext>
            </ns1:extLst>
          </ns0:cNvPr>
          <ns0:cNvSpPr>
            <ns1:spLocks noGrp="1"/>
          </ns0:cNvSpPr>
          <ns0:nvPr/>
        </ns0:nvSpPr>
        <ns0:spPr>
          <ns1:xfrm flipV="0">
            <ns1:off x="3676650" y="3429000"/>
            <ns1:ext cx="923925" cy="9525"/>
          </ns1:xfrm>
          <ns1:prstGeom prst="line">
            <ns1:avLst/>
          </ns1:prstGeom>
          <ns1:noFill/>
          <ns1:ln w="19050">
            <ns1:solidFill>
              <ns1:srgbClr val="536276"/>
            </ns1:solidFill>
            <ns1:prstDash val="solid"/>
          </ns1:ln>
        </ns0:spPr>
      </ns0:sp>
      <ns0:sp>
        <ns0:nvSpPr>
          <ns0:cNvPr id="51" name="">
            <ns1:extLst>
              <ns1:ext uri="{FF2B5EF4-FFF2-40B4-BE49-F238E27FC236}">
                <ns2:creationId id="{72A1D415-CC57-416C-B706-41DFCAA3A0B7}"/>
              </ns1:ext>
            </ns1:extLst>
          </ns0:cNvPr>
          <ns0:cNvSpPr>
            <ns1:spLocks noGrp="1"/>
          </ns0:cNvSpPr>
          <ns0:nvPr/>
        </ns0:nvSpPr>
        <ns0:spPr>
          <ns1:xfrm flipV="0">
            <ns1:off x="7591425" y="3429000"/>
            <ns1:ext cx="923925" cy="9525"/>
          </ns1:xfrm>
          <ns1:prstGeom prst="line">
            <ns1:avLst/>
          </ns1:prstGeom>
          <ns1:noFill/>
          <ns1:ln w="19050">
            <ns1:solidFill>
              <ns1:srgbClr val="536276"/>
            </ns1:solidFill>
            <ns1:prstDash val="solid"/>
          </ns1:ln>
        </ns0:spPr>
      </ns0:sp>
      <ns0:sp>
        <ns0:nvSpPr>
          <ns0:cNvPr id="52" name="">
            <ns1:extLst>
              <ns1:ext uri="{FF2B5EF4-FFF2-40B4-BE49-F238E27FC236}">
                <ns2:creationId id="{70E22A91-770E-48C9-82CD-3E649F798E5E}"/>
              </ns1:ext>
            </ns1:extLst>
          </ns0:cNvPr>
          <ns0:cNvSpPr>
            <ns1:spLocks noGrp="1"/>
          </ns0:cNvSpPr>
          <ns0:nvPr/>
        </ns0:nvSpPr>
        <ns0:spPr>
          <ns1:xfrm>
            <ns1:off x="1809750" y="4857750"/>
            <ns1:ext cx="8572500" cy="876300"/>
          </ns1:xfrm>
          <ns1:prstGeom prst="roundRect">
            <ns1:avLst>
              <ns1:gd name="adj" fmla="val 8696"/>
            </ns1:avLst>
          </ns1:prstGeom>
          <ns1:solidFill>
            <ns1:srgbClr val="D9F5F0"/>
          </ns1:solidFill>
          <ns1:ln w="0">
            <ns1:noFill/>
            <ns1:prstDash val="solid"/>
          </ns1:ln>
        </ns0:spPr>
      </ns0:sp>
      <ns0:sp>
        <ns0:nvSpPr>
          <ns0:cNvPr id="53" name="">
            <ns1:extLst>
              <ns1:ext uri="{FF2B5EF4-FFF2-40B4-BE49-F238E27FC236}">
                <ns2:creationId id="{E6498199-63D1-4DFF-87EF-502905594535}"/>
              </ns1:ext>
            </ns1:extLst>
          </ns0:cNvPr>
          <ns0:cNvSpPr>
            <ns1:spLocks noGrp="1"/>
          </ns0:cNvSpPr>
          <ns0:nvPr/>
        </ns0:nvSpPr>
        <ns0:spPr>
          <ns1:xfrm>
            <ns1:off x="2095500" y="5010150"/>
            <ns1:ext cx="1905000" cy="257175"/>
          </ns1:xfrm>
          <ns1:prstGeom prst="rect">
            <ns1:avLst/>
          </ns1:prstGeom>
          <ns1:noFill/>
          <ns1:ln w="0">
            <ns1:noFill/>
            <ns1:prstDash val="solid"/>
          </ns1:ln>
        </ns0:spPr>
        <ns0:txBody>
          <ns1:bodyPr lIns="0" tIns="0" rIns="0" bIns="0" anchor="ctr">
            <ns1:normAutofit fontScale="100000"/>
          </ns1:bodyPr>
          <ns1:lstStyle>
            <ns1:defPPr algn="l">
              <ns1:defRPr sz="1275" b="1">
                <ns1:solidFill>
                  <ns1:srgbClr val="23836E"/>
                </ns1:solidFill>
                <ns1:latin typeface="Aptos"/>
                <ns1:ea typeface="Aptos"/>
                <ns1:cs typeface="Aptos"/>
              </ns1:defRPr>
            </ns1:defPPr>
            <ns1:lvl1pPr algn="l">
              <ns1:defRPr sz="1275" b="1">
                <ns1:solidFill>
                  <ns1:srgbClr val="23836E"/>
                </ns1:solidFill>
                <ns1:latin typeface="Aptos"/>
                <ns1:ea typeface="Aptos"/>
                <ns1:cs typeface="Aptos"/>
              </ns1:defRPr>
            </ns1:lvl1pPr>
            <ns1:lvl2pPr algn="l">
              <ns1:defRPr sz="1275" b="1">
                <ns1:solidFill>
                  <ns1:srgbClr val="23836E"/>
                </ns1:solidFill>
                <ns1:latin typeface="Aptos"/>
                <ns1:ea typeface="Aptos"/>
                <ns1:cs typeface="Aptos"/>
              </ns1:defRPr>
            </ns1:lvl2pPr>
            <ns1:lvl3pPr algn="l">
              <ns1:defRPr sz="1275" b="1">
                <ns1:solidFill>
                  <ns1:srgbClr val="23836E"/>
                </ns1:solidFill>
                <ns1:latin typeface="Aptos"/>
                <ns1:ea typeface="Aptos"/>
                <ns1:cs typeface="Aptos"/>
              </ns1:defRPr>
            </ns1:lvl3pPr>
            <ns1:lvl4pPr algn="l">
              <ns1:defRPr sz="1275" b="1">
                <ns1:solidFill>
                  <ns1:srgbClr val="23836E"/>
                </ns1:solidFill>
                <ns1:latin typeface="Aptos"/>
                <ns1:ea typeface="Aptos"/>
                <ns1:cs typeface="Aptos"/>
              </ns1:defRPr>
            </ns1:lvl4pPr>
            <ns1:lvl5pPr algn="l">
              <ns1:defRPr sz="1275" b="1">
                <ns1:solidFill>
                  <ns1:srgbClr val="23836E"/>
                </ns1:solidFill>
                <ns1:latin typeface="Aptos"/>
                <ns1:ea typeface="Aptos"/>
                <ns1:cs typeface="Aptos"/>
              </ns1:defRPr>
            </ns1:lvl5pPr>
            <ns1:lvl6pPr algn="l">
              <ns1:defRPr sz="1275" b="1">
                <ns1:solidFill>
                  <ns1:srgbClr val="23836E"/>
                </ns1:solidFill>
                <ns1:latin typeface="Aptos"/>
                <ns1:ea typeface="Aptos"/>
                <ns1:cs typeface="Aptos"/>
              </ns1:defRPr>
            </ns1:lvl6pPr>
            <ns1:lvl7pPr algn="l">
              <ns1:defRPr sz="1275" b="1">
                <ns1:solidFill>
                  <ns1:srgbClr val="23836E"/>
                </ns1:solidFill>
                <ns1:latin typeface="Aptos"/>
                <ns1:ea typeface="Aptos"/>
                <ns1:cs typeface="Aptos"/>
              </ns1:defRPr>
            </ns1:lvl7pPr>
            <ns1:lvl8pPr algn="l">
              <ns1:defRPr sz="1275" b="1">
                <ns1:solidFill>
                  <ns1:srgbClr val="23836E"/>
                </ns1:solidFill>
                <ns1:latin typeface="Aptos"/>
                <ns1:ea typeface="Aptos"/>
                <ns1:cs typeface="Aptos"/>
              </ns1:defRPr>
            </ns1:lvl8pPr>
            <ns1:lvl9pPr algn="l">
              <ns1:defRPr sz="1275" b="1">
                <ns1:solidFill>
                  <ns1:srgbClr val="23836E"/>
                </ns1:solidFill>
                <ns1:latin typeface="Aptos"/>
                <ns1:ea typeface="Aptos"/>
                <ns1:cs typeface="Aptos"/>
              </ns1:defRPr>
            </ns1:lvl9pPr>
          </ns1:lstStyle>
          <ns1:p>
            <ns1:pPr algn="l">
              <ns1:defRPr sz="1275" b="1">
                <ns1:solidFill>
                  <ns1:srgbClr val="23836E"/>
                </ns1:solidFill>
                <ns1:latin typeface="Aptos"/>
                <ns1:ea typeface="Aptos"/>
                <ns1:cs typeface="Aptos"/>
              </ns1:defRPr>
            </ns1:pPr>
            <ns1:r>
              <ns1:rPr sz="1275" b="1">
                <ns1:solidFill>
                  <ns1:srgbClr val="23836E"/>
                </ns1:solidFill>
                <ns1:latin typeface="Aptos"/>
                <ns1:ea typeface="Aptos"/>
                <ns1:cs typeface="Aptos"/>
              </ns1:rPr>
              <ns1:t>La pregunta</ns1:t>
            </ns1:r>
          </ns1:p>
        </ns0:txBody>
      </ns0:sp>
      <ns0:sp>
        <ns0:nvSpPr>
          <ns0:cNvPr id="54" name="">
            <ns1:extLst>
              <ns1:ext uri="{FF2B5EF4-FFF2-40B4-BE49-F238E27FC236}">
                <ns2:creationId id="{895B8CF8-45EE-4687-9F82-ED4AC34D76CC}"/>
              </ns1:ext>
            </ns1:extLst>
          </ns0:cNvPr>
          <ns0:cNvSpPr>
            <ns1:spLocks noGrp="1"/>
          </ns0:cNvSpPr>
          <ns0:nvPr/>
        </ns0:nvSpPr>
        <ns0:spPr>
          <ns1:xfrm>
            <ns1:off x="4048125" y="4981575"/>
            <ns1:ext cx="5715000" cy="342900"/>
          </ns1:xfrm>
          <ns1:prstGeom prst="rect">
            <ns1:avLst/>
          </ns1:prstGeom>
          <ns1:noFill/>
          <ns1:ln w="0">
            <ns1:noFill/>
            <ns1:prstDash val="solid"/>
          </ns1:ln>
        </ns0:spPr>
        <ns0:txBody>
          <ns1:bodyPr lIns="0" tIns="0" rIns="0" bIns="0" anchor="ctr">
            <ns1:normAutofit fontScale="100000"/>
          </ns1:bodyPr>
          <ns1:lstStyle>
            <ns1:defPPr algn="l">
              <ns1:defRPr sz="2250" b="1">
                <ns1:solidFill>
                  <ns1:srgbClr val="172554"/>
                </ns1:solidFill>
                <ns1:latin typeface="Aptos"/>
                <ns1:ea typeface="Aptos"/>
                <ns1:cs typeface="Aptos"/>
              </ns1:defRPr>
            </ns1:defPPr>
            <ns1:lvl1pPr algn="l">
              <ns1:defRPr sz="2250" b="1">
                <ns1:solidFill>
                  <ns1:srgbClr val="172554"/>
                </ns1:solidFill>
                <ns1:latin typeface="Aptos"/>
                <ns1:ea typeface="Aptos"/>
                <ns1:cs typeface="Aptos"/>
              </ns1:defRPr>
            </ns1:lvl1pPr>
            <ns1:lvl2pPr algn="l">
              <ns1:defRPr sz="2250" b="1">
                <ns1:solidFill>
                  <ns1:srgbClr val="172554"/>
                </ns1:solidFill>
                <ns1:latin typeface="Aptos"/>
                <ns1:ea typeface="Aptos"/>
                <ns1:cs typeface="Aptos"/>
              </ns1:defRPr>
            </ns1:lvl2pPr>
            <ns1:lvl3pPr algn="l">
              <ns1:defRPr sz="2250" b="1">
                <ns1:solidFill>
                  <ns1:srgbClr val="172554"/>
                </ns1:solidFill>
                <ns1:latin typeface="Aptos"/>
                <ns1:ea typeface="Aptos"/>
                <ns1:cs typeface="Aptos"/>
              </ns1:defRPr>
            </ns1:lvl3pPr>
            <ns1:lvl4pPr algn="l">
              <ns1:defRPr sz="2250" b="1">
                <ns1:solidFill>
                  <ns1:srgbClr val="172554"/>
                </ns1:solidFill>
                <ns1:latin typeface="Aptos"/>
                <ns1:ea typeface="Aptos"/>
                <ns1:cs typeface="Aptos"/>
              </ns1:defRPr>
            </ns1:lvl4pPr>
            <ns1:lvl5pPr algn="l">
              <ns1:defRPr sz="2250" b="1">
                <ns1:solidFill>
                  <ns1:srgbClr val="172554"/>
                </ns1:solidFill>
                <ns1:latin typeface="Aptos"/>
                <ns1:ea typeface="Aptos"/>
                <ns1:cs typeface="Aptos"/>
              </ns1:defRPr>
            </ns1:lvl5pPr>
            <ns1:lvl6pPr algn="l">
              <ns1:defRPr sz="2250" b="1">
                <ns1:solidFill>
                  <ns1:srgbClr val="172554"/>
                </ns1:solidFill>
                <ns1:latin typeface="Aptos"/>
                <ns1:ea typeface="Aptos"/>
                <ns1:cs typeface="Aptos"/>
              </ns1:defRPr>
            </ns1:lvl6pPr>
            <ns1:lvl7pPr algn="l">
              <ns1:defRPr sz="2250" b="1">
                <ns1:solidFill>
                  <ns1:srgbClr val="172554"/>
                </ns1:solidFill>
                <ns1:latin typeface="Aptos"/>
                <ns1:ea typeface="Aptos"/>
                <ns1:cs typeface="Aptos"/>
              </ns1:defRPr>
            </ns1:lvl7pPr>
            <ns1:lvl8pPr algn="l">
              <ns1:defRPr sz="2250" b="1">
                <ns1:solidFill>
                  <ns1:srgbClr val="172554"/>
                </ns1:solidFill>
                <ns1:latin typeface="Aptos"/>
                <ns1:ea typeface="Aptos"/>
                <ns1:cs typeface="Aptos"/>
              </ns1:defRPr>
            </ns1:lvl8pPr>
            <ns1:lvl9pPr algn="l">
              <ns1:defRPr sz="2250" b="1">
                <ns1:solidFill>
                  <ns1:srgbClr val="172554"/>
                </ns1:solidFill>
                <ns1:latin typeface="Aptos"/>
                <ns1:ea typeface="Aptos"/>
                <ns1:cs typeface="Aptos"/>
              </ns1:defRPr>
            </ns1:lvl9pPr>
          </ns1:lstStyle>
          <ns1:p>
            <ns1:pPr algn="l">
              <ns1:defRPr sz="2250" b="1">
                <ns1:solidFill>
                  <ns1:srgbClr val="172554"/>
                </ns1:solidFill>
                <ns1:latin typeface="Aptos"/>
                <ns1:ea typeface="Aptos"/>
                <ns1:cs typeface="Aptos"/>
              </ns1:defRPr>
            </ns1:pPr>
            <ns1:r>
              <ns1:rPr sz="2250" b="1">
                <ns1:solidFill>
                  <ns1:srgbClr val="172554"/>
                </ns1:solidFill>
                <ns1:latin typeface="Aptos"/>
                <ns1:ea typeface="Aptos"/>
                <ns1:cs typeface="Aptos"/>
              </ns1:rPr>
              <ns1:t>¿Aprobó Bases de Datos?</ns1:t>
            </ns1:r>
          </ns1:p>
        </ns0:txBody>
      </ns0:sp>
    </ns0:spTree>
    <ns0:extLst>
      <ns0:ext uri="{BB962C8B-B14F-4D97-AF65-F5344CB8AC3E}">
        <ns3:creationId val="2076556326"/>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25" name="">
            <ns1:extLst>
              <ns1:ext uri="{FF2B5EF4-FFF2-40B4-BE49-F238E27FC236}">
                <ns2:creationId id="{0E7BE778-2614-4F17-90D2-CEC935B6F756}"/>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CRIPTOGRAFÍA DESDE CERO</ns1:t>
            </ns1:r>
          </ns1:p>
        </ns0:txBody>
      </ns0:sp>
      <ns0:sp>
        <ns0:nvSpPr>
          <ns0:cNvPr id="2" name="">
            <ns1:extLst>
              <ns1:ext uri="{FF2B5EF4-FFF2-40B4-BE49-F238E27FC236}">
                <ns2:creationId id="{F247B3D6-7C5F-4145-A84E-4C93531C1978}"/>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1:30</ns1:t>
            </ns1:r>
          </ns1:p>
        </ns0:txBody>
      </ns0:sp>
      <ns0:sp>
        <ns0:nvSpPr>
          <ns0:cNvPr id="3" name="">
            <ns1:extLst>
              <ns1:ext uri="{FF2B5EF4-FFF2-40B4-BE49-F238E27FC236}">
                <ns2:creationId id="{37A81610-5A8E-4E2A-A882-457050329F58}"/>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De las claves compartidas a las firmas digitales</ns1:t>
            </ns1:r>
          </ns1:p>
        </ns0:txBody>
      </ns0:sp>
      <ns0:sp>
        <ns0:nvSpPr>
          <ns0:cNvPr id="4" name="">
            <ns1:extLst>
              <ns1:ext uri="{FF2B5EF4-FFF2-40B4-BE49-F238E27FC236}">
                <ns2:creationId id="{2D79A05E-1EF0-4E6F-8A08-4C8F905379FF}"/>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BA452A17-3A3A-417D-BA37-C53B308B8507}"/>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7B4AE22B-0B82-49FB-B168-D19ECA934F2B}"/>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03</ns1:t>
            </ns1:r>
          </ns1:p>
        </ns0:txBody>
      </ns0:sp>
      <ns0:sp>
        <ns0:nvSpPr>
          <ns0:cNvPr id="7" name="">
            <ns1:extLst>
              <ns1:ext uri="{FF2B5EF4-FFF2-40B4-BE49-F238E27FC236}">
                <ns2:creationId id="{239ADB06-B854-4896-B7AC-6C146281D044}"/>
              </ns1:ext>
            </ns1:extLst>
          </ns0:cNvPr>
          <ns0:cNvSpPr>
            <ns1:spLocks noGrp="1"/>
          </ns0:cNvSpPr>
          <ns0:nvPr/>
        </ns0:nvSpPr>
        <ns0:spPr>
          <ns1:xfrm>
            <ns1:off x="723900" y="1571625"/>
            <ns1:ext cx="10287000" cy="409575"/>
          </ns1:xfrm>
          <ns1:prstGeom prst="rect">
            <ns1:avLst/>
          </ns1:prstGeom>
          <ns1:noFill/>
          <ns1:ln w="0">
            <ns1:noFill/>
            <ns1:prstDash val="solid"/>
          </ns1:ln>
        </ns0:spPr>
        <ns0:txBody>
          <ns1:bodyPr lIns="0" tIns="0" rIns="0" bIns="0" anchor="ctr">
            <ns1:normAutofit fontScale="100000"/>
          </ns1:bodyPr>
          <ns1:lstStyle>
            <ns1:defPPr algn="l">
              <ns1:defRPr sz="1725" b="1">
                <ns1:solidFill>
                  <ns1:srgbClr val="182230"/>
                </ns1:solidFill>
                <ns1:latin typeface="Aptos"/>
                <ns1:ea typeface="Aptos"/>
                <ns1:cs typeface="Aptos"/>
              </ns1:defRPr>
            </ns1:defPPr>
            <ns1:lvl1pPr algn="l">
              <ns1:defRPr sz="1725" b="1">
                <ns1:solidFill>
                  <ns1:srgbClr val="182230"/>
                </ns1:solidFill>
                <ns1:latin typeface="Aptos"/>
                <ns1:ea typeface="Aptos"/>
                <ns1:cs typeface="Aptos"/>
              </ns1:defRPr>
            </ns1:lvl1pPr>
            <ns1:lvl2pPr algn="l">
              <ns1:defRPr sz="1725" b="1">
                <ns1:solidFill>
                  <ns1:srgbClr val="182230"/>
                </ns1:solidFill>
                <ns1:latin typeface="Aptos"/>
                <ns1:ea typeface="Aptos"/>
                <ns1:cs typeface="Aptos"/>
              </ns1:defRPr>
            </ns1:lvl2pPr>
            <ns1:lvl3pPr algn="l">
              <ns1:defRPr sz="1725" b="1">
                <ns1:solidFill>
                  <ns1:srgbClr val="182230"/>
                </ns1:solidFill>
                <ns1:latin typeface="Aptos"/>
                <ns1:ea typeface="Aptos"/>
                <ns1:cs typeface="Aptos"/>
              </ns1:defRPr>
            </ns1:lvl3pPr>
            <ns1:lvl4pPr algn="l">
              <ns1:defRPr sz="1725" b="1">
                <ns1:solidFill>
                  <ns1:srgbClr val="182230"/>
                </ns1:solidFill>
                <ns1:latin typeface="Aptos"/>
                <ns1:ea typeface="Aptos"/>
                <ns1:cs typeface="Aptos"/>
              </ns1:defRPr>
            </ns1:lvl4pPr>
            <ns1:lvl5pPr algn="l">
              <ns1:defRPr sz="1725" b="1">
                <ns1:solidFill>
                  <ns1:srgbClr val="182230"/>
                </ns1:solidFill>
                <ns1:latin typeface="Aptos"/>
                <ns1:ea typeface="Aptos"/>
                <ns1:cs typeface="Aptos"/>
              </ns1:defRPr>
            </ns1:lvl5pPr>
            <ns1:lvl6pPr algn="l">
              <ns1:defRPr sz="1725" b="1">
                <ns1:solidFill>
                  <ns1:srgbClr val="182230"/>
                </ns1:solidFill>
                <ns1:latin typeface="Aptos"/>
                <ns1:ea typeface="Aptos"/>
                <ns1:cs typeface="Aptos"/>
              </ns1:defRPr>
            </ns1:lvl6pPr>
            <ns1:lvl7pPr algn="l">
              <ns1:defRPr sz="1725" b="1">
                <ns1:solidFill>
                  <ns1:srgbClr val="182230"/>
                </ns1:solidFill>
                <ns1:latin typeface="Aptos"/>
                <ns1:ea typeface="Aptos"/>
                <ns1:cs typeface="Aptos"/>
              </ns1:defRPr>
            </ns1:lvl7pPr>
            <ns1:lvl8pPr algn="l">
              <ns1:defRPr sz="1725" b="1">
                <ns1:solidFill>
                  <ns1:srgbClr val="182230"/>
                </ns1:solidFill>
                <ns1:latin typeface="Aptos"/>
                <ns1:ea typeface="Aptos"/>
                <ns1:cs typeface="Aptos"/>
              </ns1:defRPr>
            </ns1:lvl8pPr>
            <ns1:lvl9pPr algn="l">
              <ns1:defRPr sz="1725" b="1">
                <ns1:solidFill>
                  <ns1:srgbClr val="182230"/>
                </ns1:solidFill>
                <ns1:latin typeface="Aptos"/>
                <ns1:ea typeface="Aptos"/>
                <ns1:cs typeface="Aptos"/>
              </ns1:defRPr>
            </ns1:lvl9pPr>
          </ns1:lstStyle>
          <ns1:p>
            <ns1:pPr algn="l">
              <ns1:defRPr sz="1725" b="1">
                <ns1:solidFill>
                  <ns1:srgbClr val="182230"/>
                </ns1:solidFill>
                <ns1:latin typeface="Aptos"/>
                <ns1:ea typeface="Aptos"/>
                <ns1:cs typeface="Aptos"/>
              </ns1:defRPr>
            </ns1:pPr>
            <ns1:r>
              <ns1:rPr sz="1725" b="1">
                <ns1:solidFill>
                  <ns1:srgbClr val="182230"/>
                </ns1:solidFill>
                <ns1:latin typeface="Aptos"/>
                <ns1:ea typeface="Aptos"/>
                <ns1:cs typeface="Aptos"/>
              </ns1:rPr>
              <ns1:t>La criptografía ayuda a proteger información y a comprobar quién la firmó.</ns1:t>
            </ns1:r>
          </ns1:p>
        </ns0:txBody>
      </ns0:sp>
      <ns0:sp>
        <ns0:nvSpPr>
          <ns0:cNvPr id="8" name="">
            <ns1:extLst>
              <ns1:ext uri="{FF2B5EF4-FFF2-40B4-BE49-F238E27FC236}">
                <ns2:creationId id="{B501501E-2916-4480-8EAE-CDD8DBCB1674}"/>
              </ns1:ext>
            </ns1:extLst>
          </ns0:cNvPr>
          <ns0:cNvSpPr>
            <ns1:spLocks noGrp="1"/>
          </ns0:cNvSpPr>
          <ns0:nvPr/>
        </ns0:nvSpPr>
        <ns0:spPr>
          <ns1:xfrm flipV="0">
            <ns1:off x="1619250" y="3524250"/>
            <ns1:ext cx="8953500" cy="9525"/>
          </ns1:xfrm>
          <ns1:prstGeom prst="line">
            <ns1:avLst/>
          </ns1:prstGeom>
          <ns1:noFill/>
          <ns1:ln w="47625">
            <ns1:solidFill>
              <ns1:srgbClr val="B9C7DA"/>
            </ns1:solidFill>
            <ns1:prstDash val="solid"/>
          </ns1:ln>
        </ns0:spPr>
      </ns0:sp>
      <ns0:sp>
        <ns0:nvSpPr>
          <ns0:cNvPr id="9" name="">
            <ns1:extLst>
              <ns1:ext uri="{FF2B5EF4-FFF2-40B4-BE49-F238E27FC236}">
                <ns2:creationId id="{FCDD9ACF-8F8E-4FAE-BF2C-058CC84321C0}"/>
              </ns1:ext>
            </ns1:extLst>
          </ns0:cNvPr>
          <ns0:cNvSpPr>
            <ns1:spLocks noGrp="1"/>
          </ns0:cNvSpPr>
          <ns0:nvPr/>
        </ns0:nvSpPr>
        <ns0:spPr>
          <ns1:xfrm>
            <ns1:off x="2028825" y="3209925"/>
            <ns1:ext cx="628650" cy="628650"/>
          </ns1:xfrm>
          <ns1:prstGeom prst="ellipse">
            <ns1:avLst/>
          </ns1:prstGeom>
          <ns1:solidFill>
            <ns1:srgbClr val="2846A0"/>
          </ns1:solidFill>
          <ns1:ln w="0">
            <ns1:noFill/>
            <ns1:prstDash val="solid"/>
          </ns1:ln>
        </ns0:spPr>
      </ns0:sp>
      <ns0:sp>
        <ns0:nvSpPr>
          <ns0:cNvPr id="10" name="">
            <ns1:extLst>
              <ns1:ext uri="{FF2B5EF4-FFF2-40B4-BE49-F238E27FC236}">
                <ns2:creationId id="{6FC5498C-5C20-4B03-A51D-4DB802442187}"/>
              </ns1:ext>
            </ns1:extLst>
          </ns0:cNvPr>
          <ns0:cNvSpPr>
            <ns1:spLocks noGrp="1"/>
          </ns0:cNvSpPr>
          <ns0:nvPr/>
        </ns0:nvSpPr>
        <ns0:spPr>
          <ns1:xfrm>
            <ns1:off x="2028825" y="3209925"/>
            <ns1:ext cx="628650" cy="628650"/>
          </ns1:xfrm>
          <ns1:prstGeom prst="rect">
            <ns1:avLst/>
          </ns1:prstGeom>
          <ns1:noFill/>
          <ns1:ln w="0">
            <ns1:noFill/>
            <ns1:prstDash val="solid"/>
          </ns1:ln>
        </ns0:spPr>
        <ns0:txBody>
          <ns1:bodyPr lIns="0" tIns="0" rIns="0" bIns="0" anchor="ctr">
            <ns1:normAutofit fontScale="100000"/>
          </ns1:bodyPr>
          <ns1:lstStyle>
            <ns1:defPPr algn="ctr">
              <ns1:defRPr sz="1875" b="1">
                <ns1:solidFill>
                  <ns1:srgbClr val="FFFFFF"/>
                </ns1:solidFill>
                <ns1:latin typeface="Aptos"/>
                <ns1:ea typeface="Aptos"/>
                <ns1:cs typeface="Aptos"/>
              </ns1:defRPr>
            </ns1:defPPr>
            <ns1:lvl1pPr algn="ctr">
              <ns1:defRPr sz="1875" b="1">
                <ns1:solidFill>
                  <ns1:srgbClr val="FFFFFF"/>
                </ns1:solidFill>
                <ns1:latin typeface="Aptos"/>
                <ns1:ea typeface="Aptos"/>
                <ns1:cs typeface="Aptos"/>
              </ns1:defRPr>
            </ns1:lvl1pPr>
            <ns1:lvl2pPr algn="ctr">
              <ns1:defRPr sz="1875" b="1">
                <ns1:solidFill>
                  <ns1:srgbClr val="FFFFFF"/>
                </ns1:solidFill>
                <ns1:latin typeface="Aptos"/>
                <ns1:ea typeface="Aptos"/>
                <ns1:cs typeface="Aptos"/>
              </ns1:defRPr>
            </ns1:lvl2pPr>
            <ns1:lvl3pPr algn="ctr">
              <ns1:defRPr sz="1875" b="1">
                <ns1:solidFill>
                  <ns1:srgbClr val="FFFFFF"/>
                </ns1:solidFill>
                <ns1:latin typeface="Aptos"/>
                <ns1:ea typeface="Aptos"/>
                <ns1:cs typeface="Aptos"/>
              </ns1:defRPr>
            </ns1:lvl3pPr>
            <ns1:lvl4pPr algn="ctr">
              <ns1:defRPr sz="1875" b="1">
                <ns1:solidFill>
                  <ns1:srgbClr val="FFFFFF"/>
                </ns1:solidFill>
                <ns1:latin typeface="Aptos"/>
                <ns1:ea typeface="Aptos"/>
                <ns1:cs typeface="Aptos"/>
              </ns1:defRPr>
            </ns1:lvl4pPr>
            <ns1:lvl5pPr algn="ctr">
              <ns1:defRPr sz="1875" b="1">
                <ns1:solidFill>
                  <ns1:srgbClr val="FFFFFF"/>
                </ns1:solidFill>
                <ns1:latin typeface="Aptos"/>
                <ns1:ea typeface="Aptos"/>
                <ns1:cs typeface="Aptos"/>
              </ns1:defRPr>
            </ns1:lvl5pPr>
            <ns1:lvl6pPr algn="ctr">
              <ns1:defRPr sz="1875" b="1">
                <ns1:solidFill>
                  <ns1:srgbClr val="FFFFFF"/>
                </ns1:solidFill>
                <ns1:latin typeface="Aptos"/>
                <ns1:ea typeface="Aptos"/>
                <ns1:cs typeface="Aptos"/>
              </ns1:defRPr>
            </ns1:lvl6pPr>
            <ns1:lvl7pPr algn="ctr">
              <ns1:defRPr sz="1875" b="1">
                <ns1:solidFill>
                  <ns1:srgbClr val="FFFFFF"/>
                </ns1:solidFill>
                <ns1:latin typeface="Aptos"/>
                <ns1:ea typeface="Aptos"/>
                <ns1:cs typeface="Aptos"/>
              </ns1:defRPr>
            </ns1:lvl7pPr>
            <ns1:lvl8pPr algn="ctr">
              <ns1:defRPr sz="1875" b="1">
                <ns1:solidFill>
                  <ns1:srgbClr val="FFFFFF"/>
                </ns1:solidFill>
                <ns1:latin typeface="Aptos"/>
                <ns1:ea typeface="Aptos"/>
                <ns1:cs typeface="Aptos"/>
              </ns1:defRPr>
            </ns1:lvl8pPr>
            <ns1:lvl9pPr algn="ctr">
              <ns1:defRPr sz="1875" b="1">
                <ns1:solidFill>
                  <ns1:srgbClr val="FFFFFF"/>
                </ns1:solidFill>
                <ns1:latin typeface="Aptos"/>
                <ns1:ea typeface="Aptos"/>
                <ns1:cs typeface="Aptos"/>
              </ns1:defRPr>
            </ns1:lvl9pPr>
          </ns1:lstStyle>
          <ns1:p>
            <ns1:pPr algn="ctr">
              <ns1:defRPr sz="1875" b="1">
                <ns1:solidFill>
                  <ns1:srgbClr val="FFFFFF"/>
                </ns1:solidFill>
                <ns1:latin typeface="Aptos"/>
                <ns1:ea typeface="Aptos"/>
                <ns1:cs typeface="Aptos"/>
              </ns1:defRPr>
            </ns1:pPr>
            <ns1:r>
              <ns1:rPr sz="1875" b="1">
                <ns1:solidFill>
                  <ns1:srgbClr val="FFFFFF"/>
                </ns1:solidFill>
                <ns1:latin typeface="Aptos"/>
                <ns1:ea typeface="Aptos"/>
                <ns1:cs typeface="Aptos"/>
              </ns1:rPr>
              <ns1:t>1</ns1:t>
            </ns1:r>
          </ns1:p>
        </ns0:txBody>
      </ns0:sp>
      <ns0:sp>
        <ns0:nvSpPr>
          <ns0:cNvPr id="11" name="">
            <ns1:extLst>
              <ns1:ext uri="{FF2B5EF4-FFF2-40B4-BE49-F238E27FC236}">
                <ns2:creationId id="{D4B25CDF-C2D6-4237-A60F-3C0C53F87D66}"/>
              </ns1:ext>
            </ns1:extLst>
          </ns0:cNvPr>
          <ns0:cNvSpPr>
            <ns1:spLocks noGrp="1"/>
          </ns0:cNvSpPr>
          <ns0:nvPr/>
        </ns0:nvSpPr>
        <ns0:spPr>
          <ns1:xfrm>
            <ns1:off x="1095375" y="2238375"/>
            <ns1:ext cx="2476500" cy="285750"/>
          </ns1:xfrm>
          <ns1:prstGeom prst="rect">
            <ns1:avLst/>
          </ns1:prstGeom>
          <ns1:noFill/>
          <ns1:ln w="0">
            <ns1:noFill/>
            <ns1:prstDash val="solid"/>
          </ns1:ln>
        </ns0:spPr>
        <ns0:txBody>
          <ns1:bodyPr lIns="0" tIns="0" rIns="0" bIns="0" anchor="ctr">
            <ns1:normAutofit fontScale="100000"/>
          </ns1:bodyPr>
          <ns1:lstStyle>
            <ns1:defPPr algn="ctr">
              <ns1:defRPr sz="1275" b="1">
                <ns1:solidFill>
                  <ns1:srgbClr val="2846A0"/>
                </ns1:solidFill>
                <ns1:latin typeface="Aptos"/>
                <ns1:ea typeface="Aptos"/>
                <ns1:cs typeface="Aptos"/>
              </ns1:defRPr>
            </ns1:defPPr>
            <ns1:lvl1pPr algn="ctr">
              <ns1:defRPr sz="1275" b="1">
                <ns1:solidFill>
                  <ns1:srgbClr val="2846A0"/>
                </ns1:solidFill>
                <ns1:latin typeface="Aptos"/>
                <ns1:ea typeface="Aptos"/>
                <ns1:cs typeface="Aptos"/>
              </ns1:defRPr>
            </ns1:lvl1pPr>
            <ns1:lvl2pPr algn="ctr">
              <ns1:defRPr sz="1275" b="1">
                <ns1:solidFill>
                  <ns1:srgbClr val="2846A0"/>
                </ns1:solidFill>
                <ns1:latin typeface="Aptos"/>
                <ns1:ea typeface="Aptos"/>
                <ns1:cs typeface="Aptos"/>
              </ns1:defRPr>
            </ns1:lvl2pPr>
            <ns1:lvl3pPr algn="ctr">
              <ns1:defRPr sz="1275" b="1">
                <ns1:solidFill>
                  <ns1:srgbClr val="2846A0"/>
                </ns1:solidFill>
                <ns1:latin typeface="Aptos"/>
                <ns1:ea typeface="Aptos"/>
                <ns1:cs typeface="Aptos"/>
              </ns1:defRPr>
            </ns1:lvl3pPr>
            <ns1:lvl4pPr algn="ctr">
              <ns1:defRPr sz="1275" b="1">
                <ns1:solidFill>
                  <ns1:srgbClr val="2846A0"/>
                </ns1:solidFill>
                <ns1:latin typeface="Aptos"/>
                <ns1:ea typeface="Aptos"/>
                <ns1:cs typeface="Aptos"/>
              </ns1:defRPr>
            </ns1:lvl4pPr>
            <ns1:lvl5pPr algn="ctr">
              <ns1:defRPr sz="1275" b="1">
                <ns1:solidFill>
                  <ns1:srgbClr val="2846A0"/>
                </ns1:solidFill>
                <ns1:latin typeface="Aptos"/>
                <ns1:ea typeface="Aptos"/>
                <ns1:cs typeface="Aptos"/>
              </ns1:defRPr>
            </ns1:lvl5pPr>
            <ns1:lvl6pPr algn="ctr">
              <ns1:defRPr sz="1275" b="1">
                <ns1:solidFill>
                  <ns1:srgbClr val="2846A0"/>
                </ns1:solidFill>
                <ns1:latin typeface="Aptos"/>
                <ns1:ea typeface="Aptos"/>
                <ns1:cs typeface="Aptos"/>
              </ns1:defRPr>
            </ns1:lvl6pPr>
            <ns1:lvl7pPr algn="ctr">
              <ns1:defRPr sz="1275" b="1">
                <ns1:solidFill>
                  <ns1:srgbClr val="2846A0"/>
                </ns1:solidFill>
                <ns1:latin typeface="Aptos"/>
                <ns1:ea typeface="Aptos"/>
                <ns1:cs typeface="Aptos"/>
              </ns1:defRPr>
            </ns1:lvl7pPr>
            <ns1:lvl8pPr algn="ctr">
              <ns1:defRPr sz="1275" b="1">
                <ns1:solidFill>
                  <ns1:srgbClr val="2846A0"/>
                </ns1:solidFill>
                <ns1:latin typeface="Aptos"/>
                <ns1:ea typeface="Aptos"/>
                <ns1:cs typeface="Aptos"/>
              </ns1:defRPr>
            </ns1:lvl8pPr>
            <ns1:lvl9pPr algn="ctr">
              <ns1:defRPr sz="1275" b="1">
                <ns1:solidFill>
                  <ns1:srgbClr val="2846A0"/>
                </ns1:solidFill>
                <ns1:latin typeface="Aptos"/>
                <ns1:ea typeface="Aptos"/>
                <ns1:cs typeface="Aptos"/>
              </ns1:defRPr>
            </ns1:lvl9pPr>
          </ns1:lstStyle>
          <ns1:p>
            <ns1:pPr algn="ctr">
              <ns1:defRPr sz="1275" b="1">
                <ns1:solidFill>
                  <ns1:srgbClr val="2846A0"/>
                </ns1:solidFill>
                <ns1:latin typeface="Aptos"/>
                <ns1:ea typeface="Aptos"/>
                <ns1:cs typeface="Aptos"/>
              </ns1:defRPr>
            </ns1:pPr>
            <ns1:r>
              <ns1:rPr sz="1275" b="1">
                <ns1:solidFill>
                  <ns1:srgbClr val="2846A0"/>
                </ns1:solidFill>
                <ns1:latin typeface="Aptos"/>
                <ns1:ea typeface="Aptos"/>
                <ns1:cs typeface="Aptos"/>
              </ns1:rPr>
              <ns1:t>Durante siglos</ns1:t>
            </ns1:r>
          </ns1:p>
        </ns0:txBody>
      </ns0:sp>
      <ns0:sp>
        <ns0:nvSpPr>
          <ns0:cNvPr id="12" name="">
            <ns1:extLst>
              <ns1:ext uri="{FF2B5EF4-FFF2-40B4-BE49-F238E27FC236}">
                <ns2:creationId id="{F9EBE4BD-262A-44C2-8F6F-A115C4EE2D0D}"/>
              </ns1:ext>
            </ns1:extLst>
          </ns0:cNvPr>
          <ns0:cNvSpPr>
            <ns1:spLocks noGrp="1"/>
          </ns0:cNvSpPr>
          <ns0:nvPr/>
        </ns0:nvSpPr>
        <ns0:spPr>
          <ns1:xfrm>
            <ns1:off x="1095375" y="2638425"/>
            <ns1:ext cx="2476500" cy="323850"/>
          </ns1:xfrm>
          <ns1:prstGeom prst="rect">
            <ns1:avLst/>
          </ns1:prstGeom>
          <ns1:noFill/>
          <ns1:ln w="0">
            <ns1:noFill/>
            <ns1:prstDash val="solid"/>
          </ns1:ln>
        </ns0:spPr>
        <ns0:txBody>
          <ns1:bodyPr lIns="0" tIns="0" rIns="0" bIns="0" anchor="ctr">
            <ns1:normAutofit fontScale="100000"/>
          </ns1:bodyPr>
          <ns1:lstStyle>
            <ns1:defPPr algn="ctr">
              <ns1:defRPr sz="1575" b="1">
                <ns1:solidFill>
                  <ns1:srgbClr val="172554"/>
                </ns1:solidFill>
                <ns1:latin typeface="Aptos"/>
                <ns1:ea typeface="Aptos"/>
                <ns1:cs typeface="Aptos"/>
              </ns1:defRPr>
            </ns1:defPPr>
            <ns1:lvl1pPr algn="ctr">
              <ns1:defRPr sz="1575" b="1">
                <ns1:solidFill>
                  <ns1:srgbClr val="172554"/>
                </ns1:solidFill>
                <ns1:latin typeface="Aptos"/>
                <ns1:ea typeface="Aptos"/>
                <ns1:cs typeface="Aptos"/>
              </ns1:defRPr>
            </ns1:lvl1pPr>
            <ns1:lvl2pPr algn="ctr">
              <ns1:defRPr sz="1575" b="1">
                <ns1:solidFill>
                  <ns1:srgbClr val="172554"/>
                </ns1:solidFill>
                <ns1:latin typeface="Aptos"/>
                <ns1:ea typeface="Aptos"/>
                <ns1:cs typeface="Aptos"/>
              </ns1:defRPr>
            </ns1:lvl2pPr>
            <ns1:lvl3pPr algn="ctr">
              <ns1:defRPr sz="1575" b="1">
                <ns1:solidFill>
                  <ns1:srgbClr val="172554"/>
                </ns1:solidFill>
                <ns1:latin typeface="Aptos"/>
                <ns1:ea typeface="Aptos"/>
                <ns1:cs typeface="Aptos"/>
              </ns1:defRPr>
            </ns1:lvl3pPr>
            <ns1:lvl4pPr algn="ctr">
              <ns1:defRPr sz="1575" b="1">
                <ns1:solidFill>
                  <ns1:srgbClr val="172554"/>
                </ns1:solidFill>
                <ns1:latin typeface="Aptos"/>
                <ns1:ea typeface="Aptos"/>
                <ns1:cs typeface="Aptos"/>
              </ns1:defRPr>
            </ns1:lvl4pPr>
            <ns1:lvl5pPr algn="ctr">
              <ns1:defRPr sz="1575" b="1">
                <ns1:solidFill>
                  <ns1:srgbClr val="172554"/>
                </ns1:solidFill>
                <ns1:latin typeface="Aptos"/>
                <ns1:ea typeface="Aptos"/>
                <ns1:cs typeface="Aptos"/>
              </ns1:defRPr>
            </ns1:lvl5pPr>
            <ns1:lvl6pPr algn="ctr">
              <ns1:defRPr sz="1575" b="1">
                <ns1:solidFill>
                  <ns1:srgbClr val="172554"/>
                </ns1:solidFill>
                <ns1:latin typeface="Aptos"/>
                <ns1:ea typeface="Aptos"/>
                <ns1:cs typeface="Aptos"/>
              </ns1:defRPr>
            </ns1:lvl6pPr>
            <ns1:lvl7pPr algn="ctr">
              <ns1:defRPr sz="1575" b="1">
                <ns1:solidFill>
                  <ns1:srgbClr val="172554"/>
                </ns1:solidFill>
                <ns1:latin typeface="Aptos"/>
                <ns1:ea typeface="Aptos"/>
                <ns1:cs typeface="Aptos"/>
              </ns1:defRPr>
            </ns1:lvl7pPr>
            <ns1:lvl8pPr algn="ctr">
              <ns1:defRPr sz="1575" b="1">
                <ns1:solidFill>
                  <ns1:srgbClr val="172554"/>
                </ns1:solidFill>
                <ns1:latin typeface="Aptos"/>
                <ns1:ea typeface="Aptos"/>
                <ns1:cs typeface="Aptos"/>
              </ns1:defRPr>
            </ns1:lvl8pPr>
            <ns1:lvl9pPr algn="ctr">
              <ns1:defRPr sz="1575" b="1">
                <ns1:solidFill>
                  <ns1:srgbClr val="172554"/>
                </ns1:solidFill>
                <ns1:latin typeface="Aptos"/>
                <ns1:ea typeface="Aptos"/>
                <ns1:cs typeface="Aptos"/>
              </ns1:defRPr>
            </ns1:lvl9pPr>
          </ns1:lstStyle>
          <ns1:p>
            <ns1:pPr algn="ctr">
              <ns1:defRPr sz="1575" b="1">
                <ns1:solidFill>
                  <ns1:srgbClr val="172554"/>
                </ns1:solidFill>
                <ns1:latin typeface="Aptos"/>
                <ns1:ea typeface="Aptos"/>
                <ns1:cs typeface="Aptos"/>
              </ns1:defRPr>
            </ns1:pPr>
            <ns1:r>
              <ns1:rPr sz="1575" b="1">
                <ns1:solidFill>
                  <ns1:srgbClr val="172554"/>
                </ns1:solidFill>
                <ns1:latin typeface="Aptos"/>
                <ns1:ea typeface="Aptos"/>
                <ns1:cs typeface="Aptos"/>
              </ns1:rPr>
              <ns1:t>Una misma clave</ns1:t>
            </ns1:r>
          </ns1:p>
        </ns0:txBody>
      </ns0:sp>
      <ns0:sp>
        <ns0:nvSpPr>
          <ns0:cNvPr id="13" name="">
            <ns1:extLst>
              <ns1:ext uri="{FF2B5EF4-FFF2-40B4-BE49-F238E27FC236}">
                <ns2:creationId id="{BE72F1F3-1CE2-4BB5-835F-CCB17BDCA8BD}"/>
              </ns1:ext>
            </ns1:extLst>
          </ns0:cNvPr>
          <ns0:cNvSpPr>
            <ns1:spLocks noGrp="1"/>
          </ns0:cNvSpPr>
          <ns0:nvPr/>
        </ns0:nvSpPr>
        <ns0:spPr>
          <ns1:xfrm>
            <ns1:off x="1095375" y="4048125"/>
            <ns1:ext cx="2476500" cy="781050"/>
          </ns1:xfrm>
          <ns1:prstGeom prst="rect">
            <ns1:avLst/>
          </ns1:prstGeom>
          <ns1:noFill/>
          <ns1:ln w="0">
            <ns1:noFill/>
            <ns1:prstDash val="solid"/>
          </ns1:ln>
        </ns0:spPr>
        <ns0:txBody>
          <ns1:bodyPr lIns="0" tIns="0" rIns="0" bIns="0" anchor="t">
            <ns1:normAutofit fontScale="100000"/>
          </ns1:bodyPr>
          <ns1:lstStyle>
            <ns1:defPPr algn="ctr">
              <ns1:defRPr sz="1275" b="0">
                <ns1:solidFill>
                  <ns1:srgbClr val="536276"/>
                </ns1:solidFill>
                <ns1:latin typeface="Aptos"/>
                <ns1:ea typeface="Aptos"/>
                <ns1:cs typeface="Aptos"/>
              </ns1:defRPr>
            </ns1:defPPr>
            <ns1:lvl1pPr algn="ctr">
              <ns1:defRPr sz="1275" b="0">
                <ns1:solidFill>
                  <ns1:srgbClr val="536276"/>
                </ns1:solidFill>
                <ns1:latin typeface="Aptos"/>
                <ns1:ea typeface="Aptos"/>
                <ns1:cs typeface="Aptos"/>
              </ns1:defRPr>
            </ns1:lvl1pPr>
            <ns1:lvl2pPr algn="ctr">
              <ns1:defRPr sz="1275" b="0">
                <ns1:solidFill>
                  <ns1:srgbClr val="536276"/>
                </ns1:solidFill>
                <ns1:latin typeface="Aptos"/>
                <ns1:ea typeface="Aptos"/>
                <ns1:cs typeface="Aptos"/>
              </ns1:defRPr>
            </ns1:lvl2pPr>
            <ns1:lvl3pPr algn="ctr">
              <ns1:defRPr sz="1275" b="0">
                <ns1:solidFill>
                  <ns1:srgbClr val="536276"/>
                </ns1:solidFill>
                <ns1:latin typeface="Aptos"/>
                <ns1:ea typeface="Aptos"/>
                <ns1:cs typeface="Aptos"/>
              </ns1:defRPr>
            </ns1:lvl3pPr>
            <ns1:lvl4pPr algn="ctr">
              <ns1:defRPr sz="1275" b="0">
                <ns1:solidFill>
                  <ns1:srgbClr val="536276"/>
                </ns1:solidFill>
                <ns1:latin typeface="Aptos"/>
                <ns1:ea typeface="Aptos"/>
                <ns1:cs typeface="Aptos"/>
              </ns1:defRPr>
            </ns1:lvl4pPr>
            <ns1:lvl5pPr algn="ctr">
              <ns1:defRPr sz="1275" b="0">
                <ns1:solidFill>
                  <ns1:srgbClr val="536276"/>
                </ns1:solidFill>
                <ns1:latin typeface="Aptos"/>
                <ns1:ea typeface="Aptos"/>
                <ns1:cs typeface="Aptos"/>
              </ns1:defRPr>
            </ns1:lvl5pPr>
            <ns1:lvl6pPr algn="ctr">
              <ns1:defRPr sz="1275" b="0">
                <ns1:solidFill>
                  <ns1:srgbClr val="536276"/>
                </ns1:solidFill>
                <ns1:latin typeface="Aptos"/>
                <ns1:ea typeface="Aptos"/>
                <ns1:cs typeface="Aptos"/>
              </ns1:defRPr>
            </ns1:lvl6pPr>
            <ns1:lvl7pPr algn="ctr">
              <ns1:defRPr sz="1275" b="0">
                <ns1:solidFill>
                  <ns1:srgbClr val="536276"/>
                </ns1:solidFill>
                <ns1:latin typeface="Aptos"/>
                <ns1:ea typeface="Aptos"/>
                <ns1:cs typeface="Aptos"/>
              </ns1:defRPr>
            </ns1:lvl7pPr>
            <ns1:lvl8pPr algn="ctr">
              <ns1:defRPr sz="1275" b="0">
                <ns1:solidFill>
                  <ns1:srgbClr val="536276"/>
                </ns1:solidFill>
                <ns1:latin typeface="Aptos"/>
                <ns1:ea typeface="Aptos"/>
                <ns1:cs typeface="Aptos"/>
              </ns1:defRPr>
            </ns1:lvl8pPr>
            <ns1:lvl9pPr algn="ctr">
              <ns1:defRPr sz="1275" b="0">
                <ns1:solidFill>
                  <ns1:srgbClr val="536276"/>
                </ns1:solidFill>
                <ns1:latin typeface="Aptos"/>
                <ns1:ea typeface="Aptos"/>
                <ns1:cs typeface="Aptos"/>
              </ns1:defRPr>
            </ns1:lvl9pPr>
          </ns1:lstStyle>
          <ns1:p>
            <ns1:pPr algn="ctr">
              <ns1:defRPr sz="1275" b="0">
                <ns1:solidFill>
                  <ns1:srgbClr val="536276"/>
                </ns1:solidFill>
                <ns1:latin typeface="Aptos"/>
                <ns1:ea typeface="Aptos"/>
                <ns1:cs typeface="Aptos"/>
              </ns1:defRPr>
            </ns1:pPr>
            <ns1:r>
              <ns1:rPr sz="1275" b="0">
                <ns1:solidFill>
                  <ns1:srgbClr val="536276"/>
                </ns1:solidFill>
                <ns1:latin typeface="Aptos"/>
                <ns1:ea typeface="Aptos"/>
                <ns1:cs typeface="Aptos"/>
              </ns1:rPr>
              <ns1:t>Emisor y receptor comparten una clave secreta.</ns1:t>
            </ns1:r>
          </ns1:p>
        </ns0:txBody>
      </ns0:sp>
      <ns0:sp>
        <ns0:nvSpPr>
          <ns0:cNvPr id="14" name="">
            <ns1:extLst>
              <ns1:ext uri="{FF2B5EF4-FFF2-40B4-BE49-F238E27FC236}">
                <ns2:creationId id="{1C2332A8-CE23-4685-9B74-AD390A6F2AE4}"/>
              </ns1:ext>
            </ns1:extLst>
          </ns0:cNvPr>
          <ns0:cNvSpPr>
            <ns1:spLocks noGrp="1"/>
          </ns0:cNvSpPr>
          <ns0:nvPr/>
        </ns0:nvSpPr>
        <ns0:spPr>
          <ns1:xfrm>
            <ns1:off x="5600700" y="3209925"/>
            <ns1:ext cx="628650" cy="628650"/>
          </ns1:xfrm>
          <ns1:prstGeom prst="ellipse">
            <ns1:avLst/>
          </ns1:prstGeom>
          <ns1:solidFill>
            <ns1:srgbClr val="22B8A8"/>
          </ns1:solidFill>
          <ns1:ln w="0">
            <ns1:noFill/>
            <ns1:prstDash val="solid"/>
          </ns1:ln>
        </ns0:spPr>
      </ns0:sp>
      <ns0:sp>
        <ns0:nvSpPr>
          <ns0:cNvPr id="15" name="">
            <ns1:extLst>
              <ns1:ext uri="{FF2B5EF4-FFF2-40B4-BE49-F238E27FC236}">
                <ns2:creationId id="{2B061183-2EDD-49CE-A28A-C1609C0C6FF8}"/>
              </ns1:ext>
            </ns1:extLst>
          </ns0:cNvPr>
          <ns0:cNvSpPr>
            <ns1:spLocks noGrp="1"/>
          </ns0:cNvSpPr>
          <ns0:nvPr/>
        </ns0:nvSpPr>
        <ns0:spPr>
          <ns1:xfrm>
            <ns1:off x="5600700" y="3209925"/>
            <ns1:ext cx="628650" cy="628650"/>
          </ns1:xfrm>
          <ns1:prstGeom prst="rect">
            <ns1:avLst/>
          </ns1:prstGeom>
          <ns1:noFill/>
          <ns1:ln w="0">
            <ns1:noFill/>
            <ns1:prstDash val="solid"/>
          </ns1:ln>
        </ns0:spPr>
        <ns0:txBody>
          <ns1:bodyPr lIns="0" tIns="0" rIns="0" bIns="0" anchor="ctr">
            <ns1:normAutofit fontScale="100000"/>
          </ns1:bodyPr>
          <ns1:lstStyle>
            <ns1:defPPr algn="ctr">
              <ns1:defRPr sz="1875" b="1">
                <ns1:solidFill>
                  <ns1:srgbClr val="FFFFFF"/>
                </ns1:solidFill>
                <ns1:latin typeface="Aptos"/>
                <ns1:ea typeface="Aptos"/>
                <ns1:cs typeface="Aptos"/>
              </ns1:defRPr>
            </ns1:defPPr>
            <ns1:lvl1pPr algn="ctr">
              <ns1:defRPr sz="1875" b="1">
                <ns1:solidFill>
                  <ns1:srgbClr val="FFFFFF"/>
                </ns1:solidFill>
                <ns1:latin typeface="Aptos"/>
                <ns1:ea typeface="Aptos"/>
                <ns1:cs typeface="Aptos"/>
              </ns1:defRPr>
            </ns1:lvl1pPr>
            <ns1:lvl2pPr algn="ctr">
              <ns1:defRPr sz="1875" b="1">
                <ns1:solidFill>
                  <ns1:srgbClr val="FFFFFF"/>
                </ns1:solidFill>
                <ns1:latin typeface="Aptos"/>
                <ns1:ea typeface="Aptos"/>
                <ns1:cs typeface="Aptos"/>
              </ns1:defRPr>
            </ns1:lvl2pPr>
            <ns1:lvl3pPr algn="ctr">
              <ns1:defRPr sz="1875" b="1">
                <ns1:solidFill>
                  <ns1:srgbClr val="FFFFFF"/>
                </ns1:solidFill>
                <ns1:latin typeface="Aptos"/>
                <ns1:ea typeface="Aptos"/>
                <ns1:cs typeface="Aptos"/>
              </ns1:defRPr>
            </ns1:lvl3pPr>
            <ns1:lvl4pPr algn="ctr">
              <ns1:defRPr sz="1875" b="1">
                <ns1:solidFill>
                  <ns1:srgbClr val="FFFFFF"/>
                </ns1:solidFill>
                <ns1:latin typeface="Aptos"/>
                <ns1:ea typeface="Aptos"/>
                <ns1:cs typeface="Aptos"/>
              </ns1:defRPr>
            </ns1:lvl4pPr>
            <ns1:lvl5pPr algn="ctr">
              <ns1:defRPr sz="1875" b="1">
                <ns1:solidFill>
                  <ns1:srgbClr val="FFFFFF"/>
                </ns1:solidFill>
                <ns1:latin typeface="Aptos"/>
                <ns1:ea typeface="Aptos"/>
                <ns1:cs typeface="Aptos"/>
              </ns1:defRPr>
            </ns1:lvl5pPr>
            <ns1:lvl6pPr algn="ctr">
              <ns1:defRPr sz="1875" b="1">
                <ns1:solidFill>
                  <ns1:srgbClr val="FFFFFF"/>
                </ns1:solidFill>
                <ns1:latin typeface="Aptos"/>
                <ns1:ea typeface="Aptos"/>
                <ns1:cs typeface="Aptos"/>
              </ns1:defRPr>
            </ns1:lvl6pPr>
            <ns1:lvl7pPr algn="ctr">
              <ns1:defRPr sz="1875" b="1">
                <ns1:solidFill>
                  <ns1:srgbClr val="FFFFFF"/>
                </ns1:solidFill>
                <ns1:latin typeface="Aptos"/>
                <ns1:ea typeface="Aptos"/>
                <ns1:cs typeface="Aptos"/>
              </ns1:defRPr>
            </ns1:lvl7pPr>
            <ns1:lvl8pPr algn="ctr">
              <ns1:defRPr sz="1875" b="1">
                <ns1:solidFill>
                  <ns1:srgbClr val="FFFFFF"/>
                </ns1:solidFill>
                <ns1:latin typeface="Aptos"/>
                <ns1:ea typeface="Aptos"/>
                <ns1:cs typeface="Aptos"/>
              </ns1:defRPr>
            </ns1:lvl8pPr>
            <ns1:lvl9pPr algn="ctr">
              <ns1:defRPr sz="1875" b="1">
                <ns1:solidFill>
                  <ns1:srgbClr val="FFFFFF"/>
                </ns1:solidFill>
                <ns1:latin typeface="Aptos"/>
                <ns1:ea typeface="Aptos"/>
                <ns1:cs typeface="Aptos"/>
              </ns1:defRPr>
            </ns1:lvl9pPr>
          </ns1:lstStyle>
          <ns1:p>
            <ns1:pPr algn="ctr">
              <ns1:defRPr sz="1875" b="1">
                <ns1:solidFill>
                  <ns1:srgbClr val="FFFFFF"/>
                </ns1:solidFill>
                <ns1:latin typeface="Aptos"/>
                <ns1:ea typeface="Aptos"/>
                <ns1:cs typeface="Aptos"/>
              </ns1:defRPr>
            </ns1:pPr>
            <ns1:r>
              <ns1:rPr sz="1875" b="1">
                <ns1:solidFill>
                  <ns1:srgbClr val="FFFFFF"/>
                </ns1:solidFill>
                <ns1:latin typeface="Aptos"/>
                <ns1:ea typeface="Aptos"/>
                <ns1:cs typeface="Aptos"/>
              </ns1:rPr>
              <ns1:t>2</ns1:t>
            </ns1:r>
          </ns1:p>
        </ns0:txBody>
      </ns0:sp>
      <ns0:sp>
        <ns0:nvSpPr>
          <ns0:cNvPr id="16" name="">
            <ns1:extLst>
              <ns1:ext uri="{FF2B5EF4-FFF2-40B4-BE49-F238E27FC236}">
                <ns2:creationId id="{EFC07F51-7276-4F9D-9327-EFD21B12B0C3}"/>
              </ns1:ext>
            </ns1:extLst>
          </ns0:cNvPr>
          <ns0:cNvSpPr>
            <ns1:spLocks noGrp="1"/>
          </ns0:cNvSpPr>
          <ns0:nvPr/>
        </ns0:nvSpPr>
        <ns0:spPr>
          <ns1:xfrm>
            <ns1:off x="4667250" y="2238375"/>
            <ns1:ext cx="2476500" cy="285750"/>
          </ns1:xfrm>
          <ns1:prstGeom prst="rect">
            <ns1:avLst/>
          </ns1:prstGeom>
          <ns1:noFill/>
          <ns1:ln w="0">
            <ns1:noFill/>
            <ns1:prstDash val="solid"/>
          </ns1:ln>
        </ns0:spPr>
        <ns0:txBody>
          <ns1:bodyPr lIns="0" tIns="0" rIns="0" bIns="0" anchor="ctr">
            <ns1:normAutofit fontScale="100000"/>
          </ns1:bodyPr>
          <ns1:lstStyle>
            <ns1:defPPr algn="ctr">
              <ns1:defRPr sz="1275" b="1">
                <ns1:solidFill>
                  <ns1:srgbClr val="22B8A8"/>
                </ns1:solidFill>
                <ns1:latin typeface="Aptos"/>
                <ns1:ea typeface="Aptos"/>
                <ns1:cs typeface="Aptos"/>
              </ns1:defRPr>
            </ns1:defPPr>
            <ns1:lvl1pPr algn="ctr">
              <ns1:defRPr sz="1275" b="1">
                <ns1:solidFill>
                  <ns1:srgbClr val="22B8A8"/>
                </ns1:solidFill>
                <ns1:latin typeface="Aptos"/>
                <ns1:ea typeface="Aptos"/>
                <ns1:cs typeface="Aptos"/>
              </ns1:defRPr>
            </ns1:lvl1pPr>
            <ns1:lvl2pPr algn="ctr">
              <ns1:defRPr sz="1275" b="1">
                <ns1:solidFill>
                  <ns1:srgbClr val="22B8A8"/>
                </ns1:solidFill>
                <ns1:latin typeface="Aptos"/>
                <ns1:ea typeface="Aptos"/>
                <ns1:cs typeface="Aptos"/>
              </ns1:defRPr>
            </ns1:lvl2pPr>
            <ns1:lvl3pPr algn="ctr">
              <ns1:defRPr sz="1275" b="1">
                <ns1:solidFill>
                  <ns1:srgbClr val="22B8A8"/>
                </ns1:solidFill>
                <ns1:latin typeface="Aptos"/>
                <ns1:ea typeface="Aptos"/>
                <ns1:cs typeface="Aptos"/>
              </ns1:defRPr>
            </ns1:lvl3pPr>
            <ns1:lvl4pPr algn="ctr">
              <ns1:defRPr sz="1275" b="1">
                <ns1:solidFill>
                  <ns1:srgbClr val="22B8A8"/>
                </ns1:solidFill>
                <ns1:latin typeface="Aptos"/>
                <ns1:ea typeface="Aptos"/>
                <ns1:cs typeface="Aptos"/>
              </ns1:defRPr>
            </ns1:lvl4pPr>
            <ns1:lvl5pPr algn="ctr">
              <ns1:defRPr sz="1275" b="1">
                <ns1:solidFill>
                  <ns1:srgbClr val="22B8A8"/>
                </ns1:solidFill>
                <ns1:latin typeface="Aptos"/>
                <ns1:ea typeface="Aptos"/>
                <ns1:cs typeface="Aptos"/>
              </ns1:defRPr>
            </ns1:lvl5pPr>
            <ns1:lvl6pPr algn="ctr">
              <ns1:defRPr sz="1275" b="1">
                <ns1:solidFill>
                  <ns1:srgbClr val="22B8A8"/>
                </ns1:solidFill>
                <ns1:latin typeface="Aptos"/>
                <ns1:ea typeface="Aptos"/>
                <ns1:cs typeface="Aptos"/>
              </ns1:defRPr>
            </ns1:lvl6pPr>
            <ns1:lvl7pPr algn="ctr">
              <ns1:defRPr sz="1275" b="1">
                <ns1:solidFill>
                  <ns1:srgbClr val="22B8A8"/>
                </ns1:solidFill>
                <ns1:latin typeface="Aptos"/>
                <ns1:ea typeface="Aptos"/>
                <ns1:cs typeface="Aptos"/>
              </ns1:defRPr>
            </ns1:lvl7pPr>
            <ns1:lvl8pPr algn="ctr">
              <ns1:defRPr sz="1275" b="1">
                <ns1:solidFill>
                  <ns1:srgbClr val="22B8A8"/>
                </ns1:solidFill>
                <ns1:latin typeface="Aptos"/>
                <ns1:ea typeface="Aptos"/>
                <ns1:cs typeface="Aptos"/>
              </ns1:defRPr>
            </ns1:lvl8pPr>
            <ns1:lvl9pPr algn="ctr">
              <ns1:defRPr sz="1275" b="1">
                <ns1:solidFill>
                  <ns1:srgbClr val="22B8A8"/>
                </ns1:solidFill>
                <ns1:latin typeface="Aptos"/>
                <ns1:ea typeface="Aptos"/>
                <ns1:cs typeface="Aptos"/>
              </ns1:defRPr>
            </ns1:lvl9pPr>
          </ns1:lstStyle>
          <ns1:p>
            <ns1:pPr algn="ctr">
              <ns1:defRPr sz="1275" b="1">
                <ns1:solidFill>
                  <ns1:srgbClr val="22B8A8"/>
                </ns1:solidFill>
                <ns1:latin typeface="Aptos"/>
                <ns1:ea typeface="Aptos"/>
                <ns1:cs typeface="Aptos"/>
              </ns1:defRPr>
            </ns1:pPr>
            <ns1:r>
              <ns1:rPr sz="1275" b="1">
                <ns1:solidFill>
                  <ns1:srgbClr val="22B8A8"/>
                </ns1:solidFill>
                <ns1:latin typeface="Aptos"/>
                <ns1:ea typeface="Aptos"/>
                <ns1:cs typeface="Aptos"/>
              </ns1:rPr>
              <ns1:t>1976</ns1:t>
            </ns1:r>
          </ns1:p>
        </ns0:txBody>
      </ns0:sp>
      <ns0:sp>
        <ns0:nvSpPr>
          <ns0:cNvPr id="17" name="">
            <ns1:extLst>
              <ns1:ext uri="{FF2B5EF4-FFF2-40B4-BE49-F238E27FC236}">
                <ns2:creationId id="{36FF8DF5-92F8-49D6-A1EA-A99D613DF1CC}"/>
              </ns1:ext>
            </ns1:extLst>
          </ns0:cNvPr>
          <ns0:cNvSpPr>
            <ns1:spLocks noGrp="1"/>
          </ns0:cNvSpPr>
          <ns0:nvPr/>
        </ns0:nvSpPr>
        <ns0:spPr>
          <ns1:xfrm>
            <ns1:off x="4667250" y="2638425"/>
            <ns1:ext cx="2476500" cy="323850"/>
          </ns1:xfrm>
          <ns1:prstGeom prst="rect">
            <ns1:avLst/>
          </ns1:prstGeom>
          <ns1:noFill/>
          <ns1:ln w="0">
            <ns1:noFill/>
            <ns1:prstDash val="solid"/>
          </ns1:ln>
        </ns0:spPr>
        <ns0:txBody>
          <ns1:bodyPr lIns="0" tIns="0" rIns="0" bIns="0" anchor="ctr">
            <ns1:normAutofit fontScale="100000"/>
          </ns1:bodyPr>
          <ns1:lstStyle>
            <ns1:defPPr algn="ctr">
              <ns1:defRPr sz="1575" b="1">
                <ns1:solidFill>
                  <ns1:srgbClr val="172554"/>
                </ns1:solidFill>
                <ns1:latin typeface="Aptos"/>
                <ns1:ea typeface="Aptos"/>
                <ns1:cs typeface="Aptos"/>
              </ns1:defRPr>
            </ns1:defPPr>
            <ns1:lvl1pPr algn="ctr">
              <ns1:defRPr sz="1575" b="1">
                <ns1:solidFill>
                  <ns1:srgbClr val="172554"/>
                </ns1:solidFill>
                <ns1:latin typeface="Aptos"/>
                <ns1:ea typeface="Aptos"/>
                <ns1:cs typeface="Aptos"/>
              </ns1:defRPr>
            </ns1:lvl1pPr>
            <ns1:lvl2pPr algn="ctr">
              <ns1:defRPr sz="1575" b="1">
                <ns1:solidFill>
                  <ns1:srgbClr val="172554"/>
                </ns1:solidFill>
                <ns1:latin typeface="Aptos"/>
                <ns1:ea typeface="Aptos"/>
                <ns1:cs typeface="Aptos"/>
              </ns1:defRPr>
            </ns1:lvl2pPr>
            <ns1:lvl3pPr algn="ctr">
              <ns1:defRPr sz="1575" b="1">
                <ns1:solidFill>
                  <ns1:srgbClr val="172554"/>
                </ns1:solidFill>
                <ns1:latin typeface="Aptos"/>
                <ns1:ea typeface="Aptos"/>
                <ns1:cs typeface="Aptos"/>
              </ns1:defRPr>
            </ns1:lvl3pPr>
            <ns1:lvl4pPr algn="ctr">
              <ns1:defRPr sz="1575" b="1">
                <ns1:solidFill>
                  <ns1:srgbClr val="172554"/>
                </ns1:solidFill>
                <ns1:latin typeface="Aptos"/>
                <ns1:ea typeface="Aptos"/>
                <ns1:cs typeface="Aptos"/>
              </ns1:defRPr>
            </ns1:lvl4pPr>
            <ns1:lvl5pPr algn="ctr">
              <ns1:defRPr sz="1575" b="1">
                <ns1:solidFill>
                  <ns1:srgbClr val="172554"/>
                </ns1:solidFill>
                <ns1:latin typeface="Aptos"/>
                <ns1:ea typeface="Aptos"/>
                <ns1:cs typeface="Aptos"/>
              </ns1:defRPr>
            </ns1:lvl5pPr>
            <ns1:lvl6pPr algn="ctr">
              <ns1:defRPr sz="1575" b="1">
                <ns1:solidFill>
                  <ns1:srgbClr val="172554"/>
                </ns1:solidFill>
                <ns1:latin typeface="Aptos"/>
                <ns1:ea typeface="Aptos"/>
                <ns1:cs typeface="Aptos"/>
              </ns1:defRPr>
            </ns1:lvl6pPr>
            <ns1:lvl7pPr algn="ctr">
              <ns1:defRPr sz="1575" b="1">
                <ns1:solidFill>
                  <ns1:srgbClr val="172554"/>
                </ns1:solidFill>
                <ns1:latin typeface="Aptos"/>
                <ns1:ea typeface="Aptos"/>
                <ns1:cs typeface="Aptos"/>
              </ns1:defRPr>
            </ns1:lvl7pPr>
            <ns1:lvl8pPr algn="ctr">
              <ns1:defRPr sz="1575" b="1">
                <ns1:solidFill>
                  <ns1:srgbClr val="172554"/>
                </ns1:solidFill>
                <ns1:latin typeface="Aptos"/>
                <ns1:ea typeface="Aptos"/>
                <ns1:cs typeface="Aptos"/>
              </ns1:defRPr>
            </ns1:lvl8pPr>
            <ns1:lvl9pPr algn="ctr">
              <ns1:defRPr sz="1575" b="1">
                <ns1:solidFill>
                  <ns1:srgbClr val="172554"/>
                </ns1:solidFill>
                <ns1:latin typeface="Aptos"/>
                <ns1:ea typeface="Aptos"/>
                <ns1:cs typeface="Aptos"/>
              </ns1:defRPr>
            </ns1:lvl9pPr>
          </ns1:lstStyle>
          <ns1:p>
            <ns1:pPr algn="ctr">
              <ns1:defRPr sz="1575" b="1">
                <ns1:solidFill>
                  <ns1:srgbClr val="172554"/>
                </ns1:solidFill>
                <ns1:latin typeface="Aptos"/>
                <ns1:ea typeface="Aptos"/>
                <ns1:cs typeface="Aptos"/>
              </ns1:defRPr>
            </ns1:pPr>
            <ns1:r>
              <ns1:rPr sz="1575" b="1">
                <ns1:solidFill>
                  <ns1:srgbClr val="172554"/>
                </ns1:solidFill>
                <ns1:latin typeface="Aptos"/>
                <ns1:ea typeface="Aptos"/>
                <ns1:cs typeface="Aptos"/>
              </ns1:rPr>
              <ns1:t>Clave pública</ns1:t>
            </ns1:r>
          </ns1:p>
        </ns0:txBody>
      </ns0:sp>
      <ns0:sp>
        <ns0:nvSpPr>
          <ns0:cNvPr id="18" name="">
            <ns1:extLst>
              <ns1:ext uri="{FF2B5EF4-FFF2-40B4-BE49-F238E27FC236}">
                <ns2:creationId id="{0A39BE81-D6D1-4298-9D32-8CB4AC12301A}"/>
              </ns1:ext>
            </ns1:extLst>
          </ns0:cNvPr>
          <ns0:cNvSpPr>
            <ns1:spLocks noGrp="1"/>
          </ns0:cNvSpPr>
          <ns0:nvPr/>
        </ns0:nvSpPr>
        <ns0:spPr>
          <ns1:xfrm>
            <ns1:off x="4667250" y="4048125"/>
            <ns1:ext cx="2476500" cy="781050"/>
          </ns1:xfrm>
          <ns1:prstGeom prst="rect">
            <ns1:avLst/>
          </ns1:prstGeom>
          <ns1:noFill/>
          <ns1:ln w="0">
            <ns1:noFill/>
            <ns1:prstDash val="solid"/>
          </ns1:ln>
        </ns0:spPr>
        <ns0:txBody>
          <ns1:bodyPr lIns="0" tIns="0" rIns="0" bIns="0" anchor="t">
            <ns1:normAutofit fontScale="100000"/>
          </ns1:bodyPr>
          <ns1:lstStyle>
            <ns1:defPPr algn="ctr">
              <ns1:defRPr sz="1275" b="0">
                <ns1:solidFill>
                  <ns1:srgbClr val="536276"/>
                </ns1:solidFill>
                <ns1:latin typeface="Aptos"/>
                <ns1:ea typeface="Aptos"/>
                <ns1:cs typeface="Aptos"/>
              </ns1:defRPr>
            </ns1:defPPr>
            <ns1:lvl1pPr algn="ctr">
              <ns1:defRPr sz="1275" b="0">
                <ns1:solidFill>
                  <ns1:srgbClr val="536276"/>
                </ns1:solidFill>
                <ns1:latin typeface="Aptos"/>
                <ns1:ea typeface="Aptos"/>
                <ns1:cs typeface="Aptos"/>
              </ns1:defRPr>
            </ns1:lvl1pPr>
            <ns1:lvl2pPr algn="ctr">
              <ns1:defRPr sz="1275" b="0">
                <ns1:solidFill>
                  <ns1:srgbClr val="536276"/>
                </ns1:solidFill>
                <ns1:latin typeface="Aptos"/>
                <ns1:ea typeface="Aptos"/>
                <ns1:cs typeface="Aptos"/>
              </ns1:defRPr>
            </ns1:lvl2pPr>
            <ns1:lvl3pPr algn="ctr">
              <ns1:defRPr sz="1275" b="0">
                <ns1:solidFill>
                  <ns1:srgbClr val="536276"/>
                </ns1:solidFill>
                <ns1:latin typeface="Aptos"/>
                <ns1:ea typeface="Aptos"/>
                <ns1:cs typeface="Aptos"/>
              </ns1:defRPr>
            </ns1:lvl3pPr>
            <ns1:lvl4pPr algn="ctr">
              <ns1:defRPr sz="1275" b="0">
                <ns1:solidFill>
                  <ns1:srgbClr val="536276"/>
                </ns1:solidFill>
                <ns1:latin typeface="Aptos"/>
                <ns1:ea typeface="Aptos"/>
                <ns1:cs typeface="Aptos"/>
              </ns1:defRPr>
            </ns1:lvl4pPr>
            <ns1:lvl5pPr algn="ctr">
              <ns1:defRPr sz="1275" b="0">
                <ns1:solidFill>
                  <ns1:srgbClr val="536276"/>
                </ns1:solidFill>
                <ns1:latin typeface="Aptos"/>
                <ns1:ea typeface="Aptos"/>
                <ns1:cs typeface="Aptos"/>
              </ns1:defRPr>
            </ns1:lvl5pPr>
            <ns1:lvl6pPr algn="ctr">
              <ns1:defRPr sz="1275" b="0">
                <ns1:solidFill>
                  <ns1:srgbClr val="536276"/>
                </ns1:solidFill>
                <ns1:latin typeface="Aptos"/>
                <ns1:ea typeface="Aptos"/>
                <ns1:cs typeface="Aptos"/>
              </ns1:defRPr>
            </ns1:lvl6pPr>
            <ns1:lvl7pPr algn="ctr">
              <ns1:defRPr sz="1275" b="0">
                <ns1:solidFill>
                  <ns1:srgbClr val="536276"/>
                </ns1:solidFill>
                <ns1:latin typeface="Aptos"/>
                <ns1:ea typeface="Aptos"/>
                <ns1:cs typeface="Aptos"/>
              </ns1:defRPr>
            </ns1:lvl7pPr>
            <ns1:lvl8pPr algn="ctr">
              <ns1:defRPr sz="1275" b="0">
                <ns1:solidFill>
                  <ns1:srgbClr val="536276"/>
                </ns1:solidFill>
                <ns1:latin typeface="Aptos"/>
                <ns1:ea typeface="Aptos"/>
                <ns1:cs typeface="Aptos"/>
              </ns1:defRPr>
            </ns1:lvl8pPr>
            <ns1:lvl9pPr algn="ctr">
              <ns1:defRPr sz="1275" b="0">
                <ns1:solidFill>
                  <ns1:srgbClr val="536276"/>
                </ns1:solidFill>
                <ns1:latin typeface="Aptos"/>
                <ns1:ea typeface="Aptos"/>
                <ns1:cs typeface="Aptos"/>
              </ns1:defRPr>
            </ns1:lvl9pPr>
          </ns1:lstStyle>
          <ns1:p>
            <ns1:pPr algn="ctr">
              <ns1:defRPr sz="1275" b="0">
                <ns1:solidFill>
                  <ns1:srgbClr val="536276"/>
                </ns1:solidFill>
                <ns1:latin typeface="Aptos"/>
                <ns1:ea typeface="Aptos"/>
                <ns1:cs typeface="Aptos"/>
              </ns1:defRPr>
            </ns1:pPr>
            <ns1:r>
              <ns1:rPr sz="1275" b="0">
                <ns1:solidFill>
                  <ns1:srgbClr val="536276"/>
                </ns1:solidFill>
                <ns1:latin typeface="Aptos"/>
                <ns1:ea typeface="Aptos"/>
                <ns1:cs typeface="Aptos"/>
              </ns1:rPr>
              <ns1:t>En 1976 se propuso usar claves relacionadas para compartir secretos y verificar mensajes.</ns1:t>
            </ns1:r>
          </ns1:p>
        </ns0:txBody>
      </ns0:sp>
      <ns0:sp>
        <ns0:nvSpPr>
          <ns0:cNvPr id="19" name="">
            <ns1:extLst>
              <ns1:ext uri="{FF2B5EF4-FFF2-40B4-BE49-F238E27FC236}">
                <ns2:creationId id="{9351A7A8-E76C-431C-BC72-64F488128CBD}"/>
              </ns1:ext>
            </ns1:extLst>
          </ns0:cNvPr>
          <ns0:cNvSpPr>
            <ns1:spLocks noGrp="1"/>
          </ns0:cNvSpPr>
          <ns0:nvPr/>
        </ns0:nvSpPr>
        <ns0:spPr>
          <ns1:xfrm>
            <ns1:off x="9172575" y="3209925"/>
            <ns1:ext cx="628650" cy="628650"/>
          </ns1:xfrm>
          <ns1:prstGeom prst="ellipse">
            <ns1:avLst/>
          </ns1:prstGeom>
          <ns1:solidFill>
            <ns1:srgbClr val="F2B544"/>
          </ns1:solidFill>
          <ns1:ln w="0">
            <ns1:noFill/>
            <ns1:prstDash val="solid"/>
          </ns1:ln>
        </ns0:spPr>
      </ns0:sp>
      <ns0:sp>
        <ns0:nvSpPr>
          <ns0:cNvPr id="20" name="">
            <ns1:extLst>
              <ns1:ext uri="{FF2B5EF4-FFF2-40B4-BE49-F238E27FC236}">
                <ns2:creationId id="{52A32ADB-2A31-4C7E-A302-E76DC2E9D0E6}"/>
              </ns1:ext>
            </ns1:extLst>
          </ns0:cNvPr>
          <ns0:cNvSpPr>
            <ns1:spLocks noGrp="1"/>
          </ns0:cNvSpPr>
          <ns0:nvPr/>
        </ns0:nvSpPr>
        <ns0:spPr>
          <ns1:xfrm>
            <ns1:off x="9172575" y="3209925"/>
            <ns1:ext cx="628650" cy="628650"/>
          </ns1:xfrm>
          <ns1:prstGeom prst="rect">
            <ns1:avLst/>
          </ns1:prstGeom>
          <ns1:noFill/>
          <ns1:ln w="0">
            <ns1:noFill/>
            <ns1:prstDash val="solid"/>
          </ns1:ln>
        </ns0:spPr>
        <ns0:txBody>
          <ns1:bodyPr lIns="0" tIns="0" rIns="0" bIns="0" anchor="ctr">
            <ns1:normAutofit fontScale="100000"/>
          </ns1:bodyPr>
          <ns1:lstStyle>
            <ns1:defPPr algn="ctr">
              <ns1:defRPr sz="1875" b="1">
                <ns1:solidFill>
                  <ns1:srgbClr val="FFFFFF"/>
                </ns1:solidFill>
                <ns1:latin typeface="Aptos"/>
                <ns1:ea typeface="Aptos"/>
                <ns1:cs typeface="Aptos"/>
              </ns1:defRPr>
            </ns1:defPPr>
            <ns1:lvl1pPr algn="ctr">
              <ns1:defRPr sz="1875" b="1">
                <ns1:solidFill>
                  <ns1:srgbClr val="FFFFFF"/>
                </ns1:solidFill>
                <ns1:latin typeface="Aptos"/>
                <ns1:ea typeface="Aptos"/>
                <ns1:cs typeface="Aptos"/>
              </ns1:defRPr>
            </ns1:lvl1pPr>
            <ns1:lvl2pPr algn="ctr">
              <ns1:defRPr sz="1875" b="1">
                <ns1:solidFill>
                  <ns1:srgbClr val="FFFFFF"/>
                </ns1:solidFill>
                <ns1:latin typeface="Aptos"/>
                <ns1:ea typeface="Aptos"/>
                <ns1:cs typeface="Aptos"/>
              </ns1:defRPr>
            </ns1:lvl2pPr>
            <ns1:lvl3pPr algn="ctr">
              <ns1:defRPr sz="1875" b="1">
                <ns1:solidFill>
                  <ns1:srgbClr val="FFFFFF"/>
                </ns1:solidFill>
                <ns1:latin typeface="Aptos"/>
                <ns1:ea typeface="Aptos"/>
                <ns1:cs typeface="Aptos"/>
              </ns1:defRPr>
            </ns1:lvl3pPr>
            <ns1:lvl4pPr algn="ctr">
              <ns1:defRPr sz="1875" b="1">
                <ns1:solidFill>
                  <ns1:srgbClr val="FFFFFF"/>
                </ns1:solidFill>
                <ns1:latin typeface="Aptos"/>
                <ns1:ea typeface="Aptos"/>
                <ns1:cs typeface="Aptos"/>
              </ns1:defRPr>
            </ns1:lvl4pPr>
            <ns1:lvl5pPr algn="ctr">
              <ns1:defRPr sz="1875" b="1">
                <ns1:solidFill>
                  <ns1:srgbClr val="FFFFFF"/>
                </ns1:solidFill>
                <ns1:latin typeface="Aptos"/>
                <ns1:ea typeface="Aptos"/>
                <ns1:cs typeface="Aptos"/>
              </ns1:defRPr>
            </ns1:lvl5pPr>
            <ns1:lvl6pPr algn="ctr">
              <ns1:defRPr sz="1875" b="1">
                <ns1:solidFill>
                  <ns1:srgbClr val="FFFFFF"/>
                </ns1:solidFill>
                <ns1:latin typeface="Aptos"/>
                <ns1:ea typeface="Aptos"/>
                <ns1:cs typeface="Aptos"/>
              </ns1:defRPr>
            </ns1:lvl6pPr>
            <ns1:lvl7pPr algn="ctr">
              <ns1:defRPr sz="1875" b="1">
                <ns1:solidFill>
                  <ns1:srgbClr val="FFFFFF"/>
                </ns1:solidFill>
                <ns1:latin typeface="Aptos"/>
                <ns1:ea typeface="Aptos"/>
                <ns1:cs typeface="Aptos"/>
              </ns1:defRPr>
            </ns1:lvl7pPr>
            <ns1:lvl8pPr algn="ctr">
              <ns1:defRPr sz="1875" b="1">
                <ns1:solidFill>
                  <ns1:srgbClr val="FFFFFF"/>
                </ns1:solidFill>
                <ns1:latin typeface="Aptos"/>
                <ns1:ea typeface="Aptos"/>
                <ns1:cs typeface="Aptos"/>
              </ns1:defRPr>
            </ns1:lvl8pPr>
            <ns1:lvl9pPr algn="ctr">
              <ns1:defRPr sz="1875" b="1">
                <ns1:solidFill>
                  <ns1:srgbClr val="FFFFFF"/>
                </ns1:solidFill>
                <ns1:latin typeface="Aptos"/>
                <ns1:ea typeface="Aptos"/>
                <ns1:cs typeface="Aptos"/>
              </ns1:defRPr>
            </ns1:lvl9pPr>
          </ns1:lstStyle>
          <ns1:p>
            <ns1:pPr algn="ctr">
              <ns1:defRPr sz="1875" b="1">
                <ns1:solidFill>
                  <ns1:srgbClr val="FFFFFF"/>
                </ns1:solidFill>
                <ns1:latin typeface="Aptos"/>
                <ns1:ea typeface="Aptos"/>
                <ns1:cs typeface="Aptos"/>
              </ns1:defRPr>
            </ns1:pPr>
            <ns1:r>
              <ns1:rPr sz="1875" b="1">
                <ns1:solidFill>
                  <ns1:srgbClr val="FFFFFF"/>
                </ns1:solidFill>
                <ns1:latin typeface="Aptos"/>
                <ns1:ea typeface="Aptos"/>
                <ns1:cs typeface="Aptos"/>
              </ns1:rPr>
              <ns1:t>3</ns1:t>
            </ns1:r>
          </ns1:p>
        </ns0:txBody>
      </ns0:sp>
      <ns0:sp>
        <ns0:nvSpPr>
          <ns0:cNvPr id="21" name="">
            <ns1:extLst>
              <ns1:ext uri="{FF2B5EF4-FFF2-40B4-BE49-F238E27FC236}">
                <ns2:creationId id="{D760EA56-5D5F-45DE-8D9E-C6855DA81086}"/>
              </ns1:ext>
            </ns1:extLst>
          </ns0:cNvPr>
          <ns0:cNvSpPr>
            <ns1:spLocks noGrp="1"/>
          </ns0:cNvSpPr>
          <ns0:nvPr/>
        </ns0:nvSpPr>
        <ns0:spPr>
          <ns1:xfrm>
            <ns1:off x="8239125" y="2238375"/>
            <ns1:ext cx="2476500" cy="285750"/>
          </ns1:xfrm>
          <ns1:prstGeom prst="rect">
            <ns1:avLst/>
          </ns1:prstGeom>
          <ns1:noFill/>
          <ns1:ln w="0">
            <ns1:noFill/>
            <ns1:prstDash val="solid"/>
          </ns1:ln>
        </ns0:spPr>
        <ns0:txBody>
          <ns1:bodyPr lIns="0" tIns="0" rIns="0" bIns="0" anchor="ctr">
            <ns1:normAutofit fontScale="100000"/>
          </ns1:bodyPr>
          <ns1:lstStyle>
            <ns1:defPPr algn="ctr">
              <ns1:defRPr sz="1275" b="1">
                <ns1:solidFill>
                  <ns1:srgbClr val="F2B544"/>
                </ns1:solidFill>
                <ns1:latin typeface="Aptos"/>
                <ns1:ea typeface="Aptos"/>
                <ns1:cs typeface="Aptos"/>
              </ns1:defRPr>
            </ns1:defPPr>
            <ns1:lvl1pPr algn="ctr">
              <ns1:defRPr sz="1275" b="1">
                <ns1:solidFill>
                  <ns1:srgbClr val="F2B544"/>
                </ns1:solidFill>
                <ns1:latin typeface="Aptos"/>
                <ns1:ea typeface="Aptos"/>
                <ns1:cs typeface="Aptos"/>
              </ns1:defRPr>
            </ns1:lvl1pPr>
            <ns1:lvl2pPr algn="ctr">
              <ns1:defRPr sz="1275" b="1">
                <ns1:solidFill>
                  <ns1:srgbClr val="F2B544"/>
                </ns1:solidFill>
                <ns1:latin typeface="Aptos"/>
                <ns1:ea typeface="Aptos"/>
                <ns1:cs typeface="Aptos"/>
              </ns1:defRPr>
            </ns1:lvl2pPr>
            <ns1:lvl3pPr algn="ctr">
              <ns1:defRPr sz="1275" b="1">
                <ns1:solidFill>
                  <ns1:srgbClr val="F2B544"/>
                </ns1:solidFill>
                <ns1:latin typeface="Aptos"/>
                <ns1:ea typeface="Aptos"/>
                <ns1:cs typeface="Aptos"/>
              </ns1:defRPr>
            </ns1:lvl3pPr>
            <ns1:lvl4pPr algn="ctr">
              <ns1:defRPr sz="1275" b="1">
                <ns1:solidFill>
                  <ns1:srgbClr val="F2B544"/>
                </ns1:solidFill>
                <ns1:latin typeface="Aptos"/>
                <ns1:ea typeface="Aptos"/>
                <ns1:cs typeface="Aptos"/>
              </ns1:defRPr>
            </ns1:lvl4pPr>
            <ns1:lvl5pPr algn="ctr">
              <ns1:defRPr sz="1275" b="1">
                <ns1:solidFill>
                  <ns1:srgbClr val="F2B544"/>
                </ns1:solidFill>
                <ns1:latin typeface="Aptos"/>
                <ns1:ea typeface="Aptos"/>
                <ns1:cs typeface="Aptos"/>
              </ns1:defRPr>
            </ns1:lvl5pPr>
            <ns1:lvl6pPr algn="ctr">
              <ns1:defRPr sz="1275" b="1">
                <ns1:solidFill>
                  <ns1:srgbClr val="F2B544"/>
                </ns1:solidFill>
                <ns1:latin typeface="Aptos"/>
                <ns1:ea typeface="Aptos"/>
                <ns1:cs typeface="Aptos"/>
              </ns1:defRPr>
            </ns1:lvl6pPr>
            <ns1:lvl7pPr algn="ctr">
              <ns1:defRPr sz="1275" b="1">
                <ns1:solidFill>
                  <ns1:srgbClr val="F2B544"/>
                </ns1:solidFill>
                <ns1:latin typeface="Aptos"/>
                <ns1:ea typeface="Aptos"/>
                <ns1:cs typeface="Aptos"/>
              </ns1:defRPr>
            </ns1:lvl7pPr>
            <ns1:lvl8pPr algn="ctr">
              <ns1:defRPr sz="1275" b="1">
                <ns1:solidFill>
                  <ns1:srgbClr val="F2B544"/>
                </ns1:solidFill>
                <ns1:latin typeface="Aptos"/>
                <ns1:ea typeface="Aptos"/>
                <ns1:cs typeface="Aptos"/>
              </ns1:defRPr>
            </ns1:lvl8pPr>
            <ns1:lvl9pPr algn="ctr">
              <ns1:defRPr sz="1275" b="1">
                <ns1:solidFill>
                  <ns1:srgbClr val="F2B544"/>
                </ns1:solidFill>
                <ns1:latin typeface="Aptos"/>
                <ns1:ea typeface="Aptos"/>
                <ns1:cs typeface="Aptos"/>
              </ns1:defRPr>
            </ns1:lvl9pPr>
          </ns1:lstStyle>
          <ns1:p>
            <ns1:pPr algn="ctr">
              <ns1:defRPr sz="1275" b="1">
                <ns1:solidFill>
                  <ns1:srgbClr val="F2B544"/>
                </ns1:solidFill>
                <ns1:latin typeface="Aptos"/>
                <ns1:ea typeface="Aptos"/>
                <ns1:cs typeface="Aptos"/>
              </ns1:defRPr>
            </ns1:pPr>
            <ns1:r>
              <ns1:rPr sz="1275" b="1">
                <ns1:solidFill>
                  <ns1:srgbClr val="F2B544"/>
                </ns1:solidFill>
                <ns1:latin typeface="Aptos"/>
                <ns1:ea typeface="Aptos"/>
                <ns1:cs typeface="Aptos"/>
              </ns1:rPr>
              <ns1:t>2011–2017</ns1:t>
            </ns1:r>
          </ns1:p>
        </ns0:txBody>
      </ns0:sp>
      <ns0:sp>
        <ns0:nvSpPr>
          <ns0:cNvPr id="22" name="">
            <ns1:extLst>
              <ns1:ext uri="{FF2B5EF4-FFF2-40B4-BE49-F238E27FC236}">
                <ns2:creationId id="{8D14E413-6754-4801-8B90-29B7EA50364F}"/>
              </ns1:ext>
            </ns1:extLst>
          </ns0:cNvPr>
          <ns0:cNvSpPr>
            <ns1:spLocks noGrp="1"/>
          </ns0:cNvSpPr>
          <ns0:nvPr/>
        </ns0:nvSpPr>
        <ns0:spPr>
          <ns1:xfrm>
            <ns1:off x="8239125" y="2638425"/>
            <ns1:ext cx="2476500" cy="323850"/>
          </ns1:xfrm>
          <ns1:prstGeom prst="rect">
            <ns1:avLst/>
          </ns1:prstGeom>
          <ns1:noFill/>
          <ns1:ln w="0">
            <ns1:noFill/>
            <ns1:prstDash val="solid"/>
          </ns1:ln>
        </ns0:spPr>
        <ns0:txBody>
          <ns1:bodyPr lIns="0" tIns="0" rIns="0" bIns="0" anchor="ctr">
            <ns1:normAutofit fontScale="100000"/>
          </ns1:bodyPr>
          <ns1:lstStyle>
            <ns1:defPPr algn="ctr">
              <ns1:defRPr sz="1575" b="1">
                <ns1:solidFill>
                  <ns1:srgbClr val="172554"/>
                </ns1:solidFill>
                <ns1:latin typeface="Aptos"/>
                <ns1:ea typeface="Aptos"/>
                <ns1:cs typeface="Aptos"/>
              </ns1:defRPr>
            </ns1:defPPr>
            <ns1:lvl1pPr algn="ctr">
              <ns1:defRPr sz="1575" b="1">
                <ns1:solidFill>
                  <ns1:srgbClr val="172554"/>
                </ns1:solidFill>
                <ns1:latin typeface="Aptos"/>
                <ns1:ea typeface="Aptos"/>
                <ns1:cs typeface="Aptos"/>
              </ns1:defRPr>
            </ns1:lvl1pPr>
            <ns1:lvl2pPr algn="ctr">
              <ns1:defRPr sz="1575" b="1">
                <ns1:solidFill>
                  <ns1:srgbClr val="172554"/>
                </ns1:solidFill>
                <ns1:latin typeface="Aptos"/>
                <ns1:ea typeface="Aptos"/>
                <ns1:cs typeface="Aptos"/>
              </ns1:defRPr>
            </ns1:lvl2pPr>
            <ns1:lvl3pPr algn="ctr">
              <ns1:defRPr sz="1575" b="1">
                <ns1:solidFill>
                  <ns1:srgbClr val="172554"/>
                </ns1:solidFill>
                <ns1:latin typeface="Aptos"/>
                <ns1:ea typeface="Aptos"/>
                <ns1:cs typeface="Aptos"/>
              </ns1:defRPr>
            </ns1:lvl3pPr>
            <ns1:lvl4pPr algn="ctr">
              <ns1:defRPr sz="1575" b="1">
                <ns1:solidFill>
                  <ns1:srgbClr val="172554"/>
                </ns1:solidFill>
                <ns1:latin typeface="Aptos"/>
                <ns1:ea typeface="Aptos"/>
                <ns1:cs typeface="Aptos"/>
              </ns1:defRPr>
            </ns1:lvl4pPr>
            <ns1:lvl5pPr algn="ctr">
              <ns1:defRPr sz="1575" b="1">
                <ns1:solidFill>
                  <ns1:srgbClr val="172554"/>
                </ns1:solidFill>
                <ns1:latin typeface="Aptos"/>
                <ns1:ea typeface="Aptos"/>
                <ns1:cs typeface="Aptos"/>
              </ns1:defRPr>
            </ns1:lvl5pPr>
            <ns1:lvl6pPr algn="ctr">
              <ns1:defRPr sz="1575" b="1">
                <ns1:solidFill>
                  <ns1:srgbClr val="172554"/>
                </ns1:solidFill>
                <ns1:latin typeface="Aptos"/>
                <ns1:ea typeface="Aptos"/>
                <ns1:cs typeface="Aptos"/>
              </ns1:defRPr>
            </ns1:lvl6pPr>
            <ns1:lvl7pPr algn="ctr">
              <ns1:defRPr sz="1575" b="1">
                <ns1:solidFill>
                  <ns1:srgbClr val="172554"/>
                </ns1:solidFill>
                <ns1:latin typeface="Aptos"/>
                <ns1:ea typeface="Aptos"/>
                <ns1:cs typeface="Aptos"/>
              </ns1:defRPr>
            </ns1:lvl7pPr>
            <ns1:lvl8pPr algn="ctr">
              <ns1:defRPr sz="1575" b="1">
                <ns1:solidFill>
                  <ns1:srgbClr val="172554"/>
                </ns1:solidFill>
                <ns1:latin typeface="Aptos"/>
                <ns1:ea typeface="Aptos"/>
                <ns1:cs typeface="Aptos"/>
              </ns1:defRPr>
            </ns1:lvl8pPr>
            <ns1:lvl9pPr algn="ctr">
              <ns1:defRPr sz="1575" b="1">
                <ns1:solidFill>
                  <ns1:srgbClr val="172554"/>
                </ns1:solidFill>
                <ns1:latin typeface="Aptos"/>
                <ns1:ea typeface="Aptos"/>
                <ns1:cs typeface="Aptos"/>
              </ns1:defRPr>
            </ns1:lvl9pPr>
          </ns1:lstStyle>
          <ns1:p>
            <ns1:pPr algn="ctr">
              <ns1:defRPr sz="1575" b="1">
                <ns1:solidFill>
                  <ns1:srgbClr val="172554"/>
                </ns1:solidFill>
                <ns1:latin typeface="Aptos"/>
                <ns1:ea typeface="Aptos"/>
                <ns1:cs typeface="Aptos"/>
              </ns1:defRPr>
            </ns1:pPr>
            <ns1:r>
              <ns1:rPr sz="1575" b="1">
                <ns1:solidFill>
                  <ns1:srgbClr val="172554"/>
                </ns1:solidFill>
                <ns1:latin typeface="Aptos"/>
                <ns1:ea typeface="Aptos"/>
                <ns1:cs typeface="Aptos"/>
              </ns1:rPr>
              <ns1:t>Ed25519</ns1:t>
            </ns1:r>
          </ns1:p>
        </ns0:txBody>
      </ns0:sp>
      <ns0:sp>
        <ns0:nvSpPr>
          <ns0:cNvPr id="23" name="">
            <ns1:extLst>
              <ns1:ext uri="{FF2B5EF4-FFF2-40B4-BE49-F238E27FC236}">
                <ns2:creationId id="{D91C6588-F989-44F9-825B-B84F9F4E3BC2}"/>
              </ns1:ext>
            </ns1:extLst>
          </ns0:cNvPr>
          <ns0:cNvSpPr>
            <ns1:spLocks noGrp="1"/>
          </ns0:cNvSpPr>
          <ns0:nvPr/>
        </ns0:nvSpPr>
        <ns0:spPr>
          <ns1:xfrm>
            <ns1:off x="8239125" y="4048125"/>
            <ns1:ext cx="2476500" cy="781050"/>
          </ns1:xfrm>
          <ns1:prstGeom prst="rect">
            <ns1:avLst/>
          </ns1:prstGeom>
          <ns1:noFill/>
          <ns1:ln w="0">
            <ns1:noFill/>
            <ns1:prstDash val="solid"/>
          </ns1:ln>
        </ns0:spPr>
        <ns0:txBody>
          <ns1:bodyPr lIns="0" tIns="0" rIns="0" bIns="0" anchor="t">
            <ns1:normAutofit fontScale="100000"/>
          </ns1:bodyPr>
          <ns1:lstStyle>
            <ns1:defPPr algn="ctr">
              <ns1:defRPr sz="1275" b="0">
                <ns1:solidFill>
                  <ns1:srgbClr val="536276"/>
                </ns1:solidFill>
                <ns1:latin typeface="Aptos"/>
                <ns1:ea typeface="Aptos"/>
                <ns1:cs typeface="Aptos"/>
              </ns1:defRPr>
            </ns1:defPPr>
            <ns1:lvl1pPr algn="ctr">
              <ns1:defRPr sz="1275" b="0">
                <ns1:solidFill>
                  <ns1:srgbClr val="536276"/>
                </ns1:solidFill>
                <ns1:latin typeface="Aptos"/>
                <ns1:ea typeface="Aptos"/>
                <ns1:cs typeface="Aptos"/>
              </ns1:defRPr>
            </ns1:lvl1pPr>
            <ns1:lvl2pPr algn="ctr">
              <ns1:defRPr sz="1275" b="0">
                <ns1:solidFill>
                  <ns1:srgbClr val="536276"/>
                </ns1:solidFill>
                <ns1:latin typeface="Aptos"/>
                <ns1:ea typeface="Aptos"/>
                <ns1:cs typeface="Aptos"/>
              </ns1:defRPr>
            </ns1:lvl2pPr>
            <ns1:lvl3pPr algn="ctr">
              <ns1:defRPr sz="1275" b="0">
                <ns1:solidFill>
                  <ns1:srgbClr val="536276"/>
                </ns1:solidFill>
                <ns1:latin typeface="Aptos"/>
                <ns1:ea typeface="Aptos"/>
                <ns1:cs typeface="Aptos"/>
              </ns1:defRPr>
            </ns1:lvl3pPr>
            <ns1:lvl4pPr algn="ctr">
              <ns1:defRPr sz="1275" b="0">
                <ns1:solidFill>
                  <ns1:srgbClr val="536276"/>
                </ns1:solidFill>
                <ns1:latin typeface="Aptos"/>
                <ns1:ea typeface="Aptos"/>
                <ns1:cs typeface="Aptos"/>
              </ns1:defRPr>
            </ns1:lvl4pPr>
            <ns1:lvl5pPr algn="ctr">
              <ns1:defRPr sz="1275" b="0">
                <ns1:solidFill>
                  <ns1:srgbClr val="536276"/>
                </ns1:solidFill>
                <ns1:latin typeface="Aptos"/>
                <ns1:ea typeface="Aptos"/>
                <ns1:cs typeface="Aptos"/>
              </ns1:defRPr>
            </ns1:lvl5pPr>
            <ns1:lvl6pPr algn="ctr">
              <ns1:defRPr sz="1275" b="0">
                <ns1:solidFill>
                  <ns1:srgbClr val="536276"/>
                </ns1:solidFill>
                <ns1:latin typeface="Aptos"/>
                <ns1:ea typeface="Aptos"/>
                <ns1:cs typeface="Aptos"/>
              </ns1:defRPr>
            </ns1:lvl6pPr>
            <ns1:lvl7pPr algn="ctr">
              <ns1:defRPr sz="1275" b="0">
                <ns1:solidFill>
                  <ns1:srgbClr val="536276"/>
                </ns1:solidFill>
                <ns1:latin typeface="Aptos"/>
                <ns1:ea typeface="Aptos"/>
                <ns1:cs typeface="Aptos"/>
              </ns1:defRPr>
            </ns1:lvl7pPr>
            <ns1:lvl8pPr algn="ctr">
              <ns1:defRPr sz="1275" b="0">
                <ns1:solidFill>
                  <ns1:srgbClr val="536276"/>
                </ns1:solidFill>
                <ns1:latin typeface="Aptos"/>
                <ns1:ea typeface="Aptos"/>
                <ns1:cs typeface="Aptos"/>
              </ns1:defRPr>
            </ns1:lvl8pPr>
            <ns1:lvl9pPr algn="ctr">
              <ns1:defRPr sz="1275" b="0">
                <ns1:solidFill>
                  <ns1:srgbClr val="536276"/>
                </ns1:solidFill>
                <ns1:latin typeface="Aptos"/>
                <ns1:ea typeface="Aptos"/>
                <ns1:cs typeface="Aptos"/>
              </ns1:defRPr>
            </ns1:lvl9pPr>
          </ns1:lstStyle>
          <ns1:p>
            <ns1:pPr algn="ctr">
              <ns1:defRPr sz="1275" b="0">
                <ns1:solidFill>
                  <ns1:srgbClr val="536276"/>
                </ns1:solidFill>
                <ns1:latin typeface="Aptos"/>
                <ns1:ea typeface="Aptos"/>
                <ns1:cs typeface="Aptos"/>
              </ns1:defRPr>
            </ns1:pPr>
            <ns1:r>
              <ns1:rPr sz="1275" b="0">
                <ns1:solidFill>
                  <ns1:srgbClr val="536276"/>
                </ns1:solidFill>
                <ns1:latin typeface="Aptos"/>
                <ns1:ea typeface="Aptos"/>
                <ns1:cs typeface="Aptos"/>
              </ns1:rPr>
              <ns1:t>Es un método de firma digital. Se describe en el estándar RFC 8032.</ns1:t>
            </ns1:r>
          </ns1:p>
        </ns0:txBody>
      </ns0:sp>
      <ns0:sp>
        <ns0:nvSpPr>
          <ns0:cNvPr id="24" name="">
            <ns1:extLst>
              <ns1:ext uri="{FF2B5EF4-FFF2-40B4-BE49-F238E27FC236}">
                <ns2:creationId id="{69A676F7-7F15-4A92-A5E6-AB1FD77F15BC}"/>
              </ns1:ext>
            </ns1:extLst>
          </ns0:cNvPr>
          <ns0:cNvSpPr>
            <ns1:spLocks noGrp="1"/>
          </ns0:cNvSpPr>
          <ns0:nvPr/>
        </ns0:nvSpPr>
        <ns0:spPr>
          <ns1:xfrm>
            <ns1:off x="781050" y="5353050"/>
            <ns1:ext cx="10382250" cy="228600"/>
          </ns1:xfrm>
          <ns1:prstGeom prst="rect">
            <ns1:avLst/>
          </ns1:prstGeom>
          <ns1:noFill/>
          <ns1:ln w="0">
            <ns1:noFill/>
            <ns1:prstDash val="solid"/>
          </ns1:ln>
        </ns0:spPr>
        <ns0:txBody>
          <ns1:bodyPr lIns="0" tIns="0" rIns="0" bIns="0" anchor="ctr">
            <ns1:normAutofit fontScale="100000"/>
          </ns1:bodyPr>
          <ns1:lstStyle>
            <ns1:defPPr algn="ctr">
              <ns1:defRPr sz="1050" b="0">
                <ns1:solidFill>
                  <ns1:srgbClr val="536276"/>
                </ns1:solidFill>
                <ns1:latin typeface="Aptos"/>
                <ns1:ea typeface="Aptos"/>
                <ns1:cs typeface="Aptos"/>
              </ns1:defRPr>
            </ns1:defPPr>
            <ns1:lvl1pPr algn="ctr">
              <ns1:defRPr sz="1050" b="0">
                <ns1:solidFill>
                  <ns1:srgbClr val="536276"/>
                </ns1:solidFill>
                <ns1:latin typeface="Aptos"/>
                <ns1:ea typeface="Aptos"/>
                <ns1:cs typeface="Aptos"/>
              </ns1:defRPr>
            </ns1:lvl1pPr>
            <ns1:lvl2pPr algn="ctr">
              <ns1:defRPr sz="1050" b="0">
                <ns1:solidFill>
                  <ns1:srgbClr val="536276"/>
                </ns1:solidFill>
                <ns1:latin typeface="Aptos"/>
                <ns1:ea typeface="Aptos"/>
                <ns1:cs typeface="Aptos"/>
              </ns1:defRPr>
            </ns1:lvl2pPr>
            <ns1:lvl3pPr algn="ctr">
              <ns1:defRPr sz="1050" b="0">
                <ns1:solidFill>
                  <ns1:srgbClr val="536276"/>
                </ns1:solidFill>
                <ns1:latin typeface="Aptos"/>
                <ns1:ea typeface="Aptos"/>
                <ns1:cs typeface="Aptos"/>
              </ns1:defRPr>
            </ns1:lvl3pPr>
            <ns1:lvl4pPr algn="ctr">
              <ns1:defRPr sz="1050" b="0">
                <ns1:solidFill>
                  <ns1:srgbClr val="536276"/>
                </ns1:solidFill>
                <ns1:latin typeface="Aptos"/>
                <ns1:ea typeface="Aptos"/>
                <ns1:cs typeface="Aptos"/>
              </ns1:defRPr>
            </ns1:lvl4pPr>
            <ns1:lvl5pPr algn="ctr">
              <ns1:defRPr sz="1050" b="0">
                <ns1:solidFill>
                  <ns1:srgbClr val="536276"/>
                </ns1:solidFill>
                <ns1:latin typeface="Aptos"/>
                <ns1:ea typeface="Aptos"/>
                <ns1:cs typeface="Aptos"/>
              </ns1:defRPr>
            </ns1:lvl5pPr>
            <ns1:lvl6pPr algn="ctr">
              <ns1:defRPr sz="1050" b="0">
                <ns1:solidFill>
                  <ns1:srgbClr val="536276"/>
                </ns1:solidFill>
                <ns1:latin typeface="Aptos"/>
                <ns1:ea typeface="Aptos"/>
                <ns1:cs typeface="Aptos"/>
              </ns1:defRPr>
            </ns1:lvl6pPr>
            <ns1:lvl7pPr algn="ctr">
              <ns1:defRPr sz="1050" b="0">
                <ns1:solidFill>
                  <ns1:srgbClr val="536276"/>
                </ns1:solidFill>
                <ns1:latin typeface="Aptos"/>
                <ns1:ea typeface="Aptos"/>
                <ns1:cs typeface="Aptos"/>
              </ns1:defRPr>
            </ns1:lvl7pPr>
            <ns1:lvl8pPr algn="ctr">
              <ns1:defRPr sz="1050" b="0">
                <ns1:solidFill>
                  <ns1:srgbClr val="536276"/>
                </ns1:solidFill>
                <ns1:latin typeface="Aptos"/>
                <ns1:ea typeface="Aptos"/>
                <ns1:cs typeface="Aptos"/>
              </ns1:defRPr>
            </ns1:lvl8pPr>
            <ns1:lvl9pPr algn="ctr">
              <ns1:defRPr sz="1050" b="0">
                <ns1:solidFill>
                  <ns1:srgbClr val="536276"/>
                </ns1:solidFill>
                <ns1:latin typeface="Aptos"/>
                <ns1:ea typeface="Aptos"/>
                <ns1:cs typeface="Aptos"/>
              </ns1:defRPr>
            </ns1:lvl9pPr>
          </ns1:lstStyle>
          <ns1:p>
            <ns1:pPr algn="ctr">
              <ns1:defRPr sz="1050" b="0">
                <ns1:solidFill>
                  <ns1:srgbClr val="536276"/>
                </ns1:solidFill>
                <ns1:latin typeface="Aptos"/>
                <ns1:ea typeface="Aptos"/>
                <ns1:cs typeface="Aptos"/>
              </ns1:defRPr>
            </ns1:pPr>
            <ns1:r>
              <ns1:rPr sz="1050" b="0">
                <ns1:solidFill>
                  <ns1:srgbClr val="536276"/>
                </ns1:solidFill>
                <ns1:latin typeface="Aptos"/>
                <ns1:ea typeface="Aptos"/>
                <ns1:cs typeface="Aptos"/>
              </ns1:rPr>
              <ns1:t>Estos son solo algunos hitos.</ns1:t>
            </ns1:r>
          </ns1:p>
        </ns0:txBody>
      </ns0:sp>
    </ns0:spTree>
    <ns0:extLst>
      <ns0:ext uri="{BB962C8B-B14F-4D97-AF65-F5344CB8AC3E}">
        <ns3:creationId val="255571974"/>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68" name="">
            <ns1:extLst>
              <ns1:ext uri="{FF2B5EF4-FFF2-40B4-BE49-F238E27FC236}">
                <ns2:creationId id="{9F4704BA-5D18-43B5-8ABD-08D9E7BA9C2B}"/>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CRIPTOGRAFÍA DESDE CERO</ns1:t>
            </ns1:r>
          </ns1:p>
        </ns0:txBody>
      </ns0:sp>
      <ns0:sp>
        <ns0:nvSpPr>
          <ns0:cNvPr id="2" name="">
            <ns1:extLst>
              <ns1:ext uri="{FF2B5EF4-FFF2-40B4-BE49-F238E27FC236}">
                <ns2:creationId id="{2A679B2E-74D4-4456-A5E5-CE99C6E3EA15}"/>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2:00</ns1:t>
            </ns1:r>
          </ns1:p>
        </ns0:txBody>
      </ns0:sp>
      <ns0:sp>
        <ns0:nvSpPr>
          <ns0:cNvPr id="3" name="">
            <ns1:extLst>
              <ns1:ext uri="{FF2B5EF4-FFF2-40B4-BE49-F238E27FC236}">
                <ns2:creationId id="{CF15927A-2BD4-4065-9005-BE892C335DCF}"/>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Cifrado, huella y firma hacen cosas distintas</ns1:t>
            </ns1:r>
          </ns1:p>
        </ns0:txBody>
      </ns0:sp>
      <ns0:sp>
        <ns0:nvSpPr>
          <ns0:cNvPr id="4" name="">
            <ns1:extLst>
              <ns1:ext uri="{FF2B5EF4-FFF2-40B4-BE49-F238E27FC236}">
                <ns2:creationId id="{841E4225-5537-4795-885A-C1A47629A78F}"/>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60AA98DF-A11F-4F41-B20A-9795AB09E850}"/>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5F0F7524-049A-4DA3-8DCA-C8C13DBC5973}"/>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04</ns1:t>
            </ns1:r>
          </ns1:p>
        </ns0:txBody>
      </ns0:sp>
      <ns0:sp>
        <ns0:nvSpPr>
          <ns0:cNvPr id="7" name="">
            <ns1:extLst>
              <ns1:ext uri="{FF2B5EF4-FFF2-40B4-BE49-F238E27FC236}">
                <ns2:creationId id="{CBE32395-F151-40CD-83A6-B1822DA68DAB}"/>
              </ns1:ext>
            </ns1:extLst>
          </ns0:cNvPr>
          <ns0:cNvSpPr>
            <ns1:spLocks noGrp="1"/>
          </ns0:cNvSpPr>
          <ns0:nvPr/>
        </ns0:nvSpPr>
        <ns0:spPr>
          <ns1:xfrm>
            <ns1:off x="666750" y="1762125"/>
            <ns1:ext cx="3333750" cy="3143250"/>
          </ns1:xfrm>
          <ns1:prstGeom prst="roundRect">
            <ns1:avLst>
              <ns1:gd name="adj" fmla="val 2424"/>
            </ns1:avLst>
          </ns1:prstGeom>
          <ns1:solidFill>
            <ns1:srgbClr val="FFFFFF"/>
          </ns1:solidFill>
          <ns1:ln w="9525">
            <ns1:solidFill>
              <ns1:srgbClr val="DCE3ED"/>
            </ns1:solidFill>
            <ns1:prstDash val="solid"/>
          </ns1:ln>
        </ns0:spPr>
      </ns0:sp>
      <ns0:sp>
        <ns0:nvSpPr>
          <ns0:cNvPr id="8" name="">
            <ns1:extLst>
              <ns1:ext uri="{FF2B5EF4-FFF2-40B4-BE49-F238E27FC236}">
                <ns2:creationId id="{C51A78B4-59FC-4366-A0E7-5E9B77B8A8D0}"/>
              </ns1:ext>
            </ns1:extLst>
          </ns0:cNvPr>
          <ns0:cNvSpPr>
            <ns1:spLocks noGrp="1"/>
          </ns0:cNvSpPr>
          <ns0:nvPr/>
        </ns0:nvSpPr>
        <ns0:spPr>
          <ns1:xfrm>
            <ns1:off x="666750" y="1762125"/>
            <ns1:ext cx="3333750" cy="114300"/>
          </ns1:xfrm>
          <ns1:prstGeom prst="roundRect">
            <ns1:avLst>
              <ns1:gd name="adj" fmla="val 50000"/>
            </ns1:avLst>
          </ns1:prstGeom>
          <ns1:solidFill>
            <ns1:srgbClr val="2846A0"/>
          </ns1:solidFill>
          <ns1:ln w="0">
            <ns1:noFill/>
            <ns1:prstDash val="solid"/>
          </ns1:ln>
        </ns0:spPr>
      </ns0:sp>
      <ns0:sp>
        <ns0:nvSpPr>
          <ns0:cNvPr id="9" name="">
            <ns1:extLst>
              <ns1:ext uri="{FF2B5EF4-FFF2-40B4-BE49-F238E27FC236}">
                <ns2:creationId id="{E24C796D-E0D5-43CD-9A6E-DED8F93A837D}"/>
              </ns1:ext>
            </ns1:extLst>
          </ns0:cNvPr>
          <ns0:cNvSpPr>
            <ns1:spLocks noGrp="1"/>
          </ns0:cNvSpPr>
          <ns0:nvPr/>
        </ns0:nvSpPr>
        <ns0:spPr>
          <ns1:xfrm>
            <ns1:off x="895350" y="2076450"/>
            <ns1:ext cx="2857500" cy="285750"/>
          </ns1:xfrm>
          <ns1:prstGeom prst="rect">
            <ns1:avLst/>
          </ns1:prstGeom>
          <ns1:noFill/>
          <ns1:ln w="0">
            <ns1:noFill/>
            <ns1:prstDash val="solid"/>
          </ns1:ln>
        </ns0:spPr>
        <ns0:txBody>
          <ns1:bodyPr lIns="0" tIns="0" rIns="0" bIns="0" anchor="ctr">
            <ns1:normAutofit fontScale="100000"/>
          </ns1:bodyPr>
          <ns1:lstStyle>
            <ns1:defPPr algn="l">
              <ns1:defRPr sz="1200" b="1">
                <ns1:solidFill>
                  <ns1:srgbClr val="2846A0"/>
                </ns1:solidFill>
                <ns1:latin typeface="Aptos"/>
                <ns1:ea typeface="Aptos"/>
                <ns1:cs typeface="Aptos"/>
              </ns1:defRPr>
            </ns1:defPPr>
            <ns1:lvl1pPr algn="l">
              <ns1:defRPr sz="1200" b="1">
                <ns1:solidFill>
                  <ns1:srgbClr val="2846A0"/>
                </ns1:solidFill>
                <ns1:latin typeface="Aptos"/>
                <ns1:ea typeface="Aptos"/>
                <ns1:cs typeface="Aptos"/>
              </ns1:defRPr>
            </ns1:lvl1pPr>
            <ns1:lvl2pPr algn="l">
              <ns1:defRPr sz="1200" b="1">
                <ns1:solidFill>
                  <ns1:srgbClr val="2846A0"/>
                </ns1:solidFill>
                <ns1:latin typeface="Aptos"/>
                <ns1:ea typeface="Aptos"/>
                <ns1:cs typeface="Aptos"/>
              </ns1:defRPr>
            </ns1:lvl2pPr>
            <ns1:lvl3pPr algn="l">
              <ns1:defRPr sz="1200" b="1">
                <ns1:solidFill>
                  <ns1:srgbClr val="2846A0"/>
                </ns1:solidFill>
                <ns1:latin typeface="Aptos"/>
                <ns1:ea typeface="Aptos"/>
                <ns1:cs typeface="Aptos"/>
              </ns1:defRPr>
            </ns1:lvl3pPr>
            <ns1:lvl4pPr algn="l">
              <ns1:defRPr sz="1200" b="1">
                <ns1:solidFill>
                  <ns1:srgbClr val="2846A0"/>
                </ns1:solidFill>
                <ns1:latin typeface="Aptos"/>
                <ns1:ea typeface="Aptos"/>
                <ns1:cs typeface="Aptos"/>
              </ns1:defRPr>
            </ns1:lvl4pPr>
            <ns1:lvl5pPr algn="l">
              <ns1:defRPr sz="1200" b="1">
                <ns1:solidFill>
                  <ns1:srgbClr val="2846A0"/>
                </ns1:solidFill>
                <ns1:latin typeface="Aptos"/>
                <ns1:ea typeface="Aptos"/>
                <ns1:cs typeface="Aptos"/>
              </ns1:defRPr>
            </ns1:lvl5pPr>
            <ns1:lvl6pPr algn="l">
              <ns1:defRPr sz="1200" b="1">
                <ns1:solidFill>
                  <ns1:srgbClr val="2846A0"/>
                </ns1:solidFill>
                <ns1:latin typeface="Aptos"/>
                <ns1:ea typeface="Aptos"/>
                <ns1:cs typeface="Aptos"/>
              </ns1:defRPr>
            </ns1:lvl6pPr>
            <ns1:lvl7pPr algn="l">
              <ns1:defRPr sz="1200" b="1">
                <ns1:solidFill>
                  <ns1:srgbClr val="2846A0"/>
                </ns1:solidFill>
                <ns1:latin typeface="Aptos"/>
                <ns1:ea typeface="Aptos"/>
                <ns1:cs typeface="Aptos"/>
              </ns1:defRPr>
            </ns1:lvl7pPr>
            <ns1:lvl8pPr algn="l">
              <ns1:defRPr sz="1200" b="1">
                <ns1:solidFill>
                  <ns1:srgbClr val="2846A0"/>
                </ns1:solidFill>
                <ns1:latin typeface="Aptos"/>
                <ns1:ea typeface="Aptos"/>
                <ns1:cs typeface="Aptos"/>
              </ns1:defRPr>
            </ns1:lvl8pPr>
            <ns1:lvl9pPr algn="l">
              <ns1:defRPr sz="1200" b="1">
                <ns1:solidFill>
                  <ns1:srgbClr val="2846A0"/>
                </ns1:solidFill>
                <ns1:latin typeface="Aptos"/>
                <ns1:ea typeface="Aptos"/>
                <ns1:cs typeface="Aptos"/>
              </ns1:defRPr>
            </ns1:lvl9pPr>
          </ns1:lstStyle>
          <ns1:p>
            <ns1:pPr algn="l">
              <ns1:defRPr sz="1200" b="1">
                <ns1:solidFill>
                  <ns1:srgbClr val="2846A0"/>
                </ns1:solidFill>
                <ns1:latin typeface="Aptos"/>
                <ns1:ea typeface="Aptos"/>
                <ns1:cs typeface="Aptos"/>
              </ns1:defRPr>
            </ns1:pPr>
            <ns1:r>
              <ns1:rPr sz="1200" b="1">
                <ns1:solidFill>
                  <ns1:srgbClr val="2846A0"/>
                </ns1:solidFill>
                <ns1:latin typeface="Aptos"/>
                <ns1:ea typeface="Aptos"/>
                <ns1:cs typeface="Aptos"/>
              </ns1:rPr>
              <ns1:t>CIFRADO</ns1:t>
            </ns1:r>
          </ns1:p>
        </ns0:txBody>
      </ns0:sp>
      <ns0:sp>
        <ns0:nvSpPr>
          <ns0:cNvPr id="10" name="">
            <ns1:extLst>
              <ns1:ext uri="{FF2B5EF4-FFF2-40B4-BE49-F238E27FC236}">
                <ns2:creationId id="{7F8FCE12-4D74-4143-90C5-91AA5656692F}"/>
              </ns1:ext>
            </ns1:extLst>
          </ns0:cNvPr>
          <ns0:cNvSpPr>
            <ns1:spLocks noGrp="1"/>
          </ns0:cNvSpPr>
          <ns0:nvPr/>
        </ns0:nvSpPr>
        <ns0:spPr>
          <ns1:xfrm>
            <ns1:off x="895350" y="2505075"/>
            <ns1:ext cx="2857500" cy="361950"/>
          </ns1:xfrm>
          <ns1:prstGeom prst="rect">
            <ns1:avLst/>
          </ns1:prstGeom>
          <ns1:noFill/>
          <ns1:ln w="0">
            <ns1:noFill/>
            <ns1:prstDash val="solid"/>
          </ns1:ln>
        </ns0:spPr>
        <ns0:txBody>
          <ns1:bodyPr lIns="0" tIns="0" rIns="0" bIns="0" anchor="ctr">
            <ns1:normAutofit fontScale="100000"/>
          </ns1:bodyPr>
          <ns1:lstStyle>
            <ns1:defPPr algn="l">
              <ns1:defRPr sz="1650" b="1">
                <ns1:solidFill>
                  <ns1:srgbClr val="172554"/>
                </ns1:solidFill>
                <ns1:latin typeface="Aptos"/>
                <ns1:ea typeface="Aptos"/>
                <ns1:cs typeface="Aptos"/>
              </ns1:defRPr>
            </ns1:defPPr>
            <ns1:lvl1pPr algn="l">
              <ns1:defRPr sz="1650" b="1">
                <ns1:solidFill>
                  <ns1:srgbClr val="172554"/>
                </ns1:solidFill>
                <ns1:latin typeface="Aptos"/>
                <ns1:ea typeface="Aptos"/>
                <ns1:cs typeface="Aptos"/>
              </ns1:defRPr>
            </ns1:lvl1pPr>
            <ns1:lvl2pPr algn="l">
              <ns1:defRPr sz="1650" b="1">
                <ns1:solidFill>
                  <ns1:srgbClr val="172554"/>
                </ns1:solidFill>
                <ns1:latin typeface="Aptos"/>
                <ns1:ea typeface="Aptos"/>
                <ns1:cs typeface="Aptos"/>
              </ns1:defRPr>
            </ns1:lvl2pPr>
            <ns1:lvl3pPr algn="l">
              <ns1:defRPr sz="1650" b="1">
                <ns1:solidFill>
                  <ns1:srgbClr val="172554"/>
                </ns1:solidFill>
                <ns1:latin typeface="Aptos"/>
                <ns1:ea typeface="Aptos"/>
                <ns1:cs typeface="Aptos"/>
              </ns1:defRPr>
            </ns1:lvl3pPr>
            <ns1:lvl4pPr algn="l">
              <ns1:defRPr sz="1650" b="1">
                <ns1:solidFill>
                  <ns1:srgbClr val="172554"/>
                </ns1:solidFill>
                <ns1:latin typeface="Aptos"/>
                <ns1:ea typeface="Aptos"/>
                <ns1:cs typeface="Aptos"/>
              </ns1:defRPr>
            </ns1:lvl4pPr>
            <ns1:lvl5pPr algn="l">
              <ns1:defRPr sz="1650" b="1">
                <ns1:solidFill>
                  <ns1:srgbClr val="172554"/>
                </ns1:solidFill>
                <ns1:latin typeface="Aptos"/>
                <ns1:ea typeface="Aptos"/>
                <ns1:cs typeface="Aptos"/>
              </ns1:defRPr>
            </ns1:lvl5pPr>
            <ns1:lvl6pPr algn="l">
              <ns1:defRPr sz="1650" b="1">
                <ns1:solidFill>
                  <ns1:srgbClr val="172554"/>
                </ns1:solidFill>
                <ns1:latin typeface="Aptos"/>
                <ns1:ea typeface="Aptos"/>
                <ns1:cs typeface="Aptos"/>
              </ns1:defRPr>
            </ns1:lvl6pPr>
            <ns1:lvl7pPr algn="l">
              <ns1:defRPr sz="1650" b="1">
                <ns1:solidFill>
                  <ns1:srgbClr val="172554"/>
                </ns1:solidFill>
                <ns1:latin typeface="Aptos"/>
                <ns1:ea typeface="Aptos"/>
                <ns1:cs typeface="Aptos"/>
              </ns1:defRPr>
            </ns1:lvl7pPr>
            <ns1:lvl8pPr algn="l">
              <ns1:defRPr sz="1650" b="1">
                <ns1:solidFill>
                  <ns1:srgbClr val="172554"/>
                </ns1:solidFill>
                <ns1:latin typeface="Aptos"/>
                <ns1:ea typeface="Aptos"/>
                <ns1:cs typeface="Aptos"/>
              </ns1:defRPr>
            </ns1:lvl8pPr>
            <ns1:lvl9pPr algn="l">
              <ns1:defRPr sz="1650" b="1">
                <ns1:solidFill>
                  <ns1:srgbClr val="172554"/>
                </ns1:solidFill>
                <ns1:latin typeface="Aptos"/>
                <ns1:ea typeface="Aptos"/>
                <ns1:cs typeface="Aptos"/>
              </ns1:defRPr>
            </ns1:lvl9pPr>
          </ns1:lstStyle>
          <ns1:p>
            <ns1:pPr algn="l">
              <ns1:defRPr sz="1650" b="1">
                <ns1:solidFill>
                  <ns1:srgbClr val="172554"/>
                </ns1:solidFill>
                <ns1:latin typeface="Aptos"/>
                <ns1:ea typeface="Aptos"/>
                <ns1:cs typeface="Aptos"/>
              </ns1:defRPr>
            </ns1:pPr>
            <ns1:r>
              <ns1:rPr sz="1650" b="1">
                <ns1:solidFill>
                  <ns1:srgbClr val="172554"/>
                </ns1:solidFill>
                <ns1:latin typeface="Aptos"/>
                <ns1:ea typeface="Aptos"/>
                <ns1:cs typeface="Aptos"/>
              </ns1:rPr>
              <ns1:t>Esconde el contenido</ns1:t>
            </ns1:r>
          </ns1:p>
        </ns0:txBody>
      </ns0:sp>
      <ns0:sp>
        <ns0:nvSpPr>
          <ns0:cNvPr id="11" name="">
            <ns1:extLst>
              <ns1:ext uri="{FF2B5EF4-FFF2-40B4-BE49-F238E27FC236}">
                <ns2:creationId id="{CC5ECEC9-1423-4601-887D-D6FA8BABF0A5}"/>
              </ns1:ext>
            </ns1:extLst>
          </ns0:cNvPr>
          <ns0:cNvSpPr>
            <ns1:spLocks noGrp="1"/>
          </ns0:cNvSpPr>
          <ns0:nvPr/>
        </ns0:nvSpPr>
        <ns0:spPr>
          <ns1:xfrm>
            <ns1:off x="1028700" y="2857500"/>
            <ns1:ext cx="704850" cy="781050"/>
          </ns1:xfrm>
          <ns1:prstGeom prst="roundRect">
            <ns1:avLst>
              <ns1:gd name="adj" fmla="val 10811"/>
            </ns1:avLst>
          </ns1:prstGeom>
          <ns1:solidFill>
            <ns1:srgbClr val="FFFFFF"/>
          </ns1:solidFill>
          <ns1:ln w="19050">
            <ns1:solidFill>
              <ns1:srgbClr val="2846A0"/>
            </ns1:solidFill>
            <ns1:prstDash val="solid"/>
          </ns1:ln>
        </ns0:spPr>
      </ns0:sp>
      <ns0:sp>
        <ns0:nvSpPr>
          <ns0:cNvPr id="12" name="">
            <ns1:extLst>
              <ns1:ext uri="{FF2B5EF4-FFF2-40B4-BE49-F238E27FC236}">
                <ns2:creationId id="{5CF7BD0B-605E-45C6-AFE1-F92B8C318F99}"/>
              </ns1:ext>
            </ns1:extLst>
          </ns0:cNvPr>
          <ns0:cNvSpPr>
            <ns1:spLocks noGrp="1"/>
          </ns0:cNvSpPr>
          <ns0:nvPr/>
        </ns0:nvSpPr>
        <ns0:spPr>
          <ns1:xfrm>
            <ns1:off x="1152525" y="3019425"/>
            <ns1:ext cx="447675" cy="47625"/>
          </ns1:xfrm>
          <ns1:prstGeom prst="roundRect">
            <ns1:avLst>
              <ns1:gd name="adj" fmla="val 50000"/>
            </ns1:avLst>
          </ns1:prstGeom>
          <ns1:solidFill>
            <ns1:srgbClr val="2846A0"/>
          </ns1:solidFill>
          <ns1:ln w="0">
            <ns1:noFill/>
            <ns1:prstDash val="solid"/>
          </ns1:ln>
        </ns0:spPr>
      </ns0:sp>
      <ns0:sp>
        <ns0:nvSpPr>
          <ns0:cNvPr id="13" name="">
            <ns1:extLst>
              <ns1:ext uri="{FF2B5EF4-FFF2-40B4-BE49-F238E27FC236}">
                <ns2:creationId id="{0ED996B5-D61E-49ED-8C03-F9BD40B87D7C}"/>
              </ns1:ext>
            </ns1:extLst>
          </ns0:cNvPr>
          <ns0:cNvSpPr>
            <ns1:spLocks noGrp="1"/>
          </ns0:cNvSpPr>
          <ns0:nvPr/>
        </ns0:nvSpPr>
        <ns0:spPr>
          <ns1:xfrm>
            <ns1:off x="1152525" y="3152775"/>
            <ns1:ext cx="361950" cy="47625"/>
          </ns1:xfrm>
          <ns1:prstGeom prst="roundRect">
            <ns1:avLst>
              <ns1:gd name="adj" fmla="val 50000"/>
            </ns1:avLst>
          </ns1:prstGeom>
          <ns1:solidFill>
            <ns1:srgbClr val="B8C6D8"/>
          </ns1:solidFill>
          <ns1:ln w="0">
            <ns1:noFill/>
            <ns1:prstDash val="solid"/>
          </ns1:ln>
        </ns0:spPr>
      </ns0:sp>
      <ns0:sp>
        <ns0:nvSpPr>
          <ns0:cNvPr id="14" name="">
            <ns1:extLst>
              <ns1:ext uri="{FF2B5EF4-FFF2-40B4-BE49-F238E27FC236}">
                <ns2:creationId id="{651F3E53-984C-4B0C-B8B6-C681E93670B9}"/>
              </ns1:ext>
            </ns1:extLst>
          </ns0:cNvPr>
          <ns0:cNvSpPr>
            <ns1:spLocks noGrp="1"/>
          </ns0:cNvSpPr>
          <ns0:nvPr/>
        </ns0:nvSpPr>
        <ns0:spPr>
          <ns1:xfrm>
            <ns1:off x="1152525" y="3286125"/>
            <ns1:ext cx="400050" cy="47625"/>
          </ns1:xfrm>
          <ns1:prstGeom prst="roundRect">
            <ns1:avLst>
              <ns1:gd name="adj" fmla="val 50000"/>
            </ns1:avLst>
          </ns1:prstGeom>
          <ns1:solidFill>
            <ns1:srgbClr val="B8C6D8"/>
          </ns1:solidFill>
          <ns1:ln w="0">
            <ns1:noFill/>
            <ns1:prstDash val="solid"/>
          </ns1:ln>
        </ns0:spPr>
      </ns0:sp>
      <ns0:sp>
        <ns0:nvSpPr>
          <ns0:cNvPr id="15" name="">
            <ns1:extLst>
              <ns1:ext uri="{FF2B5EF4-FFF2-40B4-BE49-F238E27FC236}">
                <ns2:creationId id="{95DF7F7B-22D6-493D-9395-3EFA8D2C00B8}"/>
              </ns1:ext>
            </ns1:extLst>
          </ns0:cNvPr>
          <ns0:cNvSpPr>
            <ns1:spLocks noGrp="1"/>
          </ns0:cNvSpPr>
          <ns0:nvPr/>
        </ns0:nvSpPr>
        <ns0:spPr>
          <ns1:xfrm>
            <ns1:off x="838200" y="3686175"/>
            <ns1:ext cx="1095375" cy="209550"/>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2846A0"/>
                </ns1:solidFill>
                <ns1:latin typeface="Aptos"/>
                <ns1:ea typeface="Aptos"/>
                <ns1:cs typeface="Aptos"/>
              </ns1:defRPr>
            </ns1:defPPr>
            <ns1:lvl1pPr algn="ctr">
              <ns1:defRPr sz="975" b="1">
                <ns1:solidFill>
                  <ns1:srgbClr val="2846A0"/>
                </ns1:solidFill>
                <ns1:latin typeface="Aptos"/>
                <ns1:ea typeface="Aptos"/>
                <ns1:cs typeface="Aptos"/>
              </ns1:defRPr>
            </ns1:lvl1pPr>
            <ns1:lvl2pPr algn="ctr">
              <ns1:defRPr sz="975" b="1">
                <ns1:solidFill>
                  <ns1:srgbClr val="2846A0"/>
                </ns1:solidFill>
                <ns1:latin typeface="Aptos"/>
                <ns1:ea typeface="Aptos"/>
                <ns1:cs typeface="Aptos"/>
              </ns1:defRPr>
            </ns1:lvl2pPr>
            <ns1:lvl3pPr algn="ctr">
              <ns1:defRPr sz="975" b="1">
                <ns1:solidFill>
                  <ns1:srgbClr val="2846A0"/>
                </ns1:solidFill>
                <ns1:latin typeface="Aptos"/>
                <ns1:ea typeface="Aptos"/>
                <ns1:cs typeface="Aptos"/>
              </ns1:defRPr>
            </ns1:lvl3pPr>
            <ns1:lvl4pPr algn="ctr">
              <ns1:defRPr sz="975" b="1">
                <ns1:solidFill>
                  <ns1:srgbClr val="2846A0"/>
                </ns1:solidFill>
                <ns1:latin typeface="Aptos"/>
                <ns1:ea typeface="Aptos"/>
                <ns1:cs typeface="Aptos"/>
              </ns1:defRPr>
            </ns1:lvl4pPr>
            <ns1:lvl5pPr algn="ctr">
              <ns1:defRPr sz="975" b="1">
                <ns1:solidFill>
                  <ns1:srgbClr val="2846A0"/>
                </ns1:solidFill>
                <ns1:latin typeface="Aptos"/>
                <ns1:ea typeface="Aptos"/>
                <ns1:cs typeface="Aptos"/>
              </ns1:defRPr>
            </ns1:lvl5pPr>
            <ns1:lvl6pPr algn="ctr">
              <ns1:defRPr sz="975" b="1">
                <ns1:solidFill>
                  <ns1:srgbClr val="2846A0"/>
                </ns1:solidFill>
                <ns1:latin typeface="Aptos"/>
                <ns1:ea typeface="Aptos"/>
                <ns1:cs typeface="Aptos"/>
              </ns1:defRPr>
            </ns1:lvl6pPr>
            <ns1:lvl7pPr algn="ctr">
              <ns1:defRPr sz="975" b="1">
                <ns1:solidFill>
                  <ns1:srgbClr val="2846A0"/>
                </ns1:solidFill>
                <ns1:latin typeface="Aptos"/>
                <ns1:ea typeface="Aptos"/>
                <ns1:cs typeface="Aptos"/>
              </ns1:defRPr>
            </ns1:lvl7pPr>
            <ns1:lvl8pPr algn="ctr">
              <ns1:defRPr sz="975" b="1">
                <ns1:solidFill>
                  <ns1:srgbClr val="2846A0"/>
                </ns1:solidFill>
                <ns1:latin typeface="Aptos"/>
                <ns1:ea typeface="Aptos"/>
                <ns1:cs typeface="Aptos"/>
              </ns1:defRPr>
            </ns1:lvl8pPr>
            <ns1:lvl9pPr algn="ctr">
              <ns1:defRPr sz="975" b="1">
                <ns1:solidFill>
                  <ns1:srgbClr val="2846A0"/>
                </ns1:solidFill>
                <ns1:latin typeface="Aptos"/>
                <ns1:ea typeface="Aptos"/>
                <ns1:cs typeface="Aptos"/>
              </ns1:defRPr>
            </ns1:lvl9pPr>
          </ns1:lstStyle>
          <ns1:p>
            <ns1:pPr algn="ctr">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ORIGINAL</ns1:t>
            </ns1:r>
          </ns1:p>
        </ns0:txBody>
      </ns0:sp>
      <ns0:sp>
        <ns0:nvSpPr>
          <ns0:cNvPr id="16" name="">
            <ns1:extLst>
              <ns1:ext uri="{FF2B5EF4-FFF2-40B4-BE49-F238E27FC236}">
                <ns2:creationId id="{99B72EB7-F865-4021-B34D-E23C2D4D66E5}"/>
              </ns1:ext>
            </ns1:extLst>
          </ns0:cNvPr>
          <ns0:cNvSpPr>
            <ns1:spLocks noGrp="1"/>
          </ns0:cNvSpPr>
          <ns0:nvPr/>
        </ns0:nvSpPr>
        <ns0:spPr>
          <ns1:xfrm>
            <ns1:off x="1971675" y="3105150"/>
            <ns1:ext cx="457200" cy="228600"/>
          </ns1:xfrm>
          <ns1:prstGeom prst="rightArrow">
            <ns1:avLst/>
          </ns1:prstGeom>
          <ns1:solidFill>
            <ns1:srgbClr val="2846A0"/>
          </ns1:solidFill>
          <ns1:ln w="0">
            <ns1:noFill/>
            <ns1:prstDash val="solid"/>
          </ns1:ln>
        </ns0:spPr>
      </ns0:sp>
      <ns0:sp>
        <ns0:nvSpPr>
          <ns0:cNvPr id="17" name="">
            <ns1:extLst>
              <ns1:ext uri="{FF2B5EF4-FFF2-40B4-BE49-F238E27FC236}">
                <ns2:creationId id="{8651AC13-E814-4340-9B35-F42EBAF7D730}"/>
              </ns1:ext>
            </ns1:extLst>
          </ns0:cNvPr>
          <ns0:cNvSpPr>
            <ns1:spLocks noGrp="1"/>
          </ns0:cNvSpPr>
          <ns0:nvPr/>
        </ns0:nvSpPr>
        <ns0:spPr>
          <ns1:xfrm>
            <ns1:off x="2638425" y="2847975"/>
            <ns1:ext cx="342900" cy="400050"/>
          </ns1:xfrm>
          <ns1:prstGeom prst="ellipse">
            <ns1:avLst/>
          </ns1:prstGeom>
          <ns1:noFill/>
          <ns1:ln w="47625">
            <ns1:solidFill>
              <ns1:srgbClr val="2846A0"/>
            </ns1:solidFill>
            <ns1:prstDash val="solid"/>
          </ns1:ln>
        </ns0:spPr>
      </ns0:sp>
      <ns0:sp>
        <ns0:nvSpPr>
          <ns0:cNvPr id="18" name="">
            <ns1:extLst>
              <ns1:ext uri="{FF2B5EF4-FFF2-40B4-BE49-F238E27FC236}">
                <ns2:creationId id="{2C927186-E099-43D6-A5F0-FA3EDA8AE02C}"/>
              </ns1:ext>
            </ns1:extLst>
          </ns0:cNvPr>
          <ns0:cNvSpPr>
            <ns1:spLocks noGrp="1"/>
          </ns0:cNvSpPr>
          <ns0:nvPr/>
        </ns0:nvSpPr>
        <ns0:spPr>
          <ns1:xfrm>
            <ns1:off x="2581275" y="3038475"/>
            <ns1:ext cx="457200" cy="333375"/>
          </ns1:xfrm>
          <ns1:prstGeom prst="roundRect">
            <ns1:avLst>
              <ns1:gd name="adj" fmla="val 22857"/>
            </ns1:avLst>
          </ns1:prstGeom>
          <ns1:solidFill>
            <ns1:srgbClr val="E8EDFF"/>
          </ns1:solidFill>
          <ns1:ln w="19050">
            <ns1:solidFill>
              <ns1:srgbClr val="2846A0"/>
            </ns1:solidFill>
            <ns1:prstDash val="solid"/>
          </ns1:ln>
        </ns0:spPr>
      </ns0:sp>
      <ns0:sp>
        <ns0:nvSpPr>
          <ns0:cNvPr id="19" name="">
            <ns1:extLst>
              <ns1:ext uri="{FF2B5EF4-FFF2-40B4-BE49-F238E27FC236}">
                <ns2:creationId id="{08FE3FA5-477D-4011-AECD-7440214C31C8}"/>
              </ns1:ext>
            </ns1:extLst>
          </ns0:cNvPr>
          <ns0:cNvSpPr>
            <ns1:spLocks noGrp="1"/>
          </ns0:cNvSpPr>
          <ns0:nvPr/>
        </ns0:nvSpPr>
        <ns0:spPr>
          <ns1:xfrm>
            <ns1:off x="2752725" y="3114675"/>
            <ns1:ext cx="114300" cy="114300"/>
          </ns1:xfrm>
          <ns1:prstGeom prst="ellipse">
            <ns1:avLst/>
          </ns1:prstGeom>
          <ns1:solidFill>
            <ns1:srgbClr val="2846A0"/>
          </ns1:solidFill>
          <ns1:ln w="0">
            <ns1:noFill/>
            <ns1:prstDash val="solid"/>
          </ns1:ln>
        </ns0:spPr>
      </ns0:sp>
      <ns0:sp>
        <ns0:nvSpPr>
          <ns0:cNvPr id="20" name="">
            <ns1:extLst>
              <ns1:ext uri="{FF2B5EF4-FFF2-40B4-BE49-F238E27FC236}">
                <ns2:creationId id="{60638BE4-EE45-4C36-BDDB-4F9D9F216A33}"/>
              </ns1:ext>
            </ns1:extLst>
          </ns0:cNvPr>
          <ns0:cNvSpPr>
            <ns1:spLocks noGrp="1"/>
          </ns0:cNvSpPr>
          <ns0:nvPr/>
        </ns0:nvSpPr>
        <ns0:spPr>
          <ns1:xfrm>
            <ns1:off x="2790825" y="3209925"/>
            <ns1:ext cx="38100" cy="85725"/>
          </ns1:xfrm>
          <ns1:prstGeom prst="roundRect">
            <ns1:avLst>
              <ns1:gd name="adj" fmla="val 50000"/>
            </ns1:avLst>
          </ns1:prstGeom>
          <ns1:solidFill>
            <ns1:srgbClr val="2846A0"/>
          </ns1:solidFill>
          <ns1:ln w="0">
            <ns1:prstDash val="solid"/>
          </ns1:ln>
        </ns0:spPr>
      </ns0:sp>
      <ns0:sp>
        <ns0:nvSpPr>
          <ns0:cNvPr id="21" name="">
            <ns1:extLst>
              <ns1:ext uri="{FF2B5EF4-FFF2-40B4-BE49-F238E27FC236}">
                <ns2:creationId id="{754B39D2-EC59-4F91-950A-0FD099E3AC1C}"/>
              </ns1:ext>
            </ns1:extLst>
          </ns0:cNvPr>
          <ns0:cNvSpPr>
            <ns1:spLocks noGrp="1"/>
          </ns0:cNvSpPr>
          <ns0:nvPr/>
        </ns0:nvSpPr>
        <ns0:spPr>
          <ns1:xfrm>
            <ns1:off x="3152775" y="3105150"/>
            <ns1:ext cx="323850" cy="228600"/>
          </ns1:xfrm>
          <ns1:prstGeom prst="rightArrow">
            <ns1:avLst/>
          </ns1:prstGeom>
          <ns1:solidFill>
            <ns1:srgbClr val="2846A0"/>
          </ns1:solidFill>
          <ns1:ln w="0">
            <ns1:noFill/>
            <ns1:prstDash val="solid"/>
          </ns1:ln>
        </ns0:spPr>
      </ns0:sp>
      <ns0:sp>
        <ns0:nvSpPr>
          <ns0:cNvPr id="22" name="">
            <ns1:extLst>
              <ns1:ext uri="{FF2B5EF4-FFF2-40B4-BE49-F238E27FC236}">
                <ns2:creationId id="{EF432F9B-0B77-4BDE-AC82-8B7266F3E085}"/>
              </ns1:ext>
            </ns1:extLst>
          </ns0:cNvPr>
          <ns0:cNvSpPr>
            <ns1:spLocks noGrp="1"/>
          </ns0:cNvSpPr>
          <ns0:nvPr/>
        </ns0:nvSpPr>
        <ns0:spPr>
          <ns1:xfrm>
            <ns1:off x="3381375" y="2990850"/>
            <ns1:ext cx="571500" cy="26670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2846A0"/>
                </ns1:solidFill>
                <ns1:latin typeface="Aptos"/>
                <ns1:ea typeface="Aptos"/>
                <ns1:cs typeface="Aptos"/>
              </ns1:defRPr>
            </ns1:defPPr>
            <ns1:lvl1pPr algn="ctr">
              <ns1:defRPr sz="825" b="1">
                <ns1:solidFill>
                  <ns1:srgbClr val="2846A0"/>
                </ns1:solidFill>
                <ns1:latin typeface="Aptos"/>
                <ns1:ea typeface="Aptos"/>
                <ns1:cs typeface="Aptos"/>
              </ns1:defRPr>
            </ns1:lvl1pPr>
            <ns1:lvl2pPr algn="ctr">
              <ns1:defRPr sz="825" b="1">
                <ns1:solidFill>
                  <ns1:srgbClr val="2846A0"/>
                </ns1:solidFill>
                <ns1:latin typeface="Aptos"/>
                <ns1:ea typeface="Aptos"/>
                <ns1:cs typeface="Aptos"/>
              </ns1:defRPr>
            </ns1:lvl2pPr>
            <ns1:lvl3pPr algn="ctr">
              <ns1:defRPr sz="825" b="1">
                <ns1:solidFill>
                  <ns1:srgbClr val="2846A0"/>
                </ns1:solidFill>
                <ns1:latin typeface="Aptos"/>
                <ns1:ea typeface="Aptos"/>
                <ns1:cs typeface="Aptos"/>
              </ns1:defRPr>
            </ns1:lvl3pPr>
            <ns1:lvl4pPr algn="ctr">
              <ns1:defRPr sz="825" b="1">
                <ns1:solidFill>
                  <ns1:srgbClr val="2846A0"/>
                </ns1:solidFill>
                <ns1:latin typeface="Aptos"/>
                <ns1:ea typeface="Aptos"/>
                <ns1:cs typeface="Aptos"/>
              </ns1:defRPr>
            </ns1:lvl4pPr>
            <ns1:lvl5pPr algn="ctr">
              <ns1:defRPr sz="825" b="1">
                <ns1:solidFill>
                  <ns1:srgbClr val="2846A0"/>
                </ns1:solidFill>
                <ns1:latin typeface="Aptos"/>
                <ns1:ea typeface="Aptos"/>
                <ns1:cs typeface="Aptos"/>
              </ns1:defRPr>
            </ns1:lvl5pPr>
            <ns1:lvl6pPr algn="ctr">
              <ns1:defRPr sz="825" b="1">
                <ns1:solidFill>
                  <ns1:srgbClr val="2846A0"/>
                </ns1:solidFill>
                <ns1:latin typeface="Aptos"/>
                <ns1:ea typeface="Aptos"/>
                <ns1:cs typeface="Aptos"/>
              </ns1:defRPr>
            </ns1:lvl6pPr>
            <ns1:lvl7pPr algn="ctr">
              <ns1:defRPr sz="825" b="1">
                <ns1:solidFill>
                  <ns1:srgbClr val="2846A0"/>
                </ns1:solidFill>
                <ns1:latin typeface="Aptos"/>
                <ns1:ea typeface="Aptos"/>
                <ns1:cs typeface="Aptos"/>
              </ns1:defRPr>
            </ns1:lvl7pPr>
            <ns1:lvl8pPr algn="ctr">
              <ns1:defRPr sz="825" b="1">
                <ns1:solidFill>
                  <ns1:srgbClr val="2846A0"/>
                </ns1:solidFill>
                <ns1:latin typeface="Aptos"/>
                <ns1:ea typeface="Aptos"/>
                <ns1:cs typeface="Aptos"/>
              </ns1:defRPr>
            </ns1:lvl8pPr>
            <ns1:lvl9pPr algn="ctr">
              <ns1:defRPr sz="825" b="1">
                <ns1:solidFill>
                  <ns1:srgbClr val="2846A0"/>
                </ns1:solidFill>
                <ns1:latin typeface="Aptos"/>
                <ns1:ea typeface="Aptos"/>
                <ns1:cs typeface="Aptos"/>
              </ns1:defRPr>
            </ns1:lvl9pPr>
          </ns1:lstStyle>
          <ns1:p>
            <ns1:pPr algn="ctr">
              <ns1:defRPr sz="825" b="1">
                <ns1:solidFill>
                  <ns1:srgbClr val="2846A0"/>
                </ns1:solidFill>
                <ns1:latin typeface="Aptos"/>
                <ns1:ea typeface="Aptos"/>
                <ns1:cs typeface="Aptos"/>
              </ns1:defRPr>
            </ns1:pPr>
            <ns1:r>
              <ns1:rPr sz="825" b="1">
                <ns1:solidFill>
                  <ns1:srgbClr val="2846A0"/>
                </ns1:solidFill>
                <ns1:latin typeface="Aptos"/>
                <ns1:ea typeface="Aptos"/>
                <ns1:cs typeface="Aptos"/>
              </ns1:rPr>
              <ns1:t>ILEGIBLE</ns1:t>
            </ns1:r>
          </ns1:p>
        </ns0:txBody>
      </ns0:sp>
      <ns0:sp>
        <ns0:nvSpPr>
          <ns0:cNvPr id="23" name="">
            <ns1:extLst>
              <ns1:ext uri="{FF2B5EF4-FFF2-40B4-BE49-F238E27FC236}">
                <ns2:creationId id="{089B22A6-B8C3-4B64-8CC9-9690DD5F2D11}"/>
              </ns1:ext>
            </ns1:extLst>
          </ns0:cNvPr>
          <ns0:cNvSpPr>
            <ns1:spLocks noGrp="1"/>
          </ns0:cNvSpPr>
          <ns0:nvPr/>
        </ns0:nvSpPr>
        <ns0:spPr>
          <ns1:xfrm>
            <ns1:off x="876300" y="3924300"/>
            <ns1:ext cx="2914650" cy="419100"/>
          </ns1:xfrm>
          <ns1:prstGeom prst="rect">
            <ns1:avLst/>
          </ns1:prstGeom>
          <ns1:noFill/>
          <ns1:ln w="0">
            <ns1:noFill/>
            <ns1:prstDash val="solid"/>
          </ns1:ln>
        </ns0:spPr>
        <ns0:txBody>
          <ns1:bodyPr lIns="0" tIns="0" rIns="0" bIns="0" anchor="t">
            <ns1:normAutofit fontScale="100000"/>
          </ns1:bodyPr>
          <ns1:lstStyle>
            <ns1:defPPr algn="l">
              <ns1:defRPr sz="1050" b="0">
                <ns1:solidFill>
                  <ns1:srgbClr val="536276"/>
                </ns1:solidFill>
                <ns1:latin typeface="Aptos"/>
                <ns1:ea typeface="Aptos"/>
                <ns1:cs typeface="Aptos"/>
              </ns1:defRPr>
            </ns1:defPPr>
            <ns1:lvl1pPr algn="l">
              <ns1:defRPr sz="1050" b="0">
                <ns1:solidFill>
                  <ns1:srgbClr val="536276"/>
                </ns1:solidFill>
                <ns1:latin typeface="Aptos"/>
                <ns1:ea typeface="Aptos"/>
                <ns1:cs typeface="Aptos"/>
              </ns1:defRPr>
            </ns1:lvl1pPr>
            <ns1:lvl2pPr algn="l">
              <ns1:defRPr sz="1050" b="0">
                <ns1:solidFill>
                  <ns1:srgbClr val="536276"/>
                </ns1:solidFill>
                <ns1:latin typeface="Aptos"/>
                <ns1:ea typeface="Aptos"/>
                <ns1:cs typeface="Aptos"/>
              </ns1:defRPr>
            </ns1:lvl2pPr>
            <ns1:lvl3pPr algn="l">
              <ns1:defRPr sz="1050" b="0">
                <ns1:solidFill>
                  <ns1:srgbClr val="536276"/>
                </ns1:solidFill>
                <ns1:latin typeface="Aptos"/>
                <ns1:ea typeface="Aptos"/>
                <ns1:cs typeface="Aptos"/>
              </ns1:defRPr>
            </ns1:lvl3pPr>
            <ns1:lvl4pPr algn="l">
              <ns1:defRPr sz="1050" b="0">
                <ns1:solidFill>
                  <ns1:srgbClr val="536276"/>
                </ns1:solidFill>
                <ns1:latin typeface="Aptos"/>
                <ns1:ea typeface="Aptos"/>
                <ns1:cs typeface="Aptos"/>
              </ns1:defRPr>
            </ns1:lvl4pPr>
            <ns1:lvl5pPr algn="l">
              <ns1:defRPr sz="1050" b="0">
                <ns1:solidFill>
                  <ns1:srgbClr val="536276"/>
                </ns1:solidFill>
                <ns1:latin typeface="Aptos"/>
                <ns1:ea typeface="Aptos"/>
                <ns1:cs typeface="Aptos"/>
              </ns1:defRPr>
            </ns1:lvl5pPr>
            <ns1:lvl6pPr algn="l">
              <ns1:defRPr sz="1050" b="0">
                <ns1:solidFill>
                  <ns1:srgbClr val="536276"/>
                </ns1:solidFill>
                <ns1:latin typeface="Aptos"/>
                <ns1:ea typeface="Aptos"/>
                <ns1:cs typeface="Aptos"/>
              </ns1:defRPr>
            </ns1:lvl6pPr>
            <ns1:lvl7pPr algn="l">
              <ns1:defRPr sz="1050" b="0">
                <ns1:solidFill>
                  <ns1:srgbClr val="536276"/>
                </ns1:solidFill>
                <ns1:latin typeface="Aptos"/>
                <ns1:ea typeface="Aptos"/>
                <ns1:cs typeface="Aptos"/>
              </ns1:defRPr>
            </ns1:lvl7pPr>
            <ns1:lvl8pPr algn="l">
              <ns1:defRPr sz="1050" b="0">
                <ns1:solidFill>
                  <ns1:srgbClr val="536276"/>
                </ns1:solidFill>
                <ns1:latin typeface="Aptos"/>
                <ns1:ea typeface="Aptos"/>
                <ns1:cs typeface="Aptos"/>
              </ns1:defRPr>
            </ns1:lvl8pPr>
            <ns1:lvl9pPr algn="l">
              <ns1:defRPr sz="1050" b="0">
                <ns1:solidFill>
                  <ns1:srgbClr val="536276"/>
                </ns1:solidFill>
                <ns1:latin typeface="Aptos"/>
                <ns1:ea typeface="Aptos"/>
                <ns1:cs typeface="Aptos"/>
              </ns1:defRPr>
            </ns1:lvl9pPr>
          </ns1:lstStyle>
          <ns1:p>
            <ns1:pPr algn="l">
              <ns1:defRPr sz="1050" b="0">
                <ns1:solidFill>
                  <ns1:srgbClr val="536276"/>
                </ns1:solidFill>
                <ns1:latin typeface="Aptos"/>
                <ns1:ea typeface="Aptos"/>
                <ns1:cs typeface="Aptos"/>
              </ns1:defRPr>
            </ns1:pPr>
            <ns1:r>
              <ns1:rPr sz="1050" b="0">
                <ns1:solidFill>
                  <ns1:srgbClr val="536276"/>
                </ns1:solidFill>
                <ns1:latin typeface="Aptos"/>
                <ns1:ea typeface="Aptos"/>
                <ns1:cs typeface="Aptos"/>
              </ns1:rPr>
              <ns1:t>Sin la clave correcta, no se puede leer.</ns1:t>
            </ns1:r>
          </ns1:p>
        </ns0:txBody>
      </ns0:sp>
      <ns0:sp>
        <ns0:nvSpPr>
          <ns0:cNvPr id="24" name="">
            <ns1:extLst>
              <ns1:ext uri="{FF2B5EF4-FFF2-40B4-BE49-F238E27FC236}">
                <ns2:creationId id="{EBC188B8-B861-4FC6-BC4D-BCD202BD790D}"/>
              </ns1:ext>
            </ns1:extLst>
          </ns0:cNvPr>
          <ns0:cNvSpPr>
            <ns1:spLocks noGrp="1"/>
          </ns0:cNvSpPr>
          <ns0:nvPr/>
        </ns0:nvSpPr>
        <ns0:spPr>
          <ns1:xfrm>
            <ns1:off x="885825" y="4429125"/>
            <ns1:ext cx="2895600" cy="285750"/>
          </ns1:xfrm>
          <ns1:prstGeom prst="roundRect">
            <ns1:avLst>
              <ns1:gd name="adj" fmla="val 26667"/>
            </ns1:avLst>
          </ns1:prstGeom>
          <ns1:solidFill>
            <ns1:srgbClr val="E8EDFF"/>
          </ns1:solidFill>
          <ns1:ln w="0">
            <ns1:noFill/>
            <ns1:prstDash val="solid"/>
          </ns1:ln>
        </ns0:spPr>
      </ns0:sp>
      <ns0:sp>
        <ns0:nvSpPr>
          <ns0:cNvPr id="25" name="">
            <ns1:extLst>
              <ns1:ext uri="{FF2B5EF4-FFF2-40B4-BE49-F238E27FC236}">
                <ns2:creationId id="{C32EFFD4-530F-44B0-AA15-CC1B270CCC2D}"/>
              </ns1:ext>
            </ns1:extLst>
          </ns0:cNvPr>
          <ns0:cNvSpPr>
            <ns1:spLocks noGrp="1"/>
          </ns0:cNvSpPr>
          <ns0:nvPr/>
        </ns0:nvSpPr>
        <ns0:spPr>
          <ns1:xfrm>
            <ns1:off x="981075" y="4438650"/>
            <ns1:ext cx="2705100"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2846A0"/>
                </ns1:solidFill>
                <ns1:latin typeface="Aptos"/>
                <ns1:ea typeface="Aptos"/>
                <ns1:cs typeface="Aptos"/>
              </ns1:defRPr>
            </ns1:defPPr>
            <ns1:lvl1pPr algn="ctr">
              <ns1:defRPr sz="975" b="1">
                <ns1:solidFill>
                  <ns1:srgbClr val="2846A0"/>
                </ns1:solidFill>
                <ns1:latin typeface="Aptos"/>
                <ns1:ea typeface="Aptos"/>
                <ns1:cs typeface="Aptos"/>
              </ns1:defRPr>
            </ns1:lvl1pPr>
            <ns1:lvl2pPr algn="ctr">
              <ns1:defRPr sz="975" b="1">
                <ns1:solidFill>
                  <ns1:srgbClr val="2846A0"/>
                </ns1:solidFill>
                <ns1:latin typeface="Aptos"/>
                <ns1:ea typeface="Aptos"/>
                <ns1:cs typeface="Aptos"/>
              </ns1:defRPr>
            </ns1:lvl2pPr>
            <ns1:lvl3pPr algn="ctr">
              <ns1:defRPr sz="975" b="1">
                <ns1:solidFill>
                  <ns1:srgbClr val="2846A0"/>
                </ns1:solidFill>
                <ns1:latin typeface="Aptos"/>
                <ns1:ea typeface="Aptos"/>
                <ns1:cs typeface="Aptos"/>
              </ns1:defRPr>
            </ns1:lvl3pPr>
            <ns1:lvl4pPr algn="ctr">
              <ns1:defRPr sz="975" b="1">
                <ns1:solidFill>
                  <ns1:srgbClr val="2846A0"/>
                </ns1:solidFill>
                <ns1:latin typeface="Aptos"/>
                <ns1:ea typeface="Aptos"/>
                <ns1:cs typeface="Aptos"/>
              </ns1:defRPr>
            </ns1:lvl4pPr>
            <ns1:lvl5pPr algn="ctr">
              <ns1:defRPr sz="975" b="1">
                <ns1:solidFill>
                  <ns1:srgbClr val="2846A0"/>
                </ns1:solidFill>
                <ns1:latin typeface="Aptos"/>
                <ns1:ea typeface="Aptos"/>
                <ns1:cs typeface="Aptos"/>
              </ns1:defRPr>
            </ns1:lvl5pPr>
            <ns1:lvl6pPr algn="ctr">
              <ns1:defRPr sz="975" b="1">
                <ns1:solidFill>
                  <ns1:srgbClr val="2846A0"/>
                </ns1:solidFill>
                <ns1:latin typeface="Aptos"/>
                <ns1:ea typeface="Aptos"/>
                <ns1:cs typeface="Aptos"/>
              </ns1:defRPr>
            </ns1:lvl6pPr>
            <ns1:lvl7pPr algn="ctr">
              <ns1:defRPr sz="975" b="1">
                <ns1:solidFill>
                  <ns1:srgbClr val="2846A0"/>
                </ns1:solidFill>
                <ns1:latin typeface="Aptos"/>
                <ns1:ea typeface="Aptos"/>
                <ns1:cs typeface="Aptos"/>
              </ns1:defRPr>
            </ns1:lvl7pPr>
            <ns1:lvl8pPr algn="ctr">
              <ns1:defRPr sz="975" b="1">
                <ns1:solidFill>
                  <ns1:srgbClr val="2846A0"/>
                </ns1:solidFill>
                <ns1:latin typeface="Aptos"/>
                <ns1:ea typeface="Aptos"/>
                <ns1:cs typeface="Aptos"/>
              </ns1:defRPr>
            </ns1:lvl8pPr>
            <ns1:lvl9pPr algn="ctr">
              <ns1:defRPr sz="975" b="1">
                <ns1:solidFill>
                  <ns1:srgbClr val="2846A0"/>
                </ns1:solidFill>
                <ns1:latin typeface="Aptos"/>
                <ns1:ea typeface="Aptos"/>
                <ns1:cs typeface="Aptos"/>
              </ns1:defRPr>
            </ns1:lvl9pPr>
          </ns1:lstStyle>
          <ns1:p>
            <ns1:pPr algn="ctr">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CONFIDENCIALIDAD</ns1:t>
            </ns1:r>
          </ns1:p>
        </ns0:txBody>
      </ns0:sp>
      <ns0:sp>
        <ns0:nvSpPr>
          <ns0:cNvPr id="26" name="">
            <ns1:extLst>
              <ns1:ext uri="{FF2B5EF4-FFF2-40B4-BE49-F238E27FC236}">
                <ns2:creationId id="{08DACDB2-719A-4177-977F-87B8F54ED7A9}"/>
              </ns1:ext>
            </ns1:extLst>
          </ns0:cNvPr>
          <ns0:cNvSpPr>
            <ns1:spLocks noGrp="1"/>
          </ns0:cNvSpPr>
          <ns0:nvPr/>
        </ns0:nvSpPr>
        <ns0:spPr>
          <ns1:xfrm>
            <ns1:off x="4429125" y="1762125"/>
            <ns1:ext cx="3333750" cy="3143250"/>
          </ns1:xfrm>
          <ns1:prstGeom prst="roundRect">
            <ns1:avLst>
              <ns1:gd name="adj" fmla="val 2424"/>
            </ns1:avLst>
          </ns1:prstGeom>
          <ns1:solidFill>
            <ns1:srgbClr val="FFFFFF"/>
          </ns1:solidFill>
          <ns1:ln w="9525">
            <ns1:solidFill>
              <ns1:srgbClr val="DCE3ED"/>
            </ns1:solidFill>
            <ns1:prstDash val="solid"/>
          </ns1:ln>
        </ns0:spPr>
      </ns0:sp>
      <ns0:sp>
        <ns0:nvSpPr>
          <ns0:cNvPr id="27" name="">
            <ns1:extLst>
              <ns1:ext uri="{FF2B5EF4-FFF2-40B4-BE49-F238E27FC236}">
                <ns2:creationId id="{D26DE92A-88BD-4F43-BFFC-EEF7BE39BB3F}"/>
              </ns1:ext>
            </ns1:extLst>
          </ns0:cNvPr>
          <ns0:cNvSpPr>
            <ns1:spLocks noGrp="1"/>
          </ns0:cNvSpPr>
          <ns0:nvPr/>
        </ns0:nvSpPr>
        <ns0:spPr>
          <ns1:xfrm>
            <ns1:off x="4429125" y="1762125"/>
            <ns1:ext cx="3333750" cy="114300"/>
          </ns1:xfrm>
          <ns1:prstGeom prst="roundRect">
            <ns1:avLst>
              <ns1:gd name="adj" fmla="val 50000"/>
            </ns1:avLst>
          </ns1:prstGeom>
          <ns1:solidFill>
            <ns1:srgbClr val="22B8A8"/>
          </ns1:solidFill>
          <ns1:ln w="0">
            <ns1:noFill/>
            <ns1:prstDash val="solid"/>
          </ns1:ln>
        </ns0:spPr>
      </ns0:sp>
      <ns0:sp>
        <ns0:nvSpPr>
          <ns0:cNvPr id="28" name="">
            <ns1:extLst>
              <ns1:ext uri="{FF2B5EF4-FFF2-40B4-BE49-F238E27FC236}">
                <ns2:creationId id="{F68CE0CE-7467-42A9-85EA-D1FE3290DA1D}"/>
              </ns1:ext>
            </ns1:extLst>
          </ns0:cNvPr>
          <ns0:cNvSpPr>
            <ns1:spLocks noGrp="1"/>
          </ns0:cNvSpPr>
          <ns0:nvPr/>
        </ns0:nvSpPr>
        <ns0:spPr>
          <ns1:xfrm>
            <ns1:off x="4657725" y="2076450"/>
            <ns1:ext cx="2857500" cy="285750"/>
          </ns1:xfrm>
          <ns1:prstGeom prst="rect">
            <ns1:avLst/>
          </ns1:prstGeom>
          <ns1:noFill/>
          <ns1:ln w="0">
            <ns1:noFill/>
            <ns1:prstDash val="solid"/>
          </ns1:ln>
        </ns0:spPr>
        <ns0:txBody>
          <ns1:bodyPr lIns="0" tIns="0" rIns="0" bIns="0" anchor="ctr">
            <ns1:normAutofit fontScale="100000"/>
          </ns1:bodyPr>
          <ns1:lstStyle>
            <ns1:defPPr algn="l">
              <ns1:defRPr sz="1200" b="1">
                <ns1:solidFill>
                  <ns1:srgbClr val="22B8A8"/>
                </ns1:solidFill>
                <ns1:latin typeface="Aptos"/>
                <ns1:ea typeface="Aptos"/>
                <ns1:cs typeface="Aptos"/>
              </ns1:defRPr>
            </ns1:defPPr>
            <ns1:lvl1pPr algn="l">
              <ns1:defRPr sz="1200" b="1">
                <ns1:solidFill>
                  <ns1:srgbClr val="22B8A8"/>
                </ns1:solidFill>
                <ns1:latin typeface="Aptos"/>
                <ns1:ea typeface="Aptos"/>
                <ns1:cs typeface="Aptos"/>
              </ns1:defRPr>
            </ns1:lvl1pPr>
            <ns1:lvl2pPr algn="l">
              <ns1:defRPr sz="1200" b="1">
                <ns1:solidFill>
                  <ns1:srgbClr val="22B8A8"/>
                </ns1:solidFill>
                <ns1:latin typeface="Aptos"/>
                <ns1:ea typeface="Aptos"/>
                <ns1:cs typeface="Aptos"/>
              </ns1:defRPr>
            </ns1:lvl2pPr>
            <ns1:lvl3pPr algn="l">
              <ns1:defRPr sz="1200" b="1">
                <ns1:solidFill>
                  <ns1:srgbClr val="22B8A8"/>
                </ns1:solidFill>
                <ns1:latin typeface="Aptos"/>
                <ns1:ea typeface="Aptos"/>
                <ns1:cs typeface="Aptos"/>
              </ns1:defRPr>
            </ns1:lvl3pPr>
            <ns1:lvl4pPr algn="l">
              <ns1:defRPr sz="1200" b="1">
                <ns1:solidFill>
                  <ns1:srgbClr val="22B8A8"/>
                </ns1:solidFill>
                <ns1:latin typeface="Aptos"/>
                <ns1:ea typeface="Aptos"/>
                <ns1:cs typeface="Aptos"/>
              </ns1:defRPr>
            </ns1:lvl4pPr>
            <ns1:lvl5pPr algn="l">
              <ns1:defRPr sz="1200" b="1">
                <ns1:solidFill>
                  <ns1:srgbClr val="22B8A8"/>
                </ns1:solidFill>
                <ns1:latin typeface="Aptos"/>
                <ns1:ea typeface="Aptos"/>
                <ns1:cs typeface="Aptos"/>
              </ns1:defRPr>
            </ns1:lvl5pPr>
            <ns1:lvl6pPr algn="l">
              <ns1:defRPr sz="1200" b="1">
                <ns1:solidFill>
                  <ns1:srgbClr val="22B8A8"/>
                </ns1:solidFill>
                <ns1:latin typeface="Aptos"/>
                <ns1:ea typeface="Aptos"/>
                <ns1:cs typeface="Aptos"/>
              </ns1:defRPr>
            </ns1:lvl6pPr>
            <ns1:lvl7pPr algn="l">
              <ns1:defRPr sz="1200" b="1">
                <ns1:solidFill>
                  <ns1:srgbClr val="22B8A8"/>
                </ns1:solidFill>
                <ns1:latin typeface="Aptos"/>
                <ns1:ea typeface="Aptos"/>
                <ns1:cs typeface="Aptos"/>
              </ns1:defRPr>
            </ns1:lvl7pPr>
            <ns1:lvl8pPr algn="l">
              <ns1:defRPr sz="1200" b="1">
                <ns1:solidFill>
                  <ns1:srgbClr val="22B8A8"/>
                </ns1:solidFill>
                <ns1:latin typeface="Aptos"/>
                <ns1:ea typeface="Aptos"/>
                <ns1:cs typeface="Aptos"/>
              </ns1:defRPr>
            </ns1:lvl8pPr>
            <ns1:lvl9pPr algn="l">
              <ns1:defRPr sz="1200" b="1">
                <ns1:solidFill>
                  <ns1:srgbClr val="22B8A8"/>
                </ns1:solidFill>
                <ns1:latin typeface="Aptos"/>
                <ns1:ea typeface="Aptos"/>
                <ns1:cs typeface="Aptos"/>
              </ns1:defRPr>
            </ns1:lvl9pPr>
          </ns1:lstStyle>
          <ns1:p>
            <ns1:pPr algn="l">
              <ns1:defRPr sz="1200" b="1">
                <ns1:solidFill>
                  <ns1:srgbClr val="22B8A8"/>
                </ns1:solidFill>
                <ns1:latin typeface="Aptos"/>
                <ns1:ea typeface="Aptos"/>
                <ns1:cs typeface="Aptos"/>
              </ns1:defRPr>
            </ns1:pPr>
            <ns1:r>
              <ns1:rPr sz="1200" b="1">
                <ns1:solidFill>
                  <ns1:srgbClr val="22B8A8"/>
                </ns1:solidFill>
                <ns1:latin typeface="Aptos"/>
                <ns1:ea typeface="Aptos"/>
                <ns1:cs typeface="Aptos"/>
              </ns1:rPr>
              <ns1:t>HASH</ns1:t>
            </ns1:r>
          </ns1:p>
        </ns0:txBody>
      </ns0:sp>
      <ns0:sp>
        <ns0:nvSpPr>
          <ns0:cNvPr id="29" name="">
            <ns1:extLst>
              <ns1:ext uri="{FF2B5EF4-FFF2-40B4-BE49-F238E27FC236}">
                <ns2:creationId id="{AADE34E9-3874-426E-96C9-ACE76A60FB7F}"/>
              </ns1:ext>
            </ns1:extLst>
          </ns0:cNvPr>
          <ns0:cNvSpPr>
            <ns1:spLocks noGrp="1"/>
          </ns0:cNvSpPr>
          <ns0:nvPr/>
        </ns0:nvSpPr>
        <ns0:spPr>
          <ns1:xfrm>
            <ns1:off x="4657725" y="2505075"/>
            <ns1:ext cx="2857500" cy="361950"/>
          </ns1:xfrm>
          <ns1:prstGeom prst="rect">
            <ns1:avLst/>
          </ns1:prstGeom>
          <ns1:noFill/>
          <ns1:ln w="0">
            <ns1:noFill/>
            <ns1:prstDash val="solid"/>
          </ns1:ln>
        </ns0:spPr>
        <ns0:txBody>
          <ns1:bodyPr lIns="0" tIns="0" rIns="0" bIns="0" anchor="ctr">
            <ns1:normAutofit fontScale="100000"/>
          </ns1:bodyPr>
          <ns1:lstStyle>
            <ns1:defPPr algn="l">
              <ns1:defRPr sz="1650" b="1">
                <ns1:solidFill>
                  <ns1:srgbClr val="172554"/>
                </ns1:solidFill>
                <ns1:latin typeface="Aptos"/>
                <ns1:ea typeface="Aptos"/>
                <ns1:cs typeface="Aptos"/>
              </ns1:defRPr>
            </ns1:defPPr>
            <ns1:lvl1pPr algn="l">
              <ns1:defRPr sz="1650" b="1">
                <ns1:solidFill>
                  <ns1:srgbClr val="172554"/>
                </ns1:solidFill>
                <ns1:latin typeface="Aptos"/>
                <ns1:ea typeface="Aptos"/>
                <ns1:cs typeface="Aptos"/>
              </ns1:defRPr>
            </ns1:lvl1pPr>
            <ns1:lvl2pPr algn="l">
              <ns1:defRPr sz="1650" b="1">
                <ns1:solidFill>
                  <ns1:srgbClr val="172554"/>
                </ns1:solidFill>
                <ns1:latin typeface="Aptos"/>
                <ns1:ea typeface="Aptos"/>
                <ns1:cs typeface="Aptos"/>
              </ns1:defRPr>
            </ns1:lvl2pPr>
            <ns1:lvl3pPr algn="l">
              <ns1:defRPr sz="1650" b="1">
                <ns1:solidFill>
                  <ns1:srgbClr val="172554"/>
                </ns1:solidFill>
                <ns1:latin typeface="Aptos"/>
                <ns1:ea typeface="Aptos"/>
                <ns1:cs typeface="Aptos"/>
              </ns1:defRPr>
            </ns1:lvl3pPr>
            <ns1:lvl4pPr algn="l">
              <ns1:defRPr sz="1650" b="1">
                <ns1:solidFill>
                  <ns1:srgbClr val="172554"/>
                </ns1:solidFill>
                <ns1:latin typeface="Aptos"/>
                <ns1:ea typeface="Aptos"/>
                <ns1:cs typeface="Aptos"/>
              </ns1:defRPr>
            </ns1:lvl4pPr>
            <ns1:lvl5pPr algn="l">
              <ns1:defRPr sz="1650" b="1">
                <ns1:solidFill>
                  <ns1:srgbClr val="172554"/>
                </ns1:solidFill>
                <ns1:latin typeface="Aptos"/>
                <ns1:ea typeface="Aptos"/>
                <ns1:cs typeface="Aptos"/>
              </ns1:defRPr>
            </ns1:lvl5pPr>
            <ns1:lvl6pPr algn="l">
              <ns1:defRPr sz="1650" b="1">
                <ns1:solidFill>
                  <ns1:srgbClr val="172554"/>
                </ns1:solidFill>
                <ns1:latin typeface="Aptos"/>
                <ns1:ea typeface="Aptos"/>
                <ns1:cs typeface="Aptos"/>
              </ns1:defRPr>
            </ns1:lvl6pPr>
            <ns1:lvl7pPr algn="l">
              <ns1:defRPr sz="1650" b="1">
                <ns1:solidFill>
                  <ns1:srgbClr val="172554"/>
                </ns1:solidFill>
                <ns1:latin typeface="Aptos"/>
                <ns1:ea typeface="Aptos"/>
                <ns1:cs typeface="Aptos"/>
              </ns1:defRPr>
            </ns1:lvl7pPr>
            <ns1:lvl8pPr algn="l">
              <ns1:defRPr sz="1650" b="1">
                <ns1:solidFill>
                  <ns1:srgbClr val="172554"/>
                </ns1:solidFill>
                <ns1:latin typeface="Aptos"/>
                <ns1:ea typeface="Aptos"/>
                <ns1:cs typeface="Aptos"/>
              </ns1:defRPr>
            </ns1:lvl8pPr>
            <ns1:lvl9pPr algn="l">
              <ns1:defRPr sz="1650" b="1">
                <ns1:solidFill>
                  <ns1:srgbClr val="172554"/>
                </ns1:solidFill>
                <ns1:latin typeface="Aptos"/>
                <ns1:ea typeface="Aptos"/>
                <ns1:cs typeface="Aptos"/>
              </ns1:defRPr>
            </ns1:lvl9pPr>
          </ns1:lstStyle>
          <ns1:p>
            <ns1:pPr algn="l">
              <ns1:defRPr sz="1650" b="1">
                <ns1:solidFill>
                  <ns1:srgbClr val="172554"/>
                </ns1:solidFill>
                <ns1:latin typeface="Aptos"/>
                <ns1:ea typeface="Aptos"/>
                <ns1:cs typeface="Aptos"/>
              </ns1:defRPr>
            </ns1:pPr>
            <ns1:r>
              <ns1:rPr sz="1650" b="1">
                <ns1:solidFill>
                  <ns1:srgbClr val="172554"/>
                </ns1:solidFill>
                <ns1:latin typeface="Aptos"/>
                <ns1:ea typeface="Aptos"/>
                <ns1:cs typeface="Aptos"/>
              </ns1:rPr>
              <ns1:t>Crea una huella breve</ns1:t>
            </ns1:r>
          </ns1:p>
        </ns0:txBody>
      </ns0:sp>
      <ns0:sp>
        <ns0:nvSpPr>
          <ns0:cNvPr id="30" name="">
            <ns1:extLst>
              <ns1:ext uri="{FF2B5EF4-FFF2-40B4-BE49-F238E27FC236}">
                <ns2:creationId id="{CAEBB315-DB6A-42F6-92B5-FD6F1CE59414}"/>
              </ns1:ext>
            </ns1:extLst>
          </ns0:cNvPr>
          <ns0:cNvSpPr>
            <ns1:spLocks noGrp="1"/>
          </ns0:cNvSpPr>
          <ns0:nvPr/>
        </ns0:nvSpPr>
        <ns0:spPr>
          <ns1:xfrm>
            <ns1:off x="4972050" y="2857500"/>
            <ns1:ext cx="704850" cy="781050"/>
          </ns1:xfrm>
          <ns1:prstGeom prst="roundRect">
            <ns1:avLst>
              <ns1:gd name="adj" fmla="val 10811"/>
            </ns1:avLst>
          </ns1:prstGeom>
          <ns1:solidFill>
            <ns1:srgbClr val="FFFFFF"/>
          </ns1:solidFill>
          <ns1:ln w="19050">
            <ns1:solidFill>
              <ns1:srgbClr val="22B8A8"/>
            </ns1:solidFill>
            <ns1:prstDash val="solid"/>
          </ns1:ln>
        </ns0:spPr>
      </ns0:sp>
      <ns0:sp>
        <ns0:nvSpPr>
          <ns0:cNvPr id="31" name="">
            <ns1:extLst>
              <ns1:ext uri="{FF2B5EF4-FFF2-40B4-BE49-F238E27FC236}">
                <ns2:creationId id="{85F5B375-5AD4-41E2-842E-0B24EA9A6305}"/>
              </ns1:ext>
            </ns1:extLst>
          </ns0:cNvPr>
          <ns0:cNvSpPr>
            <ns1:spLocks noGrp="1"/>
          </ns0:cNvSpPr>
          <ns0:nvPr/>
        </ns0:nvSpPr>
        <ns0:spPr>
          <ns1:xfrm>
            <ns1:off x="5095875" y="3019425"/>
            <ns1:ext cx="447675" cy="47625"/>
          </ns1:xfrm>
          <ns1:prstGeom prst="roundRect">
            <ns1:avLst>
              <ns1:gd name="adj" fmla="val 50000"/>
            </ns1:avLst>
          </ns1:prstGeom>
          <ns1:solidFill>
            <ns1:srgbClr val="22B8A8"/>
          </ns1:solidFill>
          <ns1:ln w="0">
            <ns1:noFill/>
            <ns1:prstDash val="solid"/>
          </ns1:ln>
        </ns0:spPr>
      </ns0:sp>
      <ns0:sp>
        <ns0:nvSpPr>
          <ns0:cNvPr id="32" name="">
            <ns1:extLst>
              <ns1:ext uri="{FF2B5EF4-FFF2-40B4-BE49-F238E27FC236}">
                <ns2:creationId id="{EB2E3D6A-70EC-4399-9889-FB80D60C7A06}"/>
              </ns1:ext>
            </ns1:extLst>
          </ns0:cNvPr>
          <ns0:cNvSpPr>
            <ns1:spLocks noGrp="1"/>
          </ns0:cNvSpPr>
          <ns0:nvPr/>
        </ns0:nvSpPr>
        <ns0:spPr>
          <ns1:xfrm>
            <ns1:off x="5095875" y="3152775"/>
            <ns1:ext cx="361950" cy="47625"/>
          </ns1:xfrm>
          <ns1:prstGeom prst="roundRect">
            <ns1:avLst>
              <ns1:gd name="adj" fmla="val 50000"/>
            </ns1:avLst>
          </ns1:prstGeom>
          <ns1:solidFill>
            <ns1:srgbClr val="B8C6D8"/>
          </ns1:solidFill>
          <ns1:ln w="0">
            <ns1:noFill/>
            <ns1:prstDash val="solid"/>
          </ns1:ln>
        </ns0:spPr>
      </ns0:sp>
      <ns0:sp>
        <ns0:nvSpPr>
          <ns0:cNvPr id="33" name="">
            <ns1:extLst>
              <ns1:ext uri="{FF2B5EF4-FFF2-40B4-BE49-F238E27FC236}">
                <ns2:creationId id="{5C6F1D5E-8051-407D-ADA1-4B630B9F0D33}"/>
              </ns1:ext>
            </ns1:extLst>
          </ns0:cNvPr>
          <ns0:cNvSpPr>
            <ns1:spLocks noGrp="1"/>
          </ns0:cNvSpPr>
          <ns0:nvPr/>
        </ns0:nvSpPr>
        <ns0:spPr>
          <ns1:xfrm>
            <ns1:off x="5095875" y="3286125"/>
            <ns1:ext cx="400050" cy="47625"/>
          </ns1:xfrm>
          <ns1:prstGeom prst="roundRect">
            <ns1:avLst>
              <ns1:gd name="adj" fmla="val 50000"/>
            </ns1:avLst>
          </ns1:prstGeom>
          <ns1:solidFill>
            <ns1:srgbClr val="B8C6D8"/>
          </ns1:solidFill>
          <ns1:ln w="0">
            <ns1:noFill/>
            <ns1:prstDash val="solid"/>
          </ns1:ln>
        </ns0:spPr>
      </ns0:sp>
      <ns0:sp>
        <ns0:nvSpPr>
          <ns0:cNvPr id="34" name="">
            <ns1:extLst>
              <ns1:ext uri="{FF2B5EF4-FFF2-40B4-BE49-F238E27FC236}">
                <ns2:creationId id="{2025F677-B4E6-4415-8FAA-65CD56D62E74}"/>
              </ns1:ext>
            </ns1:extLst>
          </ns0:cNvPr>
          <ns0:cNvSpPr>
            <ns1:spLocks noGrp="1"/>
          </ns0:cNvSpPr>
          <ns0:nvPr/>
        </ns0:nvSpPr>
        <ns0:spPr>
          <ns1:xfrm>
            <ns1:off x="4781550" y="3686175"/>
            <ns1:ext cx="1095375" cy="209550"/>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22B8A8"/>
                </ns1:solidFill>
                <ns1:latin typeface="Aptos"/>
                <ns1:ea typeface="Aptos"/>
                <ns1:cs typeface="Aptos"/>
              </ns1:defRPr>
            </ns1:defPPr>
            <ns1:lvl1pPr algn="ctr">
              <ns1:defRPr sz="975" b="1">
                <ns1:solidFill>
                  <ns1:srgbClr val="22B8A8"/>
                </ns1:solidFill>
                <ns1:latin typeface="Aptos"/>
                <ns1:ea typeface="Aptos"/>
                <ns1:cs typeface="Aptos"/>
              </ns1:defRPr>
            </ns1:lvl1pPr>
            <ns1:lvl2pPr algn="ctr">
              <ns1:defRPr sz="975" b="1">
                <ns1:solidFill>
                  <ns1:srgbClr val="22B8A8"/>
                </ns1:solidFill>
                <ns1:latin typeface="Aptos"/>
                <ns1:ea typeface="Aptos"/>
                <ns1:cs typeface="Aptos"/>
              </ns1:defRPr>
            </ns1:lvl2pPr>
            <ns1:lvl3pPr algn="ctr">
              <ns1:defRPr sz="975" b="1">
                <ns1:solidFill>
                  <ns1:srgbClr val="22B8A8"/>
                </ns1:solidFill>
                <ns1:latin typeface="Aptos"/>
                <ns1:ea typeface="Aptos"/>
                <ns1:cs typeface="Aptos"/>
              </ns1:defRPr>
            </ns1:lvl3pPr>
            <ns1:lvl4pPr algn="ctr">
              <ns1:defRPr sz="975" b="1">
                <ns1:solidFill>
                  <ns1:srgbClr val="22B8A8"/>
                </ns1:solidFill>
                <ns1:latin typeface="Aptos"/>
                <ns1:ea typeface="Aptos"/>
                <ns1:cs typeface="Aptos"/>
              </ns1:defRPr>
            </ns1:lvl4pPr>
            <ns1:lvl5pPr algn="ctr">
              <ns1:defRPr sz="975" b="1">
                <ns1:solidFill>
                  <ns1:srgbClr val="22B8A8"/>
                </ns1:solidFill>
                <ns1:latin typeface="Aptos"/>
                <ns1:ea typeface="Aptos"/>
                <ns1:cs typeface="Aptos"/>
              </ns1:defRPr>
            </ns1:lvl5pPr>
            <ns1:lvl6pPr algn="ctr">
              <ns1:defRPr sz="975" b="1">
                <ns1:solidFill>
                  <ns1:srgbClr val="22B8A8"/>
                </ns1:solidFill>
                <ns1:latin typeface="Aptos"/>
                <ns1:ea typeface="Aptos"/>
                <ns1:cs typeface="Aptos"/>
              </ns1:defRPr>
            </ns1:lvl6pPr>
            <ns1:lvl7pPr algn="ctr">
              <ns1:defRPr sz="975" b="1">
                <ns1:solidFill>
                  <ns1:srgbClr val="22B8A8"/>
                </ns1:solidFill>
                <ns1:latin typeface="Aptos"/>
                <ns1:ea typeface="Aptos"/>
                <ns1:cs typeface="Aptos"/>
              </ns1:defRPr>
            </ns1:lvl7pPr>
            <ns1:lvl8pPr algn="ctr">
              <ns1:defRPr sz="975" b="1">
                <ns1:solidFill>
                  <ns1:srgbClr val="22B8A8"/>
                </ns1:solidFill>
                <ns1:latin typeface="Aptos"/>
                <ns1:ea typeface="Aptos"/>
                <ns1:cs typeface="Aptos"/>
              </ns1:defRPr>
            </ns1:lvl8pPr>
            <ns1:lvl9pPr algn="ctr">
              <ns1:defRPr sz="975" b="1">
                <ns1:solidFill>
                  <ns1:srgbClr val="22B8A8"/>
                </ns1:solidFill>
                <ns1:latin typeface="Aptos"/>
                <ns1:ea typeface="Aptos"/>
                <ns1:cs typeface="Aptos"/>
              </ns1:defRPr>
            </ns1:lvl9pPr>
          </ns1:lstStyle>
          <ns1:p>
            <ns1:pPr algn="ctr">
              <ns1:defRPr sz="975" b="1">
                <ns1:solidFill>
                  <ns1:srgbClr val="22B8A8"/>
                </ns1:solidFill>
                <ns1:latin typeface="Aptos"/>
                <ns1:ea typeface="Aptos"/>
                <ns1:cs typeface="Aptos"/>
              </ns1:defRPr>
            </ns1:pPr>
            <ns1:r>
              <ns1:rPr sz="975" b="1">
                <ns1:solidFill>
                  <ns1:srgbClr val="22B8A8"/>
                </ns1:solidFill>
                <ns1:latin typeface="Aptos"/>
                <ns1:ea typeface="Aptos"/>
                <ns1:cs typeface="Aptos"/>
              </ns1:rPr>
              <ns1:t>DATOS</ns1:t>
            </ns1:r>
          </ns1:p>
        </ns0:txBody>
      </ns0:sp>
      <ns0:sp>
        <ns0:nvSpPr>
          <ns0:cNvPr id="35" name="">
            <ns1:extLst>
              <ns1:ext uri="{FF2B5EF4-FFF2-40B4-BE49-F238E27FC236}">
                <ns2:creationId id="{0F220072-944B-42EA-85CD-7856AB67CE9F}"/>
              </ns1:ext>
            </ns1:extLst>
          </ns0:cNvPr>
          <ns0:cNvSpPr>
            <ns1:spLocks noGrp="1"/>
          </ns0:cNvSpPr>
          <ns0:nvPr/>
        </ns0:nvSpPr>
        <ns0:spPr>
          <ns1:xfrm>
            <ns1:off x="5886450" y="3105150"/>
            <ns1:ext cx="457200" cy="228600"/>
          </ns1:xfrm>
          <ns1:prstGeom prst="rightArrow">
            <ns1:avLst/>
          </ns1:prstGeom>
          <ns1:solidFill>
            <ns1:srgbClr val="22B8A8"/>
          </ns1:solidFill>
          <ns1:ln w="0">
            <ns1:noFill/>
            <ns1:prstDash val="solid"/>
          </ns1:ln>
        </ns0:spPr>
      </ns0:sp>
      <ns0:sp>
        <ns0:nvSpPr>
          <ns0:cNvPr id="36" name="">
            <ns1:extLst>
              <ns1:ext uri="{FF2B5EF4-FFF2-40B4-BE49-F238E27FC236}">
                <ns2:creationId id="{9EB75F0B-AED5-46F1-ACE0-3D0DDDE42789}"/>
              </ns1:ext>
            </ns1:extLst>
          </ns0:cNvPr>
          <ns0:cNvSpPr>
            <ns1:spLocks noGrp="1"/>
          </ns0:cNvSpPr>
          <ns0:nvPr/>
        </ns0:nvSpPr>
        <ns0:spPr>
          <ns1:xfrm>
            <ns1:off x="6543675" y="2933700"/>
            <ns1:ext cx="876300" cy="371475"/>
          </ns1:xfrm>
          <ns1:prstGeom prst="roundRect">
            <ns1:avLst>
              <ns1:gd name="adj" fmla="val 20513"/>
            </ns1:avLst>
          </ns1:prstGeom>
          <ns1:solidFill>
            <ns1:srgbClr val="D9F5F0"/>
          </ns1:solidFill>
          <ns1:ln w="0">
            <ns1:noFill/>
            <ns1:prstDash val="solid"/>
          </ns1:ln>
        </ns0:spPr>
      </ns0:sp>
      <ns0:sp>
        <ns0:nvSpPr>
          <ns0:cNvPr id="37" name="">
            <ns1:extLst>
              <ns1:ext uri="{FF2B5EF4-FFF2-40B4-BE49-F238E27FC236}">
                <ns2:creationId id="{BB453823-786E-454A-9502-BCB86348AF95}"/>
              </ns1:ext>
            </ns1:extLst>
          </ns0:cNvPr>
          <ns0:cNvSpPr>
            <ns1:spLocks noGrp="1"/>
          </ns0:cNvSpPr>
          <ns0:nvPr/>
        </ns0:nvSpPr>
        <ns0:spPr>
          <ns1:xfrm>
            <ns1:off x="6610350" y="2981325"/>
            <ns1:ext cx="742950" cy="266700"/>
          </ns1:xfrm>
          <ns1:prstGeom prst="rect">
            <ns1:avLst/>
          </ns1:prstGeom>
          <ns1:noFill/>
          <ns1:ln w="0">
            <ns1:noFill/>
            <ns1:prstDash val="solid"/>
          </ns1:ln>
        </ns0:spPr>
        <ns0:txBody>
          <ns1:bodyPr lIns="0" tIns="0" rIns="0" bIns="0" anchor="ctr">
            <ns1:normAutofit fontScale="100000"/>
          </ns1:bodyPr>
          <ns1:lstStyle>
            <ns1:defPPr algn="ctr">
              <ns1:defRPr sz="1275" b="1">
                <ns1:solidFill>
                  <ns1:srgbClr val="23836E"/>
                </ns1:solidFill>
                <ns1:latin typeface="Aptos"/>
                <ns1:ea typeface="Aptos"/>
                <ns1:cs typeface="Aptos"/>
              </ns1:defRPr>
            </ns1:defPPr>
            <ns1:lvl1pPr algn="ctr">
              <ns1:defRPr sz="1275" b="1">
                <ns1:solidFill>
                  <ns1:srgbClr val="23836E"/>
                </ns1:solidFill>
                <ns1:latin typeface="Aptos"/>
                <ns1:ea typeface="Aptos"/>
                <ns1:cs typeface="Aptos"/>
              </ns1:defRPr>
            </ns1:lvl1pPr>
            <ns1:lvl2pPr algn="ctr">
              <ns1:defRPr sz="1275" b="1">
                <ns1:solidFill>
                  <ns1:srgbClr val="23836E"/>
                </ns1:solidFill>
                <ns1:latin typeface="Aptos"/>
                <ns1:ea typeface="Aptos"/>
                <ns1:cs typeface="Aptos"/>
              </ns1:defRPr>
            </ns1:lvl2pPr>
            <ns1:lvl3pPr algn="ctr">
              <ns1:defRPr sz="1275" b="1">
                <ns1:solidFill>
                  <ns1:srgbClr val="23836E"/>
                </ns1:solidFill>
                <ns1:latin typeface="Aptos"/>
                <ns1:ea typeface="Aptos"/>
                <ns1:cs typeface="Aptos"/>
              </ns1:defRPr>
            </ns1:lvl3pPr>
            <ns1:lvl4pPr algn="ctr">
              <ns1:defRPr sz="1275" b="1">
                <ns1:solidFill>
                  <ns1:srgbClr val="23836E"/>
                </ns1:solidFill>
                <ns1:latin typeface="Aptos"/>
                <ns1:ea typeface="Aptos"/>
                <ns1:cs typeface="Aptos"/>
              </ns1:defRPr>
            </ns1:lvl4pPr>
            <ns1:lvl5pPr algn="ctr">
              <ns1:defRPr sz="1275" b="1">
                <ns1:solidFill>
                  <ns1:srgbClr val="23836E"/>
                </ns1:solidFill>
                <ns1:latin typeface="Aptos"/>
                <ns1:ea typeface="Aptos"/>
                <ns1:cs typeface="Aptos"/>
              </ns1:defRPr>
            </ns1:lvl5pPr>
            <ns1:lvl6pPr algn="ctr">
              <ns1:defRPr sz="1275" b="1">
                <ns1:solidFill>
                  <ns1:srgbClr val="23836E"/>
                </ns1:solidFill>
                <ns1:latin typeface="Aptos"/>
                <ns1:ea typeface="Aptos"/>
                <ns1:cs typeface="Aptos"/>
              </ns1:defRPr>
            </ns1:lvl6pPr>
            <ns1:lvl7pPr algn="ctr">
              <ns1:defRPr sz="1275" b="1">
                <ns1:solidFill>
                  <ns1:srgbClr val="23836E"/>
                </ns1:solidFill>
                <ns1:latin typeface="Aptos"/>
                <ns1:ea typeface="Aptos"/>
                <ns1:cs typeface="Aptos"/>
              </ns1:defRPr>
            </ns1:lvl7pPr>
            <ns1:lvl8pPr algn="ctr">
              <ns1:defRPr sz="1275" b="1">
                <ns1:solidFill>
                  <ns1:srgbClr val="23836E"/>
                </ns1:solidFill>
                <ns1:latin typeface="Aptos"/>
                <ns1:ea typeface="Aptos"/>
                <ns1:cs typeface="Aptos"/>
              </ns1:defRPr>
            </ns1:lvl8pPr>
            <ns1:lvl9pPr algn="ctr">
              <ns1:defRPr sz="1275" b="1">
                <ns1:solidFill>
                  <ns1:srgbClr val="23836E"/>
                </ns1:solidFill>
                <ns1:latin typeface="Aptos"/>
                <ns1:ea typeface="Aptos"/>
                <ns1:cs typeface="Aptos"/>
              </ns1:defRPr>
            </ns1:lvl9pPr>
          </ns1:lstStyle>
          <ns1:p>
            <ns1:pPr algn="ctr">
              <ns1:defRPr sz="1275" b="1">
                <ns1:solidFill>
                  <ns1:srgbClr val="23836E"/>
                </ns1:solidFill>
                <ns1:latin typeface="Aptos"/>
                <ns1:ea typeface="Aptos"/>
                <ns1:cs typeface="Aptos"/>
              </ns1:defRPr>
            </ns1:pPr>
            <ns1:r>
              <ns1:rPr sz="1275" b="1">
                <ns1:solidFill>
                  <ns1:srgbClr val="23836E"/>
                </ns1:solidFill>
                <ns1:latin typeface="Aptos"/>
                <ns1:ea typeface="Aptos"/>
                <ns1:cs typeface="Aptos"/>
              </ns1:rPr>
              <ns1:t>a8f3…</ns1:t>
            </ns1:r>
          </ns1:p>
        </ns0:txBody>
      </ns0:sp>
      <ns0:sp>
        <ns0:nvSpPr>
          <ns0:cNvPr id="38" name="">
            <ns1:extLst>
              <ns1:ext uri="{FF2B5EF4-FFF2-40B4-BE49-F238E27FC236}">
                <ns2:creationId id="{80C12EE3-4037-4529-BD54-1F7BCB9DF030}"/>
              </ns1:ext>
            </ns1:extLst>
          </ns0:cNvPr>
          <ns0:cNvSpPr>
            <ns1:spLocks noGrp="1"/>
          </ns0:cNvSpPr>
          <ns0:nvPr/>
        </ns0:nvSpPr>
        <ns0:spPr>
          <ns1:xfrm>
            <ns1:off x="6505575" y="3371850"/>
            <ns1:ext cx="952500" cy="190500"/>
          </ns1:xfrm>
          <ns1:prstGeom prst="rect">
            <ns1:avLst/>
          </ns1:prstGeom>
          <ns1:noFill/>
          <ns1:ln w="0">
            <ns1:noFill/>
            <ns1:prstDash val="solid"/>
          </ns1:ln>
        </ns0:spPr>
        <ns0:txBody>
          <ns1:bodyPr lIns="0" tIns="0" rIns="0" bIns="0" anchor="ctr">
            <ns1:normAutofit fontScale="100000"/>
          </ns1:bodyPr>
          <ns1:lstStyle>
            <ns1:defPPr algn="ctr">
              <ns1:defRPr sz="900" b="1">
                <ns1:solidFill>
                  <ns1:srgbClr val="23836E"/>
                </ns1:solidFill>
                <ns1:latin typeface="Aptos"/>
                <ns1:ea typeface="Aptos"/>
                <ns1:cs typeface="Aptos"/>
              </ns1:defRPr>
            </ns1:defPPr>
            <ns1:lvl1pPr algn="ctr">
              <ns1:defRPr sz="900" b="1">
                <ns1:solidFill>
                  <ns1:srgbClr val="23836E"/>
                </ns1:solidFill>
                <ns1:latin typeface="Aptos"/>
                <ns1:ea typeface="Aptos"/>
                <ns1:cs typeface="Aptos"/>
              </ns1:defRPr>
            </ns1:lvl1pPr>
            <ns1:lvl2pPr algn="ctr">
              <ns1:defRPr sz="900" b="1">
                <ns1:solidFill>
                  <ns1:srgbClr val="23836E"/>
                </ns1:solidFill>
                <ns1:latin typeface="Aptos"/>
                <ns1:ea typeface="Aptos"/>
                <ns1:cs typeface="Aptos"/>
              </ns1:defRPr>
            </ns1:lvl2pPr>
            <ns1:lvl3pPr algn="ctr">
              <ns1:defRPr sz="900" b="1">
                <ns1:solidFill>
                  <ns1:srgbClr val="23836E"/>
                </ns1:solidFill>
                <ns1:latin typeface="Aptos"/>
                <ns1:ea typeface="Aptos"/>
                <ns1:cs typeface="Aptos"/>
              </ns1:defRPr>
            </ns1:lvl3pPr>
            <ns1:lvl4pPr algn="ctr">
              <ns1:defRPr sz="900" b="1">
                <ns1:solidFill>
                  <ns1:srgbClr val="23836E"/>
                </ns1:solidFill>
                <ns1:latin typeface="Aptos"/>
                <ns1:ea typeface="Aptos"/>
                <ns1:cs typeface="Aptos"/>
              </ns1:defRPr>
            </ns1:lvl4pPr>
            <ns1:lvl5pPr algn="ctr">
              <ns1:defRPr sz="900" b="1">
                <ns1:solidFill>
                  <ns1:srgbClr val="23836E"/>
                </ns1:solidFill>
                <ns1:latin typeface="Aptos"/>
                <ns1:ea typeface="Aptos"/>
                <ns1:cs typeface="Aptos"/>
              </ns1:defRPr>
            </ns1:lvl5pPr>
            <ns1:lvl6pPr algn="ctr">
              <ns1:defRPr sz="900" b="1">
                <ns1:solidFill>
                  <ns1:srgbClr val="23836E"/>
                </ns1:solidFill>
                <ns1:latin typeface="Aptos"/>
                <ns1:ea typeface="Aptos"/>
                <ns1:cs typeface="Aptos"/>
              </ns1:defRPr>
            </ns1:lvl6pPr>
            <ns1:lvl7pPr algn="ctr">
              <ns1:defRPr sz="900" b="1">
                <ns1:solidFill>
                  <ns1:srgbClr val="23836E"/>
                </ns1:solidFill>
                <ns1:latin typeface="Aptos"/>
                <ns1:ea typeface="Aptos"/>
                <ns1:cs typeface="Aptos"/>
              </ns1:defRPr>
            </ns1:lvl7pPr>
            <ns1:lvl8pPr algn="ctr">
              <ns1:defRPr sz="900" b="1">
                <ns1:solidFill>
                  <ns1:srgbClr val="23836E"/>
                </ns1:solidFill>
                <ns1:latin typeface="Aptos"/>
                <ns1:ea typeface="Aptos"/>
                <ns1:cs typeface="Aptos"/>
              </ns1:defRPr>
            </ns1:lvl8pPr>
            <ns1:lvl9pPr algn="ctr">
              <ns1:defRPr sz="900" b="1">
                <ns1:solidFill>
                  <ns1:srgbClr val="23836E"/>
                </ns1:solidFill>
                <ns1:latin typeface="Aptos"/>
                <ns1:ea typeface="Aptos"/>
                <ns1:cs typeface="Aptos"/>
              </ns1:defRPr>
            </ns1:lvl9pPr>
          </ns1:lstStyle>
          <ns1:p>
            <ns1:pPr algn="ctr">
              <ns1:defRPr sz="900" b="1">
                <ns1:solidFill>
                  <ns1:srgbClr val="23836E"/>
                </ns1:solidFill>
                <ns1:latin typeface="Aptos"/>
                <ns1:ea typeface="Aptos"/>
                <ns1:cs typeface="Aptos"/>
              </ns1:defRPr>
            </ns1:pPr>
            <ns1:r>
              <ns1:rPr sz="900" b="1">
                <ns1:solidFill>
                  <ns1:srgbClr val="23836E"/>
                </ns1:solidFill>
                <ns1:latin typeface="Aptos"/>
                <ns1:ea typeface="Aptos"/>
                <ns1:cs typeface="Aptos"/>
              </ns1:rPr>
              <ns1:t>Huella del contenido</ns1:t>
            </ns1:r>
          </ns1:p>
        </ns0:txBody>
      </ns0:sp>
      <ns0:sp>
        <ns0:nvSpPr>
          <ns0:cNvPr id="39" name="">
            <ns1:extLst>
              <ns1:ext uri="{FF2B5EF4-FFF2-40B4-BE49-F238E27FC236}">
                <ns2:creationId id="{252A71F4-89B6-4B70-837E-0FE790834891}"/>
              </ns1:ext>
            </ns1:extLst>
          </ns0:cNvPr>
          <ns0:cNvSpPr>
            <ns1:spLocks noGrp="1"/>
          </ns0:cNvSpPr>
          <ns0:nvPr/>
        </ns0:nvSpPr>
        <ns0:spPr>
          <ns1:xfrm>
            <ns1:off x="4638675" y="3924300"/>
            <ns1:ext cx="2914650" cy="419100"/>
          </ns1:xfrm>
          <ns1:prstGeom prst="rect">
            <ns1:avLst/>
          </ns1:prstGeom>
          <ns1:noFill/>
          <ns1:ln w="0">
            <ns1:noFill/>
            <ns1:prstDash val="solid"/>
          </ns1:ln>
        </ns0:spPr>
        <ns0:txBody>
          <ns1:bodyPr lIns="0" tIns="0" rIns="0" bIns="0" anchor="t">
            <ns1:normAutofit fontScale="100000"/>
          </ns1:bodyPr>
          <ns1:lstStyle>
            <ns1:defPPr algn="l">
              <ns1:defRPr sz="1050" b="0">
                <ns1:solidFill>
                  <ns1:srgbClr val="536276"/>
                </ns1:solidFill>
                <ns1:latin typeface="Aptos"/>
                <ns1:ea typeface="Aptos"/>
                <ns1:cs typeface="Aptos"/>
              </ns1:defRPr>
            </ns1:defPPr>
            <ns1:lvl1pPr algn="l">
              <ns1:defRPr sz="1050" b="0">
                <ns1:solidFill>
                  <ns1:srgbClr val="536276"/>
                </ns1:solidFill>
                <ns1:latin typeface="Aptos"/>
                <ns1:ea typeface="Aptos"/>
                <ns1:cs typeface="Aptos"/>
              </ns1:defRPr>
            </ns1:lvl1pPr>
            <ns1:lvl2pPr algn="l">
              <ns1:defRPr sz="1050" b="0">
                <ns1:solidFill>
                  <ns1:srgbClr val="536276"/>
                </ns1:solidFill>
                <ns1:latin typeface="Aptos"/>
                <ns1:ea typeface="Aptos"/>
                <ns1:cs typeface="Aptos"/>
              </ns1:defRPr>
            </ns1:lvl2pPr>
            <ns1:lvl3pPr algn="l">
              <ns1:defRPr sz="1050" b="0">
                <ns1:solidFill>
                  <ns1:srgbClr val="536276"/>
                </ns1:solidFill>
                <ns1:latin typeface="Aptos"/>
                <ns1:ea typeface="Aptos"/>
                <ns1:cs typeface="Aptos"/>
              </ns1:defRPr>
            </ns1:lvl3pPr>
            <ns1:lvl4pPr algn="l">
              <ns1:defRPr sz="1050" b="0">
                <ns1:solidFill>
                  <ns1:srgbClr val="536276"/>
                </ns1:solidFill>
                <ns1:latin typeface="Aptos"/>
                <ns1:ea typeface="Aptos"/>
                <ns1:cs typeface="Aptos"/>
              </ns1:defRPr>
            </ns1:lvl4pPr>
            <ns1:lvl5pPr algn="l">
              <ns1:defRPr sz="1050" b="0">
                <ns1:solidFill>
                  <ns1:srgbClr val="536276"/>
                </ns1:solidFill>
                <ns1:latin typeface="Aptos"/>
                <ns1:ea typeface="Aptos"/>
                <ns1:cs typeface="Aptos"/>
              </ns1:defRPr>
            </ns1:lvl5pPr>
            <ns1:lvl6pPr algn="l">
              <ns1:defRPr sz="1050" b="0">
                <ns1:solidFill>
                  <ns1:srgbClr val="536276"/>
                </ns1:solidFill>
                <ns1:latin typeface="Aptos"/>
                <ns1:ea typeface="Aptos"/>
                <ns1:cs typeface="Aptos"/>
              </ns1:defRPr>
            </ns1:lvl6pPr>
            <ns1:lvl7pPr algn="l">
              <ns1:defRPr sz="1050" b="0">
                <ns1:solidFill>
                  <ns1:srgbClr val="536276"/>
                </ns1:solidFill>
                <ns1:latin typeface="Aptos"/>
                <ns1:ea typeface="Aptos"/>
                <ns1:cs typeface="Aptos"/>
              </ns1:defRPr>
            </ns1:lvl7pPr>
            <ns1:lvl8pPr algn="l">
              <ns1:defRPr sz="1050" b="0">
                <ns1:solidFill>
                  <ns1:srgbClr val="536276"/>
                </ns1:solidFill>
                <ns1:latin typeface="Aptos"/>
                <ns1:ea typeface="Aptos"/>
                <ns1:cs typeface="Aptos"/>
              </ns1:defRPr>
            </ns1:lvl8pPr>
            <ns1:lvl9pPr algn="l">
              <ns1:defRPr sz="1050" b="0">
                <ns1:solidFill>
                  <ns1:srgbClr val="536276"/>
                </ns1:solidFill>
                <ns1:latin typeface="Aptos"/>
                <ns1:ea typeface="Aptos"/>
                <ns1:cs typeface="Aptos"/>
              </ns1:defRPr>
            </ns1:lvl9pPr>
          </ns1:lstStyle>
          <ns1:p>
            <ns1:pPr algn="l">
              <ns1:defRPr sz="1050" b="0">
                <ns1:solidFill>
                  <ns1:srgbClr val="536276"/>
                </ns1:solidFill>
                <ns1:latin typeface="Aptos"/>
                <ns1:ea typeface="Aptos"/>
                <ns1:cs typeface="Aptos"/>
              </ns1:defRPr>
            </ns1:pPr>
            <ns1:r>
              <ns1:rPr sz="1050" b="0">
                <ns1:solidFill>
                  <ns1:srgbClr val="536276"/>
                </ns1:solidFill>
                <ns1:latin typeface="Aptos"/>
                <ns1:ea typeface="Aptos"/>
                <ns1:cs typeface="Aptos"/>
              </ns1:rPr>
              <ns1:t>Sirve para detectar cambios, pero no dice quién creó el dato.</ns1:t>
            </ns1:r>
          </ns1:p>
        </ns0:txBody>
      </ns0:sp>
      <ns0:sp>
        <ns0:nvSpPr>
          <ns0:cNvPr id="40" name="">
            <ns1:extLst>
              <ns1:ext uri="{FF2B5EF4-FFF2-40B4-BE49-F238E27FC236}">
                <ns2:creationId id="{0AA676EC-CDA1-46AE-B4AB-4BC8D2C8C796}"/>
              </ns1:ext>
            </ns1:extLst>
          </ns0:cNvPr>
          <ns0:cNvSpPr>
            <ns1:spLocks noGrp="1"/>
          </ns0:cNvSpPr>
          <ns0:nvPr/>
        </ns0:nvSpPr>
        <ns0:spPr>
          <ns1:xfrm>
            <ns1:off x="4648200" y="4429125"/>
            <ns1:ext cx="2895600" cy="285750"/>
          </ns1:xfrm>
          <ns1:prstGeom prst="roundRect">
            <ns1:avLst>
              <ns1:gd name="adj" fmla="val 26667"/>
            </ns1:avLst>
          </ns1:prstGeom>
          <ns1:solidFill>
            <ns1:srgbClr val="D9F5F0"/>
          </ns1:solidFill>
          <ns1:ln w="0">
            <ns1:noFill/>
            <ns1:prstDash val="solid"/>
          </ns1:ln>
        </ns0:spPr>
      </ns0:sp>
      <ns0:sp>
        <ns0:nvSpPr>
          <ns0:cNvPr id="41" name="">
            <ns1:extLst>
              <ns1:ext uri="{FF2B5EF4-FFF2-40B4-BE49-F238E27FC236}">
                <ns2:creationId id="{51F94DFD-957C-4106-9092-7A4CC272F57B}"/>
              </ns1:ext>
            </ns1:extLst>
          </ns0:cNvPr>
          <ns0:cNvSpPr>
            <ns1:spLocks noGrp="1"/>
          </ns0:cNvSpPr>
          <ns0:nvPr/>
        </ns0:nvSpPr>
        <ns0:spPr>
          <ns1:xfrm>
            <ns1:off x="4743450" y="4438650"/>
            <ns1:ext cx="2705100"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22B8A8"/>
                </ns1:solidFill>
                <ns1:latin typeface="Aptos"/>
                <ns1:ea typeface="Aptos"/>
                <ns1:cs typeface="Aptos"/>
              </ns1:defRPr>
            </ns1:defPPr>
            <ns1:lvl1pPr algn="ctr">
              <ns1:defRPr sz="975" b="1">
                <ns1:solidFill>
                  <ns1:srgbClr val="22B8A8"/>
                </ns1:solidFill>
                <ns1:latin typeface="Aptos"/>
                <ns1:ea typeface="Aptos"/>
                <ns1:cs typeface="Aptos"/>
              </ns1:defRPr>
            </ns1:lvl1pPr>
            <ns1:lvl2pPr algn="ctr">
              <ns1:defRPr sz="975" b="1">
                <ns1:solidFill>
                  <ns1:srgbClr val="22B8A8"/>
                </ns1:solidFill>
                <ns1:latin typeface="Aptos"/>
                <ns1:ea typeface="Aptos"/>
                <ns1:cs typeface="Aptos"/>
              </ns1:defRPr>
            </ns1:lvl2pPr>
            <ns1:lvl3pPr algn="ctr">
              <ns1:defRPr sz="975" b="1">
                <ns1:solidFill>
                  <ns1:srgbClr val="22B8A8"/>
                </ns1:solidFill>
                <ns1:latin typeface="Aptos"/>
                <ns1:ea typeface="Aptos"/>
                <ns1:cs typeface="Aptos"/>
              </ns1:defRPr>
            </ns1:lvl3pPr>
            <ns1:lvl4pPr algn="ctr">
              <ns1:defRPr sz="975" b="1">
                <ns1:solidFill>
                  <ns1:srgbClr val="22B8A8"/>
                </ns1:solidFill>
                <ns1:latin typeface="Aptos"/>
                <ns1:ea typeface="Aptos"/>
                <ns1:cs typeface="Aptos"/>
              </ns1:defRPr>
            </ns1:lvl4pPr>
            <ns1:lvl5pPr algn="ctr">
              <ns1:defRPr sz="975" b="1">
                <ns1:solidFill>
                  <ns1:srgbClr val="22B8A8"/>
                </ns1:solidFill>
                <ns1:latin typeface="Aptos"/>
                <ns1:ea typeface="Aptos"/>
                <ns1:cs typeface="Aptos"/>
              </ns1:defRPr>
            </ns1:lvl5pPr>
            <ns1:lvl6pPr algn="ctr">
              <ns1:defRPr sz="975" b="1">
                <ns1:solidFill>
                  <ns1:srgbClr val="22B8A8"/>
                </ns1:solidFill>
                <ns1:latin typeface="Aptos"/>
                <ns1:ea typeface="Aptos"/>
                <ns1:cs typeface="Aptos"/>
              </ns1:defRPr>
            </ns1:lvl6pPr>
            <ns1:lvl7pPr algn="ctr">
              <ns1:defRPr sz="975" b="1">
                <ns1:solidFill>
                  <ns1:srgbClr val="22B8A8"/>
                </ns1:solidFill>
                <ns1:latin typeface="Aptos"/>
                <ns1:ea typeface="Aptos"/>
                <ns1:cs typeface="Aptos"/>
              </ns1:defRPr>
            </ns1:lvl7pPr>
            <ns1:lvl8pPr algn="ctr">
              <ns1:defRPr sz="975" b="1">
                <ns1:solidFill>
                  <ns1:srgbClr val="22B8A8"/>
                </ns1:solidFill>
                <ns1:latin typeface="Aptos"/>
                <ns1:ea typeface="Aptos"/>
                <ns1:cs typeface="Aptos"/>
              </ns1:defRPr>
            </ns1:lvl8pPr>
            <ns1:lvl9pPr algn="ctr">
              <ns1:defRPr sz="975" b="1">
                <ns1:solidFill>
                  <ns1:srgbClr val="22B8A8"/>
                </ns1:solidFill>
                <ns1:latin typeface="Aptos"/>
                <ns1:ea typeface="Aptos"/>
                <ns1:cs typeface="Aptos"/>
              </ns1:defRPr>
            </ns1:lvl9pPr>
          </ns1:lstStyle>
          <ns1:p>
            <ns1:pPr algn="ctr">
              <ns1:defRPr sz="975" b="1">
                <ns1:solidFill>
                  <ns1:srgbClr val="22B8A8"/>
                </ns1:solidFill>
                <ns1:latin typeface="Aptos"/>
                <ns1:ea typeface="Aptos"/>
                <ns1:cs typeface="Aptos"/>
              </ns1:defRPr>
            </ns1:pPr>
            <ns1:r>
              <ns1:rPr sz="975" b="1">
                <ns1:solidFill>
                  <ns1:srgbClr val="22B8A8"/>
                </ns1:solidFill>
                <ns1:latin typeface="Aptos"/>
                <ns1:ea typeface="Aptos"/>
                <ns1:cs typeface="Aptos"/>
              </ns1:rPr>
              <ns1:t>DETECCIÓN DE CAMBIOS</ns1:t>
            </ns1:r>
          </ns1:p>
        </ns0:txBody>
      </ns0:sp>
      <ns0:sp>
        <ns0:nvSpPr>
          <ns0:cNvPr id="42" name="">
            <ns1:extLst>
              <ns1:ext uri="{FF2B5EF4-FFF2-40B4-BE49-F238E27FC236}">
                <ns2:creationId id="{B7C8A399-A9F7-4FAC-B78B-C3EA1880724A}"/>
              </ns1:ext>
            </ns1:extLst>
          </ns0:cNvPr>
          <ns0:cNvSpPr>
            <ns1:spLocks noGrp="1"/>
          </ns0:cNvSpPr>
          <ns0:nvPr/>
        </ns0:nvSpPr>
        <ns0:spPr>
          <ns1:xfrm>
            <ns1:off x="8191500" y="1762125"/>
            <ns1:ext cx="3333750" cy="3143250"/>
          </ns1:xfrm>
          <ns1:prstGeom prst="roundRect">
            <ns1:avLst>
              <ns1:gd name="adj" fmla="val 2424"/>
            </ns1:avLst>
          </ns1:prstGeom>
          <ns1:solidFill>
            <ns1:srgbClr val="FFFFFF"/>
          </ns1:solidFill>
          <ns1:ln w="9525">
            <ns1:solidFill>
              <ns1:srgbClr val="DCE3ED"/>
            </ns1:solidFill>
            <ns1:prstDash val="solid"/>
          </ns1:ln>
        </ns0:spPr>
      </ns0:sp>
      <ns0:sp>
        <ns0:nvSpPr>
          <ns0:cNvPr id="43" name="">
            <ns1:extLst>
              <ns1:ext uri="{FF2B5EF4-FFF2-40B4-BE49-F238E27FC236}">
                <ns2:creationId id="{473DE6CD-58A3-449C-8E3C-5CE93214273C}"/>
              </ns1:ext>
            </ns1:extLst>
          </ns0:cNvPr>
          <ns0:cNvSpPr>
            <ns1:spLocks noGrp="1"/>
          </ns0:cNvSpPr>
          <ns0:nvPr/>
        </ns0:nvSpPr>
        <ns0:spPr>
          <ns1:xfrm>
            <ns1:off x="8191500" y="1762125"/>
            <ns1:ext cx="3333750" cy="114300"/>
          </ns1:xfrm>
          <ns1:prstGeom prst="roundRect">
            <ns1:avLst>
              <ns1:gd name="adj" fmla="val 50000"/>
            </ns1:avLst>
          </ns1:prstGeom>
          <ns1:solidFill>
            <ns1:srgbClr val="F2B544"/>
          </ns1:solidFill>
          <ns1:ln w="0">
            <ns1:noFill/>
            <ns1:prstDash val="solid"/>
          </ns1:ln>
        </ns0:spPr>
      </ns0:sp>
      <ns0:sp>
        <ns0:nvSpPr>
          <ns0:cNvPr id="44" name="">
            <ns1:extLst>
              <ns1:ext uri="{FF2B5EF4-FFF2-40B4-BE49-F238E27FC236}">
                <ns2:creationId id="{72174F45-7D44-4297-AE5F-3540C61D94D9}"/>
              </ns1:ext>
            </ns1:extLst>
          </ns0:cNvPr>
          <ns0:cNvSpPr>
            <ns1:spLocks noGrp="1"/>
          </ns0:cNvSpPr>
          <ns0:nvPr/>
        </ns0:nvSpPr>
        <ns0:spPr>
          <ns1:xfrm>
            <ns1:off x="8420100" y="2076450"/>
            <ns1:ext cx="2857500" cy="285750"/>
          </ns1:xfrm>
          <ns1:prstGeom prst="rect">
            <ns1:avLst/>
          </ns1:prstGeom>
          <ns1:noFill/>
          <ns1:ln w="0">
            <ns1:noFill/>
            <ns1:prstDash val="solid"/>
          </ns1:ln>
        </ns0:spPr>
        <ns0:txBody>
          <ns1:bodyPr lIns="0" tIns="0" rIns="0" bIns="0" anchor="ctr">
            <ns1:normAutofit fontScale="100000"/>
          </ns1:bodyPr>
          <ns1:lstStyle>
            <ns1:defPPr algn="l">
              <ns1:defRPr sz="1200" b="1">
                <ns1:solidFill>
                  <ns1:srgbClr val="F2B544"/>
                </ns1:solidFill>
                <ns1:latin typeface="Aptos"/>
                <ns1:ea typeface="Aptos"/>
                <ns1:cs typeface="Aptos"/>
              </ns1:defRPr>
            </ns1:defPPr>
            <ns1:lvl1pPr algn="l">
              <ns1:defRPr sz="1200" b="1">
                <ns1:solidFill>
                  <ns1:srgbClr val="F2B544"/>
                </ns1:solidFill>
                <ns1:latin typeface="Aptos"/>
                <ns1:ea typeface="Aptos"/>
                <ns1:cs typeface="Aptos"/>
              </ns1:defRPr>
            </ns1:lvl1pPr>
            <ns1:lvl2pPr algn="l">
              <ns1:defRPr sz="1200" b="1">
                <ns1:solidFill>
                  <ns1:srgbClr val="F2B544"/>
                </ns1:solidFill>
                <ns1:latin typeface="Aptos"/>
                <ns1:ea typeface="Aptos"/>
                <ns1:cs typeface="Aptos"/>
              </ns1:defRPr>
            </ns1:lvl2pPr>
            <ns1:lvl3pPr algn="l">
              <ns1:defRPr sz="1200" b="1">
                <ns1:solidFill>
                  <ns1:srgbClr val="F2B544"/>
                </ns1:solidFill>
                <ns1:latin typeface="Aptos"/>
                <ns1:ea typeface="Aptos"/>
                <ns1:cs typeface="Aptos"/>
              </ns1:defRPr>
            </ns1:lvl3pPr>
            <ns1:lvl4pPr algn="l">
              <ns1:defRPr sz="1200" b="1">
                <ns1:solidFill>
                  <ns1:srgbClr val="F2B544"/>
                </ns1:solidFill>
                <ns1:latin typeface="Aptos"/>
                <ns1:ea typeface="Aptos"/>
                <ns1:cs typeface="Aptos"/>
              </ns1:defRPr>
            </ns1:lvl4pPr>
            <ns1:lvl5pPr algn="l">
              <ns1:defRPr sz="1200" b="1">
                <ns1:solidFill>
                  <ns1:srgbClr val="F2B544"/>
                </ns1:solidFill>
                <ns1:latin typeface="Aptos"/>
                <ns1:ea typeface="Aptos"/>
                <ns1:cs typeface="Aptos"/>
              </ns1:defRPr>
            </ns1:lvl5pPr>
            <ns1:lvl6pPr algn="l">
              <ns1:defRPr sz="1200" b="1">
                <ns1:solidFill>
                  <ns1:srgbClr val="F2B544"/>
                </ns1:solidFill>
                <ns1:latin typeface="Aptos"/>
                <ns1:ea typeface="Aptos"/>
                <ns1:cs typeface="Aptos"/>
              </ns1:defRPr>
            </ns1:lvl6pPr>
            <ns1:lvl7pPr algn="l">
              <ns1:defRPr sz="1200" b="1">
                <ns1:solidFill>
                  <ns1:srgbClr val="F2B544"/>
                </ns1:solidFill>
                <ns1:latin typeface="Aptos"/>
                <ns1:ea typeface="Aptos"/>
                <ns1:cs typeface="Aptos"/>
              </ns1:defRPr>
            </ns1:lvl7pPr>
            <ns1:lvl8pPr algn="l">
              <ns1:defRPr sz="1200" b="1">
                <ns1:solidFill>
                  <ns1:srgbClr val="F2B544"/>
                </ns1:solidFill>
                <ns1:latin typeface="Aptos"/>
                <ns1:ea typeface="Aptos"/>
                <ns1:cs typeface="Aptos"/>
              </ns1:defRPr>
            </ns1:lvl8pPr>
            <ns1:lvl9pPr algn="l">
              <ns1:defRPr sz="1200" b="1">
                <ns1:solidFill>
                  <ns1:srgbClr val="F2B544"/>
                </ns1:solidFill>
                <ns1:latin typeface="Aptos"/>
                <ns1:ea typeface="Aptos"/>
                <ns1:cs typeface="Aptos"/>
              </ns1:defRPr>
            </ns1:lvl9pPr>
          </ns1:lstStyle>
          <ns1:p>
            <ns1:pPr algn="l">
              <ns1:defRPr sz="1200" b="1">
                <ns1:solidFill>
                  <ns1:srgbClr val="F2B544"/>
                </ns1:solidFill>
                <ns1:latin typeface="Aptos"/>
                <ns1:ea typeface="Aptos"/>
                <ns1:cs typeface="Aptos"/>
              </ns1:defRPr>
            </ns1:pPr>
            <ns1:r>
              <ns1:rPr sz="1200" b="1">
                <ns1:solidFill>
                  <ns1:srgbClr val="F2B544"/>
                </ns1:solidFill>
                <ns1:latin typeface="Aptos"/>
                <ns1:ea typeface="Aptos"/>
                <ns1:cs typeface="Aptos"/>
              </ns1:rPr>
              <ns1:t>FIRMA DIGITAL</ns1:t>
            </ns1:r>
          </ns1:p>
        </ns0:txBody>
      </ns0:sp>
      <ns0:sp>
        <ns0:nvSpPr>
          <ns0:cNvPr id="45" name="">
            <ns1:extLst>
              <ns1:ext uri="{FF2B5EF4-FFF2-40B4-BE49-F238E27FC236}">
                <ns2:creationId id="{5FD8D236-284E-43AB-9275-C3778C3CACE5}"/>
              </ns1:ext>
            </ns1:extLst>
          </ns0:cNvPr>
          <ns0:cNvSpPr>
            <ns1:spLocks noGrp="1"/>
          </ns0:cNvSpPr>
          <ns0:nvPr/>
        </ns0:nvSpPr>
        <ns0:spPr>
          <ns1:xfrm>
            <ns1:off x="8420100" y="2505075"/>
            <ns1:ext cx="2857500" cy="361950"/>
          </ns1:xfrm>
          <ns1:prstGeom prst="rect">
            <ns1:avLst/>
          </ns1:prstGeom>
          <ns1:noFill/>
          <ns1:ln w="0">
            <ns1:noFill/>
            <ns1:prstDash val="solid"/>
          </ns1:ln>
        </ns0:spPr>
        <ns0:txBody>
          <ns1:bodyPr lIns="0" tIns="0" rIns="0" bIns="0" anchor="ctr">
            <ns1:normAutofit fontScale="100000"/>
          </ns1:bodyPr>
          <ns1:lstStyle>
            <ns1:defPPr algn="l">
              <ns1:defRPr sz="1650" b="1">
                <ns1:solidFill>
                  <ns1:srgbClr val="172554"/>
                </ns1:solidFill>
                <ns1:latin typeface="Aptos"/>
                <ns1:ea typeface="Aptos"/>
                <ns1:cs typeface="Aptos"/>
              </ns1:defRPr>
            </ns1:defPPr>
            <ns1:lvl1pPr algn="l">
              <ns1:defRPr sz="1650" b="1">
                <ns1:solidFill>
                  <ns1:srgbClr val="172554"/>
                </ns1:solidFill>
                <ns1:latin typeface="Aptos"/>
                <ns1:ea typeface="Aptos"/>
                <ns1:cs typeface="Aptos"/>
              </ns1:defRPr>
            </ns1:lvl1pPr>
            <ns1:lvl2pPr algn="l">
              <ns1:defRPr sz="1650" b="1">
                <ns1:solidFill>
                  <ns1:srgbClr val="172554"/>
                </ns1:solidFill>
                <ns1:latin typeface="Aptos"/>
                <ns1:ea typeface="Aptos"/>
                <ns1:cs typeface="Aptos"/>
              </ns1:defRPr>
            </ns1:lvl2pPr>
            <ns1:lvl3pPr algn="l">
              <ns1:defRPr sz="1650" b="1">
                <ns1:solidFill>
                  <ns1:srgbClr val="172554"/>
                </ns1:solidFill>
                <ns1:latin typeface="Aptos"/>
                <ns1:ea typeface="Aptos"/>
                <ns1:cs typeface="Aptos"/>
              </ns1:defRPr>
            </ns1:lvl3pPr>
            <ns1:lvl4pPr algn="l">
              <ns1:defRPr sz="1650" b="1">
                <ns1:solidFill>
                  <ns1:srgbClr val="172554"/>
                </ns1:solidFill>
                <ns1:latin typeface="Aptos"/>
                <ns1:ea typeface="Aptos"/>
                <ns1:cs typeface="Aptos"/>
              </ns1:defRPr>
            </ns1:lvl4pPr>
            <ns1:lvl5pPr algn="l">
              <ns1:defRPr sz="1650" b="1">
                <ns1:solidFill>
                  <ns1:srgbClr val="172554"/>
                </ns1:solidFill>
                <ns1:latin typeface="Aptos"/>
                <ns1:ea typeface="Aptos"/>
                <ns1:cs typeface="Aptos"/>
              </ns1:defRPr>
            </ns1:lvl5pPr>
            <ns1:lvl6pPr algn="l">
              <ns1:defRPr sz="1650" b="1">
                <ns1:solidFill>
                  <ns1:srgbClr val="172554"/>
                </ns1:solidFill>
                <ns1:latin typeface="Aptos"/>
                <ns1:ea typeface="Aptos"/>
                <ns1:cs typeface="Aptos"/>
              </ns1:defRPr>
            </ns1:lvl6pPr>
            <ns1:lvl7pPr algn="l">
              <ns1:defRPr sz="1650" b="1">
                <ns1:solidFill>
                  <ns1:srgbClr val="172554"/>
                </ns1:solidFill>
                <ns1:latin typeface="Aptos"/>
                <ns1:ea typeface="Aptos"/>
                <ns1:cs typeface="Aptos"/>
              </ns1:defRPr>
            </ns1:lvl7pPr>
            <ns1:lvl8pPr algn="l">
              <ns1:defRPr sz="1650" b="1">
                <ns1:solidFill>
                  <ns1:srgbClr val="172554"/>
                </ns1:solidFill>
                <ns1:latin typeface="Aptos"/>
                <ns1:ea typeface="Aptos"/>
                <ns1:cs typeface="Aptos"/>
              </ns1:defRPr>
            </ns1:lvl8pPr>
            <ns1:lvl9pPr algn="l">
              <ns1:defRPr sz="1650" b="1">
                <ns1:solidFill>
                  <ns1:srgbClr val="172554"/>
                </ns1:solidFill>
                <ns1:latin typeface="Aptos"/>
                <ns1:ea typeface="Aptos"/>
                <ns1:cs typeface="Aptos"/>
              </ns1:defRPr>
            </ns1:lvl9pPr>
          </ns1:lstStyle>
          <ns1:p>
            <ns1:pPr algn="l">
              <ns1:defRPr sz="1650" b="1">
                <ns1:solidFill>
                  <ns1:srgbClr val="172554"/>
                </ns1:solidFill>
                <ns1:latin typeface="Aptos"/>
                <ns1:ea typeface="Aptos"/>
                <ns1:cs typeface="Aptos"/>
              </ns1:defRPr>
            </ns1:pPr>
            <ns1:r>
              <ns1:rPr sz="1650" b="1">
                <ns1:solidFill>
                  <ns1:srgbClr val="172554"/>
                </ns1:solidFill>
                <ns1:latin typeface="Aptos"/>
                <ns1:ea typeface="Aptos"/>
                <ns1:cs typeface="Aptos"/>
              </ns1:rPr>
              <ns1:t>Relaciona datos con una clave</ns1:t>
            </ns1:r>
          </ns1:p>
        </ns0:txBody>
      </ns0:sp>
      <ns0:sp>
        <ns0:nvSpPr>
          <ns0:cNvPr id="46" name="">
            <ns1:extLst>
              <ns1:ext uri="{FF2B5EF4-FFF2-40B4-BE49-F238E27FC236}">
                <ns2:creationId id="{32478E63-15F1-4822-AA08-717647A9F6BE}"/>
              </ns1:ext>
            </ns1:extLst>
          </ns0:cNvPr>
          <ns0:cNvSpPr>
            <ns1:spLocks noGrp="1"/>
          </ns0:cNvSpPr>
          <ns0:nvPr/>
        </ns0:nvSpPr>
        <ns0:spPr>
          <ns1:xfrm>
            <ns1:off x="8496300" y="2857500"/>
            <ns1:ext cx="704850" cy="781050"/>
          </ns1:xfrm>
          <ns1:prstGeom prst="roundRect">
            <ns1:avLst>
              <ns1:gd name="adj" fmla="val 10811"/>
            </ns1:avLst>
          </ns1:prstGeom>
          <ns1:solidFill>
            <ns1:srgbClr val="FFFFFF"/>
          </ns1:solidFill>
          <ns1:ln w="19050">
            <ns1:solidFill>
              <ns1:srgbClr val="F2B544"/>
            </ns1:solidFill>
            <ns1:prstDash val="solid"/>
          </ns1:ln>
        </ns0:spPr>
      </ns0:sp>
      <ns0:sp>
        <ns0:nvSpPr>
          <ns0:cNvPr id="47" name="">
            <ns1:extLst>
              <ns1:ext uri="{FF2B5EF4-FFF2-40B4-BE49-F238E27FC236}">
                <ns2:creationId id="{9338555F-BA3E-4069-9893-BFC3B7FAD061}"/>
              </ns1:ext>
            </ns1:extLst>
          </ns0:cNvPr>
          <ns0:cNvSpPr>
            <ns1:spLocks noGrp="1"/>
          </ns0:cNvSpPr>
          <ns0:nvPr/>
        </ns0:nvSpPr>
        <ns0:spPr>
          <ns1:xfrm>
            <ns1:off x="8620125" y="3019425"/>
            <ns1:ext cx="447675" cy="47625"/>
          </ns1:xfrm>
          <ns1:prstGeom prst="roundRect">
            <ns1:avLst>
              <ns1:gd name="adj" fmla="val 50000"/>
            </ns1:avLst>
          </ns1:prstGeom>
          <ns1:solidFill>
            <ns1:srgbClr val="F2B544"/>
          </ns1:solidFill>
          <ns1:ln w="0">
            <ns1:noFill/>
            <ns1:prstDash val="solid"/>
          </ns1:ln>
        </ns0:spPr>
      </ns0:sp>
      <ns0:sp>
        <ns0:nvSpPr>
          <ns0:cNvPr id="48" name="">
            <ns1:extLst>
              <ns1:ext uri="{FF2B5EF4-FFF2-40B4-BE49-F238E27FC236}">
                <ns2:creationId id="{7F7BBD86-DB63-4032-9247-EB9DD69ABAA2}"/>
              </ns1:ext>
            </ns1:extLst>
          </ns0:cNvPr>
          <ns0:cNvSpPr>
            <ns1:spLocks noGrp="1"/>
          </ns0:cNvSpPr>
          <ns0:nvPr/>
        </ns0:nvSpPr>
        <ns0:spPr>
          <ns1:xfrm>
            <ns1:off x="8620125" y="3152775"/>
            <ns1:ext cx="361950" cy="47625"/>
          </ns1:xfrm>
          <ns1:prstGeom prst="roundRect">
            <ns1:avLst>
              <ns1:gd name="adj" fmla="val 50000"/>
            </ns1:avLst>
          </ns1:prstGeom>
          <ns1:solidFill>
            <ns1:srgbClr val="B8C6D8"/>
          </ns1:solidFill>
          <ns1:ln w="0">
            <ns1:noFill/>
            <ns1:prstDash val="solid"/>
          </ns1:ln>
        </ns0:spPr>
      </ns0:sp>
      <ns0:sp>
        <ns0:nvSpPr>
          <ns0:cNvPr id="49" name="">
            <ns1:extLst>
              <ns1:ext uri="{FF2B5EF4-FFF2-40B4-BE49-F238E27FC236}">
                <ns2:creationId id="{7C0345BC-488D-46C2-B3F6-48A9D085F2CB}"/>
              </ns1:ext>
            </ns1:extLst>
          </ns0:cNvPr>
          <ns0:cNvSpPr>
            <ns1:spLocks noGrp="1"/>
          </ns0:cNvSpPr>
          <ns0:nvPr/>
        </ns0:nvSpPr>
        <ns0:spPr>
          <ns1:xfrm>
            <ns1:off x="8620125" y="3286125"/>
            <ns1:ext cx="400050" cy="47625"/>
          </ns1:xfrm>
          <ns1:prstGeom prst="roundRect">
            <ns1:avLst>
              <ns1:gd name="adj" fmla="val 50000"/>
            </ns1:avLst>
          </ns1:prstGeom>
          <ns1:solidFill>
            <ns1:srgbClr val="B8C6D8"/>
          </ns1:solidFill>
          <ns1:ln w="0">
            <ns1:noFill/>
            <ns1:prstDash val="solid"/>
          </ns1:ln>
        </ns0:spPr>
      </ns0:sp>
      <ns0:sp>
        <ns0:nvSpPr>
          <ns0:cNvPr id="50" name="">
            <ns1:extLst>
              <ns1:ext uri="{FF2B5EF4-FFF2-40B4-BE49-F238E27FC236}">
                <ns2:creationId id="{F814185C-B0D9-4269-900A-BAAFFD847BE1}"/>
              </ns1:ext>
            </ns1:extLst>
          </ns0:cNvPr>
          <ns0:cNvSpPr>
            <ns1:spLocks noGrp="1"/>
          </ns0:cNvSpPr>
          <ns0:nvPr/>
        </ns0:nvSpPr>
        <ns0:spPr>
          <ns1:xfrm>
            <ns1:off x="8305800" y="3686175"/>
            <ns1:ext cx="1095375" cy="209550"/>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F2B544"/>
                </ns1:solidFill>
                <ns1:latin typeface="Aptos"/>
                <ns1:ea typeface="Aptos"/>
                <ns1:cs typeface="Aptos"/>
              </ns1:defRPr>
            </ns1:defPPr>
            <ns1:lvl1pPr algn="ctr">
              <ns1:defRPr sz="975" b="1">
                <ns1:solidFill>
                  <ns1:srgbClr val="F2B544"/>
                </ns1:solidFill>
                <ns1:latin typeface="Aptos"/>
                <ns1:ea typeface="Aptos"/>
                <ns1:cs typeface="Aptos"/>
              </ns1:defRPr>
            </ns1:lvl1pPr>
            <ns1:lvl2pPr algn="ctr">
              <ns1:defRPr sz="975" b="1">
                <ns1:solidFill>
                  <ns1:srgbClr val="F2B544"/>
                </ns1:solidFill>
                <ns1:latin typeface="Aptos"/>
                <ns1:ea typeface="Aptos"/>
                <ns1:cs typeface="Aptos"/>
              </ns1:defRPr>
            </ns1:lvl2pPr>
            <ns1:lvl3pPr algn="ctr">
              <ns1:defRPr sz="975" b="1">
                <ns1:solidFill>
                  <ns1:srgbClr val="F2B544"/>
                </ns1:solidFill>
                <ns1:latin typeface="Aptos"/>
                <ns1:ea typeface="Aptos"/>
                <ns1:cs typeface="Aptos"/>
              </ns1:defRPr>
            </ns1:lvl3pPr>
            <ns1:lvl4pPr algn="ctr">
              <ns1:defRPr sz="975" b="1">
                <ns1:solidFill>
                  <ns1:srgbClr val="F2B544"/>
                </ns1:solidFill>
                <ns1:latin typeface="Aptos"/>
                <ns1:ea typeface="Aptos"/>
                <ns1:cs typeface="Aptos"/>
              </ns1:defRPr>
            </ns1:lvl4pPr>
            <ns1:lvl5pPr algn="ctr">
              <ns1:defRPr sz="975" b="1">
                <ns1:solidFill>
                  <ns1:srgbClr val="F2B544"/>
                </ns1:solidFill>
                <ns1:latin typeface="Aptos"/>
                <ns1:ea typeface="Aptos"/>
                <ns1:cs typeface="Aptos"/>
              </ns1:defRPr>
            </ns1:lvl5pPr>
            <ns1:lvl6pPr algn="ctr">
              <ns1:defRPr sz="975" b="1">
                <ns1:solidFill>
                  <ns1:srgbClr val="F2B544"/>
                </ns1:solidFill>
                <ns1:latin typeface="Aptos"/>
                <ns1:ea typeface="Aptos"/>
                <ns1:cs typeface="Aptos"/>
              </ns1:defRPr>
            </ns1:lvl6pPr>
            <ns1:lvl7pPr algn="ctr">
              <ns1:defRPr sz="975" b="1">
                <ns1:solidFill>
                  <ns1:srgbClr val="F2B544"/>
                </ns1:solidFill>
                <ns1:latin typeface="Aptos"/>
                <ns1:ea typeface="Aptos"/>
                <ns1:cs typeface="Aptos"/>
              </ns1:defRPr>
            </ns1:lvl7pPr>
            <ns1:lvl8pPr algn="ctr">
              <ns1:defRPr sz="975" b="1">
                <ns1:solidFill>
                  <ns1:srgbClr val="F2B544"/>
                </ns1:solidFill>
                <ns1:latin typeface="Aptos"/>
                <ns1:ea typeface="Aptos"/>
                <ns1:cs typeface="Aptos"/>
              </ns1:defRPr>
            </ns1:lvl8pPr>
            <ns1:lvl9pPr algn="ctr">
              <ns1:defRPr sz="975" b="1">
                <ns1:solidFill>
                  <ns1:srgbClr val="F2B544"/>
                </ns1:solidFill>
                <ns1:latin typeface="Aptos"/>
                <ns1:ea typeface="Aptos"/>
                <ns1:cs typeface="Aptos"/>
              </ns1:defRPr>
            </ns1:lvl9pPr>
          </ns1:lstStyle>
          <ns1:p>
            <ns1:pPr algn="ctr">
              <ns1:defRPr sz="975" b="1">
                <ns1:solidFill>
                  <ns1:srgbClr val="F2B544"/>
                </ns1:solidFill>
                <ns1:latin typeface="Aptos"/>
                <ns1:ea typeface="Aptos"/>
                <ns1:cs typeface="Aptos"/>
              </ns1:defRPr>
            </ns1:pPr>
            <ns1:r>
              <ns1:rPr sz="975" b="1">
                <ns1:solidFill>
                  <ns1:srgbClr val="F2B544"/>
                </ns1:solidFill>
                <ns1:latin typeface="Aptos"/>
                <ns1:ea typeface="Aptos"/>
                <ns1:cs typeface="Aptos"/>
              </ns1:rPr>
              <ns1:t>DATOS</ns1:t>
            </ns1:r>
          </ns1:p>
        </ns0:txBody>
      </ns0:sp>
      <ns0:sp>
        <ns0:nvSpPr>
          <ns0:cNvPr id="51" name="">
            <ns1:extLst>
              <ns1:ext uri="{FF2B5EF4-FFF2-40B4-BE49-F238E27FC236}">
                <ns2:creationId id="{B98665AB-9E04-4D5D-B550-C1C5399C9178}"/>
              </ns1:ext>
            </ns1:extLst>
          </ns0:cNvPr>
          <ns0:cNvSpPr>
            <ns1:spLocks noGrp="1"/>
          </ns0:cNvSpPr>
          <ns0:nvPr/>
        </ns0:nvSpPr>
        <ns0:spPr>
          <ns1:xfrm>
            <ns1:off x="9277350" y="3105150"/>
            <ns1:ext cx="323850" cy="228600"/>
          </ns1:xfrm>
          <ns1:prstGeom prst="rightArrow">
            <ns1:avLst/>
          </ns1:prstGeom>
          <ns1:solidFill>
            <ns1:srgbClr val="F2B544"/>
          </ns1:solidFill>
          <ns1:ln w="0">
            <ns1:noFill/>
            <ns1:prstDash val="solid"/>
          </ns1:ln>
        </ns0:spPr>
      </ns0:sp>
      <ns0:sp>
        <ns0:nvSpPr>
          <ns0:cNvPr id="52" name="">
            <ns1:extLst>
              <ns1:ext uri="{FF2B5EF4-FFF2-40B4-BE49-F238E27FC236}">
                <ns2:creationId id="{6B42C49D-DA2A-4100-9E7B-64450793F7CB}"/>
              </ns1:ext>
            </ns1:extLst>
          </ns0:cNvPr>
          <ns0:cNvSpPr>
            <ns1:spLocks noGrp="1"/>
          </ns0:cNvSpPr>
          <ns0:nvPr/>
        </ns0:nvSpPr>
        <ns0:spPr>
          <ns1:xfrm>
            <ns1:off x="9658350" y="2990850"/>
            <ns1:ext cx="342900" cy="342900"/>
          </ns1:xfrm>
          <ns1:prstGeom prst="ellipse">
            <ns1:avLst/>
          </ns1:prstGeom>
          <ns1:noFill/>
          <ns1:ln w="57150">
            <ns1:solidFill>
              <ns1:srgbClr val="2846A0"/>
            </ns1:solidFill>
            <ns1:prstDash val="solid"/>
          </ns1:ln>
        </ns0:spPr>
      </ns0:sp>
      <ns0:sp>
        <ns0:nvSpPr>
          <ns0:cNvPr id="53" name="">
            <ns1:extLst>
              <ns1:ext uri="{FF2B5EF4-FFF2-40B4-BE49-F238E27FC236}">
                <ns2:creationId id="{C50BCBB5-CDB2-484F-B28A-243F4EF96983}"/>
              </ns1:ext>
            </ns1:extLst>
          </ns0:cNvPr>
          <ns0:cNvSpPr>
            <ns1:spLocks noGrp="1"/>
          </ns0:cNvSpPr>
          <ns0:nvPr/>
        </ns0:nvSpPr>
        <ns0:spPr>
          <ns1:xfrm>
            <ns1:off x="9763125" y="3095625"/>
            <ns1:ext cx="133350" cy="133350"/>
          </ns1:xfrm>
          <ns1:prstGeom prst="ellipse">
            <ns1:avLst/>
          </ns1:prstGeom>
          <ns1:solidFill>
            <ns1:srgbClr val="F5F7FB"/>
          </ns1:solidFill>
          <ns1:ln w="0">
            <ns1:noFill/>
            <ns1:prstDash val="solid"/>
          </ns1:ln>
        </ns0:spPr>
      </ns0:sp>
      <ns0:sp>
        <ns0:nvSpPr>
          <ns0:cNvPr id="54" name="">
            <ns1:extLst>
              <ns1:ext uri="{FF2B5EF4-FFF2-40B4-BE49-F238E27FC236}">
                <ns2:creationId id="{0C436B32-36F7-47D2-A13A-40FF100CED50}"/>
              </ns1:ext>
            </ns1:extLst>
          </ns0:cNvPr>
          <ns0:cNvSpPr>
            <ns1:spLocks noGrp="1"/>
          </ns0:cNvSpPr>
          <ns0:nvPr/>
        </ns0:nvSpPr>
        <ns0:spPr>
          <ns1:xfrm>
            <ns1:off x="9953625" y="3114675"/>
            <ns1:ext cx="552450" cy="85725"/>
          </ns1:xfrm>
          <ns1:prstGeom prst="roundRect">
            <ns1:avLst>
              <ns1:gd name="adj" fmla="val 50000"/>
            </ns1:avLst>
          </ns1:prstGeom>
          <ns1:solidFill>
            <ns1:srgbClr val="2846A0"/>
          </ns1:solidFill>
          <ns1:ln w="0">
            <ns1:prstDash val="solid"/>
          </ns1:ln>
        </ns0:spPr>
      </ns0:sp>
      <ns0:sp>
        <ns0:nvSpPr>
          <ns0:cNvPr id="55" name="">
            <ns1:extLst>
              <ns1:ext uri="{FF2B5EF4-FFF2-40B4-BE49-F238E27FC236}">
                <ns2:creationId id="{1BA41039-9906-4668-AEA1-7D1C438F2900}"/>
              </ns1:ext>
            </ns1:extLst>
          </ns0:cNvPr>
          <ns0:cNvSpPr>
            <ns1:spLocks noGrp="1"/>
          </ns0:cNvSpPr>
          <ns0:nvPr/>
        </ns0:nvSpPr>
        <ns0:spPr>
          <ns1:xfrm>
            <ns1:off x="10306050" y="3171825"/>
            <ns1:ext cx="76200" cy="152400"/>
          </ns1:xfrm>
          <ns1:prstGeom prst="roundRect">
            <ns1:avLst>
              <ns1:gd name="adj" fmla="val 50000"/>
            </ns1:avLst>
          </ns1:prstGeom>
          <ns1:solidFill>
            <ns1:srgbClr val="2846A0"/>
          </ns1:solidFill>
          <ns1:ln w="0">
            <ns1:prstDash val="solid"/>
          </ns1:ln>
        </ns0:spPr>
      </ns0:sp>
      <ns0:sp>
        <ns0:nvSpPr>
          <ns0:cNvPr id="56" name="">
            <ns1:extLst>
              <ns1:ext uri="{FF2B5EF4-FFF2-40B4-BE49-F238E27FC236}">
                <ns2:creationId id="{64B9AC0F-DDC3-4754-B519-1A4B4E5385BE}"/>
              </ns1:ext>
            </ns1:extLst>
          </ns0:cNvPr>
          <ns0:cNvSpPr>
            <ns1:spLocks noGrp="1"/>
          </ns0:cNvSpPr>
          <ns0:nvPr/>
        </ns0:nvSpPr>
        <ns0:spPr>
          <ns1:xfrm>
            <ns1:off x="10163175" y="3171825"/>
            <ns1:ext cx="76200" cy="114300"/>
          </ns1:xfrm>
          <ns1:prstGeom prst="roundRect">
            <ns1:avLst>
              <ns1:gd name="adj" fmla="val 50000"/>
            </ns1:avLst>
          </ns1:prstGeom>
          <ns1:solidFill>
            <ns1:srgbClr val="2846A0"/>
          </ns1:solidFill>
          <ns1:ln w="0">
            <ns1:prstDash val="solid"/>
          </ns1:ln>
        </ns0:spPr>
      </ns0:sp>
      <ns0:sp>
        <ns0:nvSpPr>
          <ns0:cNvPr id="57" name="">
            <ns1:extLst>
              <ns1:ext uri="{FF2B5EF4-FFF2-40B4-BE49-F238E27FC236}">
                <ns2:creationId id="{82F72F9B-7277-42B0-B274-3795DA4EE905}"/>
              </ns1:ext>
            </ns1:extLst>
          </ns0:cNvPr>
          <ns0:cNvSpPr>
            <ns1:spLocks noGrp="1"/>
          </ns0:cNvSpPr>
          <ns0:nvPr/>
        </ns0:nvSpPr>
        <ns0:spPr>
          <ns1:xfrm>
            <ns1:off x="9563100" y="3448050"/>
            <ns1:ext cx="1047750" cy="209550"/>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2846A0"/>
                </ns1:solidFill>
                <ns1:latin typeface="Aptos"/>
                <ns1:ea typeface="Aptos"/>
                <ns1:cs typeface="Aptos"/>
              </ns1:defRPr>
            </ns1:defPPr>
            <ns1:lvl1pPr algn="ctr">
              <ns1:defRPr sz="975" b="1">
                <ns1:solidFill>
                  <ns1:srgbClr val="2846A0"/>
                </ns1:solidFill>
                <ns1:latin typeface="Aptos"/>
                <ns1:ea typeface="Aptos"/>
                <ns1:cs typeface="Aptos"/>
              </ns1:defRPr>
            </ns1:lvl1pPr>
            <ns1:lvl2pPr algn="ctr">
              <ns1:defRPr sz="975" b="1">
                <ns1:solidFill>
                  <ns1:srgbClr val="2846A0"/>
                </ns1:solidFill>
                <ns1:latin typeface="Aptos"/>
                <ns1:ea typeface="Aptos"/>
                <ns1:cs typeface="Aptos"/>
              </ns1:defRPr>
            </ns1:lvl2pPr>
            <ns1:lvl3pPr algn="ctr">
              <ns1:defRPr sz="975" b="1">
                <ns1:solidFill>
                  <ns1:srgbClr val="2846A0"/>
                </ns1:solidFill>
                <ns1:latin typeface="Aptos"/>
                <ns1:ea typeface="Aptos"/>
                <ns1:cs typeface="Aptos"/>
              </ns1:defRPr>
            </ns1:lvl3pPr>
            <ns1:lvl4pPr algn="ctr">
              <ns1:defRPr sz="975" b="1">
                <ns1:solidFill>
                  <ns1:srgbClr val="2846A0"/>
                </ns1:solidFill>
                <ns1:latin typeface="Aptos"/>
                <ns1:ea typeface="Aptos"/>
                <ns1:cs typeface="Aptos"/>
              </ns1:defRPr>
            </ns1:lvl4pPr>
            <ns1:lvl5pPr algn="ctr">
              <ns1:defRPr sz="975" b="1">
                <ns1:solidFill>
                  <ns1:srgbClr val="2846A0"/>
                </ns1:solidFill>
                <ns1:latin typeface="Aptos"/>
                <ns1:ea typeface="Aptos"/>
                <ns1:cs typeface="Aptos"/>
              </ns1:defRPr>
            </ns1:lvl5pPr>
            <ns1:lvl6pPr algn="ctr">
              <ns1:defRPr sz="975" b="1">
                <ns1:solidFill>
                  <ns1:srgbClr val="2846A0"/>
                </ns1:solidFill>
                <ns1:latin typeface="Aptos"/>
                <ns1:ea typeface="Aptos"/>
                <ns1:cs typeface="Aptos"/>
              </ns1:defRPr>
            </ns1:lvl6pPr>
            <ns1:lvl7pPr algn="ctr">
              <ns1:defRPr sz="975" b="1">
                <ns1:solidFill>
                  <ns1:srgbClr val="2846A0"/>
                </ns1:solidFill>
                <ns1:latin typeface="Aptos"/>
                <ns1:ea typeface="Aptos"/>
                <ns1:cs typeface="Aptos"/>
              </ns1:defRPr>
            </ns1:lvl7pPr>
            <ns1:lvl8pPr algn="ctr">
              <ns1:defRPr sz="975" b="1">
                <ns1:solidFill>
                  <ns1:srgbClr val="2846A0"/>
                </ns1:solidFill>
                <ns1:latin typeface="Aptos"/>
                <ns1:ea typeface="Aptos"/>
                <ns1:cs typeface="Aptos"/>
              </ns1:defRPr>
            </ns1:lvl8pPr>
            <ns1:lvl9pPr algn="ctr">
              <ns1:defRPr sz="975" b="1">
                <ns1:solidFill>
                  <ns1:srgbClr val="2846A0"/>
                </ns1:solidFill>
                <ns1:latin typeface="Aptos"/>
                <ns1:ea typeface="Aptos"/>
                <ns1:cs typeface="Aptos"/>
              </ns1:defRPr>
            </ns1:lvl9pPr>
          </ns1:lstStyle>
          <ns1:p>
            <ns1:pPr algn="ctr">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PRIVADA</ns1:t>
            </ns1:r>
          </ns1:p>
        </ns0:txBody>
      </ns0:sp>
      <ns0:sp>
        <ns0:nvSpPr>
          <ns0:cNvPr id="58" name="">
            <ns1:extLst>
              <ns1:ext uri="{FF2B5EF4-FFF2-40B4-BE49-F238E27FC236}">
                <ns2:creationId id="{A3C9E7E4-73C0-43C6-AB0D-F311D5F7945D}"/>
              </ns1:ext>
            </ns1:extLst>
          </ns0:cNvPr>
          <ns0:cNvSpPr>
            <ns1:spLocks noGrp="1"/>
          </ns0:cNvSpPr>
          <ns0:nvPr/>
        </ns0:nvSpPr>
        <ns0:spPr>
          <ns1:xfrm>
            <ns1:off x="10544175" y="3105150"/>
            <ns1:ext cx="323850" cy="228600"/>
          </ns1:xfrm>
          <ns1:prstGeom prst="rightArrow">
            <ns1:avLst/>
          </ns1:prstGeom>
          <ns1:solidFill>
            <ns1:srgbClr val="F2B544"/>
          </ns1:solidFill>
          <ns1:ln w="0">
            <ns1:noFill/>
            <ns1:prstDash val="solid"/>
          </ns1:ln>
        </ns0:spPr>
      </ns0:sp>
      <ns0:sp>
        <ns0:nvSpPr>
          <ns0:cNvPr id="59" name="">
            <ns1:extLst>
              <ns1:ext uri="{FF2B5EF4-FFF2-40B4-BE49-F238E27FC236}">
                <ns2:creationId id="{222CAD79-C5D3-434E-B90C-71E70280C358}"/>
              </ns1:ext>
            </ns1:extLst>
          </ns0:cNvPr>
          <ns0:cNvSpPr>
            <ns1:spLocks noGrp="1"/>
          </ns0:cNvSpPr>
          <ns0:nvPr/>
        </ns0:nvSpPr>
        <ns0:spPr>
          <ns1:xfrm>
            <ns1:off x="10953750" y="2847975"/>
            <ns1:ext cx="457200" cy="457200"/>
          </ns1:xfrm>
          <ns1:prstGeom prst="ellipse">
            <ns1:avLst/>
          </ns1:prstGeom>
          <ns1:solidFill>
            <ns1:srgbClr val="FFF2D8"/>
          </ns1:solidFill>
          <ns1:ln w="19050">
            <ns1:solidFill>
              <ns1:srgbClr val="F2B544"/>
            </ns1:solidFill>
            <ns1:prstDash val="solid"/>
          </ns1:ln>
        </ns0:spPr>
      </ns0:sp>
      <ns0:sp>
        <ns0:nvSpPr>
          <ns0:cNvPr id="60" name="">
            <ns1:extLst>
              <ns1:ext uri="{FF2B5EF4-FFF2-40B4-BE49-F238E27FC236}">
                <ns2:creationId id="{46628C1F-B9FF-4B4D-94AD-39445D83ADAA}"/>
              </ns1:ext>
            </ns1:extLst>
          </ns0:cNvPr>
          <ns0:cNvSpPr>
            <ns1:spLocks noGrp="1"/>
          </ns0:cNvSpPr>
          <ns0:nvPr/>
        </ns0:nvSpPr>
        <ns0:spPr>
          <ns1:xfrm flipV="0">
            <ns1:off x="11058525" y="3086100"/>
            <ns1:ext cx="95250" cy="95250"/>
          </ns1:xfrm>
          <ns1:prstGeom prst="line">
            <ns1:avLst/>
          </ns1:prstGeom>
          <ns1:noFill/>
          <ns1:ln w="38100">
            <ns1:solidFill>
              <ns1:srgbClr val="23836E"/>
            </ns1:solidFill>
            <ns1:prstDash val="solid"/>
          </ns1:ln>
        </ns0:spPr>
      </ns0:sp>
      <ns0:sp>
        <ns0:nvSpPr>
          <ns0:cNvPr id="61" name="">
            <ns1:extLst>
              <ns1:ext uri="{FF2B5EF4-FFF2-40B4-BE49-F238E27FC236}">
                <ns2:creationId id="{E52419B8-969A-40C7-819B-1840C6E018D6}"/>
              </ns1:ext>
            </ns1:extLst>
          </ns0:cNvPr>
          <ns0:cNvSpPr>
            <ns1:spLocks noGrp="1"/>
          </ns0:cNvSpPr>
          <ns0:nvPr/>
        </ns0:nvSpPr>
        <ns0:spPr>
          <ns1:xfrm flipV="1">
            <ns1:off x="11153775" y="2981325"/>
            <ns1:ext cx="171450" cy="200025"/>
          </ns1:xfrm>
          <ns1:prstGeom prst="line">
            <ns1:avLst/>
          </ns1:prstGeom>
          <ns1:noFill/>
          <ns1:ln w="38100">
            <ns1:solidFill>
              <ns1:srgbClr val="23836E"/>
            </ns1:solidFill>
            <ns1:prstDash val="solid"/>
          </ns1:ln>
        </ns0:spPr>
      </ns0:sp>
      <ns0:sp>
        <ns0:nvSpPr>
          <ns0:cNvPr id="62" name="">
            <ns1:extLst>
              <ns1:ext uri="{FF2B5EF4-FFF2-40B4-BE49-F238E27FC236}">
                <ns2:creationId id="{3CF085DE-9EA0-4E4F-BD5C-7866B27476AE}"/>
              </ns1:ext>
            </ns1:extLst>
          </ns0:cNvPr>
          <ns0:cNvSpPr>
            <ns1:spLocks noGrp="1"/>
          </ns0:cNvSpPr>
          <ns0:nvPr/>
        </ns0:nvSpPr>
        <ns0:spPr>
          <ns1:xfrm>
            <ns1:off x="10915650" y="3371850"/>
            <ns1:ext cx="571500" cy="190500"/>
          </ns1:xfrm>
          <ns1:prstGeom prst="rect">
            <ns1:avLst/>
          </ns1:prstGeom>
          <ns1:noFill/>
          <ns1:ln w="0">
            <ns1:noFill/>
            <ns1:prstDash val="solid"/>
          </ns1:ln>
        </ns0:spPr>
        <ns0:txBody>
          <ns1:bodyPr lIns="0" tIns="0" rIns="0" bIns="0" anchor="ctr">
            <ns1:normAutofit fontScale="100000"/>
          </ns1:bodyPr>
          <ns1:lstStyle>
            <ns1:defPPr algn="ctr">
              <ns1:defRPr sz="900" b="1">
                <ns1:solidFill>
                  <ns1:srgbClr val="9A6500"/>
                </ns1:solidFill>
                <ns1:latin typeface="Aptos"/>
                <ns1:ea typeface="Aptos"/>
                <ns1:cs typeface="Aptos"/>
              </ns1:defRPr>
            </ns1:defPPr>
            <ns1:lvl1pPr algn="ctr">
              <ns1:defRPr sz="900" b="1">
                <ns1:solidFill>
                  <ns1:srgbClr val="9A6500"/>
                </ns1:solidFill>
                <ns1:latin typeface="Aptos"/>
                <ns1:ea typeface="Aptos"/>
                <ns1:cs typeface="Aptos"/>
              </ns1:defRPr>
            </ns1:lvl1pPr>
            <ns1:lvl2pPr algn="ctr">
              <ns1:defRPr sz="900" b="1">
                <ns1:solidFill>
                  <ns1:srgbClr val="9A6500"/>
                </ns1:solidFill>
                <ns1:latin typeface="Aptos"/>
                <ns1:ea typeface="Aptos"/>
                <ns1:cs typeface="Aptos"/>
              </ns1:defRPr>
            </ns1:lvl2pPr>
            <ns1:lvl3pPr algn="ctr">
              <ns1:defRPr sz="900" b="1">
                <ns1:solidFill>
                  <ns1:srgbClr val="9A6500"/>
                </ns1:solidFill>
                <ns1:latin typeface="Aptos"/>
                <ns1:ea typeface="Aptos"/>
                <ns1:cs typeface="Aptos"/>
              </ns1:defRPr>
            </ns1:lvl3pPr>
            <ns1:lvl4pPr algn="ctr">
              <ns1:defRPr sz="900" b="1">
                <ns1:solidFill>
                  <ns1:srgbClr val="9A6500"/>
                </ns1:solidFill>
                <ns1:latin typeface="Aptos"/>
                <ns1:ea typeface="Aptos"/>
                <ns1:cs typeface="Aptos"/>
              </ns1:defRPr>
            </ns1:lvl4pPr>
            <ns1:lvl5pPr algn="ctr">
              <ns1:defRPr sz="900" b="1">
                <ns1:solidFill>
                  <ns1:srgbClr val="9A6500"/>
                </ns1:solidFill>
                <ns1:latin typeface="Aptos"/>
                <ns1:ea typeface="Aptos"/>
                <ns1:cs typeface="Aptos"/>
              </ns1:defRPr>
            </ns1:lvl5pPr>
            <ns1:lvl6pPr algn="ctr">
              <ns1:defRPr sz="900" b="1">
                <ns1:solidFill>
                  <ns1:srgbClr val="9A6500"/>
                </ns1:solidFill>
                <ns1:latin typeface="Aptos"/>
                <ns1:ea typeface="Aptos"/>
                <ns1:cs typeface="Aptos"/>
              </ns1:defRPr>
            </ns1:lvl6pPr>
            <ns1:lvl7pPr algn="ctr">
              <ns1:defRPr sz="900" b="1">
                <ns1:solidFill>
                  <ns1:srgbClr val="9A6500"/>
                </ns1:solidFill>
                <ns1:latin typeface="Aptos"/>
                <ns1:ea typeface="Aptos"/>
                <ns1:cs typeface="Aptos"/>
              </ns1:defRPr>
            </ns1:lvl7pPr>
            <ns1:lvl8pPr algn="ctr">
              <ns1:defRPr sz="900" b="1">
                <ns1:solidFill>
                  <ns1:srgbClr val="9A6500"/>
                </ns1:solidFill>
                <ns1:latin typeface="Aptos"/>
                <ns1:ea typeface="Aptos"/>
                <ns1:cs typeface="Aptos"/>
              </ns1:defRPr>
            </ns1:lvl8pPr>
            <ns1:lvl9pPr algn="ctr">
              <ns1:defRPr sz="900" b="1">
                <ns1:solidFill>
                  <ns1:srgbClr val="9A6500"/>
                </ns1:solidFill>
                <ns1:latin typeface="Aptos"/>
                <ns1:ea typeface="Aptos"/>
                <ns1:cs typeface="Aptos"/>
              </ns1:defRPr>
            </ns1:lvl9pPr>
          </ns1:lstStyle>
          <ns1:p>
            <ns1:pPr algn="ctr">
              <ns1:defRPr sz="900" b="1">
                <ns1:solidFill>
                  <ns1:srgbClr val="9A6500"/>
                </ns1:solidFill>
                <ns1:latin typeface="Aptos"/>
                <ns1:ea typeface="Aptos"/>
                <ns1:cs typeface="Aptos"/>
              </ns1:defRPr>
            </ns1:pPr>
            <ns1:r>
              <ns1:rPr sz="900" b="1">
                <ns1:solidFill>
                  <ns1:srgbClr val="9A6500"/>
                </ns1:solidFill>
                <ns1:latin typeface="Aptos"/>
                <ns1:ea typeface="Aptos"/>
                <ns1:cs typeface="Aptos"/>
              </ns1:rPr>
              <ns1:t>FIRMA</ns1:t>
            </ns1:r>
          </ns1:p>
        </ns0:txBody>
      </ns0:sp>
      <ns0:sp>
        <ns0:nvSpPr>
          <ns0:cNvPr id="63" name="">
            <ns1:extLst>
              <ns1:ext uri="{FF2B5EF4-FFF2-40B4-BE49-F238E27FC236}">
                <ns2:creationId id="{A687B0E4-4B27-4EE2-A3F5-FBB1C56DDFA6}"/>
              </ns1:ext>
            </ns1:extLst>
          </ns0:cNvPr>
          <ns0:cNvSpPr>
            <ns1:spLocks noGrp="1"/>
          </ns0:cNvSpPr>
          <ns0:nvPr/>
        </ns0:nvSpPr>
        <ns0:spPr>
          <ns1:xfrm>
            <ns1:off x="8401050" y="3924300"/>
            <ns1:ext cx="2914650" cy="419100"/>
          </ns1:xfrm>
          <ns1:prstGeom prst="rect">
            <ns1:avLst/>
          </ns1:prstGeom>
          <ns1:noFill/>
          <ns1:ln w="0">
            <ns1:noFill/>
            <ns1:prstDash val="solid"/>
          </ns1:ln>
        </ns0:spPr>
        <ns0:txBody>
          <ns1:bodyPr lIns="0" tIns="0" rIns="0" bIns="0" anchor="t">
            <ns1:normAutofit fontScale="100000"/>
          </ns1:bodyPr>
          <ns1:lstStyle>
            <ns1:defPPr algn="l">
              <ns1:defRPr sz="1050" b="0">
                <ns1:solidFill>
                  <ns1:srgbClr val="536276"/>
                </ns1:solidFill>
                <ns1:latin typeface="Aptos"/>
                <ns1:ea typeface="Aptos"/>
                <ns1:cs typeface="Aptos"/>
              </ns1:defRPr>
            </ns1:defPPr>
            <ns1:lvl1pPr algn="l">
              <ns1:defRPr sz="1050" b="0">
                <ns1:solidFill>
                  <ns1:srgbClr val="536276"/>
                </ns1:solidFill>
                <ns1:latin typeface="Aptos"/>
                <ns1:ea typeface="Aptos"/>
                <ns1:cs typeface="Aptos"/>
              </ns1:defRPr>
            </ns1:lvl1pPr>
            <ns1:lvl2pPr algn="l">
              <ns1:defRPr sz="1050" b="0">
                <ns1:solidFill>
                  <ns1:srgbClr val="536276"/>
                </ns1:solidFill>
                <ns1:latin typeface="Aptos"/>
                <ns1:ea typeface="Aptos"/>
                <ns1:cs typeface="Aptos"/>
              </ns1:defRPr>
            </ns1:lvl2pPr>
            <ns1:lvl3pPr algn="l">
              <ns1:defRPr sz="1050" b="0">
                <ns1:solidFill>
                  <ns1:srgbClr val="536276"/>
                </ns1:solidFill>
                <ns1:latin typeface="Aptos"/>
                <ns1:ea typeface="Aptos"/>
                <ns1:cs typeface="Aptos"/>
              </ns1:defRPr>
            </ns1:lvl3pPr>
            <ns1:lvl4pPr algn="l">
              <ns1:defRPr sz="1050" b="0">
                <ns1:solidFill>
                  <ns1:srgbClr val="536276"/>
                </ns1:solidFill>
                <ns1:latin typeface="Aptos"/>
                <ns1:ea typeface="Aptos"/>
                <ns1:cs typeface="Aptos"/>
              </ns1:defRPr>
            </ns1:lvl4pPr>
            <ns1:lvl5pPr algn="l">
              <ns1:defRPr sz="1050" b="0">
                <ns1:solidFill>
                  <ns1:srgbClr val="536276"/>
                </ns1:solidFill>
                <ns1:latin typeface="Aptos"/>
                <ns1:ea typeface="Aptos"/>
                <ns1:cs typeface="Aptos"/>
              </ns1:defRPr>
            </ns1:lvl5pPr>
            <ns1:lvl6pPr algn="l">
              <ns1:defRPr sz="1050" b="0">
                <ns1:solidFill>
                  <ns1:srgbClr val="536276"/>
                </ns1:solidFill>
                <ns1:latin typeface="Aptos"/>
                <ns1:ea typeface="Aptos"/>
                <ns1:cs typeface="Aptos"/>
              </ns1:defRPr>
            </ns1:lvl6pPr>
            <ns1:lvl7pPr algn="l">
              <ns1:defRPr sz="1050" b="0">
                <ns1:solidFill>
                  <ns1:srgbClr val="536276"/>
                </ns1:solidFill>
                <ns1:latin typeface="Aptos"/>
                <ns1:ea typeface="Aptos"/>
                <ns1:cs typeface="Aptos"/>
              </ns1:defRPr>
            </ns1:lvl7pPr>
            <ns1:lvl8pPr algn="l">
              <ns1:defRPr sz="1050" b="0">
                <ns1:solidFill>
                  <ns1:srgbClr val="536276"/>
                </ns1:solidFill>
                <ns1:latin typeface="Aptos"/>
                <ns1:ea typeface="Aptos"/>
                <ns1:cs typeface="Aptos"/>
              </ns1:defRPr>
            </ns1:lvl8pPr>
            <ns1:lvl9pPr algn="l">
              <ns1:defRPr sz="1050" b="0">
                <ns1:solidFill>
                  <ns1:srgbClr val="536276"/>
                </ns1:solidFill>
                <ns1:latin typeface="Aptos"/>
                <ns1:ea typeface="Aptos"/>
                <ns1:cs typeface="Aptos"/>
              </ns1:defRPr>
            </ns1:lvl9pPr>
          </ns1:lstStyle>
          <ns1:p>
            <ns1:pPr algn="l">
              <ns1:defRPr sz="1050" b="0">
                <ns1:solidFill>
                  <ns1:srgbClr val="536276"/>
                </ns1:solidFill>
                <ns1:latin typeface="Aptos"/>
                <ns1:ea typeface="Aptos"/>
                <ns1:cs typeface="Aptos"/>
              </ns1:defRPr>
            </ns1:pPr>
            <ns1:r>
              <ns1:rPr sz="1050" b="0">
                <ns1:solidFill>
                  <ns1:srgbClr val="536276"/>
                </ns1:solidFill>
                <ns1:latin typeface="Aptos"/>
                <ns1:ea typeface="Aptos"/>
                <ns1:cs typeface="Aptos"/>
              </ns1:rPr>
              <ns1:t>La clave privada firma; la clave pública permite comprobar la firma.</ns1:t>
            </ns1:r>
          </ns1:p>
        </ns0:txBody>
      </ns0:sp>
      <ns0:sp>
        <ns0:nvSpPr>
          <ns0:cNvPr id="64" name="">
            <ns1:extLst>
              <ns1:ext uri="{FF2B5EF4-FFF2-40B4-BE49-F238E27FC236}">
                <ns2:creationId id="{1D80D507-FFE7-41B8-9F7D-5BC89C5C535F}"/>
              </ns1:ext>
            </ns1:extLst>
          </ns0:cNvPr>
          <ns0:cNvSpPr>
            <ns1:spLocks noGrp="1"/>
          </ns0:cNvSpPr>
          <ns0:nvPr/>
        </ns0:nvSpPr>
        <ns0:spPr>
          <ns1:xfrm>
            <ns1:off x="8410575" y="4429125"/>
            <ns1:ext cx="2895600" cy="285750"/>
          </ns1:xfrm>
          <ns1:prstGeom prst="roundRect">
            <ns1:avLst>
              <ns1:gd name="adj" fmla="val 26667"/>
            </ns1:avLst>
          </ns1:prstGeom>
          <ns1:solidFill>
            <ns1:srgbClr val="FFF2D8"/>
          </ns1:solidFill>
          <ns1:ln w="0">
            <ns1:noFill/>
            <ns1:prstDash val="solid"/>
          </ns1:ln>
        </ns0:spPr>
      </ns0:sp>
      <ns0:sp>
        <ns0:nvSpPr>
          <ns0:cNvPr id="65" name="">
            <ns1:extLst>
              <ns1:ext uri="{FF2B5EF4-FFF2-40B4-BE49-F238E27FC236}">
                <ns2:creationId id="{BB7B0B66-95AF-43DE-900E-0EAA4B46D1DD}"/>
              </ns1:ext>
            </ns1:extLst>
          </ns0:cNvPr>
          <ns0:cNvSpPr>
            <ns1:spLocks noGrp="1"/>
          </ns0:cNvSpPr>
          <ns0:nvPr/>
        </ns0:nvSpPr>
        <ns0:spPr>
          <ns1:xfrm>
            <ns1:off x="8505825" y="4438650"/>
            <ns1:ext cx="2705100"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775109"/>
                </ns1:solidFill>
                <ns1:latin typeface="Aptos"/>
                <ns1:ea typeface="Aptos"/>
                <ns1:cs typeface="Aptos"/>
              </ns1:defRPr>
            </ns1:defPPr>
            <ns1:lvl1pPr algn="ctr">
              <ns1:defRPr sz="975" b="1">
                <ns1:solidFill>
                  <ns1:srgbClr val="775109"/>
                </ns1:solidFill>
                <ns1:latin typeface="Aptos"/>
                <ns1:ea typeface="Aptos"/>
                <ns1:cs typeface="Aptos"/>
              </ns1:defRPr>
            </ns1:lvl1pPr>
            <ns1:lvl2pPr algn="ctr">
              <ns1:defRPr sz="975" b="1">
                <ns1:solidFill>
                  <ns1:srgbClr val="775109"/>
                </ns1:solidFill>
                <ns1:latin typeface="Aptos"/>
                <ns1:ea typeface="Aptos"/>
                <ns1:cs typeface="Aptos"/>
              </ns1:defRPr>
            </ns1:lvl2pPr>
            <ns1:lvl3pPr algn="ctr">
              <ns1:defRPr sz="975" b="1">
                <ns1:solidFill>
                  <ns1:srgbClr val="775109"/>
                </ns1:solidFill>
                <ns1:latin typeface="Aptos"/>
                <ns1:ea typeface="Aptos"/>
                <ns1:cs typeface="Aptos"/>
              </ns1:defRPr>
            </ns1:lvl3pPr>
            <ns1:lvl4pPr algn="ctr">
              <ns1:defRPr sz="975" b="1">
                <ns1:solidFill>
                  <ns1:srgbClr val="775109"/>
                </ns1:solidFill>
                <ns1:latin typeface="Aptos"/>
                <ns1:ea typeface="Aptos"/>
                <ns1:cs typeface="Aptos"/>
              </ns1:defRPr>
            </ns1:lvl4pPr>
            <ns1:lvl5pPr algn="ctr">
              <ns1:defRPr sz="975" b="1">
                <ns1:solidFill>
                  <ns1:srgbClr val="775109"/>
                </ns1:solidFill>
                <ns1:latin typeface="Aptos"/>
                <ns1:ea typeface="Aptos"/>
                <ns1:cs typeface="Aptos"/>
              </ns1:defRPr>
            </ns1:lvl5pPr>
            <ns1:lvl6pPr algn="ctr">
              <ns1:defRPr sz="975" b="1">
                <ns1:solidFill>
                  <ns1:srgbClr val="775109"/>
                </ns1:solidFill>
                <ns1:latin typeface="Aptos"/>
                <ns1:ea typeface="Aptos"/>
                <ns1:cs typeface="Aptos"/>
              </ns1:defRPr>
            </ns1:lvl6pPr>
            <ns1:lvl7pPr algn="ctr">
              <ns1:defRPr sz="975" b="1">
                <ns1:solidFill>
                  <ns1:srgbClr val="775109"/>
                </ns1:solidFill>
                <ns1:latin typeface="Aptos"/>
                <ns1:ea typeface="Aptos"/>
                <ns1:cs typeface="Aptos"/>
              </ns1:defRPr>
            </ns1:lvl7pPr>
            <ns1:lvl8pPr algn="ctr">
              <ns1:defRPr sz="975" b="1">
                <ns1:solidFill>
                  <ns1:srgbClr val="775109"/>
                </ns1:solidFill>
                <ns1:latin typeface="Aptos"/>
                <ns1:ea typeface="Aptos"/>
                <ns1:cs typeface="Aptos"/>
              </ns1:defRPr>
            </ns1:lvl8pPr>
            <ns1:lvl9pPr algn="ctr">
              <ns1:defRPr sz="975" b="1">
                <ns1:solidFill>
                  <ns1:srgbClr val="775109"/>
                </ns1:solidFill>
                <ns1:latin typeface="Aptos"/>
                <ns1:ea typeface="Aptos"/>
                <ns1:cs typeface="Aptos"/>
              </ns1:defRPr>
            </ns1:lvl9pPr>
          </ns1:lstStyle>
          <ns1:p>
            <ns1:pPr algn="ctr">
              <ns1:defRPr sz="975" b="1">
                <ns1:solidFill>
                  <ns1:srgbClr val="775109"/>
                </ns1:solidFill>
                <ns1:latin typeface="Aptos"/>
                <ns1:ea typeface="Aptos"/>
                <ns1:cs typeface="Aptos"/>
              </ns1:defRPr>
            </ns1:pPr>
            <ns1:r>
              <ns1:rPr sz="975" b="1">
                <ns1:solidFill>
                  <ns1:srgbClr val="775109"/>
                </ns1:solidFill>
                <ns1:latin typeface="Aptos"/>
                <ns1:ea typeface="Aptos"/>
                <ns1:cs typeface="Aptos"/>
              </ns1:rPr>
              <ns1:t>Comprueba origen e integridad</ns1:t>
            </ns1:r>
          </ns1:p>
        </ns0:txBody>
      </ns0:sp>
      <ns0:sp>
        <ns0:nvSpPr>
          <ns0:cNvPr id="66" name="">
            <ns1:extLst>
              <ns1:ext uri="{FF2B5EF4-FFF2-40B4-BE49-F238E27FC236}">
                <ns2:creationId id="{84F3DA6B-4460-40B5-A97A-B2A34123C080}"/>
              </ns1:ext>
            </ns1:extLst>
          </ns0:cNvPr>
          <ns0:cNvSpPr>
            <ns1:spLocks noGrp="1"/>
          </ns0:cNvSpPr>
          <ns0:nvPr/>
        </ns0:nvSpPr>
        <ns0:spPr>
          <ns1:xfrm>
            <ns1:off x="1381125" y="5257800"/>
            <ns1:ext cx="9429750" cy="609600"/>
          </ns1:xfrm>
          <ns1:prstGeom prst="roundRect">
            <ns1:avLst>
              <ns1:gd name="adj" fmla="val 12500"/>
            </ns1:avLst>
          </ns1:prstGeom>
          <ns1:solidFill>
            <ns1:srgbClr val="172554"/>
          </ns1:solidFill>
          <ns1:ln w="0">
            <ns1:noFill/>
            <ns1:prstDash val="solid"/>
          </ns1:ln>
        </ns0:spPr>
      </ns0:sp>
      <ns0:sp>
        <ns0:nvSpPr>
          <ns0:cNvPr id="67" name="">
            <ns1:extLst>
              <ns1:ext uri="{FF2B5EF4-FFF2-40B4-BE49-F238E27FC236}">
                <ns2:creationId id="{50CB6A3A-8313-4ADE-8780-9D86C69EC66F}"/>
              </ns1:ext>
            </ns1:extLst>
          </ns0:cNvPr>
          <ns0:cNvSpPr>
            <ns1:spLocks noGrp="1"/>
          </ns0:cNvSpPr>
          <ns0:nvPr/>
        </ns0:nvSpPr>
        <ns0:spPr>
          <ns1:xfrm>
            <ns1:off x="1666875" y="5381625"/>
            <ns1:ext cx="8858250" cy="352425"/>
          </ns1:xfrm>
          <ns1:prstGeom prst="rect">
            <ns1:avLst/>
          </ns1:prstGeom>
          <ns1:noFill/>
          <ns1:ln w="0">
            <ns1:noFill/>
            <ns1:prstDash val="solid"/>
          </ns1:ln>
        </ns0:spPr>
        <ns0:txBody>
          <ns1:bodyPr lIns="0" tIns="0" rIns="0" bIns="0" anchor="ctr">
            <ns1:normAutofit fontScale="100000"/>
          </ns1:bodyPr>
          <ns1:lstStyle>
            <ns1:defPPr algn="ctr">
              <ns1:defRPr sz="1650" b="1">
                <ns1:solidFill>
                  <ns1:srgbClr val="FFFFFF"/>
                </ns1:solidFill>
                <ns1:latin typeface="Aptos"/>
                <ns1:ea typeface="Aptos"/>
                <ns1:cs typeface="Aptos"/>
              </ns1:defRPr>
            </ns1:defPPr>
            <ns1:lvl1pPr algn="ctr">
              <ns1:defRPr sz="1650" b="1">
                <ns1:solidFill>
                  <ns1:srgbClr val="FFFFFF"/>
                </ns1:solidFill>
                <ns1:latin typeface="Aptos"/>
                <ns1:ea typeface="Aptos"/>
                <ns1:cs typeface="Aptos"/>
              </ns1:defRPr>
            </ns1:lvl1pPr>
            <ns1:lvl2pPr algn="ctr">
              <ns1:defRPr sz="1650" b="1">
                <ns1:solidFill>
                  <ns1:srgbClr val="FFFFFF"/>
                </ns1:solidFill>
                <ns1:latin typeface="Aptos"/>
                <ns1:ea typeface="Aptos"/>
                <ns1:cs typeface="Aptos"/>
              </ns1:defRPr>
            </ns1:lvl2pPr>
            <ns1:lvl3pPr algn="ctr">
              <ns1:defRPr sz="1650" b="1">
                <ns1:solidFill>
                  <ns1:srgbClr val="FFFFFF"/>
                </ns1:solidFill>
                <ns1:latin typeface="Aptos"/>
                <ns1:ea typeface="Aptos"/>
                <ns1:cs typeface="Aptos"/>
              </ns1:defRPr>
            </ns1:lvl3pPr>
            <ns1:lvl4pPr algn="ctr">
              <ns1:defRPr sz="1650" b="1">
                <ns1:solidFill>
                  <ns1:srgbClr val="FFFFFF"/>
                </ns1:solidFill>
                <ns1:latin typeface="Aptos"/>
                <ns1:ea typeface="Aptos"/>
                <ns1:cs typeface="Aptos"/>
              </ns1:defRPr>
            </ns1:lvl4pPr>
            <ns1:lvl5pPr algn="ctr">
              <ns1:defRPr sz="1650" b="1">
                <ns1:solidFill>
                  <ns1:srgbClr val="FFFFFF"/>
                </ns1:solidFill>
                <ns1:latin typeface="Aptos"/>
                <ns1:ea typeface="Aptos"/>
                <ns1:cs typeface="Aptos"/>
              </ns1:defRPr>
            </ns1:lvl5pPr>
            <ns1:lvl6pPr algn="ctr">
              <ns1:defRPr sz="1650" b="1">
                <ns1:solidFill>
                  <ns1:srgbClr val="FFFFFF"/>
                </ns1:solidFill>
                <ns1:latin typeface="Aptos"/>
                <ns1:ea typeface="Aptos"/>
                <ns1:cs typeface="Aptos"/>
              </ns1:defRPr>
            </ns1:lvl6pPr>
            <ns1:lvl7pPr algn="ctr">
              <ns1:defRPr sz="1650" b="1">
                <ns1:solidFill>
                  <ns1:srgbClr val="FFFFFF"/>
                </ns1:solidFill>
                <ns1:latin typeface="Aptos"/>
                <ns1:ea typeface="Aptos"/>
                <ns1:cs typeface="Aptos"/>
              </ns1:defRPr>
            </ns1:lvl7pPr>
            <ns1:lvl8pPr algn="ctr">
              <ns1:defRPr sz="1650" b="1">
                <ns1:solidFill>
                  <ns1:srgbClr val="FFFFFF"/>
                </ns1:solidFill>
                <ns1:latin typeface="Aptos"/>
                <ns1:ea typeface="Aptos"/>
                <ns1:cs typeface="Aptos"/>
              </ns1:defRPr>
            </ns1:lvl8pPr>
            <ns1:lvl9pPr algn="ctr">
              <ns1:defRPr sz="1650" b="1">
                <ns1:solidFill>
                  <ns1:srgbClr val="FFFFFF"/>
                </ns1:solidFill>
                <ns1:latin typeface="Aptos"/>
                <ns1:ea typeface="Aptos"/>
                <ns1:cs typeface="Aptos"/>
              </ns1:defRPr>
            </ns1:lvl9pPr>
          </ns1:lstStyle>
          <ns1:p>
            <ns1:pPr algn="ctr">
              <ns1:defRPr sz="1650" b="1">
                <ns1:solidFill>
                  <ns1:srgbClr val="FFFFFF"/>
                </ns1:solidFill>
                <ns1:latin typeface="Aptos"/>
                <ns1:ea typeface="Aptos"/>
                <ns1:cs typeface="Aptos"/>
              </ns1:defRPr>
            </ns1:pPr>
            <ns1:r>
              <ns1:rPr sz="1650" b="1">
                <ns1:solidFill>
                  <ns1:srgbClr val="FFFFFF"/>
                </ns1:solidFill>
                <ns1:latin typeface="Aptos"/>
                <ns1:ea typeface="Aptos"/>
                <ns1:cs typeface="Aptos"/>
              </ns1:rPr>
              <ns1:t>Este proyecto firma las credenciales, pero no oculta sus datos.</ns1:t>
            </ns1:r>
          </ns1:p>
        </ns0:txBody>
      </ns0:sp>
    </ns0:spTree>
    <ns0:extLst>
      <ns0:ext uri="{BB962C8B-B14F-4D97-AF65-F5344CB8AC3E}">
        <ns3:creationId val="472721873"/>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46" name="">
            <ns1:extLst>
              <ns1:ext uri="{FF2B5EF4-FFF2-40B4-BE49-F238E27FC236}">
                <ns2:creationId id="{97F849F7-2A75-404D-AD9C-9283C386ACE0}"/>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CRIPTOGRAFÍA DESDE CERO</ns1:t>
            </ns1:r>
          </ns1:p>
        </ns0:txBody>
      </ns0:sp>
      <ns0:sp>
        <ns0:nvSpPr>
          <ns0:cNvPr id="2" name="">
            <ns1:extLst>
              <ns1:ext uri="{FF2B5EF4-FFF2-40B4-BE49-F238E27FC236}">
                <ns2:creationId id="{0D7AE509-A715-458B-86BA-A76B3BD986A6}"/>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1:30</ns1:t>
            </ns1:r>
          </ns1:p>
        </ns0:txBody>
      </ns0:sp>
      <ns0:sp>
        <ns0:nvSpPr>
          <ns0:cNvPr id="3" name="">
            <ns1:extLst>
              <ns1:ext uri="{FF2B5EF4-FFF2-40B4-BE49-F238E27FC236}">
                <ns2:creationId id="{12DF8B53-B44B-40D4-AF45-CCD5041593B0}"/>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Una clave cifra; un par de claves firma</ns1:t>
            </ns1:r>
          </ns1:p>
        </ns0:txBody>
      </ns0:sp>
      <ns0:sp>
        <ns0:nvSpPr>
          <ns0:cNvPr id="4" name="">
            <ns1:extLst>
              <ns1:ext uri="{FF2B5EF4-FFF2-40B4-BE49-F238E27FC236}">
                <ns2:creationId id="{929EC6F9-45D9-422B-AC58-3FB2D0FD6D2D}"/>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38F61CAD-BAB9-4818-A47D-941E169AC7F0}"/>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C27A06B9-4707-4C00-91B7-AF82AA262EB9}"/>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05</ns1:t>
            </ns1:r>
          </ns1:p>
        </ns0:txBody>
      </ns0:sp>
      <ns0:sp>
        <ns0:nvSpPr>
          <ns0:cNvPr id="7" name="">
            <ns1:extLst>
              <ns1:ext uri="{FF2B5EF4-FFF2-40B4-BE49-F238E27FC236}">
                <ns2:creationId id="{97517B50-D98D-493C-8D81-D43340A4481C}"/>
              </ns1:ext>
            </ns1:extLst>
          </ns0:cNvPr>
          <ns0:cNvSpPr>
            <ns1:spLocks noGrp="1"/>
          </ns0:cNvSpPr>
          <ns0:nvPr/>
        </ns0:nvSpPr>
        <ns0:spPr>
          <ns1:xfrm>
            <ns1:off x="647700" y="1762125"/>
            <ns1:ext cx="5143500" cy="3238500"/>
          </ns1:xfrm>
          <ns1:prstGeom prst="roundRect">
            <ns1:avLst>
              <ns1:gd name="adj" fmla="val 2353"/>
            </ns1:avLst>
          </ns1:prstGeom>
          <ns1:solidFill>
            <ns1:srgbClr val="FFFFFF"/>
          </ns1:solidFill>
          <ns1:ln w="9525">
            <ns1:solidFill>
              <ns1:srgbClr val="DCE3ED"/>
            </ns1:solidFill>
            <ns1:prstDash val="solid"/>
          </ns1:ln>
        </ns0:spPr>
      </ns0:sp>
      <ns0:sp>
        <ns0:nvSpPr>
          <ns0:cNvPr id="8" name="">
            <ns1:extLst>
              <ns1:ext uri="{FF2B5EF4-FFF2-40B4-BE49-F238E27FC236}">
                <ns2:creationId id="{13F6A6EB-B4BE-4E12-A108-1E73F19FD8D8}"/>
              </ns1:ext>
            </ns1:extLst>
          </ns0:cNvPr>
          <ns0:cNvSpPr>
            <ns1:spLocks noGrp="1"/>
          </ns0:cNvSpPr>
          <ns0:nvPr/>
        </ns0:nvSpPr>
        <ns0:spPr>
          <ns1:xfrm>
            <ns1:off x="647700" y="1762125"/>
            <ns1:ext cx="5143500" cy="123825"/>
          </ns1:xfrm>
          <ns1:prstGeom prst="roundRect">
            <ns1:avLst>
              <ns1:gd name="adj" fmla="val 50000"/>
            </ns1:avLst>
          </ns1:prstGeom>
          <ns1:solidFill>
            <ns1:srgbClr val="2846A0"/>
          </ns1:solidFill>
          <ns1:ln w="0">
            <ns1:noFill/>
            <ns1:prstDash val="solid"/>
          </ns1:ln>
        </ns0:spPr>
      </ns0:sp>
      <ns0:sp>
        <ns0:nvSpPr>
          <ns0:cNvPr id="9" name="">
            <ns1:extLst>
              <ns1:ext uri="{FF2B5EF4-FFF2-40B4-BE49-F238E27FC236}">
                <ns2:creationId id="{233F5BA2-3BD0-489A-AF85-E65EA74F725F}"/>
              </ns1:ext>
            </ns1:extLst>
          </ns0:cNvPr>
          <ns0:cNvSpPr>
            <ns1:spLocks noGrp="1"/>
          </ns0:cNvSpPr>
          <ns0:nvPr/>
        </ns0:nvSpPr>
        <ns0:spPr>
          <ns1:xfrm>
            <ns1:off x="933450" y="2076450"/>
            <ns1:ext cx="4429125" cy="276225"/>
          </ns1:xfrm>
          <ns1:prstGeom prst="rect">
            <ns1:avLst/>
          </ns1:prstGeom>
          <ns1:noFill/>
          <ns1:ln w="0">
            <ns1:noFill/>
            <ns1:prstDash val="solid"/>
          </ns1:ln>
        </ns0:spPr>
        <ns0:txBody>
          <ns1:bodyPr lIns="0" tIns="0" rIns="0" bIns="0" anchor="ctr">
            <ns1:normAutofit fontScale="100000"/>
          </ns1:bodyPr>
          <ns1:lstStyle>
            <ns1:defPPr algn="l">
              <ns1:defRPr sz="1200" b="1">
                <ns1:solidFill>
                  <ns1:srgbClr val="2846A0"/>
                </ns1:solidFill>
                <ns1:latin typeface="Aptos"/>
                <ns1:ea typeface="Aptos"/>
                <ns1:cs typeface="Aptos"/>
              </ns1:defRPr>
            </ns1:defPPr>
            <ns1:lvl1pPr algn="l">
              <ns1:defRPr sz="1200" b="1">
                <ns1:solidFill>
                  <ns1:srgbClr val="2846A0"/>
                </ns1:solidFill>
                <ns1:latin typeface="Aptos"/>
                <ns1:ea typeface="Aptos"/>
                <ns1:cs typeface="Aptos"/>
              </ns1:defRPr>
            </ns1:lvl1pPr>
            <ns1:lvl2pPr algn="l">
              <ns1:defRPr sz="1200" b="1">
                <ns1:solidFill>
                  <ns1:srgbClr val="2846A0"/>
                </ns1:solidFill>
                <ns1:latin typeface="Aptos"/>
                <ns1:ea typeface="Aptos"/>
                <ns1:cs typeface="Aptos"/>
              </ns1:defRPr>
            </ns1:lvl2pPr>
            <ns1:lvl3pPr algn="l">
              <ns1:defRPr sz="1200" b="1">
                <ns1:solidFill>
                  <ns1:srgbClr val="2846A0"/>
                </ns1:solidFill>
                <ns1:latin typeface="Aptos"/>
                <ns1:ea typeface="Aptos"/>
                <ns1:cs typeface="Aptos"/>
              </ns1:defRPr>
            </ns1:lvl3pPr>
            <ns1:lvl4pPr algn="l">
              <ns1:defRPr sz="1200" b="1">
                <ns1:solidFill>
                  <ns1:srgbClr val="2846A0"/>
                </ns1:solidFill>
                <ns1:latin typeface="Aptos"/>
                <ns1:ea typeface="Aptos"/>
                <ns1:cs typeface="Aptos"/>
              </ns1:defRPr>
            </ns1:lvl4pPr>
            <ns1:lvl5pPr algn="l">
              <ns1:defRPr sz="1200" b="1">
                <ns1:solidFill>
                  <ns1:srgbClr val="2846A0"/>
                </ns1:solidFill>
                <ns1:latin typeface="Aptos"/>
                <ns1:ea typeface="Aptos"/>
                <ns1:cs typeface="Aptos"/>
              </ns1:defRPr>
            </ns1:lvl5pPr>
            <ns1:lvl6pPr algn="l">
              <ns1:defRPr sz="1200" b="1">
                <ns1:solidFill>
                  <ns1:srgbClr val="2846A0"/>
                </ns1:solidFill>
                <ns1:latin typeface="Aptos"/>
                <ns1:ea typeface="Aptos"/>
                <ns1:cs typeface="Aptos"/>
              </ns1:defRPr>
            </ns1:lvl6pPr>
            <ns1:lvl7pPr algn="l">
              <ns1:defRPr sz="1200" b="1">
                <ns1:solidFill>
                  <ns1:srgbClr val="2846A0"/>
                </ns1:solidFill>
                <ns1:latin typeface="Aptos"/>
                <ns1:ea typeface="Aptos"/>
                <ns1:cs typeface="Aptos"/>
              </ns1:defRPr>
            </ns1:lvl7pPr>
            <ns1:lvl8pPr algn="l">
              <ns1:defRPr sz="1200" b="1">
                <ns1:solidFill>
                  <ns1:srgbClr val="2846A0"/>
                </ns1:solidFill>
                <ns1:latin typeface="Aptos"/>
                <ns1:ea typeface="Aptos"/>
                <ns1:cs typeface="Aptos"/>
              </ns1:defRPr>
            </ns1:lvl8pPr>
            <ns1:lvl9pPr algn="l">
              <ns1:defRPr sz="1200" b="1">
                <ns1:solidFill>
                  <ns1:srgbClr val="2846A0"/>
                </ns1:solidFill>
                <ns1:latin typeface="Aptos"/>
                <ns1:ea typeface="Aptos"/>
                <ns1:cs typeface="Aptos"/>
              </ns1:defRPr>
            </ns1:lvl9pPr>
          </ns1:lstStyle>
          <ns1:p>
            <ns1:pPr algn="l">
              <ns1:defRPr sz="1200" b="1">
                <ns1:solidFill>
                  <ns1:srgbClr val="2846A0"/>
                </ns1:solidFill>
                <ns1:latin typeface="Aptos"/>
                <ns1:ea typeface="Aptos"/>
                <ns1:cs typeface="Aptos"/>
              </ns1:defRPr>
            </ns1:pPr>
            <ns1:r>
              <ns1:rPr sz="1200" b="1">
                <ns1:solidFill>
                  <ns1:srgbClr val="2846A0"/>
                </ns1:solidFill>
                <ns1:latin typeface="Aptos"/>
                <ns1:ea typeface="Aptos"/>
                <ns1:cs typeface="Aptos"/>
              </ns1:rPr>
              <ns1:t>CIFRADO CON CLAVE COMPARTIDA</ns1:t>
            </ns1:r>
          </ns1:p>
        </ns0:txBody>
      </ns0:sp>
      <ns0:sp>
        <ns0:nvSpPr>
          <ns0:cNvPr id="10" name="">
            <ns1:extLst>
              <ns1:ext uri="{FF2B5EF4-FFF2-40B4-BE49-F238E27FC236}">
                <ns2:creationId id="{7836B97E-4E35-452C-97C3-5CBC0B9F86DE}"/>
              </ns1:ext>
            </ns1:extLst>
          </ns0:cNvPr>
          <ns0:cNvSpPr>
            <ns1:spLocks noGrp="1"/>
          </ns0:cNvSpPr>
          <ns0:nvPr/>
        </ns0:nvSpPr>
        <ns0:spPr>
          <ns1:xfrm>
            <ns1:off x="933450" y="2514600"/>
            <ns1:ext cx="4429125" cy="342900"/>
          </ns1:xfrm>
          <ns1:prstGeom prst="rect">
            <ns1:avLst/>
          </ns1:prstGeom>
          <ns1:noFill/>
          <ns1:ln w="0">
            <ns1:noFill/>
            <ns1:prstDash val="solid"/>
          </ns1:ln>
        </ns0:spPr>
        <ns0:txBody>
          <ns1:bodyPr lIns="0" tIns="0" rIns="0" bIns="0" anchor="ctr">
            <ns1:normAutofit fontScale="100000"/>
          </ns1:bodyPr>
          <ns1:lstStyle>
            <ns1:defPPr algn="l">
              <ns1:defRPr sz="1725" b="1">
                <ns1:solidFill>
                  <ns1:srgbClr val="172554"/>
                </ns1:solidFill>
                <ns1:latin typeface="Aptos"/>
                <ns1:ea typeface="Aptos"/>
                <ns1:cs typeface="Aptos"/>
              </ns1:defRPr>
            </ns1:defPPr>
            <ns1:lvl1pPr algn="l">
              <ns1:defRPr sz="1725" b="1">
                <ns1:solidFill>
                  <ns1:srgbClr val="172554"/>
                </ns1:solidFill>
                <ns1:latin typeface="Aptos"/>
                <ns1:ea typeface="Aptos"/>
                <ns1:cs typeface="Aptos"/>
              </ns1:defRPr>
            </ns1:lvl1pPr>
            <ns1:lvl2pPr algn="l">
              <ns1:defRPr sz="1725" b="1">
                <ns1:solidFill>
                  <ns1:srgbClr val="172554"/>
                </ns1:solidFill>
                <ns1:latin typeface="Aptos"/>
                <ns1:ea typeface="Aptos"/>
                <ns1:cs typeface="Aptos"/>
              </ns1:defRPr>
            </ns1:lvl2pPr>
            <ns1:lvl3pPr algn="l">
              <ns1:defRPr sz="1725" b="1">
                <ns1:solidFill>
                  <ns1:srgbClr val="172554"/>
                </ns1:solidFill>
                <ns1:latin typeface="Aptos"/>
                <ns1:ea typeface="Aptos"/>
                <ns1:cs typeface="Aptos"/>
              </ns1:defRPr>
            </ns1:lvl3pPr>
            <ns1:lvl4pPr algn="l">
              <ns1:defRPr sz="1725" b="1">
                <ns1:solidFill>
                  <ns1:srgbClr val="172554"/>
                </ns1:solidFill>
                <ns1:latin typeface="Aptos"/>
                <ns1:ea typeface="Aptos"/>
                <ns1:cs typeface="Aptos"/>
              </ns1:defRPr>
            </ns1:lvl4pPr>
            <ns1:lvl5pPr algn="l">
              <ns1:defRPr sz="1725" b="1">
                <ns1:solidFill>
                  <ns1:srgbClr val="172554"/>
                </ns1:solidFill>
                <ns1:latin typeface="Aptos"/>
                <ns1:ea typeface="Aptos"/>
                <ns1:cs typeface="Aptos"/>
              </ns1:defRPr>
            </ns1:lvl5pPr>
            <ns1:lvl6pPr algn="l">
              <ns1:defRPr sz="1725" b="1">
                <ns1:solidFill>
                  <ns1:srgbClr val="172554"/>
                </ns1:solidFill>
                <ns1:latin typeface="Aptos"/>
                <ns1:ea typeface="Aptos"/>
                <ns1:cs typeface="Aptos"/>
              </ns1:defRPr>
            </ns1:lvl6pPr>
            <ns1:lvl7pPr algn="l">
              <ns1:defRPr sz="1725" b="1">
                <ns1:solidFill>
                  <ns1:srgbClr val="172554"/>
                </ns1:solidFill>
                <ns1:latin typeface="Aptos"/>
                <ns1:ea typeface="Aptos"/>
                <ns1:cs typeface="Aptos"/>
              </ns1:defRPr>
            </ns1:lvl7pPr>
            <ns1:lvl8pPr algn="l">
              <ns1:defRPr sz="1725" b="1">
                <ns1:solidFill>
                  <ns1:srgbClr val="172554"/>
                </ns1:solidFill>
                <ns1:latin typeface="Aptos"/>
                <ns1:ea typeface="Aptos"/>
                <ns1:cs typeface="Aptos"/>
              </ns1:defRPr>
            </ns1:lvl8pPr>
            <ns1:lvl9pPr algn="l">
              <ns1:defRPr sz="1725" b="1">
                <ns1:solidFill>
                  <ns1:srgbClr val="172554"/>
                </ns1:solidFill>
                <ns1:latin typeface="Aptos"/>
                <ns1:ea typeface="Aptos"/>
                <ns1:cs typeface="Aptos"/>
              </ns1:defRPr>
            </ns1:lvl9pPr>
          </ns1:lstStyle>
          <ns1:p>
            <ns1:pPr algn="l">
              <ns1:defRPr sz="1725" b="1">
                <ns1:solidFill>
                  <ns1:srgbClr val="172554"/>
                </ns1:solidFill>
                <ns1:latin typeface="Aptos"/>
                <ns1:ea typeface="Aptos"/>
                <ns1:cs typeface="Aptos"/>
              </ns1:defRPr>
            </ns1:pPr>
            <ns1:r>
              <ns1:rPr sz="1725" b="1">
                <ns1:solidFill>
                  <ns1:srgbClr val="172554"/>
                </ns1:solidFill>
                <ns1:latin typeface="Aptos"/>
                <ns1:ea typeface="Aptos"/>
                <ns1:cs typeface="Aptos"/>
              </ns1:rPr>
              <ns1:t>La misma clave para ambas personas</ns1:t>
            </ns1:r>
          </ns1:p>
        </ns0:txBody>
      </ns0:sp>
      <ns0:sp>
        <ns0:nvSpPr>
          <ns0:cNvPr id="11" name="">
            <ns1:extLst>
              <ns1:ext uri="{FF2B5EF4-FFF2-40B4-BE49-F238E27FC236}">
                <ns2:creationId id="{67117F7D-0460-4654-A29C-7560A2933BC8}"/>
              </ns1:ext>
            </ns1:extLst>
          </ns0:cNvPr>
          <ns0:cNvSpPr>
            <ns1:spLocks noGrp="1"/>
          </ns0:cNvSpPr>
          <ns0:nvPr/>
        </ns0:nvSpPr>
        <ns0:spPr>
          <ns1:xfrm>
            <ns1:off x="876300" y="3181350"/>
            <ns1:ext cx="1238250" cy="1000125"/>
          </ns1:xfrm>
          <ns1:prstGeom prst="roundRect">
            <ns1:avLst>
              <ns1:gd name="adj" fmla="val 7619"/>
            </ns1:avLst>
          </ns1:prstGeom>
          <ns1:solidFill>
            <ns1:srgbClr val="E8EDFF"/>
          </ns1:solidFill>
          <ns1:ln w="9525">
            <ns1:solidFill>
              <ns1:srgbClr val="DCE3ED"/>
            </ns1:solidFill>
            <ns1:prstDash val="solid"/>
          </ns1:ln>
        </ns0:spPr>
      </ns0:sp>
      <ns0:sp>
        <ns0:nvSpPr>
          <ns0:cNvPr id="12" name="">
            <ns1:extLst>
              <ns1:ext uri="{FF2B5EF4-FFF2-40B4-BE49-F238E27FC236}">
                <ns2:creationId id="{28E77E8B-4C0E-4EB8-9190-DD7FFE8E668B}"/>
              </ns1:ext>
            </ns1:extLst>
          </ns0:cNvPr>
          <ns0:cNvSpPr>
            <ns1:spLocks noGrp="1"/>
          </ns0:cNvSpPr>
          <ns0:nvPr/>
        </ns0:nvSpPr>
        <ns0:spPr>
          <ns1:xfrm>
            <ns1:off x="876300" y="3181350"/>
            <ns1:ext cx="76200" cy="1000125"/>
          </ns1:xfrm>
          <ns1:prstGeom prst="roundRect">
            <ns1:avLst>
              <ns1:gd name="adj" fmla="val 50000"/>
            </ns1:avLst>
          </ns1:prstGeom>
          <ns1:solidFill>
            <ns1:srgbClr val="2846A0"/>
          </ns1:solidFill>
          <ns1:ln w="0">
            <ns1:noFill/>
            <ns1:prstDash val="solid"/>
          </ns1:ln>
        </ns0:spPr>
      </ns0:sp>
      <ns0:sp>
        <ns0:nvSpPr>
          <ns0:cNvPr id="13" name="">
            <ns1:extLst>
              <ns1:ext uri="{FF2B5EF4-FFF2-40B4-BE49-F238E27FC236}">
                <ns2:creationId id="{27C491FC-C025-4F7E-AF08-042ACC18BB62}"/>
              </ns1:ext>
            </ns1:extLst>
          </ns0:cNvPr>
          <ns0:cNvSpPr>
            <ns1:spLocks noGrp="1"/>
          </ns0:cNvSpPr>
          <ns0:nvPr/>
        </ns0:nvSpPr>
        <ns0:spPr>
          <ns1:xfrm>
            <ns1:off x="1085850" y="3314700"/>
            <ns1:ext cx="876300"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2846A0"/>
                </ns1:solidFill>
                <ns1:latin typeface="Aptos"/>
                <ns1:ea typeface="Aptos"/>
                <ns1:cs typeface="Aptos"/>
              </ns1:defRPr>
            </ns1:defPPr>
            <ns1:lvl1pPr algn="l">
              <ns1:defRPr sz="1500" b="1">
                <ns1:solidFill>
                  <ns1:srgbClr val="2846A0"/>
                </ns1:solidFill>
                <ns1:latin typeface="Aptos"/>
                <ns1:ea typeface="Aptos"/>
                <ns1:cs typeface="Aptos"/>
              </ns1:defRPr>
            </ns1:lvl1pPr>
            <ns1:lvl2pPr algn="l">
              <ns1:defRPr sz="1500" b="1">
                <ns1:solidFill>
                  <ns1:srgbClr val="2846A0"/>
                </ns1:solidFill>
                <ns1:latin typeface="Aptos"/>
                <ns1:ea typeface="Aptos"/>
                <ns1:cs typeface="Aptos"/>
              </ns1:defRPr>
            </ns1:lvl2pPr>
            <ns1:lvl3pPr algn="l">
              <ns1:defRPr sz="1500" b="1">
                <ns1:solidFill>
                  <ns1:srgbClr val="2846A0"/>
                </ns1:solidFill>
                <ns1:latin typeface="Aptos"/>
                <ns1:ea typeface="Aptos"/>
                <ns1:cs typeface="Aptos"/>
              </ns1:defRPr>
            </ns1:lvl3pPr>
            <ns1:lvl4pPr algn="l">
              <ns1:defRPr sz="1500" b="1">
                <ns1:solidFill>
                  <ns1:srgbClr val="2846A0"/>
                </ns1:solidFill>
                <ns1:latin typeface="Aptos"/>
                <ns1:ea typeface="Aptos"/>
                <ns1:cs typeface="Aptos"/>
              </ns1:defRPr>
            </ns1:lvl4pPr>
            <ns1:lvl5pPr algn="l">
              <ns1:defRPr sz="1500" b="1">
                <ns1:solidFill>
                  <ns1:srgbClr val="2846A0"/>
                </ns1:solidFill>
                <ns1:latin typeface="Aptos"/>
                <ns1:ea typeface="Aptos"/>
                <ns1:cs typeface="Aptos"/>
              </ns1:defRPr>
            </ns1:lvl5pPr>
            <ns1:lvl6pPr algn="l">
              <ns1:defRPr sz="1500" b="1">
                <ns1:solidFill>
                  <ns1:srgbClr val="2846A0"/>
                </ns1:solidFill>
                <ns1:latin typeface="Aptos"/>
                <ns1:ea typeface="Aptos"/>
                <ns1:cs typeface="Aptos"/>
              </ns1:defRPr>
            </ns1:lvl6pPr>
            <ns1:lvl7pPr algn="l">
              <ns1:defRPr sz="1500" b="1">
                <ns1:solidFill>
                  <ns1:srgbClr val="2846A0"/>
                </ns1:solidFill>
                <ns1:latin typeface="Aptos"/>
                <ns1:ea typeface="Aptos"/>
                <ns1:cs typeface="Aptos"/>
              </ns1:defRPr>
            </ns1:lvl7pPr>
            <ns1:lvl8pPr algn="l">
              <ns1:defRPr sz="1500" b="1">
                <ns1:solidFill>
                  <ns1:srgbClr val="2846A0"/>
                </ns1:solidFill>
                <ns1:latin typeface="Aptos"/>
                <ns1:ea typeface="Aptos"/>
                <ns1:cs typeface="Aptos"/>
              </ns1:defRPr>
            </ns1:lvl8pPr>
            <ns1:lvl9pPr algn="l">
              <ns1:defRPr sz="1500" b="1">
                <ns1:solidFill>
                  <ns1:srgbClr val="2846A0"/>
                </ns1:solidFill>
                <ns1:latin typeface="Aptos"/>
                <ns1:ea typeface="Aptos"/>
                <ns1:cs typeface="Aptos"/>
              </ns1:defRPr>
            </ns1:lvl9pPr>
          </ns1:lstStyle>
          <ns1:p>
            <ns1:pPr algn="l">
              <ns1:defRPr sz="1500" b="1">
                <ns1:solidFill>
                  <ns1:srgbClr val="2846A0"/>
                </ns1:solidFill>
                <ns1:latin typeface="Aptos"/>
                <ns1:ea typeface="Aptos"/>
                <ns1:cs typeface="Aptos"/>
              </ns1:defRPr>
            </ns1:pPr>
            <ns1:r>
              <ns1:rPr sz="1500" b="1">
                <ns1:solidFill>
                  <ns1:srgbClr val="2846A0"/>
                </ns1:solidFill>
                <ns1:latin typeface="Aptos"/>
                <ns1:ea typeface="Aptos"/>
                <ns1:cs typeface="Aptos"/>
              </ns1:rPr>
              <ns1:t>Emisor</ns1:t>
            </ns1:r>
          </ns1:p>
        </ns0:txBody>
      </ns0:sp>
      <ns0:sp>
        <ns0:nvSpPr>
          <ns0:cNvPr id="14" name="">
            <ns1:extLst>
              <ns1:ext uri="{FF2B5EF4-FFF2-40B4-BE49-F238E27FC236}">
                <ns2:creationId id="{393F85C5-5B36-4473-BC86-A9009CE68F59}"/>
              </ns1:ext>
            </ns1:extLst>
          </ns0:cNvPr>
          <ns0:cNvSpPr>
            <ns1:spLocks noGrp="1"/>
          </ns0:cNvSpPr>
          <ns0:nvPr/>
        </ns0:nvSpPr>
        <ns0:spPr>
          <ns1:xfrm>
            <ns1:off x="1085850" y="3638550"/>
            <ns1:ext cx="876300" cy="46672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Cifra</ns1:t>
            </ns1:r>
          </ns1:p>
        </ns0:txBody>
      </ns0:sp>
      <ns0:sp>
        <ns0:nvSpPr>
          <ns0:cNvPr id="15" name="">
            <ns1:extLst>
              <ns1:ext uri="{FF2B5EF4-FFF2-40B4-BE49-F238E27FC236}">
                <ns2:creationId id="{E1B9EDE4-78FB-4D44-B5EE-E8D6C6627A99}"/>
              </ns1:ext>
            </ns1:extLst>
          </ns0:cNvPr>
          <ns0:cNvSpPr>
            <ns1:spLocks noGrp="1"/>
          </ns0:cNvSpPr>
          <ns0:nvPr/>
        </ns0:nvSpPr>
        <ns0:spPr>
          <ns1:xfrm>
            <ns1:off x="2152650" y="3543300"/>
            <ns1:ext cx="457200" cy="266700"/>
          </ns1:xfrm>
          <ns1:prstGeom prst="rightArrow">
            <ns1:avLst/>
          </ns1:prstGeom>
          <ns1:solidFill>
            <ns1:srgbClr val="2846A0"/>
          </ns1:solidFill>
          <ns1:ln w="0">
            <ns1:noFill/>
            <ns1:prstDash val="solid"/>
          </ns1:ln>
        </ns0:spPr>
      </ns0:sp>
      <ns0:sp>
        <ns0:nvSpPr>
          <ns0:cNvPr id="16" name="">
            <ns1:extLst>
              <ns1:ext uri="{FF2B5EF4-FFF2-40B4-BE49-F238E27FC236}">
                <ns2:creationId id="{F6480B59-A857-4F8A-8F3C-FFE19645A670}"/>
              </ns1:ext>
            </ns1:extLst>
          </ns0:cNvPr>
          <ns0:cNvSpPr>
            <ns1:spLocks noGrp="1"/>
          </ns0:cNvSpPr>
          <ns0:nvPr/>
        </ns0:nvSpPr>
        <ns0:spPr>
          <ns1:xfrm>
            <ns1:off x="2647950" y="3181350"/>
            <ns1:ext cx="1238250" cy="1000125"/>
          </ns1:xfrm>
          <ns1:prstGeom prst="roundRect">
            <ns1:avLst>
              <ns1:gd name="adj" fmla="val 7619"/>
            </ns1:avLst>
          </ns1:prstGeom>
          <ns1:solidFill>
            <ns1:srgbClr val="EEF2F7"/>
          </ns1:solidFill>
          <ns1:ln w="9525">
            <ns1:solidFill>
              <ns1:srgbClr val="DCE3ED"/>
            </ns1:solidFill>
            <ns1:prstDash val="solid"/>
          </ns1:ln>
        </ns0:spPr>
      </ns0:sp>
      <ns0:sp>
        <ns0:nvSpPr>
          <ns0:cNvPr id="17" name="">
            <ns1:extLst>
              <ns1:ext uri="{FF2B5EF4-FFF2-40B4-BE49-F238E27FC236}">
                <ns2:creationId id="{1D597AAF-6090-4C32-A2AD-8E233576B8FD}"/>
              </ns1:ext>
            </ns1:extLst>
          </ns0:cNvPr>
          <ns0:cNvSpPr>
            <ns1:spLocks noGrp="1"/>
          </ns0:cNvSpPr>
          <ns0:nvPr/>
        </ns0:nvSpPr>
        <ns0:spPr>
          <ns1:xfrm>
            <ns1:off x="2647950" y="3181350"/>
            <ns1:ext cx="76200" cy="1000125"/>
          </ns1:xfrm>
          <ns1:prstGeom prst="roundRect">
            <ns1:avLst>
              <ns1:gd name="adj" fmla="val 50000"/>
            </ns1:avLst>
          </ns1:prstGeom>
          <ns1:solidFill>
            <ns1:srgbClr val="536276"/>
          </ns1:solidFill>
          <ns1:ln w="0">
            <ns1:noFill/>
            <ns1:prstDash val="solid"/>
          </ns1:ln>
        </ns0:spPr>
      </ns0:sp>
      <ns0:sp>
        <ns0:nvSpPr>
          <ns0:cNvPr id="18" name="">
            <ns1:extLst>
              <ns1:ext uri="{FF2B5EF4-FFF2-40B4-BE49-F238E27FC236}">
                <ns2:creationId id="{60D54433-73B8-4388-A644-27B5FDAC6BAA}"/>
              </ns1:ext>
            </ns1:extLst>
          </ns0:cNvPr>
          <ns0:cNvSpPr>
            <ns1:spLocks noGrp="1"/>
          </ns0:cNvSpPr>
          <ns0:nvPr/>
        </ns0:nvSpPr>
        <ns0:spPr>
          <ns1:xfrm>
            <ns1:off x="2857500" y="3314700"/>
            <ns1:ext cx="876300"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536276"/>
                </ns1:solidFill>
                <ns1:latin typeface="Aptos"/>
                <ns1:ea typeface="Aptos"/>
                <ns1:cs typeface="Aptos"/>
              </ns1:defRPr>
            </ns1:defPPr>
            <ns1:lvl1pPr algn="l">
              <ns1:defRPr sz="1500" b="1">
                <ns1:solidFill>
                  <ns1:srgbClr val="536276"/>
                </ns1:solidFill>
                <ns1:latin typeface="Aptos"/>
                <ns1:ea typeface="Aptos"/>
                <ns1:cs typeface="Aptos"/>
              </ns1:defRPr>
            </ns1:lvl1pPr>
            <ns1:lvl2pPr algn="l">
              <ns1:defRPr sz="1500" b="1">
                <ns1:solidFill>
                  <ns1:srgbClr val="536276"/>
                </ns1:solidFill>
                <ns1:latin typeface="Aptos"/>
                <ns1:ea typeface="Aptos"/>
                <ns1:cs typeface="Aptos"/>
              </ns1:defRPr>
            </ns1:lvl2pPr>
            <ns1:lvl3pPr algn="l">
              <ns1:defRPr sz="1500" b="1">
                <ns1:solidFill>
                  <ns1:srgbClr val="536276"/>
                </ns1:solidFill>
                <ns1:latin typeface="Aptos"/>
                <ns1:ea typeface="Aptos"/>
                <ns1:cs typeface="Aptos"/>
              </ns1:defRPr>
            </ns1:lvl3pPr>
            <ns1:lvl4pPr algn="l">
              <ns1:defRPr sz="1500" b="1">
                <ns1:solidFill>
                  <ns1:srgbClr val="536276"/>
                </ns1:solidFill>
                <ns1:latin typeface="Aptos"/>
                <ns1:ea typeface="Aptos"/>
                <ns1:cs typeface="Aptos"/>
              </ns1:defRPr>
            </ns1:lvl4pPr>
            <ns1:lvl5pPr algn="l">
              <ns1:defRPr sz="1500" b="1">
                <ns1:solidFill>
                  <ns1:srgbClr val="536276"/>
                </ns1:solidFill>
                <ns1:latin typeface="Aptos"/>
                <ns1:ea typeface="Aptos"/>
                <ns1:cs typeface="Aptos"/>
              </ns1:defRPr>
            </ns1:lvl5pPr>
            <ns1:lvl6pPr algn="l">
              <ns1:defRPr sz="1500" b="1">
                <ns1:solidFill>
                  <ns1:srgbClr val="536276"/>
                </ns1:solidFill>
                <ns1:latin typeface="Aptos"/>
                <ns1:ea typeface="Aptos"/>
                <ns1:cs typeface="Aptos"/>
              </ns1:defRPr>
            </ns1:lvl6pPr>
            <ns1:lvl7pPr algn="l">
              <ns1:defRPr sz="1500" b="1">
                <ns1:solidFill>
                  <ns1:srgbClr val="536276"/>
                </ns1:solidFill>
                <ns1:latin typeface="Aptos"/>
                <ns1:ea typeface="Aptos"/>
                <ns1:cs typeface="Aptos"/>
              </ns1:defRPr>
            </ns1:lvl7pPr>
            <ns1:lvl8pPr algn="l">
              <ns1:defRPr sz="1500" b="1">
                <ns1:solidFill>
                  <ns1:srgbClr val="536276"/>
                </ns1:solidFill>
                <ns1:latin typeface="Aptos"/>
                <ns1:ea typeface="Aptos"/>
                <ns1:cs typeface="Aptos"/>
              </ns1:defRPr>
            </ns1:lvl8pPr>
            <ns1:lvl9pPr algn="l">
              <ns1:defRPr sz="1500" b="1">
                <ns1:solidFill>
                  <ns1:srgbClr val="536276"/>
                </ns1:solidFill>
                <ns1:latin typeface="Aptos"/>
                <ns1:ea typeface="Aptos"/>
                <ns1:cs typeface="Aptos"/>
              </ns1:defRPr>
            </ns1:lvl9pPr>
          </ns1:lstStyle>
          <ns1:p>
            <ns1:pPr algn="l">
              <ns1:defRPr sz="1500" b="1">
                <ns1:solidFill>
                  <ns1:srgbClr val="536276"/>
                </ns1:solidFill>
                <ns1:latin typeface="Aptos"/>
                <ns1:ea typeface="Aptos"/>
                <ns1:cs typeface="Aptos"/>
              </ns1:defRPr>
            </ns1:pPr>
            <ns1:r>
              <ns1:rPr sz="1500" b="1">
                <ns1:solidFill>
                  <ns1:srgbClr val="536276"/>
                </ns1:solidFill>
                <ns1:latin typeface="Aptos"/>
                <ns1:ea typeface="Aptos"/>
                <ns1:cs typeface="Aptos"/>
              </ns1:rPr>
              <ns1:t>Mensaje cifrado</ns1:t>
            </ns1:r>
          </ns1:p>
        </ns0:txBody>
      </ns0:sp>
      <ns0:sp>
        <ns0:nvSpPr>
          <ns0:cNvPr id="19" name="">
            <ns1:extLst>
              <ns1:ext uri="{FF2B5EF4-FFF2-40B4-BE49-F238E27FC236}">
                <ns2:creationId id="{5B87174F-13D2-4BD9-8AAA-95A2BEF957AB}"/>
              </ns1:ext>
            </ns1:extLst>
          </ns0:cNvPr>
          <ns0:cNvSpPr>
            <ns1:spLocks noGrp="1"/>
          </ns0:cNvSpPr>
          <ns0:nvPr/>
        </ns0:nvSpPr>
        <ns0:spPr>
          <ns1:xfrm>
            <ns1:off x="2857500" y="3638550"/>
            <ns1:ext cx="876300" cy="46672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No se puede leer</ns1:t>
            </ns1:r>
          </ns1:p>
        </ns0:txBody>
      </ns0:sp>
      <ns0:sp>
        <ns0:nvSpPr>
          <ns0:cNvPr id="20" name="">
            <ns1:extLst>
              <ns1:ext uri="{FF2B5EF4-FFF2-40B4-BE49-F238E27FC236}">
                <ns2:creationId id="{C4DA11C3-82D6-4C65-BCE6-6A22451D47E8}"/>
              </ns1:ext>
            </ns1:extLst>
          </ns0:cNvPr>
          <ns0:cNvSpPr>
            <ns1:spLocks noGrp="1"/>
          </ns0:cNvSpPr>
          <ns0:nvPr/>
        </ns0:nvSpPr>
        <ns0:spPr>
          <ns1:xfrm>
            <ns1:off x="3924300" y="3543300"/>
            <ns1:ext cx="457200" cy="266700"/>
          </ns1:xfrm>
          <ns1:prstGeom prst="rightArrow">
            <ns1:avLst/>
          </ns1:prstGeom>
          <ns1:solidFill>
            <ns1:srgbClr val="2846A0"/>
          </ns1:solidFill>
          <ns1:ln w="0">
            <ns1:noFill/>
            <ns1:prstDash val="solid"/>
          </ns1:ln>
        </ns0:spPr>
      </ns0:sp>
      <ns0:sp>
        <ns0:nvSpPr>
          <ns0:cNvPr id="21" name="">
            <ns1:extLst>
              <ns1:ext uri="{FF2B5EF4-FFF2-40B4-BE49-F238E27FC236}">
                <ns2:creationId id="{DC41C004-ABCC-4123-89AD-EAC6607DB748}"/>
              </ns1:ext>
            </ns1:extLst>
          </ns0:cNvPr>
          <ns0:cNvSpPr>
            <ns1:spLocks noGrp="1"/>
          </ns0:cNvSpPr>
          <ns0:nvPr/>
        </ns0:nvSpPr>
        <ns0:spPr>
          <ns1:xfrm>
            <ns1:off x="4419600" y="3181350"/>
            <ns1:ext cx="1190625" cy="1000125"/>
          </ns1:xfrm>
          <ns1:prstGeom prst="roundRect">
            <ns1:avLst>
              <ns1:gd name="adj" fmla="val 7619"/>
            </ns1:avLst>
          </ns1:prstGeom>
          <ns1:solidFill>
            <ns1:srgbClr val="D9F5F0"/>
          </ns1:solidFill>
          <ns1:ln w="9525">
            <ns1:solidFill>
              <ns1:srgbClr val="DCE3ED"/>
            </ns1:solidFill>
            <ns1:prstDash val="solid"/>
          </ns1:ln>
        </ns0:spPr>
      </ns0:sp>
      <ns0:sp>
        <ns0:nvSpPr>
          <ns0:cNvPr id="22" name="">
            <ns1:extLst>
              <ns1:ext uri="{FF2B5EF4-FFF2-40B4-BE49-F238E27FC236}">
                <ns2:creationId id="{D3C52B3A-3750-478E-B906-4855DF39BC2C}"/>
              </ns1:ext>
            </ns1:extLst>
          </ns0:cNvPr>
          <ns0:cNvSpPr>
            <ns1:spLocks noGrp="1"/>
          </ns0:cNvSpPr>
          <ns0:nvPr/>
        </ns0:nvSpPr>
        <ns0:spPr>
          <ns1:xfrm>
            <ns1:off x="4419600" y="3181350"/>
            <ns1:ext cx="76200" cy="1000125"/>
          </ns1:xfrm>
          <ns1:prstGeom prst="roundRect">
            <ns1:avLst>
              <ns1:gd name="adj" fmla="val 50000"/>
            </ns1:avLst>
          </ns1:prstGeom>
          <ns1:solidFill>
            <ns1:srgbClr val="23836E"/>
          </ns1:solidFill>
          <ns1:ln w="0">
            <ns1:noFill/>
            <ns1:prstDash val="solid"/>
          </ns1:ln>
        </ns0:spPr>
      </ns0:sp>
      <ns0:sp>
        <ns0:nvSpPr>
          <ns0:cNvPr id="23" name="">
            <ns1:extLst>
              <ns1:ext uri="{FF2B5EF4-FFF2-40B4-BE49-F238E27FC236}">
                <ns2:creationId id="{45A24E31-B633-4019-95B5-A3B5BBB2F076}"/>
              </ns1:ext>
            </ns1:extLst>
          </ns0:cNvPr>
          <ns0:cNvSpPr>
            <ns1:spLocks noGrp="1"/>
          </ns0:cNvSpPr>
          <ns0:nvPr/>
        </ns0:nvSpPr>
        <ns0:spPr>
          <ns1:xfrm>
            <ns1:off x="4629150" y="3314700"/>
            <ns1:ext cx="828675" cy="276225"/>
          </ns1:xfrm>
          <ns1:prstGeom prst="rect">
            <ns1:avLst/>
          </ns1:prstGeom>
          <ns1:noFill/>
          <ns1:ln w="0">
            <ns1:noFill/>
            <ns1:prstDash val="solid"/>
          </ns1:ln>
        </ns0:spPr>
        <ns0:txBody>
          <ns1:bodyPr lIns="0" tIns="0" rIns="0" bIns="0" anchor="ctr">
            <ns1:normAutofit fontScale="98877"/>
          </ns1:bodyPr>
          <ns1:lstStyle>
            <ns1:defPPr algn="l">
              <ns1:defRPr sz="1500" b="1">
                <ns1:solidFill>
                  <ns1:srgbClr val="23836E"/>
                </ns1:solidFill>
                <ns1:latin typeface="Aptos"/>
                <ns1:ea typeface="Aptos"/>
                <ns1:cs typeface="Aptos"/>
              </ns1:defRPr>
            </ns1:defPPr>
            <ns1:lvl1pPr algn="l">
              <ns1:defRPr sz="1500" b="1">
                <ns1:solidFill>
                  <ns1:srgbClr val="23836E"/>
                </ns1:solidFill>
                <ns1:latin typeface="Aptos"/>
                <ns1:ea typeface="Aptos"/>
                <ns1:cs typeface="Aptos"/>
              </ns1:defRPr>
            </ns1:lvl1pPr>
            <ns1:lvl2pPr algn="l">
              <ns1:defRPr sz="1500" b="1">
                <ns1:solidFill>
                  <ns1:srgbClr val="23836E"/>
                </ns1:solidFill>
                <ns1:latin typeface="Aptos"/>
                <ns1:ea typeface="Aptos"/>
                <ns1:cs typeface="Aptos"/>
              </ns1:defRPr>
            </ns1:lvl2pPr>
            <ns1:lvl3pPr algn="l">
              <ns1:defRPr sz="1500" b="1">
                <ns1:solidFill>
                  <ns1:srgbClr val="23836E"/>
                </ns1:solidFill>
                <ns1:latin typeface="Aptos"/>
                <ns1:ea typeface="Aptos"/>
                <ns1:cs typeface="Aptos"/>
              </ns1:defRPr>
            </ns1:lvl3pPr>
            <ns1:lvl4pPr algn="l">
              <ns1:defRPr sz="1500" b="1">
                <ns1:solidFill>
                  <ns1:srgbClr val="23836E"/>
                </ns1:solidFill>
                <ns1:latin typeface="Aptos"/>
                <ns1:ea typeface="Aptos"/>
                <ns1:cs typeface="Aptos"/>
              </ns1:defRPr>
            </ns1:lvl4pPr>
            <ns1:lvl5pPr algn="l">
              <ns1:defRPr sz="1500" b="1">
                <ns1:solidFill>
                  <ns1:srgbClr val="23836E"/>
                </ns1:solidFill>
                <ns1:latin typeface="Aptos"/>
                <ns1:ea typeface="Aptos"/>
                <ns1:cs typeface="Aptos"/>
              </ns1:defRPr>
            </ns1:lvl5pPr>
            <ns1:lvl6pPr algn="l">
              <ns1:defRPr sz="1500" b="1">
                <ns1:solidFill>
                  <ns1:srgbClr val="23836E"/>
                </ns1:solidFill>
                <ns1:latin typeface="Aptos"/>
                <ns1:ea typeface="Aptos"/>
                <ns1:cs typeface="Aptos"/>
              </ns1:defRPr>
            </ns1:lvl6pPr>
            <ns1:lvl7pPr algn="l">
              <ns1:defRPr sz="1500" b="1">
                <ns1:solidFill>
                  <ns1:srgbClr val="23836E"/>
                </ns1:solidFill>
                <ns1:latin typeface="Aptos"/>
                <ns1:ea typeface="Aptos"/>
                <ns1:cs typeface="Aptos"/>
              </ns1:defRPr>
            </ns1:lvl7pPr>
            <ns1:lvl8pPr algn="l">
              <ns1:defRPr sz="1500" b="1">
                <ns1:solidFill>
                  <ns1:srgbClr val="23836E"/>
                </ns1:solidFill>
                <ns1:latin typeface="Aptos"/>
                <ns1:ea typeface="Aptos"/>
                <ns1:cs typeface="Aptos"/>
              </ns1:defRPr>
            </ns1:lvl8pPr>
            <ns1:lvl9pPr algn="l">
              <ns1:defRPr sz="1500" b="1">
                <ns1:solidFill>
                  <ns1:srgbClr val="23836E"/>
                </ns1:solidFill>
                <ns1:latin typeface="Aptos"/>
                <ns1:ea typeface="Aptos"/>
                <ns1:cs typeface="Aptos"/>
              </ns1:defRPr>
            </ns1:lvl9pPr>
          </ns1:lstStyle>
          <ns1:p>
            <ns1:pPr algn="l">
              <ns1:defRPr sz="1500" b="1">
                <ns1:solidFill>
                  <ns1:srgbClr val="23836E"/>
                </ns1:solidFill>
                <ns1:latin typeface="Aptos"/>
                <ns1:ea typeface="Aptos"/>
                <ns1:cs typeface="Aptos"/>
              </ns1:defRPr>
            </ns1:pPr>
            <ns1:r>
              <ns1:rPr sz="1500" b="1">
                <ns1:solidFill>
                  <ns1:srgbClr val="23836E"/>
                </ns1:solidFill>
                <ns1:latin typeface="Aptos"/>
                <ns1:ea typeface="Aptos"/>
                <ns1:cs typeface="Aptos"/>
              </ns1:rPr>
              <ns1:t>Receptor</ns1:t>
            </ns1:r>
          </ns1:p>
        </ns0:txBody>
      </ns0:sp>
      <ns0:sp>
        <ns0:nvSpPr>
          <ns0:cNvPr id="24" name="">
            <ns1:extLst>
              <ns1:ext uri="{FF2B5EF4-FFF2-40B4-BE49-F238E27FC236}">
                <ns2:creationId id="{2D5CC645-0521-4CF7-A56D-20114BE91347}"/>
              </ns1:ext>
            </ns1:extLst>
          </ns0:cNvPr>
          <ns0:cNvSpPr>
            <ns1:spLocks noGrp="1"/>
          </ns0:cNvSpPr>
          <ns0:nvPr/>
        </ns0:nvSpPr>
        <ns0:spPr>
          <ns1:xfrm>
            <ns1:off x="4629150" y="3638550"/>
            <ns1:ext cx="828675" cy="46672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Descifra</ns1:t>
            </ns1:r>
          </ns1:p>
        </ns0:txBody>
      </ns0:sp>
      <ns0:sp>
        <ns0:nvSpPr>
          <ns0:cNvPr id="25" name="">
            <ns1:extLst>
              <ns1:ext uri="{FF2B5EF4-FFF2-40B4-BE49-F238E27FC236}">
                <ns2:creationId id="{DCE90A0E-694A-4DB8-A3CD-E21BB64073EE}"/>
              </ns1:ext>
            </ns1:extLst>
          </ns0:cNvPr>
          <ns0:cNvSpPr>
            <ns1:spLocks noGrp="1"/>
          </ns0:cNvSpPr>
          <ns0:nvPr/>
        </ns0:nvSpPr>
        <ns0:spPr>
          <ns1:xfrm>
            <ns1:off x="933450" y="4495800"/>
            <ns1:ext cx="4524375" cy="266700"/>
          </ns1:xfrm>
          <ns1:prstGeom prst="rect">
            <ns1:avLst/>
          </ns1:prstGeom>
          <ns1:noFill/>
          <ns1:ln w="0">
            <ns1:noFill/>
            <ns1:prstDash val="solid"/>
          </ns1:ln>
        </ns0:spPr>
        <ns0:txBody>
          <ns1:bodyPr lIns="0" tIns="0" rIns="0" bIns="0" anchor="ctr">
            <ns1:normAutofit fontScale="100000"/>
          </ns1:bodyPr>
          <ns1:lstStyle>
            <ns1:defPPr algn="ctr">
              <ns1:defRPr sz="1275" b="0">
                <ns1:solidFill>
                  <ns1:srgbClr val="536276"/>
                </ns1:solidFill>
                <ns1:latin typeface="Aptos"/>
                <ns1:ea typeface="Aptos"/>
                <ns1:cs typeface="Aptos"/>
              </ns1:defRPr>
            </ns1:defPPr>
            <ns1:lvl1pPr algn="ctr">
              <ns1:defRPr sz="1275" b="0">
                <ns1:solidFill>
                  <ns1:srgbClr val="536276"/>
                </ns1:solidFill>
                <ns1:latin typeface="Aptos"/>
                <ns1:ea typeface="Aptos"/>
                <ns1:cs typeface="Aptos"/>
              </ns1:defRPr>
            </ns1:lvl1pPr>
            <ns1:lvl2pPr algn="ctr">
              <ns1:defRPr sz="1275" b="0">
                <ns1:solidFill>
                  <ns1:srgbClr val="536276"/>
                </ns1:solidFill>
                <ns1:latin typeface="Aptos"/>
                <ns1:ea typeface="Aptos"/>
                <ns1:cs typeface="Aptos"/>
              </ns1:defRPr>
            </ns1:lvl2pPr>
            <ns1:lvl3pPr algn="ctr">
              <ns1:defRPr sz="1275" b="0">
                <ns1:solidFill>
                  <ns1:srgbClr val="536276"/>
                </ns1:solidFill>
                <ns1:latin typeface="Aptos"/>
                <ns1:ea typeface="Aptos"/>
                <ns1:cs typeface="Aptos"/>
              </ns1:defRPr>
            </ns1:lvl3pPr>
            <ns1:lvl4pPr algn="ctr">
              <ns1:defRPr sz="1275" b="0">
                <ns1:solidFill>
                  <ns1:srgbClr val="536276"/>
                </ns1:solidFill>
                <ns1:latin typeface="Aptos"/>
                <ns1:ea typeface="Aptos"/>
                <ns1:cs typeface="Aptos"/>
              </ns1:defRPr>
            </ns1:lvl4pPr>
            <ns1:lvl5pPr algn="ctr">
              <ns1:defRPr sz="1275" b="0">
                <ns1:solidFill>
                  <ns1:srgbClr val="536276"/>
                </ns1:solidFill>
                <ns1:latin typeface="Aptos"/>
                <ns1:ea typeface="Aptos"/>
                <ns1:cs typeface="Aptos"/>
              </ns1:defRPr>
            </ns1:lvl5pPr>
            <ns1:lvl6pPr algn="ctr">
              <ns1:defRPr sz="1275" b="0">
                <ns1:solidFill>
                  <ns1:srgbClr val="536276"/>
                </ns1:solidFill>
                <ns1:latin typeface="Aptos"/>
                <ns1:ea typeface="Aptos"/>
                <ns1:cs typeface="Aptos"/>
              </ns1:defRPr>
            </ns1:lvl6pPr>
            <ns1:lvl7pPr algn="ctr">
              <ns1:defRPr sz="1275" b="0">
                <ns1:solidFill>
                  <ns1:srgbClr val="536276"/>
                </ns1:solidFill>
                <ns1:latin typeface="Aptos"/>
                <ns1:ea typeface="Aptos"/>
                <ns1:cs typeface="Aptos"/>
              </ns1:defRPr>
            </ns1:lvl7pPr>
            <ns1:lvl8pPr algn="ctr">
              <ns1:defRPr sz="1275" b="0">
                <ns1:solidFill>
                  <ns1:srgbClr val="536276"/>
                </ns1:solidFill>
                <ns1:latin typeface="Aptos"/>
                <ns1:ea typeface="Aptos"/>
                <ns1:cs typeface="Aptos"/>
              </ns1:defRPr>
            </ns1:lvl8pPr>
            <ns1:lvl9pPr algn="ctr">
              <ns1:defRPr sz="1275" b="0">
                <ns1:solidFill>
                  <ns1:srgbClr val="536276"/>
                </ns1:solidFill>
                <ns1:latin typeface="Aptos"/>
                <ns1:ea typeface="Aptos"/>
                <ns1:cs typeface="Aptos"/>
              </ns1:defRPr>
            </ns1:lvl9pPr>
          </ns1:lstStyle>
          <ns1:p>
            <ns1:pPr algn="ctr">
              <ns1:defRPr sz="1275" b="0">
                <ns1:solidFill>
                  <ns1:srgbClr val="536276"/>
                </ns1:solidFill>
                <ns1:latin typeface="Aptos"/>
                <ns1:ea typeface="Aptos"/>
                <ns1:cs typeface="Aptos"/>
              </ns1:defRPr>
            </ns1:pPr>
            <ns1:r>
              <ns1:rPr sz="1275" b="0">
                <ns1:solidFill>
                  <ns1:srgbClr val="536276"/>
                </ns1:solidFill>
                <ns1:latin typeface="Aptos"/>
                <ns1:ea typeface="Aptos"/>
                <ns1:cs typeface="Aptos"/>
              </ns1:rPr>
              <ns1:t>Se usa la misma clave para ocultar y recuperar el mensaje.</ns1:t>
            </ns1:r>
          </ns1:p>
        </ns0:txBody>
      </ns0:sp>
      <ns0:sp>
        <ns0:nvSpPr>
          <ns0:cNvPr id="26" name="">
            <ns1:extLst>
              <ns1:ext uri="{FF2B5EF4-FFF2-40B4-BE49-F238E27FC236}">
                <ns2:creationId id="{FAAE914E-D6EB-424E-BEBD-7814EDA6C8F7}"/>
              </ns1:ext>
            </ns1:extLst>
          </ns0:cNvPr>
          <ns0:cNvSpPr>
            <ns1:spLocks noGrp="1"/>
          </ns0:cNvSpPr>
          <ns0:nvPr/>
        </ns0:nvSpPr>
        <ns0:spPr>
          <ns1:xfrm>
            <ns1:off x="6400800" y="1762125"/>
            <ns1:ext cx="5143500" cy="3238500"/>
          </ns1:xfrm>
          <ns1:prstGeom prst="roundRect">
            <ns1:avLst>
              <ns1:gd name="adj" fmla="val 2353"/>
            </ns1:avLst>
          </ns1:prstGeom>
          <ns1:solidFill>
            <ns1:srgbClr val="FFFFFF"/>
          </ns1:solidFill>
          <ns1:ln w="9525">
            <ns1:solidFill>
              <ns1:srgbClr val="DCE3ED"/>
            </ns1:solidFill>
            <ns1:prstDash val="solid"/>
          </ns1:ln>
        </ns0:spPr>
      </ns0:sp>
      <ns0:sp>
        <ns0:nvSpPr>
          <ns0:cNvPr id="27" name="">
            <ns1:extLst>
              <ns1:ext uri="{FF2B5EF4-FFF2-40B4-BE49-F238E27FC236}">
                <ns2:creationId id="{5979ACD3-A29B-4F70-87A3-8933BA6D9CF9}"/>
              </ns1:ext>
            </ns1:extLst>
          </ns0:cNvPr>
          <ns0:cNvSpPr>
            <ns1:spLocks noGrp="1"/>
          </ns0:cNvSpPr>
          <ns0:nvPr/>
        </ns0:nvSpPr>
        <ns0:spPr>
          <ns1:xfrm>
            <ns1:off x="6400800" y="1762125"/>
            <ns1:ext cx="5143500" cy="123825"/>
          </ns1:xfrm>
          <ns1:prstGeom prst="roundRect">
            <ns1:avLst>
              <ns1:gd name="adj" fmla="val 50000"/>
            </ns1:avLst>
          </ns1:prstGeom>
          <ns1:solidFill>
            <ns1:srgbClr val="22B8A8"/>
          </ns1:solidFill>
          <ns1:ln w="0">
            <ns1:noFill/>
            <ns1:prstDash val="solid"/>
          </ns1:ln>
        </ns0:spPr>
      </ns0:sp>
      <ns0:sp>
        <ns0:nvSpPr>
          <ns0:cNvPr id="28" name="">
            <ns1:extLst>
              <ns1:ext uri="{FF2B5EF4-FFF2-40B4-BE49-F238E27FC236}">
                <ns2:creationId id="{506FFCA6-5208-4646-B265-6A0FAF5AD873}"/>
              </ns1:ext>
            </ns1:extLst>
          </ns0:cNvPr>
          <ns0:cNvSpPr>
            <ns1:spLocks noGrp="1"/>
          </ns0:cNvSpPr>
          <ns0:nvPr/>
        </ns0:nvSpPr>
        <ns0:spPr>
          <ns1:xfrm>
            <ns1:off x="6686550" y="2076450"/>
            <ns1:ext cx="4429125" cy="276225"/>
          </ns1:xfrm>
          <ns1:prstGeom prst="rect">
            <ns1:avLst/>
          </ns1:prstGeom>
          <ns1:noFill/>
          <ns1:ln w="0">
            <ns1:noFill/>
            <ns1:prstDash val="solid"/>
          </ns1:ln>
        </ns0:spPr>
        <ns0:txBody>
          <ns1:bodyPr lIns="0" tIns="0" rIns="0" bIns="0" anchor="ctr">
            <ns1:normAutofit fontScale="100000"/>
          </ns1:bodyPr>
          <ns1:lstStyle>
            <ns1:defPPr algn="l">
              <ns1:defRPr sz="1200" b="1">
                <ns1:solidFill>
                  <ns1:srgbClr val="23836E"/>
                </ns1:solidFill>
                <ns1:latin typeface="Aptos"/>
                <ns1:ea typeface="Aptos"/>
                <ns1:cs typeface="Aptos"/>
              </ns1:defRPr>
            </ns1:defPPr>
            <ns1:lvl1pPr algn="l">
              <ns1:defRPr sz="1200" b="1">
                <ns1:solidFill>
                  <ns1:srgbClr val="23836E"/>
                </ns1:solidFill>
                <ns1:latin typeface="Aptos"/>
                <ns1:ea typeface="Aptos"/>
                <ns1:cs typeface="Aptos"/>
              </ns1:defRPr>
            </ns1:lvl1pPr>
            <ns1:lvl2pPr algn="l">
              <ns1:defRPr sz="1200" b="1">
                <ns1:solidFill>
                  <ns1:srgbClr val="23836E"/>
                </ns1:solidFill>
                <ns1:latin typeface="Aptos"/>
                <ns1:ea typeface="Aptos"/>
                <ns1:cs typeface="Aptos"/>
              </ns1:defRPr>
            </ns1:lvl2pPr>
            <ns1:lvl3pPr algn="l">
              <ns1:defRPr sz="1200" b="1">
                <ns1:solidFill>
                  <ns1:srgbClr val="23836E"/>
                </ns1:solidFill>
                <ns1:latin typeface="Aptos"/>
                <ns1:ea typeface="Aptos"/>
                <ns1:cs typeface="Aptos"/>
              </ns1:defRPr>
            </ns1:lvl3pPr>
            <ns1:lvl4pPr algn="l">
              <ns1:defRPr sz="1200" b="1">
                <ns1:solidFill>
                  <ns1:srgbClr val="23836E"/>
                </ns1:solidFill>
                <ns1:latin typeface="Aptos"/>
                <ns1:ea typeface="Aptos"/>
                <ns1:cs typeface="Aptos"/>
              </ns1:defRPr>
            </ns1:lvl4pPr>
            <ns1:lvl5pPr algn="l">
              <ns1:defRPr sz="1200" b="1">
                <ns1:solidFill>
                  <ns1:srgbClr val="23836E"/>
                </ns1:solidFill>
                <ns1:latin typeface="Aptos"/>
                <ns1:ea typeface="Aptos"/>
                <ns1:cs typeface="Aptos"/>
              </ns1:defRPr>
            </ns1:lvl5pPr>
            <ns1:lvl6pPr algn="l">
              <ns1:defRPr sz="1200" b="1">
                <ns1:solidFill>
                  <ns1:srgbClr val="23836E"/>
                </ns1:solidFill>
                <ns1:latin typeface="Aptos"/>
                <ns1:ea typeface="Aptos"/>
                <ns1:cs typeface="Aptos"/>
              </ns1:defRPr>
            </ns1:lvl6pPr>
            <ns1:lvl7pPr algn="l">
              <ns1:defRPr sz="1200" b="1">
                <ns1:solidFill>
                  <ns1:srgbClr val="23836E"/>
                </ns1:solidFill>
                <ns1:latin typeface="Aptos"/>
                <ns1:ea typeface="Aptos"/>
                <ns1:cs typeface="Aptos"/>
              </ns1:defRPr>
            </ns1:lvl7pPr>
            <ns1:lvl8pPr algn="l">
              <ns1:defRPr sz="1200" b="1">
                <ns1:solidFill>
                  <ns1:srgbClr val="23836E"/>
                </ns1:solidFill>
                <ns1:latin typeface="Aptos"/>
                <ns1:ea typeface="Aptos"/>
                <ns1:cs typeface="Aptos"/>
              </ns1:defRPr>
            </ns1:lvl8pPr>
            <ns1:lvl9pPr algn="l">
              <ns1:defRPr sz="1200" b="1">
                <ns1:solidFill>
                  <ns1:srgbClr val="23836E"/>
                </ns1:solidFill>
                <ns1:latin typeface="Aptos"/>
                <ns1:ea typeface="Aptos"/>
                <ns1:cs typeface="Aptos"/>
              </ns1:defRPr>
            </ns1:lvl9pPr>
          </ns1:lstStyle>
          <ns1:p>
            <ns1:pPr algn="l">
              <ns1:defRPr sz="1200" b="1">
                <ns1:solidFill>
                  <ns1:srgbClr val="23836E"/>
                </ns1:solidFill>
                <ns1:latin typeface="Aptos"/>
                <ns1:ea typeface="Aptos"/>
                <ns1:cs typeface="Aptos"/>
              </ns1:defRPr>
            </ns1:pPr>
            <ns1:r>
              <ns1:rPr sz="1200" b="1">
                <ns1:solidFill>
                  <ns1:srgbClr val="23836E"/>
                </ns1:solidFill>
                <ns1:latin typeface="Aptos"/>
                <ns1:ea typeface="Aptos"/>
                <ns1:cs typeface="Aptos"/>
              </ns1:rPr>
              <ns1:t>FIRMA DIGITAL · ED25519</ns1:t>
            </ns1:r>
          </ns1:p>
        </ns0:txBody>
      </ns0:sp>
      <ns0:sp>
        <ns0:nvSpPr>
          <ns0:cNvPr id="29" name="">
            <ns1:extLst>
              <ns1:ext uri="{FF2B5EF4-FFF2-40B4-BE49-F238E27FC236}">
                <ns2:creationId id="{5F7D79F0-A280-45FB-AB5D-DA85CA96BA4F}"/>
              </ns1:ext>
            </ns1:extLst>
          </ns0:cNvPr>
          <ns0:cNvSpPr>
            <ns1:spLocks noGrp="1"/>
          </ns0:cNvSpPr>
          <ns0:nvPr/>
        </ns0:nvSpPr>
        <ns0:spPr>
          <ns1:xfrm>
            <ns1:off x="6686550" y="2514600"/>
            <ns1:ext cx="4429125" cy="342900"/>
          </ns1:xfrm>
          <ns1:prstGeom prst="rect">
            <ns1:avLst/>
          </ns1:prstGeom>
          <ns1:noFill/>
          <ns1:ln w="0">
            <ns1:noFill/>
            <ns1:prstDash val="solid"/>
          </ns1:ln>
        </ns0:spPr>
        <ns0:txBody>
          <ns1:bodyPr lIns="0" tIns="0" rIns="0" bIns="0" anchor="ctr">
            <ns1:normAutofit fontScale="100000"/>
          </ns1:bodyPr>
          <ns1:lstStyle>
            <ns1:defPPr algn="l">
              <ns1:defRPr sz="1725" b="1">
                <ns1:solidFill>
                  <ns1:srgbClr val="172554"/>
                </ns1:solidFill>
                <ns1:latin typeface="Aptos"/>
                <ns1:ea typeface="Aptos"/>
                <ns1:cs typeface="Aptos"/>
              </ns1:defRPr>
            </ns1:defPPr>
            <ns1:lvl1pPr algn="l">
              <ns1:defRPr sz="1725" b="1">
                <ns1:solidFill>
                  <ns1:srgbClr val="172554"/>
                </ns1:solidFill>
                <ns1:latin typeface="Aptos"/>
                <ns1:ea typeface="Aptos"/>
                <ns1:cs typeface="Aptos"/>
              </ns1:defRPr>
            </ns1:lvl1pPr>
            <ns1:lvl2pPr algn="l">
              <ns1:defRPr sz="1725" b="1">
                <ns1:solidFill>
                  <ns1:srgbClr val="172554"/>
                </ns1:solidFill>
                <ns1:latin typeface="Aptos"/>
                <ns1:ea typeface="Aptos"/>
                <ns1:cs typeface="Aptos"/>
              </ns1:defRPr>
            </ns1:lvl2pPr>
            <ns1:lvl3pPr algn="l">
              <ns1:defRPr sz="1725" b="1">
                <ns1:solidFill>
                  <ns1:srgbClr val="172554"/>
                </ns1:solidFill>
                <ns1:latin typeface="Aptos"/>
                <ns1:ea typeface="Aptos"/>
                <ns1:cs typeface="Aptos"/>
              </ns1:defRPr>
            </ns1:lvl3pPr>
            <ns1:lvl4pPr algn="l">
              <ns1:defRPr sz="1725" b="1">
                <ns1:solidFill>
                  <ns1:srgbClr val="172554"/>
                </ns1:solidFill>
                <ns1:latin typeface="Aptos"/>
                <ns1:ea typeface="Aptos"/>
                <ns1:cs typeface="Aptos"/>
              </ns1:defRPr>
            </ns1:lvl4pPr>
            <ns1:lvl5pPr algn="l">
              <ns1:defRPr sz="1725" b="1">
                <ns1:solidFill>
                  <ns1:srgbClr val="172554"/>
                </ns1:solidFill>
                <ns1:latin typeface="Aptos"/>
                <ns1:ea typeface="Aptos"/>
                <ns1:cs typeface="Aptos"/>
              </ns1:defRPr>
            </ns1:lvl5pPr>
            <ns1:lvl6pPr algn="l">
              <ns1:defRPr sz="1725" b="1">
                <ns1:solidFill>
                  <ns1:srgbClr val="172554"/>
                </ns1:solidFill>
                <ns1:latin typeface="Aptos"/>
                <ns1:ea typeface="Aptos"/>
                <ns1:cs typeface="Aptos"/>
              </ns1:defRPr>
            </ns1:lvl6pPr>
            <ns1:lvl7pPr algn="l">
              <ns1:defRPr sz="1725" b="1">
                <ns1:solidFill>
                  <ns1:srgbClr val="172554"/>
                </ns1:solidFill>
                <ns1:latin typeface="Aptos"/>
                <ns1:ea typeface="Aptos"/>
                <ns1:cs typeface="Aptos"/>
              </ns1:defRPr>
            </ns1:lvl7pPr>
            <ns1:lvl8pPr algn="l">
              <ns1:defRPr sz="1725" b="1">
                <ns1:solidFill>
                  <ns1:srgbClr val="172554"/>
                </ns1:solidFill>
                <ns1:latin typeface="Aptos"/>
                <ns1:ea typeface="Aptos"/>
                <ns1:cs typeface="Aptos"/>
              </ns1:defRPr>
            </ns1:lvl8pPr>
            <ns1:lvl9pPr algn="l">
              <ns1:defRPr sz="1725" b="1">
                <ns1:solidFill>
                  <ns1:srgbClr val="172554"/>
                </ns1:solidFill>
                <ns1:latin typeface="Aptos"/>
                <ns1:ea typeface="Aptos"/>
                <ns1:cs typeface="Aptos"/>
              </ns1:defRPr>
            </ns1:lvl9pPr>
          </ns1:lstStyle>
          <ns1:p>
            <ns1:pPr algn="l">
              <ns1:defRPr sz="1725" b="1">
                <ns1:solidFill>
                  <ns1:srgbClr val="172554"/>
                </ns1:solidFill>
                <ns1:latin typeface="Aptos"/>
                <ns1:ea typeface="Aptos"/>
                <ns1:cs typeface="Aptos"/>
              </ns1:defRPr>
            </ns1:pPr>
            <ns1:r>
              <ns1:rPr sz="1725" b="1">
                <ns1:solidFill>
                  <ns1:srgbClr val="172554"/>
                </ns1:solidFill>
                <ns1:latin typeface="Aptos"/>
                <ns1:ea typeface="Aptos"/>
                <ns1:cs typeface="Aptos"/>
              </ns1:rPr>
              <ns1:t>Dos claves relacionadas</ns1:t>
            </ns1:r>
          </ns1:p>
        </ns0:txBody>
      </ns0:sp>
      <ns0:sp>
        <ns0:nvSpPr>
          <ns0:cNvPr id="30" name="">
            <ns1:extLst>
              <ns1:ext uri="{FF2B5EF4-FFF2-40B4-BE49-F238E27FC236}">
                <ns2:creationId id="{5D9239A0-D36B-4156-A78D-8C824360E5E2}"/>
              </ns1:ext>
            </ns1:extLst>
          </ns0:cNvPr>
          <ns0:cNvSpPr>
            <ns1:spLocks noGrp="1"/>
          </ns0:cNvSpPr>
          <ns0:nvPr/>
        </ns0:nvSpPr>
        <ns0:spPr>
          <ns1:xfrm>
            <ns1:off x="6619875" y="3181350"/>
            <ns1:ext cx="1285875" cy="1000125"/>
          </ns1:xfrm>
          <ns1:prstGeom prst="roundRect">
            <ns1:avLst>
              <ns1:gd name="adj" fmla="val 7619"/>
            </ns1:avLst>
          </ns1:prstGeom>
          <ns1:solidFill>
            <ns1:srgbClr val="E8EDFF"/>
          </ns1:solidFill>
          <ns1:ln w="9525">
            <ns1:solidFill>
              <ns1:srgbClr val="DCE3ED"/>
            </ns1:solidFill>
            <ns1:prstDash val="solid"/>
          </ns1:ln>
        </ns0:spPr>
      </ns0:sp>
      <ns0:sp>
        <ns0:nvSpPr>
          <ns0:cNvPr id="31" name="">
            <ns1:extLst>
              <ns1:ext uri="{FF2B5EF4-FFF2-40B4-BE49-F238E27FC236}">
                <ns2:creationId id="{BB1CECA5-FD16-4829-80AB-3BCBF1C606A5}"/>
              </ns1:ext>
            </ns1:extLst>
          </ns0:cNvPr>
          <ns0:cNvSpPr>
            <ns1:spLocks noGrp="1"/>
          </ns0:cNvSpPr>
          <ns0:nvPr/>
        </ns0:nvSpPr>
        <ns0:spPr>
          <ns1:xfrm>
            <ns1:off x="6619875" y="3181350"/>
            <ns1:ext cx="76200" cy="1000125"/>
          </ns1:xfrm>
          <ns1:prstGeom prst="roundRect">
            <ns1:avLst>
              <ns1:gd name="adj" fmla="val 50000"/>
            </ns1:avLst>
          </ns1:prstGeom>
          <ns1:solidFill>
            <ns1:srgbClr val="2846A0"/>
          </ns1:solidFill>
          <ns1:ln w="0">
            <ns1:noFill/>
            <ns1:prstDash val="solid"/>
          </ns1:ln>
        </ns0:spPr>
      </ns0:sp>
      <ns0:sp>
        <ns0:nvSpPr>
          <ns0:cNvPr id="32" name="">
            <ns1:extLst>
              <ns1:ext uri="{FF2B5EF4-FFF2-40B4-BE49-F238E27FC236}">
                <ns2:creationId id="{70BE0D93-E87E-4F0D-B8AE-564BA510D53D}"/>
              </ns1:ext>
            </ns1:extLst>
          </ns0:cNvPr>
          <ns0:cNvSpPr>
            <ns1:spLocks noGrp="1"/>
          </ns0:cNvSpPr>
          <ns0:nvPr/>
        </ns0:nvSpPr>
        <ns0:spPr>
          <ns1:xfrm>
            <ns1:off x="6829425" y="3314700"/>
            <ns1:ext cx="923925"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2846A0"/>
                </ns1:solidFill>
                <ns1:latin typeface="Aptos"/>
                <ns1:ea typeface="Aptos"/>
                <ns1:cs typeface="Aptos"/>
              </ns1:defRPr>
            </ns1:defPPr>
            <ns1:lvl1pPr algn="l">
              <ns1:defRPr sz="1500" b="1">
                <ns1:solidFill>
                  <ns1:srgbClr val="2846A0"/>
                </ns1:solidFill>
                <ns1:latin typeface="Aptos"/>
                <ns1:ea typeface="Aptos"/>
                <ns1:cs typeface="Aptos"/>
              </ns1:defRPr>
            </ns1:lvl1pPr>
            <ns1:lvl2pPr algn="l">
              <ns1:defRPr sz="1500" b="1">
                <ns1:solidFill>
                  <ns1:srgbClr val="2846A0"/>
                </ns1:solidFill>
                <ns1:latin typeface="Aptos"/>
                <ns1:ea typeface="Aptos"/>
                <ns1:cs typeface="Aptos"/>
              </ns1:defRPr>
            </ns1:lvl2pPr>
            <ns1:lvl3pPr algn="l">
              <ns1:defRPr sz="1500" b="1">
                <ns1:solidFill>
                  <ns1:srgbClr val="2846A0"/>
                </ns1:solidFill>
                <ns1:latin typeface="Aptos"/>
                <ns1:ea typeface="Aptos"/>
                <ns1:cs typeface="Aptos"/>
              </ns1:defRPr>
            </ns1:lvl3pPr>
            <ns1:lvl4pPr algn="l">
              <ns1:defRPr sz="1500" b="1">
                <ns1:solidFill>
                  <ns1:srgbClr val="2846A0"/>
                </ns1:solidFill>
                <ns1:latin typeface="Aptos"/>
                <ns1:ea typeface="Aptos"/>
                <ns1:cs typeface="Aptos"/>
              </ns1:defRPr>
            </ns1:lvl4pPr>
            <ns1:lvl5pPr algn="l">
              <ns1:defRPr sz="1500" b="1">
                <ns1:solidFill>
                  <ns1:srgbClr val="2846A0"/>
                </ns1:solidFill>
                <ns1:latin typeface="Aptos"/>
                <ns1:ea typeface="Aptos"/>
                <ns1:cs typeface="Aptos"/>
              </ns1:defRPr>
            </ns1:lvl5pPr>
            <ns1:lvl6pPr algn="l">
              <ns1:defRPr sz="1500" b="1">
                <ns1:solidFill>
                  <ns1:srgbClr val="2846A0"/>
                </ns1:solidFill>
                <ns1:latin typeface="Aptos"/>
                <ns1:ea typeface="Aptos"/>
                <ns1:cs typeface="Aptos"/>
              </ns1:defRPr>
            </ns1:lvl6pPr>
            <ns1:lvl7pPr algn="l">
              <ns1:defRPr sz="1500" b="1">
                <ns1:solidFill>
                  <ns1:srgbClr val="2846A0"/>
                </ns1:solidFill>
                <ns1:latin typeface="Aptos"/>
                <ns1:ea typeface="Aptos"/>
                <ns1:cs typeface="Aptos"/>
              </ns1:defRPr>
            </ns1:lvl7pPr>
            <ns1:lvl8pPr algn="l">
              <ns1:defRPr sz="1500" b="1">
                <ns1:solidFill>
                  <ns1:srgbClr val="2846A0"/>
                </ns1:solidFill>
                <ns1:latin typeface="Aptos"/>
                <ns1:ea typeface="Aptos"/>
                <ns1:cs typeface="Aptos"/>
              </ns1:defRPr>
            </ns1:lvl8pPr>
            <ns1:lvl9pPr algn="l">
              <ns1:defRPr sz="1500" b="1">
                <ns1:solidFill>
                  <ns1:srgbClr val="2846A0"/>
                </ns1:solidFill>
                <ns1:latin typeface="Aptos"/>
                <ns1:ea typeface="Aptos"/>
                <ns1:cs typeface="Aptos"/>
              </ns1:defRPr>
            </ns1:lvl9pPr>
          </ns1:lstStyle>
          <ns1:p>
            <ns1:pPr algn="l">
              <ns1:defRPr sz="1500" b="1">
                <ns1:solidFill>
                  <ns1:srgbClr val="2846A0"/>
                </ns1:solidFill>
                <ns1:latin typeface="Aptos"/>
                <ns1:ea typeface="Aptos"/>
                <ns1:cs typeface="Aptos"/>
              </ns1:defRPr>
            </ns1:pPr>
            <ns1:r>
              <ns1:rPr sz="1500" b="1">
                <ns1:solidFill>
                  <ns1:srgbClr val="2846A0"/>
                </ns1:solidFill>
                <ns1:latin typeface="Aptos"/>
                <ns1:ea typeface="Aptos"/>
                <ns1:cs typeface="Aptos"/>
              </ns1:rPr>
              <ns1:t>Emisor</ns1:t>
            </ns1:r>
          </ns1:p>
        </ns0:txBody>
      </ns0:sp>
      <ns0:sp>
        <ns0:nvSpPr>
          <ns0:cNvPr id="33" name="">
            <ns1:extLst>
              <ns1:ext uri="{FF2B5EF4-FFF2-40B4-BE49-F238E27FC236}">
                <ns2:creationId id="{1BF8BC73-2B4A-46C9-A6DA-E7018FAC61F1}"/>
              </ns1:ext>
            </ns1:extLst>
          </ns0:cNvPr>
          <ns0:cNvSpPr>
            <ns1:spLocks noGrp="1"/>
          </ns0:cNvSpPr>
          <ns0:nvPr/>
        </ns0:nvSpPr>
        <ns0:spPr>
          <ns1:xfrm>
            <ns1:off x="6829425" y="3638550"/>
            <ns1:ext cx="923925" cy="46672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La privada firma</ns1:t>
            </ns1:r>
          </ns1:p>
        </ns0:txBody>
      </ns0:sp>
      <ns0:sp>
        <ns0:nvSpPr>
          <ns0:cNvPr id="34" name="">
            <ns1:extLst>
              <ns1:ext uri="{FF2B5EF4-FFF2-40B4-BE49-F238E27FC236}">
                <ns2:creationId id="{FDA19A1B-580E-42DD-B9DB-D515CFDEED66}"/>
              </ns1:ext>
            </ns1:extLst>
          </ns0:cNvPr>
          <ns0:cNvSpPr>
            <ns1:spLocks noGrp="1"/>
          </ns0:cNvSpPr>
          <ns0:nvPr/>
        </ns0:nvSpPr>
        <ns0:spPr>
          <ns1:xfrm>
            <ns1:off x="7924800" y="3543300"/>
            <ns1:ext cx="400050" cy="266700"/>
          </ns1:xfrm>
          <ns1:prstGeom prst="rightArrow">
            <ns1:avLst/>
          </ns1:prstGeom>
          <ns1:solidFill>
            <ns1:srgbClr val="22B8A8"/>
          </ns1:solidFill>
          <ns1:ln w="0">
            <ns1:noFill/>
            <ns1:prstDash val="solid"/>
          </ns1:ln>
        </ns0:spPr>
      </ns0:sp>
      <ns0:sp>
        <ns0:nvSpPr>
          <ns0:cNvPr id="35" name="">
            <ns1:extLst>
              <ns1:ext uri="{FF2B5EF4-FFF2-40B4-BE49-F238E27FC236}">
                <ns2:creationId id="{882C0E75-92C5-40B5-BCBE-670BA1F2B1A8}"/>
              </ns1:ext>
            </ns1:extLst>
          </ns0:cNvPr>
          <ns0:cNvSpPr>
            <ns1:spLocks noGrp="1"/>
          </ns0:cNvSpPr>
          <ns0:nvPr/>
        </ns0:nvSpPr>
        <ns0:spPr>
          <ns1:xfrm>
            <ns1:off x="8362950" y="3181350"/>
            <ns1:ext cx="1285875" cy="1000125"/>
          </ns1:xfrm>
          <ns1:prstGeom prst="roundRect">
            <ns1:avLst>
              <ns1:gd name="adj" fmla="val 7619"/>
            </ns1:avLst>
          </ns1:prstGeom>
          <ns1:solidFill>
            <ns1:srgbClr val="D9F5F0"/>
          </ns1:solidFill>
          <ns1:ln w="9525">
            <ns1:solidFill>
              <ns1:srgbClr val="DCE3ED"/>
            </ns1:solidFill>
            <ns1:prstDash val="solid"/>
          </ns1:ln>
        </ns0:spPr>
      </ns0:sp>
      <ns0:sp>
        <ns0:nvSpPr>
          <ns0:cNvPr id="36" name="">
            <ns1:extLst>
              <ns1:ext uri="{FF2B5EF4-FFF2-40B4-BE49-F238E27FC236}">
                <ns2:creationId id="{81750128-6AA2-427F-8C07-091FA61444B4}"/>
              </ns1:ext>
            </ns1:extLst>
          </ns0:cNvPr>
          <ns0:cNvSpPr>
            <ns1:spLocks noGrp="1"/>
          </ns0:cNvSpPr>
          <ns0:nvPr/>
        </ns0:nvSpPr>
        <ns0:spPr>
          <ns1:xfrm>
            <ns1:off x="8362950" y="3181350"/>
            <ns1:ext cx="76200" cy="1000125"/>
          </ns1:xfrm>
          <ns1:prstGeom prst="roundRect">
            <ns1:avLst>
              <ns1:gd name="adj" fmla="val 50000"/>
            </ns1:avLst>
          </ns1:prstGeom>
          <ns1:solidFill>
            <ns1:srgbClr val="22B8A8"/>
          </ns1:solidFill>
          <ns1:ln w="0">
            <ns1:noFill/>
            <ns1:prstDash val="solid"/>
          </ns1:ln>
        </ns0:spPr>
      </ns0:sp>
      <ns0:sp>
        <ns0:nvSpPr>
          <ns0:cNvPr id="37" name="">
            <ns1:extLst>
              <ns1:ext uri="{FF2B5EF4-FFF2-40B4-BE49-F238E27FC236}">
                <ns2:creationId id="{1FE6DF71-AA7B-486C-A0DD-897C0975AB51}"/>
              </ns1:ext>
            </ns1:extLst>
          </ns0:cNvPr>
          <ns0:cNvSpPr>
            <ns1:spLocks noGrp="1"/>
          </ns0:cNvSpPr>
          <ns0:nvPr/>
        </ns0:nvSpPr>
        <ns0:spPr>
          <ns1:xfrm>
            <ns1:off x="8572500" y="3314700"/>
            <ns1:ext cx="923925"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22B8A8"/>
                </ns1:solidFill>
                <ns1:latin typeface="Aptos"/>
                <ns1:ea typeface="Aptos"/>
                <ns1:cs typeface="Aptos"/>
              </ns1:defRPr>
            </ns1:defPPr>
            <ns1:lvl1pPr algn="l">
              <ns1:defRPr sz="1500" b="1">
                <ns1:solidFill>
                  <ns1:srgbClr val="22B8A8"/>
                </ns1:solidFill>
                <ns1:latin typeface="Aptos"/>
                <ns1:ea typeface="Aptos"/>
                <ns1:cs typeface="Aptos"/>
              </ns1:defRPr>
            </ns1:lvl1pPr>
            <ns1:lvl2pPr algn="l">
              <ns1:defRPr sz="1500" b="1">
                <ns1:solidFill>
                  <ns1:srgbClr val="22B8A8"/>
                </ns1:solidFill>
                <ns1:latin typeface="Aptos"/>
                <ns1:ea typeface="Aptos"/>
                <ns1:cs typeface="Aptos"/>
              </ns1:defRPr>
            </ns1:lvl2pPr>
            <ns1:lvl3pPr algn="l">
              <ns1:defRPr sz="1500" b="1">
                <ns1:solidFill>
                  <ns1:srgbClr val="22B8A8"/>
                </ns1:solidFill>
                <ns1:latin typeface="Aptos"/>
                <ns1:ea typeface="Aptos"/>
                <ns1:cs typeface="Aptos"/>
              </ns1:defRPr>
            </ns1:lvl3pPr>
            <ns1:lvl4pPr algn="l">
              <ns1:defRPr sz="1500" b="1">
                <ns1:solidFill>
                  <ns1:srgbClr val="22B8A8"/>
                </ns1:solidFill>
                <ns1:latin typeface="Aptos"/>
                <ns1:ea typeface="Aptos"/>
                <ns1:cs typeface="Aptos"/>
              </ns1:defRPr>
            </ns1:lvl4pPr>
            <ns1:lvl5pPr algn="l">
              <ns1:defRPr sz="1500" b="1">
                <ns1:solidFill>
                  <ns1:srgbClr val="22B8A8"/>
                </ns1:solidFill>
                <ns1:latin typeface="Aptos"/>
                <ns1:ea typeface="Aptos"/>
                <ns1:cs typeface="Aptos"/>
              </ns1:defRPr>
            </ns1:lvl5pPr>
            <ns1:lvl6pPr algn="l">
              <ns1:defRPr sz="1500" b="1">
                <ns1:solidFill>
                  <ns1:srgbClr val="22B8A8"/>
                </ns1:solidFill>
                <ns1:latin typeface="Aptos"/>
                <ns1:ea typeface="Aptos"/>
                <ns1:cs typeface="Aptos"/>
              </ns1:defRPr>
            </ns1:lvl6pPr>
            <ns1:lvl7pPr algn="l">
              <ns1:defRPr sz="1500" b="1">
                <ns1:solidFill>
                  <ns1:srgbClr val="22B8A8"/>
                </ns1:solidFill>
                <ns1:latin typeface="Aptos"/>
                <ns1:ea typeface="Aptos"/>
                <ns1:cs typeface="Aptos"/>
              </ns1:defRPr>
            </ns1:lvl7pPr>
            <ns1:lvl8pPr algn="l">
              <ns1:defRPr sz="1500" b="1">
                <ns1:solidFill>
                  <ns1:srgbClr val="22B8A8"/>
                </ns1:solidFill>
                <ns1:latin typeface="Aptos"/>
                <ns1:ea typeface="Aptos"/>
                <ns1:cs typeface="Aptos"/>
              </ns1:defRPr>
            </ns1:lvl8pPr>
            <ns1:lvl9pPr algn="l">
              <ns1:defRPr sz="1500" b="1">
                <ns1:solidFill>
                  <ns1:srgbClr val="22B8A8"/>
                </ns1:solidFill>
                <ns1:latin typeface="Aptos"/>
                <ns1:ea typeface="Aptos"/>
                <ns1:cs typeface="Aptos"/>
              </ns1:defRPr>
            </ns1:lvl9pPr>
          </ns1:lstStyle>
          <ns1:p>
            <ns1:pPr algn="l">
              <ns1:defRPr sz="1500" b="1">
                <ns1:solidFill>
                  <ns1:srgbClr val="22B8A8"/>
                </ns1:solidFill>
                <ns1:latin typeface="Aptos"/>
                <ns1:ea typeface="Aptos"/>
                <ns1:cs typeface="Aptos"/>
              </ns1:defRPr>
            </ns1:pPr>
            <ns1:r>
              <ns1:rPr sz="1500" b="1">
                <ns1:solidFill>
                  <ns1:srgbClr val="22B8A8"/>
                </ns1:solidFill>
                <ns1:latin typeface="Aptos"/>
                <ns1:ea typeface="Aptos"/>
                <ns1:cs typeface="Aptos"/>
              </ns1:rPr>
              <ns1:t>Resultado</ns1:t>
            </ns1:r>
          </ns1:p>
        </ns0:txBody>
      </ns0:sp>
      <ns0:sp>
        <ns0:nvSpPr>
          <ns0:cNvPr id="38" name="">
            <ns1:extLst>
              <ns1:ext uri="{FF2B5EF4-FFF2-40B4-BE49-F238E27FC236}">
                <ns2:creationId id="{80123717-9451-4B1F-BADF-1DF70DC3EFA3}"/>
              </ns1:ext>
            </ns1:extLst>
          </ns0:cNvPr>
          <ns0:cNvSpPr>
            <ns1:spLocks noGrp="1"/>
          </ns0:cNvSpPr>
          <ns0:nvPr/>
        </ns0:nvSpPr>
        <ns0:spPr>
          <ns1:xfrm>
            <ns1:off x="8572500" y="3638550"/>
            <ns1:ext cx="923925" cy="46672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Datos + firma</ns1:t>
            </ns1:r>
          </ns1:p>
        </ns0:txBody>
      </ns0:sp>
      <ns0:sp>
        <ns0:nvSpPr>
          <ns0:cNvPr id="39" name="">
            <ns1:extLst>
              <ns1:ext uri="{FF2B5EF4-FFF2-40B4-BE49-F238E27FC236}">
                <ns2:creationId id="{46F4F46F-DD45-4DEF-8DE8-380441D8DF30}"/>
              </ns1:ext>
            </ns1:extLst>
          </ns0:cNvPr>
          <ns0:cNvSpPr>
            <ns1:spLocks noGrp="1"/>
          </ns0:cNvSpPr>
          <ns0:nvPr/>
        </ns0:nvSpPr>
        <ns0:spPr>
          <ns1:xfrm>
            <ns1:off x="9677400" y="3543300"/>
            <ns1:ext cx="400050" cy="266700"/>
          </ns1:xfrm>
          <ns1:prstGeom prst="rightArrow">
            <ns1:avLst/>
          </ns1:prstGeom>
          <ns1:solidFill>
            <ns1:srgbClr val="22B8A8"/>
          </ns1:solidFill>
          <ns1:ln w="0">
            <ns1:noFill/>
            <ns1:prstDash val="solid"/>
          </ns1:ln>
        </ns0:spPr>
      </ns0:sp>
      <ns0:sp>
        <ns0:nvSpPr>
          <ns0:cNvPr id="40" name="">
            <ns1:extLst>
              <ns1:ext uri="{FF2B5EF4-FFF2-40B4-BE49-F238E27FC236}">
                <ns2:creationId id="{7EE99902-186E-482D-850F-2FBF3046238F}"/>
              </ns1:ext>
            </ns1:extLst>
          </ns0:cNvPr>
          <ns0:cNvSpPr>
            <ns1:spLocks noGrp="1"/>
          </ns0:cNvSpPr>
          <ns0:nvPr/>
        </ns0:nvSpPr>
        <ns0:spPr>
          <ns1:xfrm>
            <ns1:off x="10115550" y="3181350"/>
            <ns1:ext cx="1285875" cy="1000125"/>
          </ns1:xfrm>
          <ns1:prstGeom prst="roundRect">
            <ns1:avLst>
              <ns1:gd name="adj" fmla="val 7619"/>
            </ns1:avLst>
          </ns1:prstGeom>
          <ns1:solidFill>
            <ns1:srgbClr val="D9F5F0"/>
          </ns1:solidFill>
          <ns1:ln w="9525">
            <ns1:solidFill>
              <ns1:srgbClr val="DCE3ED"/>
            </ns1:solidFill>
            <ns1:prstDash val="solid"/>
          </ns1:ln>
        </ns0:spPr>
      </ns0:sp>
      <ns0:sp>
        <ns0:nvSpPr>
          <ns0:cNvPr id="41" name="">
            <ns1:extLst>
              <ns1:ext uri="{FF2B5EF4-FFF2-40B4-BE49-F238E27FC236}">
                <ns2:creationId id="{731EF34E-3AD5-44B4-B4C7-99AB6472D720}"/>
              </ns1:ext>
            </ns1:extLst>
          </ns0:cNvPr>
          <ns0:cNvSpPr>
            <ns1:spLocks noGrp="1"/>
          </ns0:cNvSpPr>
          <ns0:nvPr/>
        </ns0:nvSpPr>
        <ns0:spPr>
          <ns1:xfrm>
            <ns1:off x="10115550" y="3181350"/>
            <ns1:ext cx="76200" cy="1000125"/>
          </ns1:xfrm>
          <ns1:prstGeom prst="roundRect">
            <ns1:avLst>
              <ns1:gd name="adj" fmla="val 50000"/>
            </ns1:avLst>
          </ns1:prstGeom>
          <ns1:solidFill>
            <ns1:srgbClr val="23836E"/>
          </ns1:solidFill>
          <ns1:ln w="0">
            <ns1:noFill/>
            <ns1:prstDash val="solid"/>
          </ns1:ln>
        </ns0:spPr>
      </ns0:sp>
      <ns0:sp>
        <ns0:nvSpPr>
          <ns0:cNvPr id="42" name="">
            <ns1:extLst>
              <ns1:ext uri="{FF2B5EF4-FFF2-40B4-BE49-F238E27FC236}">
                <ns2:creationId id="{5594C236-1828-4F48-BD6B-EC5CB3CD7B84}"/>
              </ns1:ext>
            </ns1:extLst>
          </ns0:cNvPr>
          <ns0:cNvSpPr>
            <ns1:spLocks noGrp="1"/>
          </ns0:cNvSpPr>
          <ns0:nvPr/>
        </ns0:nvSpPr>
        <ns0:spPr>
          <ns1:xfrm>
            <ns1:off x="10325100" y="3314700"/>
            <ns1:ext cx="923925" cy="276225"/>
          </ns1:xfrm>
          <ns1:prstGeom prst="rect">
            <ns1:avLst/>
          </ns1:prstGeom>
          <ns1:noFill/>
          <ns1:ln w="0">
            <ns1:noFill/>
            <ns1:prstDash val="solid"/>
          </ns1:ln>
        </ns0:spPr>
        <ns0:txBody>
          <ns1:bodyPr lIns="0" tIns="0" rIns="0" bIns="0" anchor="ctr">
            <ns1:normAutofit fontScale="93587"/>
          </ns1:bodyPr>
          <ns1:lstStyle>
            <ns1:defPPr algn="l">
              <ns1:defRPr sz="1500" b="1">
                <ns1:solidFill>
                  <ns1:srgbClr val="23836E"/>
                </ns1:solidFill>
                <ns1:latin typeface="Aptos"/>
                <ns1:ea typeface="Aptos"/>
                <ns1:cs typeface="Aptos"/>
              </ns1:defRPr>
            </ns1:defPPr>
            <ns1:lvl1pPr algn="l">
              <ns1:defRPr sz="1500" b="1">
                <ns1:solidFill>
                  <ns1:srgbClr val="23836E"/>
                </ns1:solidFill>
                <ns1:latin typeface="Aptos"/>
                <ns1:ea typeface="Aptos"/>
                <ns1:cs typeface="Aptos"/>
              </ns1:defRPr>
            </ns1:lvl1pPr>
            <ns1:lvl2pPr algn="l">
              <ns1:defRPr sz="1500" b="1">
                <ns1:solidFill>
                  <ns1:srgbClr val="23836E"/>
                </ns1:solidFill>
                <ns1:latin typeface="Aptos"/>
                <ns1:ea typeface="Aptos"/>
                <ns1:cs typeface="Aptos"/>
              </ns1:defRPr>
            </ns1:lvl2pPr>
            <ns1:lvl3pPr algn="l">
              <ns1:defRPr sz="1500" b="1">
                <ns1:solidFill>
                  <ns1:srgbClr val="23836E"/>
                </ns1:solidFill>
                <ns1:latin typeface="Aptos"/>
                <ns1:ea typeface="Aptos"/>
                <ns1:cs typeface="Aptos"/>
              </ns1:defRPr>
            </ns1:lvl3pPr>
            <ns1:lvl4pPr algn="l">
              <ns1:defRPr sz="1500" b="1">
                <ns1:solidFill>
                  <ns1:srgbClr val="23836E"/>
                </ns1:solidFill>
                <ns1:latin typeface="Aptos"/>
                <ns1:ea typeface="Aptos"/>
                <ns1:cs typeface="Aptos"/>
              </ns1:defRPr>
            </ns1:lvl4pPr>
            <ns1:lvl5pPr algn="l">
              <ns1:defRPr sz="1500" b="1">
                <ns1:solidFill>
                  <ns1:srgbClr val="23836E"/>
                </ns1:solidFill>
                <ns1:latin typeface="Aptos"/>
                <ns1:ea typeface="Aptos"/>
                <ns1:cs typeface="Aptos"/>
              </ns1:defRPr>
            </ns1:lvl5pPr>
            <ns1:lvl6pPr algn="l">
              <ns1:defRPr sz="1500" b="1">
                <ns1:solidFill>
                  <ns1:srgbClr val="23836E"/>
                </ns1:solidFill>
                <ns1:latin typeface="Aptos"/>
                <ns1:ea typeface="Aptos"/>
                <ns1:cs typeface="Aptos"/>
              </ns1:defRPr>
            </ns1:lvl6pPr>
            <ns1:lvl7pPr algn="l">
              <ns1:defRPr sz="1500" b="1">
                <ns1:solidFill>
                  <ns1:srgbClr val="23836E"/>
                </ns1:solidFill>
                <ns1:latin typeface="Aptos"/>
                <ns1:ea typeface="Aptos"/>
                <ns1:cs typeface="Aptos"/>
              </ns1:defRPr>
            </ns1:lvl7pPr>
            <ns1:lvl8pPr algn="l">
              <ns1:defRPr sz="1500" b="1">
                <ns1:solidFill>
                  <ns1:srgbClr val="23836E"/>
                </ns1:solidFill>
                <ns1:latin typeface="Aptos"/>
                <ns1:ea typeface="Aptos"/>
                <ns1:cs typeface="Aptos"/>
              </ns1:defRPr>
            </ns1:lvl8pPr>
            <ns1:lvl9pPr algn="l">
              <ns1:defRPr sz="1500" b="1">
                <ns1:solidFill>
                  <ns1:srgbClr val="23836E"/>
                </ns1:solidFill>
                <ns1:latin typeface="Aptos"/>
                <ns1:ea typeface="Aptos"/>
                <ns1:cs typeface="Aptos"/>
              </ns1:defRPr>
            </ns1:lvl9pPr>
          </ns1:lstStyle>
          <ns1:p>
            <ns1:pPr algn="l">
              <ns1:defRPr sz="1500" b="1">
                <ns1:solidFill>
                  <ns1:srgbClr val="23836E"/>
                </ns1:solidFill>
                <ns1:latin typeface="Aptos"/>
                <ns1:ea typeface="Aptos"/>
                <ns1:cs typeface="Aptos"/>
              </ns1:defRPr>
            </ns1:pPr>
            <ns1:r>
              <ns1:rPr sz="1500" b="1">
                <ns1:solidFill>
                  <ns1:srgbClr val="23836E"/>
                </ns1:solidFill>
                <ns1:latin typeface="Aptos"/>
                <ns1:ea typeface="Aptos"/>
                <ns1:cs typeface="Aptos"/>
              </ns1:rPr>
              <ns1:t>Quien recibe</ns1:t>
            </ns1:r>
          </ns1:p>
        </ns0:txBody>
      </ns0:sp>
      <ns0:sp>
        <ns0:nvSpPr>
          <ns0:cNvPr id="43" name="">
            <ns1:extLst>
              <ns1:ext uri="{FF2B5EF4-FFF2-40B4-BE49-F238E27FC236}">
                <ns2:creationId id="{AC3764AE-8121-417B-A4C7-D15D43E0134D}"/>
              </ns1:ext>
            </ns1:extLst>
          </ns0:cNvPr>
          <ns0:cNvSpPr>
            <ns1:spLocks noGrp="1"/>
          </ns0:cNvSpPr>
          <ns0:nvPr/>
        </ns0:nvSpPr>
        <ns0:spPr>
          <ns1:xfrm>
            <ns1:off x="10325100" y="3638550"/>
            <ns1:ext cx="923925" cy="46672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La pública comprueba</ns1:t>
            </ns1:r>
          </ns1:p>
        </ns0:txBody>
      </ns0:sp>
      <ns0:sp>
        <ns0:nvSpPr>
          <ns0:cNvPr id="44" name="">
            <ns1:extLst>
              <ns1:ext uri="{FF2B5EF4-FFF2-40B4-BE49-F238E27FC236}">
                <ns2:creationId id="{AF2349CA-CD1A-4B34-A8D7-00E72DE50DC1}"/>
              </ns1:ext>
            </ns1:extLst>
          </ns0:cNvPr>
          <ns0:cNvSpPr>
            <ns1:spLocks noGrp="1"/>
          </ns0:cNvSpPr>
          <ns0:nvPr/>
        </ns0:nvSpPr>
        <ns0:spPr>
          <ns1:xfrm>
            <ns1:off x="1619250" y="5410200"/>
            <ns1:ext cx="8953500" cy="590550"/>
          </ns1:xfrm>
          <ns1:prstGeom prst="roundRect">
            <ns1:avLst>
              <ns1:gd name="adj" fmla="val 12903"/>
            </ns1:avLst>
          </ns1:prstGeom>
          <ns1:solidFill>
            <ns1:srgbClr val="FFF2D8"/>
          </ns1:solidFill>
          <ns1:ln w="0">
            <ns1:noFill/>
            <ns1:prstDash val="solid"/>
          </ns1:ln>
        </ns0:spPr>
      </ns0:sp>
      <ns0:sp>
        <ns0:nvSpPr>
          <ns0:cNvPr id="45" name="">
            <ns1:extLst>
              <ns1:ext uri="{FF2B5EF4-FFF2-40B4-BE49-F238E27FC236}">
                <ns2:creationId id="{58802E48-2FA7-4C94-AA7F-A532687E91C2}"/>
              </ns1:ext>
            </ns1:extLst>
          </ns0:cNvPr>
          <ns0:cNvSpPr>
            <ns1:spLocks noGrp="1"/>
          </ns0:cNvSpPr>
          <ns0:nvPr/>
        </ns0:nvSpPr>
        <ns0:spPr>
          <ns1:xfrm>
            <ns1:off x="1885950" y="5524500"/>
            <ns1:ext cx="8420100" cy="34290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775109"/>
                </ns1:solidFill>
                <ns1:latin typeface="Aptos"/>
                <ns1:ea typeface="Aptos"/>
                <ns1:cs typeface="Aptos"/>
              </ns1:defRPr>
            </ns1:defPPr>
            <ns1:lvl1pPr algn="ctr">
              <ns1:defRPr sz="1425" b="1">
                <ns1:solidFill>
                  <ns1:srgbClr val="775109"/>
                </ns1:solidFill>
                <ns1:latin typeface="Aptos"/>
                <ns1:ea typeface="Aptos"/>
                <ns1:cs typeface="Aptos"/>
              </ns1:defRPr>
            </ns1:lvl1pPr>
            <ns1:lvl2pPr algn="ctr">
              <ns1:defRPr sz="1425" b="1">
                <ns1:solidFill>
                  <ns1:srgbClr val="775109"/>
                </ns1:solidFill>
                <ns1:latin typeface="Aptos"/>
                <ns1:ea typeface="Aptos"/>
                <ns1:cs typeface="Aptos"/>
              </ns1:defRPr>
            </ns1:lvl2pPr>
            <ns1:lvl3pPr algn="ctr">
              <ns1:defRPr sz="1425" b="1">
                <ns1:solidFill>
                  <ns1:srgbClr val="775109"/>
                </ns1:solidFill>
                <ns1:latin typeface="Aptos"/>
                <ns1:ea typeface="Aptos"/>
                <ns1:cs typeface="Aptos"/>
              </ns1:defRPr>
            </ns1:lvl3pPr>
            <ns1:lvl4pPr algn="ctr">
              <ns1:defRPr sz="1425" b="1">
                <ns1:solidFill>
                  <ns1:srgbClr val="775109"/>
                </ns1:solidFill>
                <ns1:latin typeface="Aptos"/>
                <ns1:ea typeface="Aptos"/>
                <ns1:cs typeface="Aptos"/>
              </ns1:defRPr>
            </ns1:lvl4pPr>
            <ns1:lvl5pPr algn="ctr">
              <ns1:defRPr sz="1425" b="1">
                <ns1:solidFill>
                  <ns1:srgbClr val="775109"/>
                </ns1:solidFill>
                <ns1:latin typeface="Aptos"/>
                <ns1:ea typeface="Aptos"/>
                <ns1:cs typeface="Aptos"/>
              </ns1:defRPr>
            </ns1:lvl5pPr>
            <ns1:lvl6pPr algn="ctr">
              <ns1:defRPr sz="1425" b="1">
                <ns1:solidFill>
                  <ns1:srgbClr val="775109"/>
                </ns1:solidFill>
                <ns1:latin typeface="Aptos"/>
                <ns1:ea typeface="Aptos"/>
                <ns1:cs typeface="Aptos"/>
              </ns1:defRPr>
            </ns1:lvl6pPr>
            <ns1:lvl7pPr algn="ctr">
              <ns1:defRPr sz="1425" b="1">
                <ns1:solidFill>
                  <ns1:srgbClr val="775109"/>
                </ns1:solidFill>
                <ns1:latin typeface="Aptos"/>
                <ns1:ea typeface="Aptos"/>
                <ns1:cs typeface="Aptos"/>
              </ns1:defRPr>
            </ns1:lvl7pPr>
            <ns1:lvl8pPr algn="ctr">
              <ns1:defRPr sz="1425" b="1">
                <ns1:solidFill>
                  <ns1:srgbClr val="775109"/>
                </ns1:solidFill>
                <ns1:latin typeface="Aptos"/>
                <ns1:ea typeface="Aptos"/>
                <ns1:cs typeface="Aptos"/>
              </ns1:defRPr>
            </ns1:lvl8pPr>
            <ns1:lvl9pPr algn="ctr">
              <ns1:defRPr sz="1425" b="1">
                <ns1:solidFill>
                  <ns1:srgbClr val="775109"/>
                </ns1:solidFill>
                <ns1:latin typeface="Aptos"/>
                <ns1:ea typeface="Aptos"/>
                <ns1:cs typeface="Aptos"/>
              </ns1:defRPr>
            </ns1:lvl9pPr>
          </ns1:lstStyle>
          <ns1:p>
            <ns1:pPr algn="ctr">
              <ns1:defRPr sz="1425" b="1">
                <ns1:solidFill>
                  <ns1:srgbClr val="775109"/>
                </ns1:solidFill>
                <ns1:latin typeface="Aptos"/>
                <ns1:ea typeface="Aptos"/>
                <ns1:cs typeface="Aptos"/>
              </ns1:defRPr>
            </ns1:pPr>
            <ns1:r>
              <ns1:rPr sz="1425" b="1">
                <ns1:solidFill>
                  <ns1:srgbClr val="775109"/>
                </ns1:solidFill>
                <ns1:latin typeface="Aptos"/>
                <ns1:ea typeface="Aptos"/>
                <ns1:cs typeface="Aptos"/>
              </ns1:rPr>
              <ns1:t>Ed25519 sirve para firmar. La firma no esconde el contenido.</ns1:t>
            </ns1:r>
          </ns1:p>
        </ns0:txBody>
      </ns0:sp>
    </ns0:spTree>
    <ns0:extLst>
      <ns0:ext uri="{BB962C8B-B14F-4D97-AF65-F5344CB8AC3E}">
        <ns3:creationId val="1946744013"/>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31" name="">
            <ns1:extLst>
              <ns1:ext uri="{FF2B5EF4-FFF2-40B4-BE49-F238E27FC236}">
                <ns2:creationId id="{5FC88158-7D95-40EF-8069-C7560EF246A0}"/>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CRIPTOGRAFÍA DESDE CERO</ns1:t>
            </ns1:r>
          </ns1:p>
        </ns0:txBody>
      </ns0:sp>
      <ns0:sp>
        <ns0:nvSpPr>
          <ns0:cNvPr id="2" name="">
            <ns1:extLst>
              <ns1:ext uri="{FF2B5EF4-FFF2-40B4-BE49-F238E27FC236}">
                <ns2:creationId id="{40085BF4-ACDC-4F45-9921-11A33371250E}"/>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2:00</ns1:t>
            </ns1:r>
          </ns1:p>
        </ns0:txBody>
      </ns0:sp>
      <ns0:sp>
        <ns0:nvSpPr>
          <ns0:cNvPr id="3" name="">
            <ns1:extLst>
              <ns1:ext uri="{FF2B5EF4-FFF2-40B4-BE49-F238E27FC236}">
                <ns2:creationId id="{ED63E83F-6FC6-4BBA-AA36-5C7977E196DA}"/>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Cómo se crea una firma Ed25519</ns1:t>
            </ns1:r>
          </ns1:p>
        </ns0:txBody>
      </ns0:sp>
      <ns0:sp>
        <ns0:nvSpPr>
          <ns0:cNvPr id="4" name="">
            <ns1:extLst>
              <ns1:ext uri="{FF2B5EF4-FFF2-40B4-BE49-F238E27FC236}">
                <ns2:creationId id="{A1CA437C-6CEC-48D5-83C6-1ECC6CD8D637}"/>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EBCCF997-3E01-4CFA-86BB-A75CC6987D2F}"/>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F61CDBD7-32B9-4275-BFF3-261DAB12836F}"/>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06</ns1:t>
            </ns1:r>
          </ns1:p>
        </ns0:txBody>
      </ns0:sp>
      <ns0:sp>
        <ns0:nvSpPr>
          <ns0:cNvPr id="7" name="">
            <ns1:extLst>
              <ns1:ext uri="{FF2B5EF4-FFF2-40B4-BE49-F238E27FC236}">
                <ns2:creationId id="{07C63AC5-D90D-4357-916B-99DB9CC3DDF3}"/>
              </ns1:ext>
            </ns1:extLst>
          </ns0:cNvPr>
          <ns0:cNvSpPr>
            <ns1:spLocks noGrp="1"/>
          </ns0:cNvSpPr>
          <ns0:nvPr/>
        </ns0:nvSpPr>
        <ns0:spPr>
          <ns1:xfrm>
            <ns1:off x="714375" y="2000250"/>
            <ns1:ext cx="3190875" cy="1952625"/>
          </ns1:xfrm>
          <ns1:prstGeom prst="roundRect">
            <ns1:avLst>
              <ns1:gd name="adj" fmla="val 3902"/>
            </ns1:avLst>
          </ns1:prstGeom>
          <ns1:solidFill>
            <ns1:srgbClr val="FFFFFF"/>
          </ns1:solidFill>
          <ns1:ln w="9525">
            <ns1:solidFill>
              <ns1:srgbClr val="DCE3ED"/>
            </ns1:solidFill>
            <ns1:prstDash val="solid"/>
          </ns1:ln>
        </ns0:spPr>
      </ns0:sp>
      <ns0:sp>
        <ns0:nvSpPr>
          <ns0:cNvPr id="8" name="">
            <ns1:extLst>
              <ns1:ext uri="{FF2B5EF4-FFF2-40B4-BE49-F238E27FC236}">
                <ns2:creationId id="{A9CC3961-2B7D-4300-A1DC-042F4E8CB4E7}"/>
              </ns1:ext>
            </ns1:extLst>
          </ns0:cNvPr>
          <ns0:cNvSpPr>
            <ns1:spLocks noGrp="1"/>
          </ns0:cNvSpPr>
          <ns0:nvPr/>
        </ns0:nvSpPr>
        <ns0:spPr>
          <ns1:xfrm>
            <ns1:off x="942975" y="2209800"/>
            <ns1:ext cx="457200" cy="457200"/>
          </ns1:xfrm>
          <ns1:prstGeom prst="ellipse">
            <ns1:avLst/>
          </ns1:prstGeom>
          <ns1:solidFill>
            <ns1:srgbClr val="2846A0"/>
          </ns1:solidFill>
          <ns1:ln w="0">
            <ns1:noFill/>
            <ns1:prstDash val="solid"/>
          </ns1:ln>
        </ns0:spPr>
      </ns0:sp>
      <ns0:sp>
        <ns0:nvSpPr>
          <ns0:cNvPr id="9" name="">
            <ns1:extLst>
              <ns1:ext uri="{FF2B5EF4-FFF2-40B4-BE49-F238E27FC236}">
                <ns2:creationId id="{772F6638-EFC1-425C-B170-D1B33DE02031}"/>
              </ns1:ext>
            </ns1:extLst>
          </ns0:cNvPr>
          <ns0:cNvSpPr>
            <ns1:spLocks noGrp="1"/>
          </ns0:cNvSpPr>
          <ns0:nvPr/>
        </ns0:nvSpPr>
        <ns0:spPr>
          <ns1:xfrm>
            <ns1:off x="942975" y="2209800"/>
            <ns1:ext cx="457200" cy="4572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FFFFFF"/>
                </ns1:solidFill>
                <ns1:latin typeface="Aptos"/>
                <ns1:ea typeface="Aptos"/>
                <ns1:cs typeface="Aptos"/>
              </ns1:defRPr>
            </ns1:defPPr>
            <ns1:lvl1pPr algn="ctr">
              <ns1:defRPr sz="1500" b="1">
                <ns1:solidFill>
                  <ns1:srgbClr val="FFFFFF"/>
                </ns1:solidFill>
                <ns1:latin typeface="Aptos"/>
                <ns1:ea typeface="Aptos"/>
                <ns1:cs typeface="Aptos"/>
              </ns1:defRPr>
            </ns1:lvl1pPr>
            <ns1:lvl2pPr algn="ctr">
              <ns1:defRPr sz="1500" b="1">
                <ns1:solidFill>
                  <ns1:srgbClr val="FFFFFF"/>
                </ns1:solidFill>
                <ns1:latin typeface="Aptos"/>
                <ns1:ea typeface="Aptos"/>
                <ns1:cs typeface="Aptos"/>
              </ns1:defRPr>
            </ns1:lvl2pPr>
            <ns1:lvl3pPr algn="ctr">
              <ns1:defRPr sz="1500" b="1">
                <ns1:solidFill>
                  <ns1:srgbClr val="FFFFFF"/>
                </ns1:solidFill>
                <ns1:latin typeface="Aptos"/>
                <ns1:ea typeface="Aptos"/>
                <ns1:cs typeface="Aptos"/>
              </ns1:defRPr>
            </ns1:lvl3pPr>
            <ns1:lvl4pPr algn="ctr">
              <ns1:defRPr sz="1500" b="1">
                <ns1:solidFill>
                  <ns1:srgbClr val="FFFFFF"/>
                </ns1:solidFill>
                <ns1:latin typeface="Aptos"/>
                <ns1:ea typeface="Aptos"/>
                <ns1:cs typeface="Aptos"/>
              </ns1:defRPr>
            </ns1:lvl4pPr>
            <ns1:lvl5pPr algn="ctr">
              <ns1:defRPr sz="1500" b="1">
                <ns1:solidFill>
                  <ns1:srgbClr val="FFFFFF"/>
                </ns1:solidFill>
                <ns1:latin typeface="Aptos"/>
                <ns1:ea typeface="Aptos"/>
                <ns1:cs typeface="Aptos"/>
              </ns1:defRPr>
            </ns1:lvl5pPr>
            <ns1:lvl6pPr algn="ctr">
              <ns1:defRPr sz="1500" b="1">
                <ns1:solidFill>
                  <ns1:srgbClr val="FFFFFF"/>
                </ns1:solidFill>
                <ns1:latin typeface="Aptos"/>
                <ns1:ea typeface="Aptos"/>
                <ns1:cs typeface="Aptos"/>
              </ns1:defRPr>
            </ns1:lvl6pPr>
            <ns1:lvl7pPr algn="ctr">
              <ns1:defRPr sz="1500" b="1">
                <ns1:solidFill>
                  <ns1:srgbClr val="FFFFFF"/>
                </ns1:solidFill>
                <ns1:latin typeface="Aptos"/>
                <ns1:ea typeface="Aptos"/>
                <ns1:cs typeface="Aptos"/>
              </ns1:defRPr>
            </ns1:lvl7pPr>
            <ns1:lvl8pPr algn="ctr">
              <ns1:defRPr sz="1500" b="1">
                <ns1:solidFill>
                  <ns1:srgbClr val="FFFFFF"/>
                </ns1:solidFill>
                <ns1:latin typeface="Aptos"/>
                <ns1:ea typeface="Aptos"/>
                <ns1:cs typeface="Aptos"/>
              </ns1:defRPr>
            </ns1:lvl8pPr>
            <ns1:lvl9pPr algn="ctr">
              <ns1:defRPr sz="1500" b="1">
                <ns1:solidFill>
                  <ns1:srgbClr val="FFFFFF"/>
                </ns1:solidFill>
                <ns1:latin typeface="Aptos"/>
                <ns1:ea typeface="Aptos"/>
                <ns1:cs typeface="Aptos"/>
              </ns1:defRPr>
            </ns1:lvl9pPr>
          </ns1:lstStyle>
          <ns1:p>
            <ns1:pPr algn="ctr">
              <ns1:defRPr sz="1500" b="1">
                <ns1:solidFill>
                  <ns1:srgbClr val="FFFFFF"/>
                </ns1:solidFill>
                <ns1:latin typeface="Aptos"/>
                <ns1:ea typeface="Aptos"/>
                <ns1:cs typeface="Aptos"/>
              </ns1:defRPr>
            </ns1:pPr>
            <ns1:r>
              <ns1:rPr sz="1500" b="1">
                <ns1:solidFill>
                  <ns1:srgbClr val="FFFFFF"/>
                </ns1:solidFill>
                <ns1:latin typeface="Aptos"/>
                <ns1:ea typeface="Aptos"/>
                <ns1:cs typeface="Aptos"/>
              </ns1:rPr>
              <ns1:t>1</ns1:t>
            </ns1:r>
          </ns1:p>
        </ns0:txBody>
      </ns0:sp>
      <ns0:sp>
        <ns0:nvSpPr>
          <ns0:cNvPr id="10" name="">
            <ns1:extLst>
              <ns1:ext uri="{FF2B5EF4-FFF2-40B4-BE49-F238E27FC236}">
                <ns2:creationId id="{9EECA940-6A09-4F27-9135-81FA31B19EA2}"/>
              </ns1:ext>
            </ns1:extLst>
          </ns0:cNvPr>
          <ns0:cNvSpPr>
            <ns1:spLocks noGrp="1"/>
          </ns0:cNvSpPr>
          <ns0:nvPr/>
        </ns0:nvSpPr>
        <ns0:spPr>
          <ns1:xfrm>
            <ns1:off x="1552575" y="2247900"/>
            <ns1:ext cx="2095500" cy="323850"/>
          </ns1:xfrm>
          <ns1:prstGeom prst="rect">
            <ns1:avLst/>
          </ns1:prstGeom>
          <ns1:noFill/>
          <ns1:ln w="0">
            <ns1:noFill/>
            <ns1:prstDash val="solid"/>
          </ns1:ln>
        </ns0:spPr>
        <ns0:txBody>
          <ns1:bodyPr lIns="0" tIns="0" rIns="0" bIns="0" anchor="ctr">
            <ns1:normAutofit fontScale="100000"/>
          </ns1:bodyPr>
          <ns1:lstStyle>
            <ns1:defPPr algn="l">
              <ns1:defRPr sz="1650" b="1">
                <ns1:solidFill>
                  <ns1:srgbClr val="2846A0"/>
                </ns1:solidFill>
                <ns1:latin typeface="Aptos"/>
                <ns1:ea typeface="Aptos"/>
                <ns1:cs typeface="Aptos"/>
              </ns1:defRPr>
            </ns1:defPPr>
            <ns1:lvl1pPr algn="l">
              <ns1:defRPr sz="1650" b="1">
                <ns1:solidFill>
                  <ns1:srgbClr val="2846A0"/>
                </ns1:solidFill>
                <ns1:latin typeface="Aptos"/>
                <ns1:ea typeface="Aptos"/>
                <ns1:cs typeface="Aptos"/>
              </ns1:defRPr>
            </ns1:lvl1pPr>
            <ns1:lvl2pPr algn="l">
              <ns1:defRPr sz="1650" b="1">
                <ns1:solidFill>
                  <ns1:srgbClr val="2846A0"/>
                </ns1:solidFill>
                <ns1:latin typeface="Aptos"/>
                <ns1:ea typeface="Aptos"/>
                <ns1:cs typeface="Aptos"/>
              </ns1:defRPr>
            </ns1:lvl2pPr>
            <ns1:lvl3pPr algn="l">
              <ns1:defRPr sz="1650" b="1">
                <ns1:solidFill>
                  <ns1:srgbClr val="2846A0"/>
                </ns1:solidFill>
                <ns1:latin typeface="Aptos"/>
                <ns1:ea typeface="Aptos"/>
                <ns1:cs typeface="Aptos"/>
              </ns1:defRPr>
            </ns1:lvl3pPr>
            <ns1:lvl4pPr algn="l">
              <ns1:defRPr sz="1650" b="1">
                <ns1:solidFill>
                  <ns1:srgbClr val="2846A0"/>
                </ns1:solidFill>
                <ns1:latin typeface="Aptos"/>
                <ns1:ea typeface="Aptos"/>
                <ns1:cs typeface="Aptos"/>
              </ns1:defRPr>
            </ns1:lvl4pPr>
            <ns1:lvl5pPr algn="l">
              <ns1:defRPr sz="1650" b="1">
                <ns1:solidFill>
                  <ns1:srgbClr val="2846A0"/>
                </ns1:solidFill>
                <ns1:latin typeface="Aptos"/>
                <ns1:ea typeface="Aptos"/>
                <ns1:cs typeface="Aptos"/>
              </ns1:defRPr>
            </ns1:lvl5pPr>
            <ns1:lvl6pPr algn="l">
              <ns1:defRPr sz="1650" b="1">
                <ns1:solidFill>
                  <ns1:srgbClr val="2846A0"/>
                </ns1:solidFill>
                <ns1:latin typeface="Aptos"/>
                <ns1:ea typeface="Aptos"/>
                <ns1:cs typeface="Aptos"/>
              </ns1:defRPr>
            </ns1:lvl6pPr>
            <ns1:lvl7pPr algn="l">
              <ns1:defRPr sz="1650" b="1">
                <ns1:solidFill>
                  <ns1:srgbClr val="2846A0"/>
                </ns1:solidFill>
                <ns1:latin typeface="Aptos"/>
                <ns1:ea typeface="Aptos"/>
                <ns1:cs typeface="Aptos"/>
              </ns1:defRPr>
            </ns1:lvl7pPr>
            <ns1:lvl8pPr algn="l">
              <ns1:defRPr sz="1650" b="1">
                <ns1:solidFill>
                  <ns1:srgbClr val="2846A0"/>
                </ns1:solidFill>
                <ns1:latin typeface="Aptos"/>
                <ns1:ea typeface="Aptos"/>
                <ns1:cs typeface="Aptos"/>
              </ns1:defRPr>
            </ns1:lvl8pPr>
            <ns1:lvl9pPr algn="l">
              <ns1:defRPr sz="1650" b="1">
                <ns1:solidFill>
                  <ns1:srgbClr val="2846A0"/>
                </ns1:solidFill>
                <ns1:latin typeface="Aptos"/>
                <ns1:ea typeface="Aptos"/>
                <ns1:cs typeface="Aptos"/>
              </ns1:defRPr>
            </ns1:lvl9pPr>
          </ns1:lstStyle>
          <ns1:p>
            <ns1:pPr algn="l">
              <ns1:defRPr sz="1650" b="1">
                <ns1:solidFill>
                  <ns1:srgbClr val="2846A0"/>
                </ns1:solidFill>
                <ns1:latin typeface="Aptos"/>
                <ns1:ea typeface="Aptos"/>
                <ns1:cs typeface="Aptos"/>
              </ns1:defRPr>
            </ns1:pPr>
            <ns1:r>
              <ns1:rPr sz="1650" b="1">
                <ns1:solidFill>
                  <ns1:srgbClr val="2846A0"/>
                </ns1:solidFill>
                <ns1:latin typeface="Aptos"/>
                <ns1:ea typeface="Aptos"/>
                <ns1:cs typeface="Aptos"/>
              </ns1:rPr>
              <ns1:t>Preparar</ns1:t>
            </ns1:r>
          </ns1:p>
        </ns0:txBody>
      </ns0:sp>
      <ns0:sp>
        <ns0:nvSpPr>
          <ns0:cNvPr id="11" name="">
            <ns1:extLst>
              <ns1:ext uri="{FF2B5EF4-FFF2-40B4-BE49-F238E27FC236}">
                <ns2:creationId id="{212BEF28-E392-4DA9-82C9-3ED259778040}"/>
              </ns1:ext>
            </ns1:extLst>
          </ns0:cNvPr>
          <ns0:cNvSpPr>
            <ns1:spLocks noGrp="1"/>
          </ns0:cNvSpPr>
          <ns0:nvPr/>
        </ns0:nvSpPr>
        <ns0:spPr>
          <ns1:xfrm>
            <ns1:off x="942975" y="2857500"/>
            <ns1:ext cx="2714625" cy="762000"/>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536276"/>
                </ns1:solidFill>
                <ns1:latin typeface="Aptos"/>
                <ns1:ea typeface="Aptos"/>
                <ns1:cs typeface="Aptos"/>
              </ns1:defRPr>
            </ns1:defPPr>
            <ns1:lvl1pPr algn="l">
              <ns1:defRPr sz="1350" b="0">
                <ns1:solidFill>
                  <ns1:srgbClr val="536276"/>
                </ns1:solidFill>
                <ns1:latin typeface="Aptos"/>
                <ns1:ea typeface="Aptos"/>
                <ns1:cs typeface="Aptos"/>
              </ns1:defRPr>
            </ns1:lvl1pPr>
            <ns1:lvl2pPr algn="l">
              <ns1:defRPr sz="1350" b="0">
                <ns1:solidFill>
                  <ns1:srgbClr val="536276"/>
                </ns1:solidFill>
                <ns1:latin typeface="Aptos"/>
                <ns1:ea typeface="Aptos"/>
                <ns1:cs typeface="Aptos"/>
              </ns1:defRPr>
            </ns1:lvl2pPr>
            <ns1:lvl3pPr algn="l">
              <ns1:defRPr sz="1350" b="0">
                <ns1:solidFill>
                  <ns1:srgbClr val="536276"/>
                </ns1:solidFill>
                <ns1:latin typeface="Aptos"/>
                <ns1:ea typeface="Aptos"/>
                <ns1:cs typeface="Aptos"/>
              </ns1:defRPr>
            </ns1:lvl3pPr>
            <ns1:lvl4pPr algn="l">
              <ns1:defRPr sz="1350" b="0">
                <ns1:solidFill>
                  <ns1:srgbClr val="536276"/>
                </ns1:solidFill>
                <ns1:latin typeface="Aptos"/>
                <ns1:ea typeface="Aptos"/>
                <ns1:cs typeface="Aptos"/>
              </ns1:defRPr>
            </ns1:lvl4pPr>
            <ns1:lvl5pPr algn="l">
              <ns1:defRPr sz="1350" b="0">
                <ns1:solidFill>
                  <ns1:srgbClr val="536276"/>
                </ns1:solidFill>
                <ns1:latin typeface="Aptos"/>
                <ns1:ea typeface="Aptos"/>
                <ns1:cs typeface="Aptos"/>
              </ns1:defRPr>
            </ns1:lvl5pPr>
            <ns1:lvl6pPr algn="l">
              <ns1:defRPr sz="1350" b="0">
                <ns1:solidFill>
                  <ns1:srgbClr val="536276"/>
                </ns1:solidFill>
                <ns1:latin typeface="Aptos"/>
                <ns1:ea typeface="Aptos"/>
                <ns1:cs typeface="Aptos"/>
              </ns1:defRPr>
            </ns1:lvl6pPr>
            <ns1:lvl7pPr algn="l">
              <ns1:defRPr sz="1350" b="0">
                <ns1:solidFill>
                  <ns1:srgbClr val="536276"/>
                </ns1:solidFill>
                <ns1:latin typeface="Aptos"/>
                <ns1:ea typeface="Aptos"/>
                <ns1:cs typeface="Aptos"/>
              </ns1:defRPr>
            </ns1:lvl7pPr>
            <ns1:lvl8pPr algn="l">
              <ns1:defRPr sz="1350" b="0">
                <ns1:solidFill>
                  <ns1:srgbClr val="536276"/>
                </ns1:solidFill>
                <ns1:latin typeface="Aptos"/>
                <ns1:ea typeface="Aptos"/>
                <ns1:cs typeface="Aptos"/>
              </ns1:defRPr>
            </ns1:lvl8pPr>
            <ns1:lvl9pPr algn="l">
              <ns1:defRPr sz="1350" b="0">
                <ns1:solidFill>
                  <ns1:srgbClr val="536276"/>
                </ns1:solidFill>
                <ns1:latin typeface="Aptos"/>
                <ns1:ea typeface="Aptos"/>
                <ns1:cs typeface="Aptos"/>
              </ns1:defRPr>
            </ns1:lvl9pPr>
          </ns1:lstStyle>
          <ns1:p>
            <ns1:pPr algn="l">
              <ns1:defRPr sz="1350" b="0">
                <ns1:solidFill>
                  <ns1:srgbClr val="536276"/>
                </ns1:solidFill>
                <ns1:latin typeface="Aptos"/>
                <ns1:ea typeface="Aptos"/>
                <ns1:cs typeface="Aptos"/>
              </ns1:defRPr>
            </ns1:pPr>
            <ns1:r>
              <ns1:rPr sz="1350" b="0">
                <ns1:solidFill>
                  <ns1:srgbClr val="536276"/>
                </ns1:solidFill>
                <ns1:latin typeface="Aptos"/>
                <ns1:ea typeface="Aptos"/>
                <ns1:cs typeface="Aptos"/>
              </ns1:rPr>
              <ns1:t>Primero se ordenan los datos para firmar siempre el mismo contenido.</ns1:t>
            </ns1:r>
          </ns1:p>
        </ns0:txBody>
      </ns0:sp>
      <ns0:sp>
        <ns0:nvSpPr>
          <ns0:cNvPr id="12" name="">
            <ns1:extLst>
              <ns1:ext uri="{FF2B5EF4-FFF2-40B4-BE49-F238E27FC236}">
                <ns2:creationId id="{A48BCE5F-CF1A-4892-8421-DE037DA687A0}"/>
              </ns1:ext>
            </ns1:extLst>
          </ns0:cNvPr>
          <ns0:cNvSpPr>
            <ns1:spLocks noGrp="1"/>
          </ns0:cNvSpPr>
          <ns0:nvPr/>
        </ns0:nvSpPr>
        <ns0:spPr>
          <ns1:xfrm>
            <ns1:off x="3952875" y="2790825"/>
            <ns1:ext cx="428625" cy="285750"/>
          </ns1:xfrm>
          <ns1:prstGeom prst="rightArrow">
            <ns1:avLst/>
          </ns1:prstGeom>
          <ns1:solidFill>
            <ns1:srgbClr val="22B8A8"/>
          </ns1:solidFill>
          <ns1:ln w="0">
            <ns1:noFill/>
            <ns1:prstDash val="solid"/>
          </ns1:ln>
        </ns0:spPr>
      </ns0:sp>
      <ns0:sp>
        <ns0:nvSpPr>
          <ns0:cNvPr id="13" name="">
            <ns1:extLst>
              <ns1:ext uri="{FF2B5EF4-FFF2-40B4-BE49-F238E27FC236}">
                <ns2:creationId id="{E91A1736-04A6-4609-8E1A-331F0CB4FF80}"/>
              </ns1:ext>
            </ns1:extLst>
          </ns0:cNvPr>
          <ns0:cNvSpPr>
            <ns1:spLocks noGrp="1"/>
          </ns0:cNvSpPr>
          <ns0:nvPr/>
        </ns0:nvSpPr>
        <ns0:spPr>
          <ns1:xfrm>
            <ns1:off x="4476750" y="2000250"/>
            <ns1:ext cx="3190875" cy="1952625"/>
          </ns1:xfrm>
          <ns1:prstGeom prst="roundRect">
            <ns1:avLst>
              <ns1:gd name="adj" fmla="val 3902"/>
            </ns1:avLst>
          </ns1:prstGeom>
          <ns1:solidFill>
            <ns1:srgbClr val="FFFFFF"/>
          </ns1:solidFill>
          <ns1:ln w="9525">
            <ns1:solidFill>
              <ns1:srgbClr val="DCE3ED"/>
            </ns1:solidFill>
            <ns1:prstDash val="solid"/>
          </ns1:ln>
        </ns0:spPr>
      </ns0:sp>
      <ns0:sp>
        <ns0:nvSpPr>
          <ns0:cNvPr id="14" name="">
            <ns1:extLst>
              <ns1:ext uri="{FF2B5EF4-FFF2-40B4-BE49-F238E27FC236}">
                <ns2:creationId id="{5FA37BF2-631D-45D9-9AAF-FD6A47442EA9}"/>
              </ns1:ext>
            </ns1:extLst>
          </ns0:cNvPr>
          <ns0:cNvSpPr>
            <ns1:spLocks noGrp="1"/>
          </ns0:cNvSpPr>
          <ns0:nvPr/>
        </ns0:nvSpPr>
        <ns0:spPr>
          <ns1:xfrm>
            <ns1:off x="4705350" y="2209800"/>
            <ns1:ext cx="457200" cy="457200"/>
          </ns1:xfrm>
          <ns1:prstGeom prst="ellipse">
            <ns1:avLst/>
          </ns1:prstGeom>
          <ns1:solidFill>
            <ns1:srgbClr val="22B8A8"/>
          </ns1:solidFill>
          <ns1:ln w="0">
            <ns1:noFill/>
            <ns1:prstDash val="solid"/>
          </ns1:ln>
        </ns0:spPr>
      </ns0:sp>
      <ns0:sp>
        <ns0:nvSpPr>
          <ns0:cNvPr id="15" name="">
            <ns1:extLst>
              <ns1:ext uri="{FF2B5EF4-FFF2-40B4-BE49-F238E27FC236}">
                <ns2:creationId id="{0ED431D2-2197-4207-B295-7176324A680C}"/>
              </ns1:ext>
            </ns1:extLst>
          </ns0:cNvPr>
          <ns0:cNvSpPr>
            <ns1:spLocks noGrp="1"/>
          </ns0:cNvSpPr>
          <ns0:nvPr/>
        </ns0:nvSpPr>
        <ns0:spPr>
          <ns1:xfrm>
            <ns1:off x="4705350" y="2209800"/>
            <ns1:ext cx="457200" cy="4572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FFFFFF"/>
                </ns1:solidFill>
                <ns1:latin typeface="Aptos"/>
                <ns1:ea typeface="Aptos"/>
                <ns1:cs typeface="Aptos"/>
              </ns1:defRPr>
            </ns1:defPPr>
            <ns1:lvl1pPr algn="ctr">
              <ns1:defRPr sz="1500" b="1">
                <ns1:solidFill>
                  <ns1:srgbClr val="FFFFFF"/>
                </ns1:solidFill>
                <ns1:latin typeface="Aptos"/>
                <ns1:ea typeface="Aptos"/>
                <ns1:cs typeface="Aptos"/>
              </ns1:defRPr>
            </ns1:lvl1pPr>
            <ns1:lvl2pPr algn="ctr">
              <ns1:defRPr sz="1500" b="1">
                <ns1:solidFill>
                  <ns1:srgbClr val="FFFFFF"/>
                </ns1:solidFill>
                <ns1:latin typeface="Aptos"/>
                <ns1:ea typeface="Aptos"/>
                <ns1:cs typeface="Aptos"/>
              </ns1:defRPr>
            </ns1:lvl2pPr>
            <ns1:lvl3pPr algn="ctr">
              <ns1:defRPr sz="1500" b="1">
                <ns1:solidFill>
                  <ns1:srgbClr val="FFFFFF"/>
                </ns1:solidFill>
                <ns1:latin typeface="Aptos"/>
                <ns1:ea typeface="Aptos"/>
                <ns1:cs typeface="Aptos"/>
              </ns1:defRPr>
            </ns1:lvl3pPr>
            <ns1:lvl4pPr algn="ctr">
              <ns1:defRPr sz="1500" b="1">
                <ns1:solidFill>
                  <ns1:srgbClr val="FFFFFF"/>
                </ns1:solidFill>
                <ns1:latin typeface="Aptos"/>
                <ns1:ea typeface="Aptos"/>
                <ns1:cs typeface="Aptos"/>
              </ns1:defRPr>
            </ns1:lvl4pPr>
            <ns1:lvl5pPr algn="ctr">
              <ns1:defRPr sz="1500" b="1">
                <ns1:solidFill>
                  <ns1:srgbClr val="FFFFFF"/>
                </ns1:solidFill>
                <ns1:latin typeface="Aptos"/>
                <ns1:ea typeface="Aptos"/>
                <ns1:cs typeface="Aptos"/>
              </ns1:defRPr>
            </ns1:lvl5pPr>
            <ns1:lvl6pPr algn="ctr">
              <ns1:defRPr sz="1500" b="1">
                <ns1:solidFill>
                  <ns1:srgbClr val="FFFFFF"/>
                </ns1:solidFill>
                <ns1:latin typeface="Aptos"/>
                <ns1:ea typeface="Aptos"/>
                <ns1:cs typeface="Aptos"/>
              </ns1:defRPr>
            </ns1:lvl6pPr>
            <ns1:lvl7pPr algn="ctr">
              <ns1:defRPr sz="1500" b="1">
                <ns1:solidFill>
                  <ns1:srgbClr val="FFFFFF"/>
                </ns1:solidFill>
                <ns1:latin typeface="Aptos"/>
                <ns1:ea typeface="Aptos"/>
                <ns1:cs typeface="Aptos"/>
              </ns1:defRPr>
            </ns1:lvl7pPr>
            <ns1:lvl8pPr algn="ctr">
              <ns1:defRPr sz="1500" b="1">
                <ns1:solidFill>
                  <ns1:srgbClr val="FFFFFF"/>
                </ns1:solidFill>
                <ns1:latin typeface="Aptos"/>
                <ns1:ea typeface="Aptos"/>
                <ns1:cs typeface="Aptos"/>
              </ns1:defRPr>
            </ns1:lvl8pPr>
            <ns1:lvl9pPr algn="ctr">
              <ns1:defRPr sz="1500" b="1">
                <ns1:solidFill>
                  <ns1:srgbClr val="FFFFFF"/>
                </ns1:solidFill>
                <ns1:latin typeface="Aptos"/>
                <ns1:ea typeface="Aptos"/>
                <ns1:cs typeface="Aptos"/>
              </ns1:defRPr>
            </ns1:lvl9pPr>
          </ns1:lstStyle>
          <ns1:p>
            <ns1:pPr algn="ctr">
              <ns1:defRPr sz="1500" b="1">
                <ns1:solidFill>
                  <ns1:srgbClr val="FFFFFF"/>
                </ns1:solidFill>
                <ns1:latin typeface="Aptos"/>
                <ns1:ea typeface="Aptos"/>
                <ns1:cs typeface="Aptos"/>
              </ns1:defRPr>
            </ns1:pPr>
            <ns1:r>
              <ns1:rPr sz="1500" b="1">
                <ns1:solidFill>
                  <ns1:srgbClr val="FFFFFF"/>
                </ns1:solidFill>
                <ns1:latin typeface="Aptos"/>
                <ns1:ea typeface="Aptos"/>
                <ns1:cs typeface="Aptos"/>
              </ns1:rPr>
              <ns1:t>2</ns1:t>
            </ns1:r>
          </ns1:p>
        </ns0:txBody>
      </ns0:sp>
      <ns0:sp>
        <ns0:nvSpPr>
          <ns0:cNvPr id="16" name="">
            <ns1:extLst>
              <ns1:ext uri="{FF2B5EF4-FFF2-40B4-BE49-F238E27FC236}">
                <ns2:creationId id="{58169AE3-6095-42F7-A4A4-4A05A8F7DCA4}"/>
              </ns1:ext>
            </ns1:extLst>
          </ns0:cNvPr>
          <ns0:cNvSpPr>
            <ns1:spLocks noGrp="1"/>
          </ns0:cNvSpPr>
          <ns0:nvPr/>
        </ns0:nvSpPr>
        <ns0:spPr>
          <ns1:xfrm>
            <ns1:off x="5314950" y="2247900"/>
            <ns1:ext cx="2095500" cy="323850"/>
          </ns1:xfrm>
          <ns1:prstGeom prst="rect">
            <ns1:avLst/>
          </ns1:prstGeom>
          <ns1:noFill/>
          <ns1:ln w="0">
            <ns1:noFill/>
            <ns1:prstDash val="solid"/>
          </ns1:ln>
        </ns0:spPr>
        <ns0:txBody>
          <ns1:bodyPr lIns="0" tIns="0" rIns="0" bIns="0" anchor="ctr">
            <ns1:normAutofit fontScale="100000"/>
          </ns1:bodyPr>
          <ns1:lstStyle>
            <ns1:defPPr algn="l">
              <ns1:defRPr sz="1650" b="1">
                <ns1:solidFill>
                  <ns1:srgbClr val="22B8A8"/>
                </ns1:solidFill>
                <ns1:latin typeface="Aptos"/>
                <ns1:ea typeface="Aptos"/>
                <ns1:cs typeface="Aptos"/>
              </ns1:defRPr>
            </ns1:defPPr>
            <ns1:lvl1pPr algn="l">
              <ns1:defRPr sz="1650" b="1">
                <ns1:solidFill>
                  <ns1:srgbClr val="22B8A8"/>
                </ns1:solidFill>
                <ns1:latin typeface="Aptos"/>
                <ns1:ea typeface="Aptos"/>
                <ns1:cs typeface="Aptos"/>
              </ns1:defRPr>
            </ns1:lvl1pPr>
            <ns1:lvl2pPr algn="l">
              <ns1:defRPr sz="1650" b="1">
                <ns1:solidFill>
                  <ns1:srgbClr val="22B8A8"/>
                </ns1:solidFill>
                <ns1:latin typeface="Aptos"/>
                <ns1:ea typeface="Aptos"/>
                <ns1:cs typeface="Aptos"/>
              </ns1:defRPr>
            </ns1:lvl2pPr>
            <ns1:lvl3pPr algn="l">
              <ns1:defRPr sz="1650" b="1">
                <ns1:solidFill>
                  <ns1:srgbClr val="22B8A8"/>
                </ns1:solidFill>
                <ns1:latin typeface="Aptos"/>
                <ns1:ea typeface="Aptos"/>
                <ns1:cs typeface="Aptos"/>
              </ns1:defRPr>
            </ns1:lvl3pPr>
            <ns1:lvl4pPr algn="l">
              <ns1:defRPr sz="1650" b="1">
                <ns1:solidFill>
                  <ns1:srgbClr val="22B8A8"/>
                </ns1:solidFill>
                <ns1:latin typeface="Aptos"/>
                <ns1:ea typeface="Aptos"/>
                <ns1:cs typeface="Aptos"/>
              </ns1:defRPr>
            </ns1:lvl4pPr>
            <ns1:lvl5pPr algn="l">
              <ns1:defRPr sz="1650" b="1">
                <ns1:solidFill>
                  <ns1:srgbClr val="22B8A8"/>
                </ns1:solidFill>
                <ns1:latin typeface="Aptos"/>
                <ns1:ea typeface="Aptos"/>
                <ns1:cs typeface="Aptos"/>
              </ns1:defRPr>
            </ns1:lvl5pPr>
            <ns1:lvl6pPr algn="l">
              <ns1:defRPr sz="1650" b="1">
                <ns1:solidFill>
                  <ns1:srgbClr val="22B8A8"/>
                </ns1:solidFill>
                <ns1:latin typeface="Aptos"/>
                <ns1:ea typeface="Aptos"/>
                <ns1:cs typeface="Aptos"/>
              </ns1:defRPr>
            </ns1:lvl6pPr>
            <ns1:lvl7pPr algn="l">
              <ns1:defRPr sz="1650" b="1">
                <ns1:solidFill>
                  <ns1:srgbClr val="22B8A8"/>
                </ns1:solidFill>
                <ns1:latin typeface="Aptos"/>
                <ns1:ea typeface="Aptos"/>
                <ns1:cs typeface="Aptos"/>
              </ns1:defRPr>
            </ns1:lvl7pPr>
            <ns1:lvl8pPr algn="l">
              <ns1:defRPr sz="1650" b="1">
                <ns1:solidFill>
                  <ns1:srgbClr val="22B8A8"/>
                </ns1:solidFill>
                <ns1:latin typeface="Aptos"/>
                <ns1:ea typeface="Aptos"/>
                <ns1:cs typeface="Aptos"/>
              </ns1:defRPr>
            </ns1:lvl8pPr>
            <ns1:lvl9pPr algn="l">
              <ns1:defRPr sz="1650" b="1">
                <ns1:solidFill>
                  <ns1:srgbClr val="22B8A8"/>
                </ns1:solidFill>
                <ns1:latin typeface="Aptos"/>
                <ns1:ea typeface="Aptos"/>
                <ns1:cs typeface="Aptos"/>
              </ns1:defRPr>
            </ns1:lvl9pPr>
          </ns1:lstStyle>
          <ns1:p>
            <ns1:pPr algn="l">
              <ns1:defRPr sz="1650" b="1">
                <ns1:solidFill>
                  <ns1:srgbClr val="22B8A8"/>
                </ns1:solidFill>
                <ns1:latin typeface="Aptos"/>
                <ns1:ea typeface="Aptos"/>
                <ns1:cs typeface="Aptos"/>
              </ns1:defRPr>
            </ns1:pPr>
            <ns1:r>
              <ns1:rPr sz="1650" b="1">
                <ns1:solidFill>
                  <ns1:srgbClr val="22B8A8"/>
                </ns1:solidFill>
                <ns1:latin typeface="Aptos"/>
                <ns1:ea typeface="Aptos"/>
                <ns1:cs typeface="Aptos"/>
              </ns1:rPr>
              <ns1:t>Firmar</ns1:t>
            </ns1:r>
          </ns1:p>
        </ns0:txBody>
      </ns0:sp>
      <ns0:sp>
        <ns0:nvSpPr>
          <ns0:cNvPr id="17" name="">
            <ns1:extLst>
              <ns1:ext uri="{FF2B5EF4-FFF2-40B4-BE49-F238E27FC236}">
                <ns2:creationId id="{24AE8488-4A8F-46DB-A0AC-20C35CBF2AE1}"/>
              </ns1:ext>
            </ns1:extLst>
          </ns0:cNvPr>
          <ns0:cNvSpPr>
            <ns1:spLocks noGrp="1"/>
          </ns0:cNvSpPr>
          <ns0:nvPr/>
        </ns0:nvSpPr>
        <ns0:spPr>
          <ns1:xfrm>
            <ns1:off x="4705350" y="2857500"/>
            <ns1:ext cx="2714625" cy="762000"/>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536276"/>
                </ns1:solidFill>
                <ns1:latin typeface="Aptos"/>
                <ns1:ea typeface="Aptos"/>
                <ns1:cs typeface="Aptos"/>
              </ns1:defRPr>
            </ns1:defPPr>
            <ns1:lvl1pPr algn="l">
              <ns1:defRPr sz="1350" b="0">
                <ns1:solidFill>
                  <ns1:srgbClr val="536276"/>
                </ns1:solidFill>
                <ns1:latin typeface="Aptos"/>
                <ns1:ea typeface="Aptos"/>
                <ns1:cs typeface="Aptos"/>
              </ns1:defRPr>
            </ns1:lvl1pPr>
            <ns1:lvl2pPr algn="l">
              <ns1:defRPr sz="1350" b="0">
                <ns1:solidFill>
                  <ns1:srgbClr val="536276"/>
                </ns1:solidFill>
                <ns1:latin typeface="Aptos"/>
                <ns1:ea typeface="Aptos"/>
                <ns1:cs typeface="Aptos"/>
              </ns1:defRPr>
            </ns1:lvl2pPr>
            <ns1:lvl3pPr algn="l">
              <ns1:defRPr sz="1350" b="0">
                <ns1:solidFill>
                  <ns1:srgbClr val="536276"/>
                </ns1:solidFill>
                <ns1:latin typeface="Aptos"/>
                <ns1:ea typeface="Aptos"/>
                <ns1:cs typeface="Aptos"/>
              </ns1:defRPr>
            </ns1:lvl3pPr>
            <ns1:lvl4pPr algn="l">
              <ns1:defRPr sz="1350" b="0">
                <ns1:solidFill>
                  <ns1:srgbClr val="536276"/>
                </ns1:solidFill>
                <ns1:latin typeface="Aptos"/>
                <ns1:ea typeface="Aptos"/>
                <ns1:cs typeface="Aptos"/>
              </ns1:defRPr>
            </ns1:lvl4pPr>
            <ns1:lvl5pPr algn="l">
              <ns1:defRPr sz="1350" b="0">
                <ns1:solidFill>
                  <ns1:srgbClr val="536276"/>
                </ns1:solidFill>
                <ns1:latin typeface="Aptos"/>
                <ns1:ea typeface="Aptos"/>
                <ns1:cs typeface="Aptos"/>
              </ns1:defRPr>
            </ns1:lvl5pPr>
            <ns1:lvl6pPr algn="l">
              <ns1:defRPr sz="1350" b="0">
                <ns1:solidFill>
                  <ns1:srgbClr val="536276"/>
                </ns1:solidFill>
                <ns1:latin typeface="Aptos"/>
                <ns1:ea typeface="Aptos"/>
                <ns1:cs typeface="Aptos"/>
              </ns1:defRPr>
            </ns1:lvl6pPr>
            <ns1:lvl7pPr algn="l">
              <ns1:defRPr sz="1350" b="0">
                <ns1:solidFill>
                  <ns1:srgbClr val="536276"/>
                </ns1:solidFill>
                <ns1:latin typeface="Aptos"/>
                <ns1:ea typeface="Aptos"/>
                <ns1:cs typeface="Aptos"/>
              </ns1:defRPr>
            </ns1:lvl7pPr>
            <ns1:lvl8pPr algn="l">
              <ns1:defRPr sz="1350" b="0">
                <ns1:solidFill>
                  <ns1:srgbClr val="536276"/>
                </ns1:solidFill>
                <ns1:latin typeface="Aptos"/>
                <ns1:ea typeface="Aptos"/>
                <ns1:cs typeface="Aptos"/>
              </ns1:defRPr>
            </ns1:lvl8pPr>
            <ns1:lvl9pPr algn="l">
              <ns1:defRPr sz="1350" b="0">
                <ns1:solidFill>
                  <ns1:srgbClr val="536276"/>
                </ns1:solidFill>
                <ns1:latin typeface="Aptos"/>
                <ns1:ea typeface="Aptos"/>
                <ns1:cs typeface="Aptos"/>
              </ns1:defRPr>
            </ns1:lvl9pPr>
          </ns1:lstStyle>
          <ns1:p>
            <ns1:pPr algn="l">
              <ns1:defRPr sz="1350" b="0">
                <ns1:solidFill>
                  <ns1:srgbClr val="536276"/>
                </ns1:solidFill>
                <ns1:latin typeface="Aptos"/>
                <ns1:ea typeface="Aptos"/>
                <ns1:cs typeface="Aptos"/>
              </ns1:defRPr>
            </ns1:pPr>
            <ns1:r>
              <ns1:rPr sz="1350" b="0">
                <ns1:solidFill>
                  <ns1:srgbClr val="536276"/>
                </ns1:solidFill>
                <ns1:latin typeface="Aptos"/>
                <ns1:ea typeface="Aptos"/>
                <ns1:cs typeface="Aptos"/>
              </ns1:rPr>
              <ns1:t>Node.js firma los datos con la clave privada del emisor.</ns1:t>
            </ns1:r>
          </ns1:p>
        </ns0:txBody>
      </ns0:sp>
      <ns0:sp>
        <ns0:nvSpPr>
          <ns0:cNvPr id="18" name="">
            <ns1:extLst>
              <ns1:ext uri="{FF2B5EF4-FFF2-40B4-BE49-F238E27FC236}">
                <ns2:creationId id="{FEC65EC7-C9A2-45F9-B57B-69B4988D5A99}"/>
              </ns1:ext>
            </ns1:extLst>
          </ns0:cNvPr>
          <ns0:cNvSpPr>
            <ns1:spLocks noGrp="1"/>
          </ns0:cNvSpPr>
          <ns0:nvPr/>
        </ns0:nvSpPr>
        <ns0:spPr>
          <ns1:xfrm>
            <ns1:off x="7715250" y="2790825"/>
            <ns1:ext cx="428625" cy="285750"/>
          </ns1:xfrm>
          <ns1:prstGeom prst="rightArrow">
            <ns1:avLst/>
          </ns1:prstGeom>
          <ns1:solidFill>
            <ns1:srgbClr val="22B8A8"/>
          </ns1:solidFill>
          <ns1:ln w="0">
            <ns1:noFill/>
            <ns1:prstDash val="solid"/>
          </ns1:ln>
        </ns0:spPr>
      </ns0:sp>
      <ns0:sp>
        <ns0:nvSpPr>
          <ns0:cNvPr id="19" name="">
            <ns1:extLst>
              <ns1:ext uri="{FF2B5EF4-FFF2-40B4-BE49-F238E27FC236}">
                <ns2:creationId id="{CC5AB92F-196E-4B69-96BD-6939BA0F8F5E}"/>
              </ns1:ext>
            </ns1:extLst>
          </ns0:cNvPr>
          <ns0:cNvSpPr>
            <ns1:spLocks noGrp="1"/>
          </ns0:cNvSpPr>
          <ns0:nvPr/>
        </ns0:nvSpPr>
        <ns0:spPr>
          <ns1:xfrm>
            <ns1:off x="8239125" y="2000250"/>
            <ns1:ext cx="3190875" cy="1952625"/>
          </ns1:xfrm>
          <ns1:prstGeom prst="roundRect">
            <ns1:avLst>
              <ns1:gd name="adj" fmla="val 3902"/>
            </ns1:avLst>
          </ns1:prstGeom>
          <ns1:solidFill>
            <ns1:srgbClr val="FFFFFF"/>
          </ns1:solidFill>
          <ns1:ln w="9525">
            <ns1:solidFill>
              <ns1:srgbClr val="DCE3ED"/>
            </ns1:solidFill>
            <ns1:prstDash val="solid"/>
          </ns1:ln>
        </ns0:spPr>
      </ns0:sp>
      <ns0:sp>
        <ns0:nvSpPr>
          <ns0:cNvPr id="20" name="">
            <ns1:extLst>
              <ns1:ext uri="{FF2B5EF4-FFF2-40B4-BE49-F238E27FC236}">
                <ns2:creationId id="{986DBF66-D18C-44EC-BD9C-29AA61AAC668}"/>
              </ns1:ext>
            </ns1:extLst>
          </ns0:cNvPr>
          <ns0:cNvSpPr>
            <ns1:spLocks noGrp="1"/>
          </ns0:cNvSpPr>
          <ns0:nvPr/>
        </ns0:nvSpPr>
        <ns0:spPr>
          <ns1:xfrm>
            <ns1:off x="8467725" y="2209800"/>
            <ns1:ext cx="457200" cy="457200"/>
          </ns1:xfrm>
          <ns1:prstGeom prst="ellipse">
            <ns1:avLst/>
          </ns1:prstGeom>
          <ns1:solidFill>
            <ns1:srgbClr val="F2B544"/>
          </ns1:solidFill>
          <ns1:ln w="0">
            <ns1:noFill/>
            <ns1:prstDash val="solid"/>
          </ns1:ln>
        </ns0:spPr>
      </ns0:sp>
      <ns0:sp>
        <ns0:nvSpPr>
          <ns0:cNvPr id="21" name="">
            <ns1:extLst>
              <ns1:ext uri="{FF2B5EF4-FFF2-40B4-BE49-F238E27FC236}">
                <ns2:creationId id="{F814504D-32B7-43CA-92FB-5BA84A162FA2}"/>
              </ns1:ext>
            </ns1:extLst>
          </ns0:cNvPr>
          <ns0:cNvSpPr>
            <ns1:spLocks noGrp="1"/>
          </ns0:cNvSpPr>
          <ns0:nvPr/>
        </ns0:nvSpPr>
        <ns0:spPr>
          <ns1:xfrm>
            <ns1:off x="8467725" y="2209800"/>
            <ns1:ext cx="457200" cy="4572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FFFFFF"/>
                </ns1:solidFill>
                <ns1:latin typeface="Aptos"/>
                <ns1:ea typeface="Aptos"/>
                <ns1:cs typeface="Aptos"/>
              </ns1:defRPr>
            </ns1:defPPr>
            <ns1:lvl1pPr algn="ctr">
              <ns1:defRPr sz="1500" b="1">
                <ns1:solidFill>
                  <ns1:srgbClr val="FFFFFF"/>
                </ns1:solidFill>
                <ns1:latin typeface="Aptos"/>
                <ns1:ea typeface="Aptos"/>
                <ns1:cs typeface="Aptos"/>
              </ns1:defRPr>
            </ns1:lvl1pPr>
            <ns1:lvl2pPr algn="ctr">
              <ns1:defRPr sz="1500" b="1">
                <ns1:solidFill>
                  <ns1:srgbClr val="FFFFFF"/>
                </ns1:solidFill>
                <ns1:latin typeface="Aptos"/>
                <ns1:ea typeface="Aptos"/>
                <ns1:cs typeface="Aptos"/>
              </ns1:defRPr>
            </ns1:lvl2pPr>
            <ns1:lvl3pPr algn="ctr">
              <ns1:defRPr sz="1500" b="1">
                <ns1:solidFill>
                  <ns1:srgbClr val="FFFFFF"/>
                </ns1:solidFill>
                <ns1:latin typeface="Aptos"/>
                <ns1:ea typeface="Aptos"/>
                <ns1:cs typeface="Aptos"/>
              </ns1:defRPr>
            </ns1:lvl3pPr>
            <ns1:lvl4pPr algn="ctr">
              <ns1:defRPr sz="1500" b="1">
                <ns1:solidFill>
                  <ns1:srgbClr val="FFFFFF"/>
                </ns1:solidFill>
                <ns1:latin typeface="Aptos"/>
                <ns1:ea typeface="Aptos"/>
                <ns1:cs typeface="Aptos"/>
              </ns1:defRPr>
            </ns1:lvl4pPr>
            <ns1:lvl5pPr algn="ctr">
              <ns1:defRPr sz="1500" b="1">
                <ns1:solidFill>
                  <ns1:srgbClr val="FFFFFF"/>
                </ns1:solidFill>
                <ns1:latin typeface="Aptos"/>
                <ns1:ea typeface="Aptos"/>
                <ns1:cs typeface="Aptos"/>
              </ns1:defRPr>
            </ns1:lvl5pPr>
            <ns1:lvl6pPr algn="ctr">
              <ns1:defRPr sz="1500" b="1">
                <ns1:solidFill>
                  <ns1:srgbClr val="FFFFFF"/>
                </ns1:solidFill>
                <ns1:latin typeface="Aptos"/>
                <ns1:ea typeface="Aptos"/>
                <ns1:cs typeface="Aptos"/>
              </ns1:defRPr>
            </ns1:lvl6pPr>
            <ns1:lvl7pPr algn="ctr">
              <ns1:defRPr sz="1500" b="1">
                <ns1:solidFill>
                  <ns1:srgbClr val="FFFFFF"/>
                </ns1:solidFill>
                <ns1:latin typeface="Aptos"/>
                <ns1:ea typeface="Aptos"/>
                <ns1:cs typeface="Aptos"/>
              </ns1:defRPr>
            </ns1:lvl7pPr>
            <ns1:lvl8pPr algn="ctr">
              <ns1:defRPr sz="1500" b="1">
                <ns1:solidFill>
                  <ns1:srgbClr val="FFFFFF"/>
                </ns1:solidFill>
                <ns1:latin typeface="Aptos"/>
                <ns1:ea typeface="Aptos"/>
                <ns1:cs typeface="Aptos"/>
              </ns1:defRPr>
            </ns1:lvl8pPr>
            <ns1:lvl9pPr algn="ctr">
              <ns1:defRPr sz="1500" b="1">
                <ns1:solidFill>
                  <ns1:srgbClr val="FFFFFF"/>
                </ns1:solidFill>
                <ns1:latin typeface="Aptos"/>
                <ns1:ea typeface="Aptos"/>
                <ns1:cs typeface="Aptos"/>
              </ns1:defRPr>
            </ns1:lvl9pPr>
          </ns1:lstStyle>
          <ns1:p>
            <ns1:pPr algn="ctr">
              <ns1:defRPr sz="1500" b="1">
                <ns1:solidFill>
                  <ns1:srgbClr val="FFFFFF"/>
                </ns1:solidFill>
                <ns1:latin typeface="Aptos"/>
                <ns1:ea typeface="Aptos"/>
                <ns1:cs typeface="Aptos"/>
              </ns1:defRPr>
            </ns1:pPr>
            <ns1:r>
              <ns1:rPr sz="1500" b="1">
                <ns1:solidFill>
                  <ns1:srgbClr val="FFFFFF"/>
                </ns1:solidFill>
                <ns1:latin typeface="Aptos"/>
                <ns1:ea typeface="Aptos"/>
                <ns1:cs typeface="Aptos"/>
              </ns1:rPr>
              <ns1:t>3</ns1:t>
            </ns1:r>
          </ns1:p>
        </ns0:txBody>
      </ns0:sp>
      <ns0:sp>
        <ns0:nvSpPr>
          <ns0:cNvPr id="22" name="">
            <ns1:extLst>
              <ns1:ext uri="{FF2B5EF4-FFF2-40B4-BE49-F238E27FC236}">
                <ns2:creationId id="{6B579BC5-92A0-4086-9CD6-F93DD40F5594}"/>
              </ns1:ext>
            </ns1:extLst>
          </ns0:cNvPr>
          <ns0:cNvSpPr>
            <ns1:spLocks noGrp="1"/>
          </ns0:cNvSpPr>
          <ns0:nvPr/>
        </ns0:nvSpPr>
        <ns0:spPr>
          <ns1:xfrm>
            <ns1:off x="9077325" y="2247900"/>
            <ns1:ext cx="2095500" cy="323850"/>
          </ns1:xfrm>
          <ns1:prstGeom prst="rect">
            <ns1:avLst/>
          </ns1:prstGeom>
          <ns1:noFill/>
          <ns1:ln w="0">
            <ns1:noFill/>
            <ns1:prstDash val="solid"/>
          </ns1:ln>
        </ns0:spPr>
        <ns0:txBody>
          <ns1:bodyPr lIns="0" tIns="0" rIns="0" bIns="0" anchor="ctr">
            <ns1:normAutofit fontScale="100000"/>
          </ns1:bodyPr>
          <ns1:lstStyle>
            <ns1:defPPr algn="l">
              <ns1:defRPr sz="1650" b="1">
                <ns1:solidFill>
                  <ns1:srgbClr val="F2B544"/>
                </ns1:solidFill>
                <ns1:latin typeface="Aptos"/>
                <ns1:ea typeface="Aptos"/>
                <ns1:cs typeface="Aptos"/>
              </ns1:defRPr>
            </ns1:defPPr>
            <ns1:lvl1pPr algn="l">
              <ns1:defRPr sz="1650" b="1">
                <ns1:solidFill>
                  <ns1:srgbClr val="F2B544"/>
                </ns1:solidFill>
                <ns1:latin typeface="Aptos"/>
                <ns1:ea typeface="Aptos"/>
                <ns1:cs typeface="Aptos"/>
              </ns1:defRPr>
            </ns1:lvl1pPr>
            <ns1:lvl2pPr algn="l">
              <ns1:defRPr sz="1650" b="1">
                <ns1:solidFill>
                  <ns1:srgbClr val="F2B544"/>
                </ns1:solidFill>
                <ns1:latin typeface="Aptos"/>
                <ns1:ea typeface="Aptos"/>
                <ns1:cs typeface="Aptos"/>
              </ns1:defRPr>
            </ns1:lvl2pPr>
            <ns1:lvl3pPr algn="l">
              <ns1:defRPr sz="1650" b="1">
                <ns1:solidFill>
                  <ns1:srgbClr val="F2B544"/>
                </ns1:solidFill>
                <ns1:latin typeface="Aptos"/>
                <ns1:ea typeface="Aptos"/>
                <ns1:cs typeface="Aptos"/>
              </ns1:defRPr>
            </ns1:lvl3pPr>
            <ns1:lvl4pPr algn="l">
              <ns1:defRPr sz="1650" b="1">
                <ns1:solidFill>
                  <ns1:srgbClr val="F2B544"/>
                </ns1:solidFill>
                <ns1:latin typeface="Aptos"/>
                <ns1:ea typeface="Aptos"/>
                <ns1:cs typeface="Aptos"/>
              </ns1:defRPr>
            </ns1:lvl4pPr>
            <ns1:lvl5pPr algn="l">
              <ns1:defRPr sz="1650" b="1">
                <ns1:solidFill>
                  <ns1:srgbClr val="F2B544"/>
                </ns1:solidFill>
                <ns1:latin typeface="Aptos"/>
                <ns1:ea typeface="Aptos"/>
                <ns1:cs typeface="Aptos"/>
              </ns1:defRPr>
            </ns1:lvl5pPr>
            <ns1:lvl6pPr algn="l">
              <ns1:defRPr sz="1650" b="1">
                <ns1:solidFill>
                  <ns1:srgbClr val="F2B544"/>
                </ns1:solidFill>
                <ns1:latin typeface="Aptos"/>
                <ns1:ea typeface="Aptos"/>
                <ns1:cs typeface="Aptos"/>
              </ns1:defRPr>
            </ns1:lvl6pPr>
            <ns1:lvl7pPr algn="l">
              <ns1:defRPr sz="1650" b="1">
                <ns1:solidFill>
                  <ns1:srgbClr val="F2B544"/>
                </ns1:solidFill>
                <ns1:latin typeface="Aptos"/>
                <ns1:ea typeface="Aptos"/>
                <ns1:cs typeface="Aptos"/>
              </ns1:defRPr>
            </ns1:lvl7pPr>
            <ns1:lvl8pPr algn="l">
              <ns1:defRPr sz="1650" b="1">
                <ns1:solidFill>
                  <ns1:srgbClr val="F2B544"/>
                </ns1:solidFill>
                <ns1:latin typeface="Aptos"/>
                <ns1:ea typeface="Aptos"/>
                <ns1:cs typeface="Aptos"/>
              </ns1:defRPr>
            </ns1:lvl8pPr>
            <ns1:lvl9pPr algn="l">
              <ns1:defRPr sz="1650" b="1">
                <ns1:solidFill>
                  <ns1:srgbClr val="F2B544"/>
                </ns1:solidFill>
                <ns1:latin typeface="Aptos"/>
                <ns1:ea typeface="Aptos"/>
                <ns1:cs typeface="Aptos"/>
              </ns1:defRPr>
            </ns1:lvl9pPr>
          </ns1:lstStyle>
          <ns1:p>
            <ns1:pPr algn="l">
              <ns1:defRPr sz="1650" b="1">
                <ns1:solidFill>
                  <ns1:srgbClr val="F2B544"/>
                </ns1:solidFill>
                <ns1:latin typeface="Aptos"/>
                <ns1:ea typeface="Aptos"/>
                <ns1:cs typeface="Aptos"/>
              </ns1:defRPr>
            </ns1:pPr>
            <ns1:r>
              <ns1:rPr sz="1650" b="1">
                <ns1:solidFill>
                  <ns1:srgbClr val="F2B544"/>
                </ns1:solidFill>
                <ns1:latin typeface="Aptos"/>
                <ns1:ea typeface="Aptos"/>
                <ns1:cs typeface="Aptos"/>
              </ns1:rPr>
              <ns1:t>Adjuntar</ns1:t>
            </ns1:r>
          </ns1:p>
        </ns0:txBody>
      </ns0:sp>
      <ns0:sp>
        <ns0:nvSpPr>
          <ns0:cNvPr id="23" name="">
            <ns1:extLst>
              <ns1:ext uri="{FF2B5EF4-FFF2-40B4-BE49-F238E27FC236}">
                <ns2:creationId id="{D91DC515-48DA-4456-89F8-72F11A529770}"/>
              </ns1:ext>
            </ns1:extLst>
          </ns0:cNvPr>
          <ns0:cNvSpPr>
            <ns1:spLocks noGrp="1"/>
          </ns0:cNvSpPr>
          <ns0:nvPr/>
        </ns0:nvSpPr>
        <ns0:spPr>
          <ns1:xfrm>
            <ns1:off x="8467725" y="2857500"/>
            <ns1:ext cx="2714625" cy="762000"/>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536276"/>
                </ns1:solidFill>
                <ns1:latin typeface="Aptos"/>
                <ns1:ea typeface="Aptos"/>
                <ns1:cs typeface="Aptos"/>
              </ns1:defRPr>
            </ns1:defPPr>
            <ns1:lvl1pPr algn="l">
              <ns1:defRPr sz="1350" b="0">
                <ns1:solidFill>
                  <ns1:srgbClr val="536276"/>
                </ns1:solidFill>
                <ns1:latin typeface="Aptos"/>
                <ns1:ea typeface="Aptos"/>
                <ns1:cs typeface="Aptos"/>
              </ns1:defRPr>
            </ns1:lvl1pPr>
            <ns1:lvl2pPr algn="l">
              <ns1:defRPr sz="1350" b="0">
                <ns1:solidFill>
                  <ns1:srgbClr val="536276"/>
                </ns1:solidFill>
                <ns1:latin typeface="Aptos"/>
                <ns1:ea typeface="Aptos"/>
                <ns1:cs typeface="Aptos"/>
              </ns1:defRPr>
            </ns1:lvl2pPr>
            <ns1:lvl3pPr algn="l">
              <ns1:defRPr sz="1350" b="0">
                <ns1:solidFill>
                  <ns1:srgbClr val="536276"/>
                </ns1:solidFill>
                <ns1:latin typeface="Aptos"/>
                <ns1:ea typeface="Aptos"/>
                <ns1:cs typeface="Aptos"/>
              </ns1:defRPr>
            </ns1:lvl3pPr>
            <ns1:lvl4pPr algn="l">
              <ns1:defRPr sz="1350" b="0">
                <ns1:solidFill>
                  <ns1:srgbClr val="536276"/>
                </ns1:solidFill>
                <ns1:latin typeface="Aptos"/>
                <ns1:ea typeface="Aptos"/>
                <ns1:cs typeface="Aptos"/>
              </ns1:defRPr>
            </ns1:lvl4pPr>
            <ns1:lvl5pPr algn="l">
              <ns1:defRPr sz="1350" b="0">
                <ns1:solidFill>
                  <ns1:srgbClr val="536276"/>
                </ns1:solidFill>
                <ns1:latin typeface="Aptos"/>
                <ns1:ea typeface="Aptos"/>
                <ns1:cs typeface="Aptos"/>
              </ns1:defRPr>
            </ns1:lvl5pPr>
            <ns1:lvl6pPr algn="l">
              <ns1:defRPr sz="1350" b="0">
                <ns1:solidFill>
                  <ns1:srgbClr val="536276"/>
                </ns1:solidFill>
                <ns1:latin typeface="Aptos"/>
                <ns1:ea typeface="Aptos"/>
                <ns1:cs typeface="Aptos"/>
              </ns1:defRPr>
            </ns1:lvl6pPr>
            <ns1:lvl7pPr algn="l">
              <ns1:defRPr sz="1350" b="0">
                <ns1:solidFill>
                  <ns1:srgbClr val="536276"/>
                </ns1:solidFill>
                <ns1:latin typeface="Aptos"/>
                <ns1:ea typeface="Aptos"/>
                <ns1:cs typeface="Aptos"/>
              </ns1:defRPr>
            </ns1:lvl7pPr>
            <ns1:lvl8pPr algn="l">
              <ns1:defRPr sz="1350" b="0">
                <ns1:solidFill>
                  <ns1:srgbClr val="536276"/>
                </ns1:solidFill>
                <ns1:latin typeface="Aptos"/>
                <ns1:ea typeface="Aptos"/>
                <ns1:cs typeface="Aptos"/>
              </ns1:defRPr>
            </ns1:lvl8pPr>
            <ns1:lvl9pPr algn="l">
              <ns1:defRPr sz="1350" b="0">
                <ns1:solidFill>
                  <ns1:srgbClr val="536276"/>
                </ns1:solidFill>
                <ns1:latin typeface="Aptos"/>
                <ns1:ea typeface="Aptos"/>
                <ns1:cs typeface="Aptos"/>
              </ns1:defRPr>
            </ns1:lvl9pPr>
          </ns1:lstStyle>
          <ns1:p>
            <ns1:pPr algn="l">
              <ns1:defRPr sz="1350" b="0">
                <ns1:solidFill>
                  <ns1:srgbClr val="536276"/>
                </ns1:solidFill>
                <ns1:latin typeface="Aptos"/>
                <ns1:ea typeface="Aptos"/>
                <ns1:cs typeface="Aptos"/>
              </ns1:defRPr>
            </ns1:pPr>
            <ns1:r>
              <ns1:rPr sz="1350" b="0">
                <ns1:solidFill>
                  <ns1:srgbClr val="536276"/>
                </ns1:solidFill>
                <ns1:latin typeface="Aptos"/>
                <ns1:ea typeface="Aptos"/>
                <ns1:cs typeface="Aptos"/>
              </ns1:rPr>
              <ns1:t>La credencial guarda los datos junto con su firma.</ns1:t>
            </ns1:r>
          </ns1:p>
        </ns0:txBody>
      </ns0:sp>
      <ns0:sp>
        <ns0:nvSpPr>
          <ns0:cNvPr id="24" name="">
            <ns1:extLst>
              <ns1:ext uri="{FF2B5EF4-FFF2-40B4-BE49-F238E27FC236}">
                <ns2:creationId id="{498BA27D-62F1-455C-AD84-F2FD7E72B1CB}"/>
              </ns1:ext>
            </ns1:extLst>
          </ns0:cNvPr>
          <ns0:cNvSpPr>
            <ns1:spLocks noGrp="1"/>
          </ns0:cNvSpPr>
          <ns0:nvPr/>
        </ns0:nvSpPr>
        <ns0:spPr>
          <ns1:xfrm>
            <ns1:off x="1095375" y="4524375"/>
            <ns1:ext cx="10001250" cy="876300"/>
          </ns1:xfrm>
          <ns1:prstGeom prst="roundRect">
            <ns1:avLst>
              <ns1:gd name="adj" fmla="val 8696"/>
            </ns1:avLst>
          </ns1:prstGeom>
          <ns1:solidFill>
            <ns1:srgbClr val="101B2D"/>
          </ns1:solidFill>
          <ns1:ln w="0">
            <ns1:noFill/>
            <ns1:prstDash val="solid"/>
          </ns1:ln>
        </ns0:spPr>
      </ns0:sp>
      <ns0:sp>
        <ns0:nvSpPr>
          <ns0:cNvPr id="25" name="">
            <ns1:extLst>
              <ns1:ext uri="{FF2B5EF4-FFF2-40B4-BE49-F238E27FC236}">
                <ns2:creationId id="{2411C4AA-1FFC-4455-9608-F6D2F267947E}"/>
              </ns1:ext>
            </ns1:extLst>
          </ns0:cNvPr>
          <ns0:cNvSpPr>
            <ns1:spLocks noGrp="1"/>
          </ns0:cNvSpPr>
          <ns0:nvPr/>
        </ns0:nvSpPr>
        <ns0:spPr>
          <ns1:xfrm>
            <ns1:off x="1428750" y="4714875"/>
            <ns1:ext cx="1905000" cy="36195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E6EDF7"/>
                </ns1:solidFill>
                <ns1:latin typeface="Aptos"/>
                <ns1:ea typeface="Aptos"/>
                <ns1:cs typeface="Aptos"/>
              </ns1:defRPr>
            </ns1:defPPr>
            <ns1:lvl1pPr algn="ctr">
              <ns1:defRPr sz="1500" b="1">
                <ns1:solidFill>
                  <ns1:srgbClr val="E6EDF7"/>
                </ns1:solidFill>
                <ns1:latin typeface="Aptos"/>
                <ns1:ea typeface="Aptos"/>
                <ns1:cs typeface="Aptos"/>
              </ns1:defRPr>
            </ns1:lvl1pPr>
            <ns1:lvl2pPr algn="ctr">
              <ns1:defRPr sz="1500" b="1">
                <ns1:solidFill>
                  <ns1:srgbClr val="E6EDF7"/>
                </ns1:solidFill>
                <ns1:latin typeface="Aptos"/>
                <ns1:ea typeface="Aptos"/>
                <ns1:cs typeface="Aptos"/>
              </ns1:defRPr>
            </ns1:lvl2pPr>
            <ns1:lvl3pPr algn="ctr">
              <ns1:defRPr sz="1500" b="1">
                <ns1:solidFill>
                  <ns1:srgbClr val="E6EDF7"/>
                </ns1:solidFill>
                <ns1:latin typeface="Aptos"/>
                <ns1:ea typeface="Aptos"/>
                <ns1:cs typeface="Aptos"/>
              </ns1:defRPr>
            </ns1:lvl3pPr>
            <ns1:lvl4pPr algn="ctr">
              <ns1:defRPr sz="1500" b="1">
                <ns1:solidFill>
                  <ns1:srgbClr val="E6EDF7"/>
                </ns1:solidFill>
                <ns1:latin typeface="Aptos"/>
                <ns1:ea typeface="Aptos"/>
                <ns1:cs typeface="Aptos"/>
              </ns1:defRPr>
            </ns1:lvl4pPr>
            <ns1:lvl5pPr algn="ctr">
              <ns1:defRPr sz="1500" b="1">
                <ns1:solidFill>
                  <ns1:srgbClr val="E6EDF7"/>
                </ns1:solidFill>
                <ns1:latin typeface="Aptos"/>
                <ns1:ea typeface="Aptos"/>
                <ns1:cs typeface="Aptos"/>
              </ns1:defRPr>
            </ns1:lvl5pPr>
            <ns1:lvl6pPr algn="ctr">
              <ns1:defRPr sz="1500" b="1">
                <ns1:solidFill>
                  <ns1:srgbClr val="E6EDF7"/>
                </ns1:solidFill>
                <ns1:latin typeface="Aptos"/>
                <ns1:ea typeface="Aptos"/>
                <ns1:cs typeface="Aptos"/>
              </ns1:defRPr>
            </ns1:lvl6pPr>
            <ns1:lvl7pPr algn="ctr">
              <ns1:defRPr sz="1500" b="1">
                <ns1:solidFill>
                  <ns1:srgbClr val="E6EDF7"/>
                </ns1:solidFill>
                <ns1:latin typeface="Aptos"/>
                <ns1:ea typeface="Aptos"/>
                <ns1:cs typeface="Aptos"/>
              </ns1:defRPr>
            </ns1:lvl7pPr>
            <ns1:lvl8pPr algn="ctr">
              <ns1:defRPr sz="1500" b="1">
                <ns1:solidFill>
                  <ns1:srgbClr val="E6EDF7"/>
                </ns1:solidFill>
                <ns1:latin typeface="Aptos"/>
                <ns1:ea typeface="Aptos"/>
                <ns1:cs typeface="Aptos"/>
              </ns1:defRPr>
            </ns1:lvl8pPr>
            <ns1:lvl9pPr algn="ctr">
              <ns1:defRPr sz="1500" b="1">
                <ns1:solidFill>
                  <ns1:srgbClr val="E6EDF7"/>
                </ns1:solidFill>
                <ns1:latin typeface="Aptos"/>
                <ns1:ea typeface="Aptos"/>
                <ns1:cs typeface="Aptos"/>
              </ns1:defRPr>
            </ns1:lvl9pPr>
          </ns1:lstStyle>
          <ns1:p>
            <ns1:pPr algn="ctr">
              <ns1:defRPr sz="1500" b="1">
                <ns1:solidFill>
                  <ns1:srgbClr val="E6EDF7"/>
                </ns1:solidFill>
                <ns1:latin typeface="Aptos"/>
                <ns1:ea typeface="Aptos"/>
                <ns1:cs typeface="Aptos"/>
              </ns1:defRPr>
            </ns1:pPr>
            <ns1:r>
              <ns1:rPr sz="1500" b="1">
                <ns1:solidFill>
                  <ns1:srgbClr val="E6EDF7"/>
                </ns1:solidFill>
                <ns1:latin typeface="Aptos"/>
                <ns1:ea typeface="Aptos"/>
                <ns1:cs typeface="Aptos"/>
              </ns1:rPr>
              <ns1:t>payload</ns1:t>
            </ns1:r>
          </ns1:p>
        </ns0:txBody>
      </ns0:sp>
      <ns0:sp>
        <ns0:nvSpPr>
          <ns0:cNvPr id="26" name="">
            <ns1:extLst>
              <ns1:ext uri="{FF2B5EF4-FFF2-40B4-BE49-F238E27FC236}">
                <ns2:creationId id="{9DB5F830-313B-495A-B888-DBD2FA9657EA}"/>
              </ns1:ext>
            </ns1:extLst>
          </ns0:cNvPr>
          <ns0:cNvSpPr>
            <ns1:spLocks noGrp="1"/>
          </ns0:cNvSpPr>
          <ns0:nvPr/>
        </ns0:nvSpPr>
        <ns0:spPr>
          <ns1:xfrm>
            <ns1:off x="3429000" y="4762500"/>
            <ns1:ext cx="781050" cy="266700"/>
          </ns1:xfrm>
          <ns1:prstGeom prst="rightArrow">
            <ns1:avLst/>
          </ns1:prstGeom>
          <ns1:solidFill>
            <ns1:srgbClr val="22B8A8"/>
          </ns1:solidFill>
          <ns1:ln w="0">
            <ns1:noFill/>
            <ns1:prstDash val="solid"/>
          </ns1:ln>
        </ns0:spPr>
      </ns0:sp>
      <ns0:sp>
        <ns0:nvSpPr>
          <ns0:cNvPr id="27" name="">
            <ns1:extLst>
              <ns1:ext uri="{FF2B5EF4-FFF2-40B4-BE49-F238E27FC236}">
                <ns2:creationId id="{7D6AA1CC-F177-4A2C-9ACA-962178293C2B}"/>
              </ns1:ext>
            </ns1:extLst>
          </ns0:cNvPr>
          <ns0:cNvSpPr>
            <ns1:spLocks noGrp="1"/>
          </ns0:cNvSpPr>
          <ns0:nvPr/>
        </ns0:nvSpPr>
        <ns0:spPr>
          <ns1:xfrm>
            <ns1:off x="4333875" y="4714875"/>
            <ns1:ext cx="2000250" cy="36195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C792EA"/>
                </ns1:solidFill>
                <ns1:latin typeface="Aptos"/>
                <ns1:ea typeface="Aptos"/>
                <ns1:cs typeface="Aptos"/>
              </ns1:defRPr>
            </ns1:defPPr>
            <ns1:lvl1pPr algn="ctr">
              <ns1:defRPr sz="1425" b="1">
                <ns1:solidFill>
                  <ns1:srgbClr val="C792EA"/>
                </ns1:solidFill>
                <ns1:latin typeface="Aptos"/>
                <ns1:ea typeface="Aptos"/>
                <ns1:cs typeface="Aptos"/>
              </ns1:defRPr>
            </ns1:lvl1pPr>
            <ns1:lvl2pPr algn="ctr">
              <ns1:defRPr sz="1425" b="1">
                <ns1:solidFill>
                  <ns1:srgbClr val="C792EA"/>
                </ns1:solidFill>
                <ns1:latin typeface="Aptos"/>
                <ns1:ea typeface="Aptos"/>
                <ns1:cs typeface="Aptos"/>
              </ns1:defRPr>
            </ns1:lvl2pPr>
            <ns1:lvl3pPr algn="ctr">
              <ns1:defRPr sz="1425" b="1">
                <ns1:solidFill>
                  <ns1:srgbClr val="C792EA"/>
                </ns1:solidFill>
                <ns1:latin typeface="Aptos"/>
                <ns1:ea typeface="Aptos"/>
                <ns1:cs typeface="Aptos"/>
              </ns1:defRPr>
            </ns1:lvl3pPr>
            <ns1:lvl4pPr algn="ctr">
              <ns1:defRPr sz="1425" b="1">
                <ns1:solidFill>
                  <ns1:srgbClr val="C792EA"/>
                </ns1:solidFill>
                <ns1:latin typeface="Aptos"/>
                <ns1:ea typeface="Aptos"/>
                <ns1:cs typeface="Aptos"/>
              </ns1:defRPr>
            </ns1:lvl4pPr>
            <ns1:lvl5pPr algn="ctr">
              <ns1:defRPr sz="1425" b="1">
                <ns1:solidFill>
                  <ns1:srgbClr val="C792EA"/>
                </ns1:solidFill>
                <ns1:latin typeface="Aptos"/>
                <ns1:ea typeface="Aptos"/>
                <ns1:cs typeface="Aptos"/>
              </ns1:defRPr>
            </ns1:lvl5pPr>
            <ns1:lvl6pPr algn="ctr">
              <ns1:defRPr sz="1425" b="1">
                <ns1:solidFill>
                  <ns1:srgbClr val="C792EA"/>
                </ns1:solidFill>
                <ns1:latin typeface="Aptos"/>
                <ns1:ea typeface="Aptos"/>
                <ns1:cs typeface="Aptos"/>
              </ns1:defRPr>
            </ns1:lvl6pPr>
            <ns1:lvl7pPr algn="ctr">
              <ns1:defRPr sz="1425" b="1">
                <ns1:solidFill>
                  <ns1:srgbClr val="C792EA"/>
                </ns1:solidFill>
                <ns1:latin typeface="Aptos"/>
                <ns1:ea typeface="Aptos"/>
                <ns1:cs typeface="Aptos"/>
              </ns1:defRPr>
            </ns1:lvl7pPr>
            <ns1:lvl8pPr algn="ctr">
              <ns1:defRPr sz="1425" b="1">
                <ns1:solidFill>
                  <ns1:srgbClr val="C792EA"/>
                </ns1:solidFill>
                <ns1:latin typeface="Aptos"/>
                <ns1:ea typeface="Aptos"/>
                <ns1:cs typeface="Aptos"/>
              </ns1:defRPr>
            </ns1:lvl8pPr>
            <ns1:lvl9pPr algn="ctr">
              <ns1:defRPr sz="1425" b="1">
                <ns1:solidFill>
                  <ns1:srgbClr val="C792EA"/>
                </ns1:solidFill>
                <ns1:latin typeface="Aptos"/>
                <ns1:ea typeface="Aptos"/>
                <ns1:cs typeface="Aptos"/>
              </ns1:defRPr>
            </ns1:lvl9pPr>
          </ns1:lstStyle>
          <ns1:p>
            <ns1:pPr algn="ctr">
              <ns1:defRPr sz="1425" b="1">
                <ns1:solidFill>
                  <ns1:srgbClr val="C792EA"/>
                </ns1:solidFill>
                <ns1:latin typeface="Aptos"/>
                <ns1:ea typeface="Aptos"/>
                <ns1:cs typeface="Aptos"/>
              </ns1:defRPr>
            </ns1:pPr>
            <ns1:r>
              <ns1:rPr sz="1425" b="1">
                <ns1:solidFill>
                  <ns1:srgbClr val="C792EA"/>
                </ns1:solidFill>
                <ns1:latin typeface="Aptos"/>
                <ns1:ea typeface="Aptos"/>
                <ns1:cs typeface="Aptos"/>
              </ns1:rPr>
              <ns1:t>clave privada</ns1:t>
            </ns1:r>
          </ns1:p>
        </ns0:txBody>
      </ns0:sp>
      <ns0:sp>
        <ns0:nvSpPr>
          <ns0:cNvPr id="28" name="">
            <ns1:extLst>
              <ns1:ext uri="{FF2B5EF4-FFF2-40B4-BE49-F238E27FC236}">
                <ns2:creationId id="{21C86ED5-2B86-4338-9CEA-7BB165AC19CB}"/>
              </ns1:ext>
            </ns1:extLst>
          </ns0:cNvPr>
          <ns0:cNvSpPr>
            <ns1:spLocks noGrp="1"/>
          </ns0:cNvSpPr>
          <ns0:nvPr/>
        </ns0:nvSpPr>
        <ns0:spPr>
          <ns1:xfrm>
            <ns1:off x="6477000" y="4762500"/>
            <ns1:ext cx="781050" cy="266700"/>
          </ns1:xfrm>
          <ns1:prstGeom prst="rightArrow">
            <ns1:avLst/>
          </ns1:prstGeom>
          <ns1:solidFill>
            <ns1:srgbClr val="22B8A8"/>
          </ns1:solidFill>
          <ns1:ln w="0">
            <ns1:noFill/>
            <ns1:prstDash val="solid"/>
          </ns1:ln>
        </ns0:spPr>
      </ns0:sp>
      <ns0:sp>
        <ns0:nvSpPr>
          <ns0:cNvPr id="29" name="">
            <ns1:extLst>
              <ns1:ext uri="{FF2B5EF4-FFF2-40B4-BE49-F238E27FC236}">
                <ns2:creationId id="{6112C3CC-5508-448B-97BC-772BC4E83AB5}"/>
              </ns1:ext>
            </ns1:extLst>
          </ns0:cNvPr>
          <ns0:cNvSpPr>
            <ns1:spLocks noGrp="1"/>
          </ns0:cNvSpPr>
          <ns0:nvPr/>
        </ns0:nvSpPr>
        <ns0:spPr>
          <ns1:xfrm>
            <ns1:off x="7477125" y="4714875"/>
            <ns1:ext cx="2857500" cy="36195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A8D88A"/>
                </ns1:solidFill>
                <ns1:latin typeface="Aptos"/>
                <ns1:ea typeface="Aptos"/>
                <ns1:cs typeface="Aptos"/>
              </ns1:defRPr>
            </ns1:defPPr>
            <ns1:lvl1pPr algn="ctr">
              <ns1:defRPr sz="1500" b="1">
                <ns1:solidFill>
                  <ns1:srgbClr val="A8D88A"/>
                </ns1:solidFill>
                <ns1:latin typeface="Aptos"/>
                <ns1:ea typeface="Aptos"/>
                <ns1:cs typeface="Aptos"/>
              </ns1:defRPr>
            </ns1:lvl1pPr>
            <ns1:lvl2pPr algn="ctr">
              <ns1:defRPr sz="1500" b="1">
                <ns1:solidFill>
                  <ns1:srgbClr val="A8D88A"/>
                </ns1:solidFill>
                <ns1:latin typeface="Aptos"/>
                <ns1:ea typeface="Aptos"/>
                <ns1:cs typeface="Aptos"/>
              </ns1:defRPr>
            </ns1:lvl2pPr>
            <ns1:lvl3pPr algn="ctr">
              <ns1:defRPr sz="1500" b="1">
                <ns1:solidFill>
                  <ns1:srgbClr val="A8D88A"/>
                </ns1:solidFill>
                <ns1:latin typeface="Aptos"/>
                <ns1:ea typeface="Aptos"/>
                <ns1:cs typeface="Aptos"/>
              </ns1:defRPr>
            </ns1:lvl3pPr>
            <ns1:lvl4pPr algn="ctr">
              <ns1:defRPr sz="1500" b="1">
                <ns1:solidFill>
                  <ns1:srgbClr val="A8D88A"/>
                </ns1:solidFill>
                <ns1:latin typeface="Aptos"/>
                <ns1:ea typeface="Aptos"/>
                <ns1:cs typeface="Aptos"/>
              </ns1:defRPr>
            </ns1:lvl4pPr>
            <ns1:lvl5pPr algn="ctr">
              <ns1:defRPr sz="1500" b="1">
                <ns1:solidFill>
                  <ns1:srgbClr val="A8D88A"/>
                </ns1:solidFill>
                <ns1:latin typeface="Aptos"/>
                <ns1:ea typeface="Aptos"/>
                <ns1:cs typeface="Aptos"/>
              </ns1:defRPr>
            </ns1:lvl5pPr>
            <ns1:lvl6pPr algn="ctr">
              <ns1:defRPr sz="1500" b="1">
                <ns1:solidFill>
                  <ns1:srgbClr val="A8D88A"/>
                </ns1:solidFill>
                <ns1:latin typeface="Aptos"/>
                <ns1:ea typeface="Aptos"/>
                <ns1:cs typeface="Aptos"/>
              </ns1:defRPr>
            </ns1:lvl6pPr>
            <ns1:lvl7pPr algn="ctr">
              <ns1:defRPr sz="1500" b="1">
                <ns1:solidFill>
                  <ns1:srgbClr val="A8D88A"/>
                </ns1:solidFill>
                <ns1:latin typeface="Aptos"/>
                <ns1:ea typeface="Aptos"/>
                <ns1:cs typeface="Aptos"/>
              </ns1:defRPr>
            </ns1:lvl7pPr>
            <ns1:lvl8pPr algn="ctr">
              <ns1:defRPr sz="1500" b="1">
                <ns1:solidFill>
                  <ns1:srgbClr val="A8D88A"/>
                </ns1:solidFill>
                <ns1:latin typeface="Aptos"/>
                <ns1:ea typeface="Aptos"/>
                <ns1:cs typeface="Aptos"/>
              </ns1:defRPr>
            </ns1:lvl8pPr>
            <ns1:lvl9pPr algn="ctr">
              <ns1:defRPr sz="1500" b="1">
                <ns1:solidFill>
                  <ns1:srgbClr val="A8D88A"/>
                </ns1:solidFill>
                <ns1:latin typeface="Aptos"/>
                <ns1:ea typeface="Aptos"/>
                <ns1:cs typeface="Aptos"/>
              </ns1:defRPr>
            </ns1:lvl9pPr>
          </ns1:lstStyle>
          <ns1:p>
            <ns1:pPr algn="ctr">
              <ns1:defRPr sz="1500" b="1">
                <ns1:solidFill>
                  <ns1:srgbClr val="A8D88A"/>
                </ns1:solidFill>
                <ns1:latin typeface="Aptos"/>
                <ns1:ea typeface="Aptos"/>
                <ns1:cs typeface="Aptos"/>
              </ns1:defRPr>
            </ns1:pPr>
            <ns1:r>
              <ns1:rPr sz="1500" b="1">
                <ns1:solidFill>
                  <ns1:srgbClr val="A8D88A"/>
                </ns1:solidFill>
                <ns1:latin typeface="Aptos"/>
                <ns1:ea typeface="Aptos"/>
                <ns1:cs typeface="Aptos"/>
              </ns1:rPr>
              <ns1:t>firma Ed25519</ns1:t>
            </ns1:r>
          </ns1:p>
        </ns0:txBody>
      </ns0:sp>
      <ns0:sp>
        <ns0:nvSpPr>
          <ns0:cNvPr id="30" name="">
            <ns1:extLst>
              <ns1:ext uri="{FF2B5EF4-FFF2-40B4-BE49-F238E27FC236}">
                <ns2:creationId id="{AAEABA33-30F1-4D45-86EF-F2E51DBAB84A}"/>
              </ns1:ext>
            </ns1:extLst>
          </ns0:cNvPr>
          <ns0:cNvSpPr>
            <ns1:spLocks noGrp="1"/>
          </ns0:cNvSpPr>
          <ns0:nvPr/>
        </ns0:nvSpPr>
        <ns0:spPr>
          <ns1:xfrm>
            <ns1:off x="952500" y="5657850"/>
            <ns1:ext cx="10287000" cy="266700"/>
          </ns1:xfrm>
          <ns1:prstGeom prst="rect">
            <ns1:avLst/>
          </ns1:prstGeom>
          <ns1:noFill/>
          <ns1:ln w="0">
            <ns1:noFill/>
            <ns1:prstDash val="solid"/>
          </ns1:ln>
        </ns0:spPr>
        <ns0:txBody>
          <ns1:bodyPr lIns="0" tIns="0" rIns="0" bIns="0" anchor="ctr">
            <ns1:normAutofit fontScale="100000"/>
          </ns1:bodyPr>
          <ns1:lstStyle>
            <ns1:defPPr algn="ctr">
              <ns1:defRPr sz="1275" b="0">
                <ns1:solidFill>
                  <ns1:srgbClr val="536276"/>
                </ns1:solidFill>
                <ns1:latin typeface="Aptos"/>
                <ns1:ea typeface="Aptos"/>
                <ns1:cs typeface="Aptos"/>
              </ns1:defRPr>
            </ns1:defPPr>
            <ns1:lvl1pPr algn="ctr">
              <ns1:defRPr sz="1275" b="0">
                <ns1:solidFill>
                  <ns1:srgbClr val="536276"/>
                </ns1:solidFill>
                <ns1:latin typeface="Aptos"/>
                <ns1:ea typeface="Aptos"/>
                <ns1:cs typeface="Aptos"/>
              </ns1:defRPr>
            </ns1:lvl1pPr>
            <ns1:lvl2pPr algn="ctr">
              <ns1:defRPr sz="1275" b="0">
                <ns1:solidFill>
                  <ns1:srgbClr val="536276"/>
                </ns1:solidFill>
                <ns1:latin typeface="Aptos"/>
                <ns1:ea typeface="Aptos"/>
                <ns1:cs typeface="Aptos"/>
              </ns1:defRPr>
            </ns1:lvl2pPr>
            <ns1:lvl3pPr algn="ctr">
              <ns1:defRPr sz="1275" b="0">
                <ns1:solidFill>
                  <ns1:srgbClr val="536276"/>
                </ns1:solidFill>
                <ns1:latin typeface="Aptos"/>
                <ns1:ea typeface="Aptos"/>
                <ns1:cs typeface="Aptos"/>
              </ns1:defRPr>
            </ns1:lvl3pPr>
            <ns1:lvl4pPr algn="ctr">
              <ns1:defRPr sz="1275" b="0">
                <ns1:solidFill>
                  <ns1:srgbClr val="536276"/>
                </ns1:solidFill>
                <ns1:latin typeface="Aptos"/>
                <ns1:ea typeface="Aptos"/>
                <ns1:cs typeface="Aptos"/>
              </ns1:defRPr>
            </ns1:lvl4pPr>
            <ns1:lvl5pPr algn="ctr">
              <ns1:defRPr sz="1275" b="0">
                <ns1:solidFill>
                  <ns1:srgbClr val="536276"/>
                </ns1:solidFill>
                <ns1:latin typeface="Aptos"/>
                <ns1:ea typeface="Aptos"/>
                <ns1:cs typeface="Aptos"/>
              </ns1:defRPr>
            </ns1:lvl5pPr>
            <ns1:lvl6pPr algn="ctr">
              <ns1:defRPr sz="1275" b="0">
                <ns1:solidFill>
                  <ns1:srgbClr val="536276"/>
                </ns1:solidFill>
                <ns1:latin typeface="Aptos"/>
                <ns1:ea typeface="Aptos"/>
                <ns1:cs typeface="Aptos"/>
              </ns1:defRPr>
            </ns1:lvl6pPr>
            <ns1:lvl7pPr algn="ctr">
              <ns1:defRPr sz="1275" b="0">
                <ns1:solidFill>
                  <ns1:srgbClr val="536276"/>
                </ns1:solidFill>
                <ns1:latin typeface="Aptos"/>
                <ns1:ea typeface="Aptos"/>
                <ns1:cs typeface="Aptos"/>
              </ns1:defRPr>
            </ns1:lvl7pPr>
            <ns1:lvl8pPr algn="ctr">
              <ns1:defRPr sz="1275" b="0">
                <ns1:solidFill>
                  <ns1:srgbClr val="536276"/>
                </ns1:solidFill>
                <ns1:latin typeface="Aptos"/>
                <ns1:ea typeface="Aptos"/>
                <ns1:cs typeface="Aptos"/>
              </ns1:defRPr>
            </ns1:lvl8pPr>
            <ns1:lvl9pPr algn="ctr">
              <ns1:defRPr sz="1275" b="0">
                <ns1:solidFill>
                  <ns1:srgbClr val="536276"/>
                </ns1:solidFill>
                <ns1:latin typeface="Aptos"/>
                <ns1:ea typeface="Aptos"/>
                <ns1:cs typeface="Aptos"/>
              </ns1:defRPr>
            </ns1:lvl9pPr>
          </ns1:lstStyle>
          <ns1:p>
            <ns1:pPr algn="ctr">
              <ns1:defRPr sz="1275" b="0">
                <ns1:solidFill>
                  <ns1:srgbClr val="536276"/>
                </ns1:solidFill>
                <ns1:latin typeface="Aptos"/>
                <ns1:ea typeface="Aptos"/>
                <ns1:cs typeface="Aptos"/>
              </ns1:defRPr>
            </ns1:pPr>
            <ns1:r>
              <ns1:rPr sz="1275" b="0">
                <ns1:solidFill>
                  <ns1:srgbClr val="536276"/>
                </ns1:solidFill>
                <ns1:latin typeface="Aptos"/>
                <ns1:ea typeface="Aptos"/>
                <ns1:cs typeface="Aptos"/>
              </ns1:rPr>
              <ns1:t>La firma acompaña a los datos; no los convierte en texto secreto.</ns1:t>
            </ns1:r>
          </ns1:p>
        </ns0:txBody>
      </ns0:sp>
    </ns0:spTree>
    <ns0:extLst>
      <ns0:ext uri="{BB962C8B-B14F-4D97-AF65-F5344CB8AC3E}">
        <ns3:creationId val="763439242"/>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65" name="">
            <ns1:extLst>
              <ns1:ext uri="{FF2B5EF4-FFF2-40B4-BE49-F238E27FC236}">
                <ns2:creationId id="{616C0671-E3F5-48AA-9C15-30702264CD58}"/>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CRIPTOGRAFÍA DESDE CERO</ns1:t>
            </ns1:r>
          </ns1:p>
        </ns0:txBody>
      </ns0:sp>
      <ns0:sp>
        <ns0:nvSpPr>
          <ns0:cNvPr id="2" name="">
            <ns1:extLst>
              <ns1:ext uri="{FF2B5EF4-FFF2-40B4-BE49-F238E27FC236}">
                <ns2:creationId id="{C63DF925-6176-48C1-BCDE-092CBACF086D}"/>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2:30</ns1:t>
            </ns1:r>
          </ns1:p>
        </ns0:txBody>
      </ns0:sp>
      <ns0:sp>
        <ns0:nvSpPr>
          <ns0:cNvPr id="3" name="">
            <ns1:extLst>
              <ns1:ext uri="{FF2B5EF4-FFF2-40B4-BE49-F238E27FC236}">
                <ns2:creationId id="{E2C2C8FB-4338-42E1-841E-2D295C3F76A9}"/>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Qué hace Ed25519 por dentro</ns1:t>
            </ns1:r>
          </ns1:p>
        </ns0:txBody>
      </ns0:sp>
      <ns0:sp>
        <ns0:nvSpPr>
          <ns0:cNvPr id="4" name="">
            <ns1:extLst>
              <ns1:ext uri="{FF2B5EF4-FFF2-40B4-BE49-F238E27FC236}">
                <ns2:creationId id="{34CBB86B-630D-4E26-85EA-444462F22DAC}"/>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080E5FDC-D3CC-4F37-AFE0-F2C88ED5C751}"/>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CD0C000B-6D93-467E-888E-343A0993A4AA}"/>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07</ns1:t>
            </ns1:r>
          </ns1:p>
        </ns0:txBody>
      </ns0:sp>
      <ns0:sp>
        <ns0:nvSpPr>
          <ns0:cNvPr id="7" name="">
            <ns1:extLst>
              <ns1:ext uri="{FF2B5EF4-FFF2-40B4-BE49-F238E27FC236}">
                <ns2:creationId id="{B9898F85-5E6F-431B-B610-896B28371CE8}"/>
              </ns1:ext>
            </ns1:extLst>
          </ns0:cNvPr>
          <ns0:cNvSpPr>
            <ns1:spLocks noGrp="1"/>
          </ns0:cNvSpPr>
          <ns0:nvPr/>
        </ns0:nvSpPr>
        <ns0:spPr>
          <ns1:xfrm>
            <ns1:off x="685800" y="1504950"/>
            <ns1:ext cx="10715625" cy="342900"/>
          </ns1:xfrm>
          <ns1:prstGeom prst="rect">
            <ns1:avLst/>
          </ns1:prstGeom>
          <ns1:noFill/>
          <ns1:ln w="0">
            <ns1:noFill/>
            <ns1:prstDash val="solid"/>
          </ns1:ln>
        </ns0:spPr>
        <ns0:txBody>
          <ns1:bodyPr lIns="0" tIns="0" rIns="0" bIns="0" anchor="ctr">
            <ns1:normAutofit fontScale="100000"/>
          </ns1:bodyPr>
          <ns1:lstStyle>
            <ns1:defPPr algn="l">
              <ns1:defRPr sz="1575" b="0">
                <ns1:solidFill>
                  <ns1:srgbClr val="536276"/>
                </ns1:solidFill>
                <ns1:latin typeface="Aptos"/>
                <ns1:ea typeface="Aptos"/>
                <ns1:cs typeface="Aptos"/>
              </ns1:defRPr>
            </ns1:defPPr>
            <ns1:lvl1pPr algn="l">
              <ns1:defRPr sz="1575" b="0">
                <ns1:solidFill>
                  <ns1:srgbClr val="536276"/>
                </ns1:solidFill>
                <ns1:latin typeface="Aptos"/>
                <ns1:ea typeface="Aptos"/>
                <ns1:cs typeface="Aptos"/>
              </ns1:defRPr>
            </ns1:lvl1pPr>
            <ns1:lvl2pPr algn="l">
              <ns1:defRPr sz="1575" b="0">
                <ns1:solidFill>
                  <ns1:srgbClr val="536276"/>
                </ns1:solidFill>
                <ns1:latin typeface="Aptos"/>
                <ns1:ea typeface="Aptos"/>
                <ns1:cs typeface="Aptos"/>
              </ns1:defRPr>
            </ns1:lvl2pPr>
            <ns1:lvl3pPr algn="l">
              <ns1:defRPr sz="1575" b="0">
                <ns1:solidFill>
                  <ns1:srgbClr val="536276"/>
                </ns1:solidFill>
                <ns1:latin typeface="Aptos"/>
                <ns1:ea typeface="Aptos"/>
                <ns1:cs typeface="Aptos"/>
              </ns1:defRPr>
            </ns1:lvl3pPr>
            <ns1:lvl4pPr algn="l">
              <ns1:defRPr sz="1575" b="0">
                <ns1:solidFill>
                  <ns1:srgbClr val="536276"/>
                </ns1:solidFill>
                <ns1:latin typeface="Aptos"/>
                <ns1:ea typeface="Aptos"/>
                <ns1:cs typeface="Aptos"/>
              </ns1:defRPr>
            </ns1:lvl4pPr>
            <ns1:lvl5pPr algn="l">
              <ns1:defRPr sz="1575" b="0">
                <ns1:solidFill>
                  <ns1:srgbClr val="536276"/>
                </ns1:solidFill>
                <ns1:latin typeface="Aptos"/>
                <ns1:ea typeface="Aptos"/>
                <ns1:cs typeface="Aptos"/>
              </ns1:defRPr>
            </ns1:lvl5pPr>
            <ns1:lvl6pPr algn="l">
              <ns1:defRPr sz="1575" b="0">
                <ns1:solidFill>
                  <ns1:srgbClr val="536276"/>
                </ns1:solidFill>
                <ns1:latin typeface="Aptos"/>
                <ns1:ea typeface="Aptos"/>
                <ns1:cs typeface="Aptos"/>
              </ns1:defRPr>
            </ns1:lvl6pPr>
            <ns1:lvl7pPr algn="l">
              <ns1:defRPr sz="1575" b="0">
                <ns1:solidFill>
                  <ns1:srgbClr val="536276"/>
                </ns1:solidFill>
                <ns1:latin typeface="Aptos"/>
                <ns1:ea typeface="Aptos"/>
                <ns1:cs typeface="Aptos"/>
              </ns1:defRPr>
            </ns1:lvl7pPr>
            <ns1:lvl8pPr algn="l">
              <ns1:defRPr sz="1575" b="0">
                <ns1:solidFill>
                  <ns1:srgbClr val="536276"/>
                </ns1:solidFill>
                <ns1:latin typeface="Aptos"/>
                <ns1:ea typeface="Aptos"/>
                <ns1:cs typeface="Aptos"/>
              </ns1:defRPr>
            </ns1:lvl8pPr>
            <ns1:lvl9pPr algn="l">
              <ns1:defRPr sz="1575" b="0">
                <ns1:solidFill>
                  <ns1:srgbClr val="536276"/>
                </ns1:solidFill>
                <ns1:latin typeface="Aptos"/>
                <ns1:ea typeface="Aptos"/>
                <ns1:cs typeface="Aptos"/>
              </ns1:defRPr>
            </ns1:lvl9pPr>
          </ns1:lstStyle>
          <ns1:p>
            <ns1:pPr algn="l">
              <ns1:defRPr sz="1575" b="0">
                <ns1:solidFill>
                  <ns1:srgbClr val="536276"/>
                </ns1:solidFill>
                <ns1:latin typeface="Aptos"/>
                <ns1:ea typeface="Aptos"/>
                <ns1:cs typeface="Aptos"/>
              </ns1:defRPr>
            </ns1:pPr>
            <ns1:r>
              <ns1:rPr sz="1575" b="0">
                <ns1:solidFill>
                  <ns1:srgbClr val="536276"/>
                </ns1:solidFill>
                <ns1:latin typeface="Aptos"/>
                <ns1:ea typeface="Aptos"/>
                <ns1:cs typeface="Aptos"/>
              </ns1:rPr>
              <ns1:t>La firma contiene dos valores que el verificador puede comprobar: R y S.</ns1:t>
            </ns1:r>
          </ns1:p>
        </ns0:txBody>
      </ns0:sp>
      <ns0:sp>
        <ns0:nvSpPr>
          <ns0:cNvPr id="8" name="">
            <ns1:extLst>
              <ns1:ext uri="{FF2B5EF4-FFF2-40B4-BE49-F238E27FC236}">
                <ns2:creationId id="{6AB4F60C-A0C5-4DEE-90F3-2342B9F1325F}"/>
              </ns1:ext>
            </ns1:extLst>
          </ns0:cNvPr>
          <ns0:cNvSpPr>
            <ns1:spLocks noGrp="1"/>
          </ns0:cNvSpPr>
          <ns0:nvPr/>
        </ns0:nvSpPr>
        <ns0:spPr>
          <ns1:xfrm>
            <ns1:off x="609600" y="1952625"/>
            <ns1:ext cx="7239000" cy="3352800"/>
          </ns1:xfrm>
          <ns1:prstGeom prst="roundRect">
            <ns1:avLst>
              <ns1:gd name="adj" fmla="val 2273"/>
            </ns1:avLst>
          </ns1:prstGeom>
          <ns1:solidFill>
            <ns1:srgbClr val="FFFFFF"/>
          </ns1:solidFill>
          <ns1:ln w="9525">
            <ns1:solidFill>
              <ns1:srgbClr val="DCE3ED"/>
            </ns1:solidFill>
            <ns1:prstDash val="solid"/>
          </ns1:ln>
        </ns0:spPr>
      </ns0:sp>
      <ns0:sp>
        <ns0:nvSpPr>
          <ns0:cNvPr id="9" name="">
            <ns1:extLst>
              <ns1:ext uri="{FF2B5EF4-FFF2-40B4-BE49-F238E27FC236}">
                <ns2:creationId id="{FC328ACA-DFEA-4582-AFC5-AE1328F7DA6F}"/>
              </ns1:ext>
            </ns1:extLst>
          </ns0:cNvPr>
          <ns0:cNvSpPr>
            <ns1:spLocks noGrp="1"/>
          </ns0:cNvSpPr>
          <ns0:nvPr/>
        </ns0:nvSpPr>
        <ns0:spPr>
          <ns1:xfrm>
            <ns1:off x="609600" y="1952625"/>
            <ns1:ext cx="7239000" cy="114300"/>
          </ns1:xfrm>
          <ns1:prstGeom prst="roundRect">
            <ns1:avLst>
              <ns1:gd name="adj" fmla="val 50000"/>
            </ns1:avLst>
          </ns1:prstGeom>
          <ns1:solidFill>
            <ns1:srgbClr val="22B8A8"/>
          </ns1:solidFill>
          <ns1:ln w="0">
            <ns1:noFill/>
            <ns1:prstDash val="solid"/>
          </ns1:ln>
        </ns0:spPr>
      </ns0:sp>
      <ns0:sp>
        <ns0:nvSpPr>
          <ns0:cNvPr id="10" name="">
            <ns1:extLst>
              <ns1:ext uri="{FF2B5EF4-FFF2-40B4-BE49-F238E27FC236}">
                <ns2:creationId id="{DC1276F9-3E9F-4D6C-823C-833158A55DE9}"/>
              </ns1:ext>
            </ns1:extLst>
          </ns0:cNvPr>
          <ns0:cNvSpPr>
            <ns1:spLocks noGrp="1"/>
          </ns0:cNvSpPr>
          <ns0:nvPr/>
        </ns0:nvSpPr>
        <ns0:spPr>
          <ns1:xfrm>
            <ns1:off x="838200" y="2095500"/>
            <ns1:ext cx="6715125" cy="304800"/>
          </ns1:xfrm>
          <ns1:prstGeom prst="rect">
            <ns1:avLst/>
          </ns1:prstGeom>
          <ns1:noFill/>
          <ns1:ln w="0">
            <ns1:noFill/>
            <ns1:prstDash val="solid"/>
          </ns1:ln>
        </ns0:spPr>
        <ns0:txBody>
          <ns1:bodyPr lIns="0" tIns="0" rIns="0" bIns="0" anchor="ctr">
            <ns1:normAutofit fontScale="100000"/>
          </ns1:bodyPr>
          <ns1:lstStyle>
            <ns1:defPPr algn="l">
              <ns1:defRPr sz="1275" b="1">
                <ns1:solidFill>
                  <ns1:srgbClr val="172554"/>
                </ns1:solidFill>
                <ns1:latin typeface="Aptos"/>
                <ns1:ea typeface="Aptos"/>
                <ns1:cs typeface="Aptos"/>
              </ns1:defRPr>
            </ns1:defPPr>
            <ns1:lvl1pPr algn="l">
              <ns1:defRPr sz="1275" b="1">
                <ns1:solidFill>
                  <ns1:srgbClr val="172554"/>
                </ns1:solidFill>
                <ns1:latin typeface="Aptos"/>
                <ns1:ea typeface="Aptos"/>
                <ns1:cs typeface="Aptos"/>
              </ns1:defRPr>
            </ns1:lvl1pPr>
            <ns1:lvl2pPr algn="l">
              <ns1:defRPr sz="1275" b="1">
                <ns1:solidFill>
                  <ns1:srgbClr val="172554"/>
                </ns1:solidFill>
                <ns1:latin typeface="Aptos"/>
                <ns1:ea typeface="Aptos"/>
                <ns1:cs typeface="Aptos"/>
              </ns1:defRPr>
            </ns1:lvl2pPr>
            <ns1:lvl3pPr algn="l">
              <ns1:defRPr sz="1275" b="1">
                <ns1:solidFill>
                  <ns1:srgbClr val="172554"/>
                </ns1:solidFill>
                <ns1:latin typeface="Aptos"/>
                <ns1:ea typeface="Aptos"/>
                <ns1:cs typeface="Aptos"/>
              </ns1:defRPr>
            </ns1:lvl3pPr>
            <ns1:lvl4pPr algn="l">
              <ns1:defRPr sz="1275" b="1">
                <ns1:solidFill>
                  <ns1:srgbClr val="172554"/>
                </ns1:solidFill>
                <ns1:latin typeface="Aptos"/>
                <ns1:ea typeface="Aptos"/>
                <ns1:cs typeface="Aptos"/>
              </ns1:defRPr>
            </ns1:lvl4pPr>
            <ns1:lvl5pPr algn="l">
              <ns1:defRPr sz="1275" b="1">
                <ns1:solidFill>
                  <ns1:srgbClr val="172554"/>
                </ns1:solidFill>
                <ns1:latin typeface="Aptos"/>
                <ns1:ea typeface="Aptos"/>
                <ns1:cs typeface="Aptos"/>
              </ns1:defRPr>
            </ns1:lvl5pPr>
            <ns1:lvl6pPr algn="l">
              <ns1:defRPr sz="1275" b="1">
                <ns1:solidFill>
                  <ns1:srgbClr val="172554"/>
                </ns1:solidFill>
                <ns1:latin typeface="Aptos"/>
                <ns1:ea typeface="Aptos"/>
                <ns1:cs typeface="Aptos"/>
              </ns1:defRPr>
            </ns1:lvl6pPr>
            <ns1:lvl7pPr algn="l">
              <ns1:defRPr sz="1275" b="1">
                <ns1:solidFill>
                  <ns1:srgbClr val="172554"/>
                </ns1:solidFill>
                <ns1:latin typeface="Aptos"/>
                <ns1:ea typeface="Aptos"/>
                <ns1:cs typeface="Aptos"/>
              </ns1:defRPr>
            </ns1:lvl7pPr>
            <ns1:lvl8pPr algn="l">
              <ns1:defRPr sz="1275" b="1">
                <ns1:solidFill>
                  <ns1:srgbClr val="172554"/>
                </ns1:solidFill>
                <ns1:latin typeface="Aptos"/>
                <ns1:ea typeface="Aptos"/>
                <ns1:cs typeface="Aptos"/>
              </ns1:defRPr>
            </ns1:lvl8pPr>
            <ns1:lvl9pPr algn="l">
              <ns1:defRPr sz="1275" b="1">
                <ns1:solidFill>
                  <ns1:srgbClr val="172554"/>
                </ns1:solidFill>
                <ns1:latin typeface="Aptos"/>
                <ns1:ea typeface="Aptos"/>
                <ns1:cs typeface="Aptos"/>
              </ns1:defRPr>
            </ns1:lvl9pPr>
          </ns1:lstStyle>
          <ns1:p>
            <ns1:pPr algn="l">
              <ns1:defRPr sz="1275" b="1">
                <ns1:solidFill>
                  <ns1:srgbClr val="172554"/>
                </ns1:solidFill>
                <ns1:latin typeface="Aptos"/>
                <ns1:ea typeface="Aptos"/>
                <ns1:cs typeface="Aptos"/>
              </ns1:defRPr>
            </ns1:pPr>
            <ns1:r>
              <ns1:rPr sz="1275" b="1">
                <ns1:solidFill>
                  <ns1:srgbClr val="172554"/>
                </ns1:solidFill>
                <ns1:latin typeface="Aptos"/>
                <ns1:ea typeface="Aptos"/>
                <ns1:cs typeface="Aptos"/>
              </ns1:rPr>
              <ns1:t>1 · FIRMAR  |  la clave privada a permanece secreta</ns1:t>
            </ns1:r>
          </ns1:p>
        </ns0:txBody>
      </ns0:sp>
      <ns0:sp>
        <ns0:nvSpPr>
          <ns0:cNvPr id="11" name="">
            <ns1:extLst>
              <ns1:ext uri="{FF2B5EF4-FFF2-40B4-BE49-F238E27FC236}">
                <ns2:creationId id="{5B761A5B-2794-4A5E-B4B9-72A00F0A4D80}"/>
              </ns1:ext>
            </ns1:extLst>
          </ns0:cNvPr>
          <ns0:cNvSpPr>
            <ns1:spLocks noGrp="1"/>
          </ns0:cNvSpPr>
          <ns0:nvPr/>
        </ns0:nvSpPr>
        <ns0:spPr>
          <ns1:xfrm>
            <ns1:off x="895350" y="2476500"/>
            <ns1:ext cx="6543675" cy="419100"/>
          </ns1:xfrm>
          <ns1:prstGeom prst="roundRect">
            <ns1:avLst>
              <ns1:gd name="adj" fmla="val 18182"/>
            </ns1:avLst>
          </ns1:prstGeom>
          <ns1:solidFill>
            <ns1:srgbClr val="E8EDFF"/>
          </ns1:solidFill>
          <ns1:ln w="0">
            <ns1:noFill/>
            <ns1:prstDash val="solid"/>
          </ns1:ln>
        </ns0:spPr>
      </ns0:sp>
      <ns0:sp>
        <ns0:nvSpPr>
          <ns0:cNvPr id="12" name="">
            <ns1:extLst>
              <ns1:ext uri="{FF2B5EF4-FFF2-40B4-BE49-F238E27FC236}">
                <ns2:creationId id="{9CB80E7F-D2E7-4686-AE9B-4E226D34870D}"/>
              </ns1:ext>
            </ns1:extLst>
          </ns0:cNvPr>
          <ns0:cNvSpPr>
            <ns1:spLocks noGrp="1"/>
          </ns0:cNvSpPr>
          <ns0:nvPr/>
        </ns0:nvSpPr>
        <ns0:spPr>
          <ns1:xfrm>
            <ns1:off x="1028700" y="2543175"/>
            <ns1:ext cx="6238875" cy="276225"/>
          </ns1:xfrm>
          <ns1:prstGeom prst="rect">
            <ns1:avLst/>
          </ns1:prstGeom>
          <ns1:noFill/>
          <ns1:ln w="0">
            <ns1:noFill/>
            <ns1:prstDash val="solid"/>
          </ns1:ln>
        </ns0:spPr>
        <ns0:txBody>
          <ns1:bodyPr lIns="0" tIns="0" rIns="0" bIns="0" anchor="ctr">
            <ns1:normAutofit fontScale="100000"/>
          </ns1:bodyPr>
          <ns1:lstStyle>
            <ns1:defPPr algn="ctr">
              <ns1:defRPr sz="1275" b="1">
                <ns1:solidFill>
                  <ns1:srgbClr val="2846A0"/>
                </ns1:solidFill>
                <ns1:latin typeface="Aptos"/>
                <ns1:ea typeface="Aptos"/>
                <ns1:cs typeface="Aptos"/>
              </ns1:defRPr>
            </ns1:defPPr>
            <ns1:lvl1pPr algn="ctr">
              <ns1:defRPr sz="1275" b="1">
                <ns1:solidFill>
                  <ns1:srgbClr val="2846A0"/>
                </ns1:solidFill>
                <ns1:latin typeface="Aptos"/>
                <ns1:ea typeface="Aptos"/>
                <ns1:cs typeface="Aptos"/>
              </ns1:defRPr>
            </ns1:lvl1pPr>
            <ns1:lvl2pPr algn="ctr">
              <ns1:defRPr sz="1275" b="1">
                <ns1:solidFill>
                  <ns1:srgbClr val="2846A0"/>
                </ns1:solidFill>
                <ns1:latin typeface="Aptos"/>
                <ns1:ea typeface="Aptos"/>
                <ns1:cs typeface="Aptos"/>
              </ns1:defRPr>
            </ns1:lvl2pPr>
            <ns1:lvl3pPr algn="ctr">
              <ns1:defRPr sz="1275" b="1">
                <ns1:solidFill>
                  <ns1:srgbClr val="2846A0"/>
                </ns1:solidFill>
                <ns1:latin typeface="Aptos"/>
                <ns1:ea typeface="Aptos"/>
                <ns1:cs typeface="Aptos"/>
              </ns1:defRPr>
            </ns1:lvl3pPr>
            <ns1:lvl4pPr algn="ctr">
              <ns1:defRPr sz="1275" b="1">
                <ns1:solidFill>
                  <ns1:srgbClr val="2846A0"/>
                </ns1:solidFill>
                <ns1:latin typeface="Aptos"/>
                <ns1:ea typeface="Aptos"/>
                <ns1:cs typeface="Aptos"/>
              </ns1:defRPr>
            </ns1:lvl4pPr>
            <ns1:lvl5pPr algn="ctr">
              <ns1:defRPr sz="1275" b="1">
                <ns1:solidFill>
                  <ns1:srgbClr val="2846A0"/>
                </ns1:solidFill>
                <ns1:latin typeface="Aptos"/>
                <ns1:ea typeface="Aptos"/>
                <ns1:cs typeface="Aptos"/>
              </ns1:defRPr>
            </ns1:lvl5pPr>
            <ns1:lvl6pPr algn="ctr">
              <ns1:defRPr sz="1275" b="1">
                <ns1:solidFill>
                  <ns1:srgbClr val="2846A0"/>
                </ns1:solidFill>
                <ns1:latin typeface="Aptos"/>
                <ns1:ea typeface="Aptos"/>
                <ns1:cs typeface="Aptos"/>
              </ns1:defRPr>
            </ns1:lvl6pPr>
            <ns1:lvl7pPr algn="ctr">
              <ns1:defRPr sz="1275" b="1">
                <ns1:solidFill>
                  <ns1:srgbClr val="2846A0"/>
                </ns1:solidFill>
                <ns1:latin typeface="Aptos"/>
                <ns1:ea typeface="Aptos"/>
                <ns1:cs typeface="Aptos"/>
              </ns1:defRPr>
            </ns1:lvl7pPr>
            <ns1:lvl8pPr algn="ctr">
              <ns1:defRPr sz="1275" b="1">
                <ns1:solidFill>
                  <ns1:srgbClr val="2846A0"/>
                </ns1:solidFill>
                <ns1:latin typeface="Aptos"/>
                <ns1:ea typeface="Aptos"/>
                <ns1:cs typeface="Aptos"/>
              </ns1:defRPr>
            </ns1:lvl8pPr>
            <ns1:lvl9pPr algn="ctr">
              <ns1:defRPr sz="1275" b="1">
                <ns1:solidFill>
                  <ns1:srgbClr val="2846A0"/>
                </ns1:solidFill>
                <ns1:latin typeface="Aptos"/>
                <ns1:ea typeface="Aptos"/>
                <ns1:cs typeface="Aptos"/>
              </ns1:defRPr>
            </ns1:lvl9pPr>
          </ns1:lstStyle>
          <ns1:p>
            <ns1:pPr algn="ctr">
              <ns1:defRPr sz="1275" b="1">
                <ns1:solidFill>
                  <ns1:srgbClr val="2846A0"/>
                </ns1:solidFill>
                <ns1:latin typeface="Aptos"/>
                <ns1:ea typeface="Aptos"/>
                <ns1:cs typeface="Aptos"/>
              </ns1:defRPr>
            </ns1:pPr>
            <ns1:r>
              <ns1:rPr sz="1275" b="1">
                <ns1:solidFill>
                  <ns1:srgbClr val="2846A0"/>
                </ns1:solidFill>
                <ns1:latin typeface="Aptos"/>
                <ns1:ea typeface="Aptos"/>
                <ns1:cs typeface="Aptos"/>
              </ns1:rPr>
              <ns1:t>a (secreto)  ×  B (punto base)   →   A (clave pública)</ns1:t>
            </ns1:r>
          </ns1:p>
        </ns0:txBody>
      </ns0:sp>
      <ns0:sp>
        <ns0:nvSpPr>
          <ns0:cNvPr id="13" name="">
            <ns1:extLst>
              <ns1:ext uri="{FF2B5EF4-FFF2-40B4-BE49-F238E27FC236}">
                <ns2:creationId id="{C8516711-0FAF-4EBF-A8DB-D46D9F766049}"/>
              </ns1:ext>
            </ns1:extLst>
          </ns0:cNvPr>
          <ns0:cNvSpPr>
            <ns1:spLocks noGrp="1"/>
          </ns0:cNvSpPr>
          <ns0:nvPr/>
        </ns0:nvSpPr>
        <ns0:spPr>
          <ns1:xfrm>
            <ns1:off x="1000125" y="2924175"/>
            <ns1:ext cx="6334125" cy="219075"/>
          </ns1:xfrm>
          <ns1:prstGeom prst="rect">
            <ns1:avLst/>
          </ns1:prstGeom>
          <ns1:noFill/>
          <ns1:ln w="0">
            <ns1:noFill/>
            <ns1:prstDash val="solid"/>
          </ns1:ln>
        </ns0:spPr>
        <ns0:txBody>
          <ns1:bodyPr lIns="0" tIns="0" rIns="0" bIns="0" anchor="ctr">
            <ns1:normAutofit fontScale="100000"/>
          </ns1:bodyPr>
          <ns1:lstStyle>
            <ns1:defPPr algn="ctr">
              <ns1:defRPr sz="1050" b="0">
                <ns1:solidFill>
                  <ns1:srgbClr val="536276"/>
                </ns1:solidFill>
                <ns1:latin typeface="Aptos"/>
                <ns1:ea typeface="Aptos"/>
                <ns1:cs typeface="Aptos"/>
              </ns1:defRPr>
            </ns1:defPPr>
            <ns1:lvl1pPr algn="ctr">
              <ns1:defRPr sz="1050" b="0">
                <ns1:solidFill>
                  <ns1:srgbClr val="536276"/>
                </ns1:solidFill>
                <ns1:latin typeface="Aptos"/>
                <ns1:ea typeface="Aptos"/>
                <ns1:cs typeface="Aptos"/>
              </ns1:defRPr>
            </ns1:lvl1pPr>
            <ns1:lvl2pPr algn="ctr">
              <ns1:defRPr sz="1050" b="0">
                <ns1:solidFill>
                  <ns1:srgbClr val="536276"/>
                </ns1:solidFill>
                <ns1:latin typeface="Aptos"/>
                <ns1:ea typeface="Aptos"/>
                <ns1:cs typeface="Aptos"/>
              </ns1:defRPr>
            </ns1:lvl2pPr>
            <ns1:lvl3pPr algn="ctr">
              <ns1:defRPr sz="1050" b="0">
                <ns1:solidFill>
                  <ns1:srgbClr val="536276"/>
                </ns1:solidFill>
                <ns1:latin typeface="Aptos"/>
                <ns1:ea typeface="Aptos"/>
                <ns1:cs typeface="Aptos"/>
              </ns1:defRPr>
            </ns1:lvl3pPr>
            <ns1:lvl4pPr algn="ctr">
              <ns1:defRPr sz="1050" b="0">
                <ns1:solidFill>
                  <ns1:srgbClr val="536276"/>
                </ns1:solidFill>
                <ns1:latin typeface="Aptos"/>
                <ns1:ea typeface="Aptos"/>
                <ns1:cs typeface="Aptos"/>
              </ns1:defRPr>
            </ns1:lvl4pPr>
            <ns1:lvl5pPr algn="ctr">
              <ns1:defRPr sz="1050" b="0">
                <ns1:solidFill>
                  <ns1:srgbClr val="536276"/>
                </ns1:solidFill>
                <ns1:latin typeface="Aptos"/>
                <ns1:ea typeface="Aptos"/>
                <ns1:cs typeface="Aptos"/>
              </ns1:defRPr>
            </ns1:lvl5pPr>
            <ns1:lvl6pPr algn="ctr">
              <ns1:defRPr sz="1050" b="0">
                <ns1:solidFill>
                  <ns1:srgbClr val="536276"/>
                </ns1:solidFill>
                <ns1:latin typeface="Aptos"/>
                <ns1:ea typeface="Aptos"/>
                <ns1:cs typeface="Aptos"/>
              </ns1:defRPr>
            </ns1:lvl6pPr>
            <ns1:lvl7pPr algn="ctr">
              <ns1:defRPr sz="1050" b="0">
                <ns1:solidFill>
                  <ns1:srgbClr val="536276"/>
                </ns1:solidFill>
                <ns1:latin typeface="Aptos"/>
                <ns1:ea typeface="Aptos"/>
                <ns1:cs typeface="Aptos"/>
              </ns1:defRPr>
            </ns1:lvl7pPr>
            <ns1:lvl8pPr algn="ctr">
              <ns1:defRPr sz="1050" b="0">
                <ns1:solidFill>
                  <ns1:srgbClr val="536276"/>
                </ns1:solidFill>
                <ns1:latin typeface="Aptos"/>
                <ns1:ea typeface="Aptos"/>
                <ns1:cs typeface="Aptos"/>
              </ns1:defRPr>
            </ns1:lvl8pPr>
            <ns1:lvl9pPr algn="ctr">
              <ns1:defRPr sz="1050" b="0">
                <ns1:solidFill>
                  <ns1:srgbClr val="536276"/>
                </ns1:solidFill>
                <ns1:latin typeface="Aptos"/>
                <ns1:ea typeface="Aptos"/>
                <ns1:cs typeface="Aptos"/>
              </ns1:defRPr>
            </ns1:lvl9pPr>
          </ns1:lstStyle>
          <ns1:p>
            <ns1:pPr algn="ctr">
              <ns1:defRPr sz="1050" b="0">
                <ns1:solidFill>
                  <ns1:srgbClr val="536276"/>
                </ns1:solidFill>
                <ns1:latin typeface="Aptos"/>
                <ns1:ea typeface="Aptos"/>
                <ns1:cs typeface="Aptos"/>
              </ns1:defRPr>
            </ns1:pPr>
            <ns1:r>
              <ns1:rPr sz="1050" b="0">
                <ns1:solidFill>
                  <ns1:srgbClr val="536276"/>
                </ns1:solidFill>
                <ns1:latin typeface="Aptos"/>
                <ns1:ea typeface="Aptos"/>
                <ns1:cs typeface="Aptos"/>
              </ns1:rPr>
              <ns1:t>La clave pública A se comparte; la clave privada a se guarda.</ns1:t>
            </ns1:r>
          </ns1:p>
        </ns0:txBody>
      </ns0:sp>
      <ns0:sp>
        <ns0:nvSpPr>
          <ns0:cNvPr id="14" name="">
            <ns1:extLst>
              <ns1:ext uri="{FF2B5EF4-FFF2-40B4-BE49-F238E27FC236}">
                <ns2:creationId id="{815DC83D-AF2E-466D-8AAA-E6C75C558C09}"/>
              </ns1:ext>
            </ns1:extLst>
          </ns0:cNvPr>
          <ns0:cNvSpPr>
            <ns1:spLocks noGrp="1"/>
          </ns0:cNvSpPr>
          <ns0:nvPr/>
        </ns0:nvSpPr>
        <ns0:spPr>
          <ns1:xfrm>
            <ns1:off x="866775" y="3219450"/>
            <ns1:ext cx="1352550" cy="476250"/>
          </ns1:xfrm>
          <ns1:prstGeom prst="roundRect">
            <ns1:avLst>
              <ns1:gd name="adj" fmla="val 16000"/>
            </ns1:avLst>
          </ns1:prstGeom>
          <ns1:solidFill>
            <ns1:srgbClr val="E8EDFF"/>
          </ns1:solidFill>
          <ns1:ln w="0">
            <ns1:noFill/>
            <ns1:prstDash val="solid"/>
          </ns1:ln>
        </ns0:spPr>
      </ns0:sp>
      <ns0:sp>
        <ns0:nvSpPr>
          <ns0:cNvPr id="15" name="">
            <ns1:extLst>
              <ns1:ext uri="{FF2B5EF4-FFF2-40B4-BE49-F238E27FC236}">
                <ns2:creationId id="{EBF60F52-B6AA-433A-B800-4BE16C88CBAA}"/>
              </ns1:ext>
            </ns1:extLst>
          </ns0:cNvPr>
          <ns0:cNvSpPr>
            <ns1:spLocks noGrp="1"/>
          </ns0:cNvSpPr>
          <ns0:nvPr/>
        </ns0:nvSpPr>
        <ns0:spPr>
          <ns1:xfrm>
            <ns1:off x="914400" y="3257550"/>
            <ns1:ext cx="1257300" cy="22860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72554"/>
                </ns1:solidFill>
                <ns1:latin typeface="Aptos"/>
                <ns1:ea typeface="Aptos"/>
                <ns1:cs typeface="Aptos"/>
              </ns1:defRPr>
            </ns1:defPPr>
            <ns1:lvl1pPr algn="ctr">
              <ns1:defRPr sz="1200" b="1">
                <ns1:solidFill>
                  <ns1:srgbClr val="172554"/>
                </ns1:solidFill>
                <ns1:latin typeface="Aptos"/>
                <ns1:ea typeface="Aptos"/>
                <ns1:cs typeface="Aptos"/>
              </ns1:defRPr>
            </ns1:lvl1pPr>
            <ns1:lvl2pPr algn="ctr">
              <ns1:defRPr sz="1200" b="1">
                <ns1:solidFill>
                  <ns1:srgbClr val="172554"/>
                </ns1:solidFill>
                <ns1:latin typeface="Aptos"/>
                <ns1:ea typeface="Aptos"/>
                <ns1:cs typeface="Aptos"/>
              </ns1:defRPr>
            </ns1:lvl2pPr>
            <ns1:lvl3pPr algn="ctr">
              <ns1:defRPr sz="1200" b="1">
                <ns1:solidFill>
                  <ns1:srgbClr val="172554"/>
                </ns1:solidFill>
                <ns1:latin typeface="Aptos"/>
                <ns1:ea typeface="Aptos"/>
                <ns1:cs typeface="Aptos"/>
              </ns1:defRPr>
            </ns1:lvl3pPr>
            <ns1:lvl4pPr algn="ctr">
              <ns1:defRPr sz="1200" b="1">
                <ns1:solidFill>
                  <ns1:srgbClr val="172554"/>
                </ns1:solidFill>
                <ns1:latin typeface="Aptos"/>
                <ns1:ea typeface="Aptos"/>
                <ns1:cs typeface="Aptos"/>
              </ns1:defRPr>
            </ns1:lvl4pPr>
            <ns1:lvl5pPr algn="ctr">
              <ns1:defRPr sz="1200" b="1">
                <ns1:solidFill>
                  <ns1:srgbClr val="172554"/>
                </ns1:solidFill>
                <ns1:latin typeface="Aptos"/>
                <ns1:ea typeface="Aptos"/>
                <ns1:cs typeface="Aptos"/>
              </ns1:defRPr>
            </ns1:lvl5pPr>
            <ns1:lvl6pPr algn="ctr">
              <ns1:defRPr sz="1200" b="1">
                <ns1:solidFill>
                  <ns1:srgbClr val="172554"/>
                </ns1:solidFill>
                <ns1:latin typeface="Aptos"/>
                <ns1:ea typeface="Aptos"/>
                <ns1:cs typeface="Aptos"/>
              </ns1:defRPr>
            </ns1:lvl6pPr>
            <ns1:lvl7pPr algn="ctr">
              <ns1:defRPr sz="1200" b="1">
                <ns1:solidFill>
                  <ns1:srgbClr val="172554"/>
                </ns1:solidFill>
                <ns1:latin typeface="Aptos"/>
                <ns1:ea typeface="Aptos"/>
                <ns1:cs typeface="Aptos"/>
              </ns1:defRPr>
            </ns1:lvl7pPr>
            <ns1:lvl8pPr algn="ctr">
              <ns1:defRPr sz="1200" b="1">
                <ns1:solidFill>
                  <ns1:srgbClr val="172554"/>
                </ns1:solidFill>
                <ns1:latin typeface="Aptos"/>
                <ns1:ea typeface="Aptos"/>
                <ns1:cs typeface="Aptos"/>
              </ns1:defRPr>
            </ns1:lvl8pPr>
            <ns1:lvl9pPr algn="ctr">
              <ns1:defRPr sz="1200" b="1">
                <ns1:solidFill>
                  <ns1:srgbClr val="172554"/>
                </ns1:solidFill>
                <ns1:latin typeface="Aptos"/>
                <ns1:ea typeface="Aptos"/>
                <ns1:cs typeface="Aptos"/>
              </ns1:defRPr>
            </ns1:lvl9pPr>
          </ns1:lstStyle>
          <ns1:p>
            <ns1:pPr algn="ctr">
              <ns1:defRPr sz="1200" b="1">
                <ns1:solidFill>
                  <ns1:srgbClr val="172554"/>
                </ns1:solidFill>
                <ns1:latin typeface="Aptos"/>
                <ns1:ea typeface="Aptos"/>
                <ns1:cs typeface="Aptos"/>
              </ns1:defRPr>
            </ns1:pPr>
            <ns1:r>
              <ns1:rPr sz="1200" b="1">
                <ns1:solidFill>
                  <ns1:srgbClr val="172554"/>
                </ns1:solidFill>
                <ns1:latin typeface="Aptos"/>
                <ns1:ea typeface="Aptos"/>
                <ns1:cs typeface="Aptos"/>
              </ns1:rPr>
              <ns1:t>prefix + M</ns1:t>
            </ns1:r>
          </ns1:p>
        </ns0:txBody>
      </ns0:sp>
      <ns0:sp>
        <ns0:nvSpPr>
          <ns0:cNvPr id="16" name="">
            <ns1:extLst>
              <ns1:ext uri="{FF2B5EF4-FFF2-40B4-BE49-F238E27FC236}">
                <ns2:creationId id="{8F41A0EA-674A-46D2-AD5E-CA3930350C4D}"/>
              </ns1:ext>
            </ns1:extLst>
          </ns0:cNvPr>
          <ns0:cNvSpPr>
            <ns1:spLocks noGrp="1"/>
          </ns0:cNvSpPr>
          <ns0:nvPr/>
        </ns0:nvSpPr>
        <ns0:spPr>
          <ns1:xfrm>
            <ns1:off x="914400" y="3486150"/>
            <ns1:ext cx="1257300" cy="171450"/>
          </ns1:xfrm>
          <ns1:prstGeom prst="rect">
            <ns1:avLst/>
          </ns1:prstGeom>
          <ns1:noFill/>
          <ns1:ln w="0">
            <ns1:noFill/>
            <ns1:prstDash val="solid"/>
          </ns1:ln>
        </ns0:spPr>
        <ns0:txBody>
          <ns1:bodyPr lIns="0" tIns="0" rIns="0" bIns="0" anchor="ctr">
            <ns1:normAutofit fontScale="100000"/>
          </ns1:bodyPr>
          <ns1:lstStyle>
            <ns1:defPPr algn="ctr">
              <ns1:defRPr sz="825" b="0">
                <ns1:solidFill>
                  <ns1:srgbClr val="536276"/>
                </ns1:solidFill>
                <ns1:latin typeface="Aptos"/>
                <ns1:ea typeface="Aptos"/>
                <ns1:cs typeface="Aptos"/>
              </ns1:defRPr>
            </ns1:defPPr>
            <ns1:lvl1pPr algn="ctr">
              <ns1:defRPr sz="825" b="0">
                <ns1:solidFill>
                  <ns1:srgbClr val="536276"/>
                </ns1:solidFill>
                <ns1:latin typeface="Aptos"/>
                <ns1:ea typeface="Aptos"/>
                <ns1:cs typeface="Aptos"/>
              </ns1:defRPr>
            </ns1:lvl1pPr>
            <ns1:lvl2pPr algn="ctr">
              <ns1:defRPr sz="825" b="0">
                <ns1:solidFill>
                  <ns1:srgbClr val="536276"/>
                </ns1:solidFill>
                <ns1:latin typeface="Aptos"/>
                <ns1:ea typeface="Aptos"/>
                <ns1:cs typeface="Aptos"/>
              </ns1:defRPr>
            </ns1:lvl2pPr>
            <ns1:lvl3pPr algn="ctr">
              <ns1:defRPr sz="825" b="0">
                <ns1:solidFill>
                  <ns1:srgbClr val="536276"/>
                </ns1:solidFill>
                <ns1:latin typeface="Aptos"/>
                <ns1:ea typeface="Aptos"/>
                <ns1:cs typeface="Aptos"/>
              </ns1:defRPr>
            </ns1:lvl3pPr>
            <ns1:lvl4pPr algn="ctr">
              <ns1:defRPr sz="825" b="0">
                <ns1:solidFill>
                  <ns1:srgbClr val="536276"/>
                </ns1:solidFill>
                <ns1:latin typeface="Aptos"/>
                <ns1:ea typeface="Aptos"/>
                <ns1:cs typeface="Aptos"/>
              </ns1:defRPr>
            </ns1:lvl4pPr>
            <ns1:lvl5pPr algn="ctr">
              <ns1:defRPr sz="825" b="0">
                <ns1:solidFill>
                  <ns1:srgbClr val="536276"/>
                </ns1:solidFill>
                <ns1:latin typeface="Aptos"/>
                <ns1:ea typeface="Aptos"/>
                <ns1:cs typeface="Aptos"/>
              </ns1:defRPr>
            </ns1:lvl5pPr>
            <ns1:lvl6pPr algn="ctr">
              <ns1:defRPr sz="825" b="0">
                <ns1:solidFill>
                  <ns1:srgbClr val="536276"/>
                </ns1:solidFill>
                <ns1:latin typeface="Aptos"/>
                <ns1:ea typeface="Aptos"/>
                <ns1:cs typeface="Aptos"/>
              </ns1:defRPr>
            </ns1:lvl6pPr>
            <ns1:lvl7pPr algn="ctr">
              <ns1:defRPr sz="825" b="0">
                <ns1:solidFill>
                  <ns1:srgbClr val="536276"/>
                </ns1:solidFill>
                <ns1:latin typeface="Aptos"/>
                <ns1:ea typeface="Aptos"/>
                <ns1:cs typeface="Aptos"/>
              </ns1:defRPr>
            </ns1:lvl7pPr>
            <ns1:lvl8pPr algn="ctr">
              <ns1:defRPr sz="825" b="0">
                <ns1:solidFill>
                  <ns1:srgbClr val="536276"/>
                </ns1:solidFill>
                <ns1:latin typeface="Aptos"/>
                <ns1:ea typeface="Aptos"/>
                <ns1:cs typeface="Aptos"/>
              </ns1:defRPr>
            </ns1:lvl8pPr>
            <ns1:lvl9pPr algn="ctr">
              <ns1:defRPr sz="825" b="0">
                <ns1:solidFill>
                  <ns1:srgbClr val="536276"/>
                </ns1:solidFill>
                <ns1:latin typeface="Aptos"/>
                <ns1:ea typeface="Aptos"/>
                <ns1:cs typeface="Aptos"/>
              </ns1:defRPr>
            </ns1:lvl9pPr>
          </ns1:lstStyle>
          <ns1:p>
            <ns1:pPr algn="ctr">
              <ns1:defRPr sz="825" b="0">
                <ns1:solidFill>
                  <ns1:srgbClr val="536276"/>
                </ns1:solidFill>
                <ns1:latin typeface="Aptos"/>
                <ns1:ea typeface="Aptos"/>
                <ns1:cs typeface="Aptos"/>
              </ns1:defRPr>
            </ns1:pPr>
            <ns1:r>
              <ns1:rPr sz="825" b="0">
                <ns1:solidFill>
                  <ns1:srgbClr val="536276"/>
                </ns1:solidFill>
                <ns1:latin typeface="Aptos"/>
                <ns1:ea typeface="Aptos"/>
                <ns1:cs typeface="Aptos"/>
              </ns1:rPr>
              <ns1:t>secreto + mensaje</ns1:t>
            </ns1:r>
          </ns1:p>
        </ns0:txBody>
      </ns0:sp>
      <ns0:sp>
        <ns0:nvSpPr>
          <ns0:cNvPr id="17" name="">
            <ns1:extLst>
              <ns1:ext uri="{FF2B5EF4-FFF2-40B4-BE49-F238E27FC236}">
                <ns2:creationId id="{90D30671-177A-4F8A-A462-7B53CBAE26F6}"/>
              </ns1:ext>
            </ns1:extLst>
          </ns0:cNvPr>
          <ns0:cNvSpPr>
            <ns1:spLocks noGrp="1"/>
          </ns0:cNvSpPr>
          <ns0:nvPr/>
        </ns0:nvSpPr>
        <ns0:spPr>
          <ns1:xfrm>
            <ns1:off x="2257425" y="3352800"/>
            <ns1:ext cx="266700" cy="190500"/>
          </ns1:xfrm>
          <ns1:prstGeom prst="rightArrow">
            <ns1:avLst/>
          </ns1:prstGeom>
          <ns1:solidFill>
            <ns1:srgbClr val="2846A0"/>
          </ns1:solidFill>
          <ns1:ln w="0">
            <ns1:noFill/>
            <ns1:prstDash val="solid"/>
          </ns1:ln>
        </ns0:spPr>
      </ns0:sp>
      <ns0:sp>
        <ns0:nvSpPr>
          <ns0:cNvPr id="18" name="">
            <ns1:extLst>
              <ns1:ext uri="{FF2B5EF4-FFF2-40B4-BE49-F238E27FC236}">
                <ns2:creationId id="{71D57096-573C-43BE-B062-2E88329C39E8}"/>
              </ns1:ext>
            </ns1:extLst>
          </ns0:cNvPr>
          <ns0:cNvSpPr>
            <ns1:spLocks noGrp="1"/>
          </ns0:cNvSpPr>
          <ns0:nvPr/>
        </ns0:nvSpPr>
        <ns0:spPr>
          <ns1:xfrm>
            <ns1:off x="2590800" y="3219450"/>
            <ns1:ext cx="1190625" cy="476250"/>
          </ns1:xfrm>
          <ns1:prstGeom prst="roundRect">
            <ns1:avLst>
              <ns1:gd name="adj" fmla="val 16000"/>
            </ns1:avLst>
          </ns1:prstGeom>
          <ns1:solidFill>
            <ns1:srgbClr val="D9F5F0"/>
          </ns1:solidFill>
          <ns1:ln w="0">
            <ns1:noFill/>
            <ns1:prstDash val="solid"/>
          </ns1:ln>
        </ns0:spPr>
      </ns0:sp>
      <ns0:sp>
        <ns0:nvSpPr>
          <ns0:cNvPr id="19" name="">
            <ns1:extLst>
              <ns1:ext uri="{FF2B5EF4-FFF2-40B4-BE49-F238E27FC236}">
                <ns2:creationId id="{E720A1AF-689D-4130-A9F6-726D85E8A7E3}"/>
              </ns1:ext>
            </ns1:extLst>
          </ns0:cNvPr>
          <ns0:cNvSpPr>
            <ns1:spLocks noGrp="1"/>
          </ns0:cNvSpPr>
          <ns0:nvPr/>
        </ns0:nvSpPr>
        <ns0:spPr>
          <ns1:xfrm>
            <ns1:off x="2638425" y="3257550"/>
            <ns1:ext cx="1095375" cy="22860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72554"/>
                </ns1:solidFill>
                <ns1:latin typeface="Aptos"/>
                <ns1:ea typeface="Aptos"/>
                <ns1:cs typeface="Aptos"/>
              </ns1:defRPr>
            </ns1:defPPr>
            <ns1:lvl1pPr algn="ctr">
              <ns1:defRPr sz="1200" b="1">
                <ns1:solidFill>
                  <ns1:srgbClr val="172554"/>
                </ns1:solidFill>
                <ns1:latin typeface="Aptos"/>
                <ns1:ea typeface="Aptos"/>
                <ns1:cs typeface="Aptos"/>
              </ns1:defRPr>
            </ns1:lvl1pPr>
            <ns1:lvl2pPr algn="ctr">
              <ns1:defRPr sz="1200" b="1">
                <ns1:solidFill>
                  <ns1:srgbClr val="172554"/>
                </ns1:solidFill>
                <ns1:latin typeface="Aptos"/>
                <ns1:ea typeface="Aptos"/>
                <ns1:cs typeface="Aptos"/>
              </ns1:defRPr>
            </ns1:lvl2pPr>
            <ns1:lvl3pPr algn="ctr">
              <ns1:defRPr sz="1200" b="1">
                <ns1:solidFill>
                  <ns1:srgbClr val="172554"/>
                </ns1:solidFill>
                <ns1:latin typeface="Aptos"/>
                <ns1:ea typeface="Aptos"/>
                <ns1:cs typeface="Aptos"/>
              </ns1:defRPr>
            </ns1:lvl3pPr>
            <ns1:lvl4pPr algn="ctr">
              <ns1:defRPr sz="1200" b="1">
                <ns1:solidFill>
                  <ns1:srgbClr val="172554"/>
                </ns1:solidFill>
                <ns1:latin typeface="Aptos"/>
                <ns1:ea typeface="Aptos"/>
                <ns1:cs typeface="Aptos"/>
              </ns1:defRPr>
            </ns1:lvl4pPr>
            <ns1:lvl5pPr algn="ctr">
              <ns1:defRPr sz="1200" b="1">
                <ns1:solidFill>
                  <ns1:srgbClr val="172554"/>
                </ns1:solidFill>
                <ns1:latin typeface="Aptos"/>
                <ns1:ea typeface="Aptos"/>
                <ns1:cs typeface="Aptos"/>
              </ns1:defRPr>
            </ns1:lvl5pPr>
            <ns1:lvl6pPr algn="ctr">
              <ns1:defRPr sz="1200" b="1">
                <ns1:solidFill>
                  <ns1:srgbClr val="172554"/>
                </ns1:solidFill>
                <ns1:latin typeface="Aptos"/>
                <ns1:ea typeface="Aptos"/>
                <ns1:cs typeface="Aptos"/>
              </ns1:defRPr>
            </ns1:lvl6pPr>
            <ns1:lvl7pPr algn="ctr">
              <ns1:defRPr sz="1200" b="1">
                <ns1:solidFill>
                  <ns1:srgbClr val="172554"/>
                </ns1:solidFill>
                <ns1:latin typeface="Aptos"/>
                <ns1:ea typeface="Aptos"/>
                <ns1:cs typeface="Aptos"/>
              </ns1:defRPr>
            </ns1:lvl7pPr>
            <ns1:lvl8pPr algn="ctr">
              <ns1:defRPr sz="1200" b="1">
                <ns1:solidFill>
                  <ns1:srgbClr val="172554"/>
                </ns1:solidFill>
                <ns1:latin typeface="Aptos"/>
                <ns1:ea typeface="Aptos"/>
                <ns1:cs typeface="Aptos"/>
              </ns1:defRPr>
            </ns1:lvl8pPr>
            <ns1:lvl9pPr algn="ctr">
              <ns1:defRPr sz="1200" b="1">
                <ns1:solidFill>
                  <ns1:srgbClr val="172554"/>
                </ns1:solidFill>
                <ns1:latin typeface="Aptos"/>
                <ns1:ea typeface="Aptos"/>
                <ns1:cs typeface="Aptos"/>
              </ns1:defRPr>
            </ns1:lvl9pPr>
          </ns1:lstStyle>
          <ns1:p>
            <ns1:pPr algn="ctr">
              <ns1:defRPr sz="1200" b="1">
                <ns1:solidFill>
                  <ns1:srgbClr val="172554"/>
                </ns1:solidFill>
                <ns1:latin typeface="Aptos"/>
                <ns1:ea typeface="Aptos"/>
                <ns1:cs typeface="Aptos"/>
              </ns1:defRPr>
            </ns1:pPr>
            <ns1:r>
              <ns1:rPr sz="1200" b="1">
                <ns1:solidFill>
                  <ns1:srgbClr val="172554"/>
                </ns1:solidFill>
                <ns1:latin typeface="Aptos"/>
                <ns1:ea typeface="Aptos"/>
                <ns1:cs typeface="Aptos"/>
              </ns1:rPr>
              <ns1:t>SHA-512</ns1:t>
            </ns1:r>
          </ns1:p>
        </ns0:txBody>
      </ns0:sp>
      <ns0:sp>
        <ns0:nvSpPr>
          <ns0:cNvPr id="20" name="">
            <ns1:extLst>
              <ns1:ext uri="{FF2B5EF4-FFF2-40B4-BE49-F238E27FC236}">
                <ns2:creationId id="{85A1557D-78D6-4001-8515-E1CF10D96E42}"/>
              </ns1:ext>
            </ns1:extLst>
          </ns0:cNvPr>
          <ns0:cNvSpPr>
            <ns1:spLocks noGrp="1"/>
          </ns0:cNvSpPr>
          <ns0:nvPr/>
        </ns0:nvSpPr>
        <ns0:spPr>
          <ns1:xfrm>
            <ns1:off x="2638425" y="3486150"/>
            <ns1:ext cx="1095375" cy="171450"/>
          </ns1:xfrm>
          <ns1:prstGeom prst="rect">
            <ns1:avLst/>
          </ns1:prstGeom>
          <ns1:noFill/>
          <ns1:ln w="0">
            <ns1:noFill/>
            <ns1:prstDash val="solid"/>
          </ns1:ln>
        </ns0:spPr>
        <ns0:txBody>
          <ns1:bodyPr lIns="0" tIns="0" rIns="0" bIns="0" anchor="ctr">
            <ns1:normAutofit fontScale="100000"/>
          </ns1:bodyPr>
          <ns1:lstStyle>
            <ns1:defPPr algn="ctr">
              <ns1:defRPr sz="825" b="0">
                <ns1:solidFill>
                  <ns1:srgbClr val="536276"/>
                </ns1:solidFill>
                <ns1:latin typeface="Aptos"/>
                <ns1:ea typeface="Aptos"/>
                <ns1:cs typeface="Aptos"/>
              </ns1:defRPr>
            </ns1:defPPr>
            <ns1:lvl1pPr algn="ctr">
              <ns1:defRPr sz="825" b="0">
                <ns1:solidFill>
                  <ns1:srgbClr val="536276"/>
                </ns1:solidFill>
                <ns1:latin typeface="Aptos"/>
                <ns1:ea typeface="Aptos"/>
                <ns1:cs typeface="Aptos"/>
              </ns1:defRPr>
            </ns1:lvl1pPr>
            <ns1:lvl2pPr algn="ctr">
              <ns1:defRPr sz="825" b="0">
                <ns1:solidFill>
                  <ns1:srgbClr val="536276"/>
                </ns1:solidFill>
                <ns1:latin typeface="Aptos"/>
                <ns1:ea typeface="Aptos"/>
                <ns1:cs typeface="Aptos"/>
              </ns1:defRPr>
            </ns1:lvl2pPr>
            <ns1:lvl3pPr algn="ctr">
              <ns1:defRPr sz="825" b="0">
                <ns1:solidFill>
                  <ns1:srgbClr val="536276"/>
                </ns1:solidFill>
                <ns1:latin typeface="Aptos"/>
                <ns1:ea typeface="Aptos"/>
                <ns1:cs typeface="Aptos"/>
              </ns1:defRPr>
            </ns1:lvl3pPr>
            <ns1:lvl4pPr algn="ctr">
              <ns1:defRPr sz="825" b="0">
                <ns1:solidFill>
                  <ns1:srgbClr val="536276"/>
                </ns1:solidFill>
                <ns1:latin typeface="Aptos"/>
                <ns1:ea typeface="Aptos"/>
                <ns1:cs typeface="Aptos"/>
              </ns1:defRPr>
            </ns1:lvl4pPr>
            <ns1:lvl5pPr algn="ctr">
              <ns1:defRPr sz="825" b="0">
                <ns1:solidFill>
                  <ns1:srgbClr val="536276"/>
                </ns1:solidFill>
                <ns1:latin typeface="Aptos"/>
                <ns1:ea typeface="Aptos"/>
                <ns1:cs typeface="Aptos"/>
              </ns1:defRPr>
            </ns1:lvl5pPr>
            <ns1:lvl6pPr algn="ctr">
              <ns1:defRPr sz="825" b="0">
                <ns1:solidFill>
                  <ns1:srgbClr val="536276"/>
                </ns1:solidFill>
                <ns1:latin typeface="Aptos"/>
                <ns1:ea typeface="Aptos"/>
                <ns1:cs typeface="Aptos"/>
              </ns1:defRPr>
            </ns1:lvl6pPr>
            <ns1:lvl7pPr algn="ctr">
              <ns1:defRPr sz="825" b="0">
                <ns1:solidFill>
                  <ns1:srgbClr val="536276"/>
                </ns1:solidFill>
                <ns1:latin typeface="Aptos"/>
                <ns1:ea typeface="Aptos"/>
                <ns1:cs typeface="Aptos"/>
              </ns1:defRPr>
            </ns1:lvl7pPr>
            <ns1:lvl8pPr algn="ctr">
              <ns1:defRPr sz="825" b="0">
                <ns1:solidFill>
                  <ns1:srgbClr val="536276"/>
                </ns1:solidFill>
                <ns1:latin typeface="Aptos"/>
                <ns1:ea typeface="Aptos"/>
                <ns1:cs typeface="Aptos"/>
              </ns1:defRPr>
            </ns1:lvl8pPr>
            <ns1:lvl9pPr algn="ctr">
              <ns1:defRPr sz="825" b="0">
                <ns1:solidFill>
                  <ns1:srgbClr val="536276"/>
                </ns1:solidFill>
                <ns1:latin typeface="Aptos"/>
                <ns1:ea typeface="Aptos"/>
                <ns1:cs typeface="Aptos"/>
              </ns1:defRPr>
            </ns1:lvl9pPr>
          </ns1:lstStyle>
          <ns1:p>
            <ns1:pPr algn="ctr">
              <ns1:defRPr sz="825" b="0">
                <ns1:solidFill>
                  <ns1:srgbClr val="536276"/>
                </ns1:solidFill>
                <ns1:latin typeface="Aptos"/>
                <ns1:ea typeface="Aptos"/>
                <ns1:cs typeface="Aptos"/>
              </ns1:defRPr>
            </ns1:pPr>
            <ns1:r>
              <ns1:rPr sz="825" b="0">
                <ns1:solidFill>
                  <ns1:srgbClr val="536276"/>
                </ns1:solidFill>
                <ns1:latin typeface="Aptos"/>
                <ns1:ea typeface="Aptos"/>
                <ns1:cs typeface="Aptos"/>
              </ns1:rPr>
              <ns1:t>combina los bytes</ns1:t>
            </ns1:r>
          </ns1:p>
        </ns0:txBody>
      </ns0:sp>
      <ns0:sp>
        <ns0:nvSpPr>
          <ns0:cNvPr id="21" name="">
            <ns1:extLst>
              <ns1:ext uri="{FF2B5EF4-FFF2-40B4-BE49-F238E27FC236}">
                <ns2:creationId id="{8AC9A5A9-7D0B-444D-82D1-B847DB2686D5}"/>
              </ns1:ext>
            </ns1:extLst>
          </ns0:cNvPr>
          <ns0:cNvSpPr>
            <ns1:spLocks noGrp="1"/>
          </ns0:cNvSpPr>
          <ns0:nvPr/>
        </ns0:nvSpPr>
        <ns0:spPr>
          <ns1:xfrm>
            <ns1:off x="3819525" y="3352800"/>
            <ns1:ext cx="266700" cy="190500"/>
          </ns1:xfrm>
          <ns1:prstGeom prst="rightArrow">
            <ns1:avLst/>
          </ns1:prstGeom>
          <ns1:solidFill>
            <ns1:srgbClr val="22B8A8"/>
          </ns1:solidFill>
          <ns1:ln w="0">
            <ns1:noFill/>
            <ns1:prstDash val="solid"/>
          </ns1:ln>
        </ns0:spPr>
      </ns0:sp>
      <ns0:sp>
        <ns0:nvSpPr>
          <ns0:cNvPr id="22" name="">
            <ns1:extLst>
              <ns1:ext uri="{FF2B5EF4-FFF2-40B4-BE49-F238E27FC236}">
                <ns2:creationId id="{34E16BF9-9F87-45DB-8837-905C04B15F4E}"/>
              </ns1:ext>
            </ns1:extLst>
          </ns0:cNvPr>
          <ns0:cNvSpPr>
            <ns1:spLocks noGrp="1"/>
          </ns0:cNvSpPr>
          <ns0:nvPr/>
        </ns0:nvSpPr>
        <ns0:spPr>
          <ns1:xfrm>
            <ns1:off x="4143375" y="3219450"/>
            <ns1:ext cx="1257300" cy="476250"/>
          </ns1:xfrm>
          <ns1:prstGeom prst="roundRect">
            <ns1:avLst>
              <ns1:gd name="adj" fmla="val 16000"/>
            </ns1:avLst>
          </ns1:prstGeom>
          <ns1:solidFill>
            <ns1:srgbClr val="FFF2D8"/>
          </ns1:solidFill>
          <ns1:ln w="0">
            <ns1:noFill/>
            <ns1:prstDash val="solid"/>
          </ns1:ln>
        </ns0:spPr>
      </ns0:sp>
      <ns0:sp>
        <ns0:nvSpPr>
          <ns0:cNvPr id="23" name="">
            <ns1:extLst>
              <ns1:ext uri="{FF2B5EF4-FFF2-40B4-BE49-F238E27FC236}">
                <ns2:creationId id="{BE1A1F5C-D4D2-42AA-90ED-1D3EE934BF60}"/>
              </ns1:ext>
            </ns1:extLst>
          </ns0:cNvPr>
          <ns0:cNvSpPr>
            <ns1:spLocks noGrp="1"/>
          </ns0:cNvSpPr>
          <ns0:nvPr/>
        </ns0:nvSpPr>
        <ns0:spPr>
          <ns1:xfrm>
            <ns1:off x="4191000" y="3257550"/>
            <ns1:ext cx="1162050" cy="22860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72554"/>
                </ns1:solidFill>
                <ns1:latin typeface="Aptos"/>
                <ns1:ea typeface="Aptos"/>
                <ns1:cs typeface="Aptos"/>
              </ns1:defRPr>
            </ns1:defPPr>
            <ns1:lvl1pPr algn="ctr">
              <ns1:defRPr sz="1200" b="1">
                <ns1:solidFill>
                  <ns1:srgbClr val="172554"/>
                </ns1:solidFill>
                <ns1:latin typeface="Aptos"/>
                <ns1:ea typeface="Aptos"/>
                <ns1:cs typeface="Aptos"/>
              </ns1:defRPr>
            </ns1:lvl1pPr>
            <ns1:lvl2pPr algn="ctr">
              <ns1:defRPr sz="1200" b="1">
                <ns1:solidFill>
                  <ns1:srgbClr val="172554"/>
                </ns1:solidFill>
                <ns1:latin typeface="Aptos"/>
                <ns1:ea typeface="Aptos"/>
                <ns1:cs typeface="Aptos"/>
              </ns1:defRPr>
            </ns1:lvl2pPr>
            <ns1:lvl3pPr algn="ctr">
              <ns1:defRPr sz="1200" b="1">
                <ns1:solidFill>
                  <ns1:srgbClr val="172554"/>
                </ns1:solidFill>
                <ns1:latin typeface="Aptos"/>
                <ns1:ea typeface="Aptos"/>
                <ns1:cs typeface="Aptos"/>
              </ns1:defRPr>
            </ns1:lvl3pPr>
            <ns1:lvl4pPr algn="ctr">
              <ns1:defRPr sz="1200" b="1">
                <ns1:solidFill>
                  <ns1:srgbClr val="172554"/>
                </ns1:solidFill>
                <ns1:latin typeface="Aptos"/>
                <ns1:ea typeface="Aptos"/>
                <ns1:cs typeface="Aptos"/>
              </ns1:defRPr>
            </ns1:lvl4pPr>
            <ns1:lvl5pPr algn="ctr">
              <ns1:defRPr sz="1200" b="1">
                <ns1:solidFill>
                  <ns1:srgbClr val="172554"/>
                </ns1:solidFill>
                <ns1:latin typeface="Aptos"/>
                <ns1:ea typeface="Aptos"/>
                <ns1:cs typeface="Aptos"/>
              </ns1:defRPr>
            </ns1:lvl5pPr>
            <ns1:lvl6pPr algn="ctr">
              <ns1:defRPr sz="1200" b="1">
                <ns1:solidFill>
                  <ns1:srgbClr val="172554"/>
                </ns1:solidFill>
                <ns1:latin typeface="Aptos"/>
                <ns1:ea typeface="Aptos"/>
                <ns1:cs typeface="Aptos"/>
              </ns1:defRPr>
            </ns1:lvl6pPr>
            <ns1:lvl7pPr algn="ctr">
              <ns1:defRPr sz="1200" b="1">
                <ns1:solidFill>
                  <ns1:srgbClr val="172554"/>
                </ns1:solidFill>
                <ns1:latin typeface="Aptos"/>
                <ns1:ea typeface="Aptos"/>
                <ns1:cs typeface="Aptos"/>
              </ns1:defRPr>
            </ns1:lvl7pPr>
            <ns1:lvl8pPr algn="ctr">
              <ns1:defRPr sz="1200" b="1">
                <ns1:solidFill>
                  <ns1:srgbClr val="172554"/>
                </ns1:solidFill>
                <ns1:latin typeface="Aptos"/>
                <ns1:ea typeface="Aptos"/>
                <ns1:cs typeface="Aptos"/>
              </ns1:defRPr>
            </ns1:lvl8pPr>
            <ns1:lvl9pPr algn="ctr">
              <ns1:defRPr sz="1200" b="1">
                <ns1:solidFill>
                  <ns1:srgbClr val="172554"/>
                </ns1:solidFill>
                <ns1:latin typeface="Aptos"/>
                <ns1:ea typeface="Aptos"/>
                <ns1:cs typeface="Aptos"/>
              </ns1:defRPr>
            </ns1:lvl9pPr>
          </ns1:lstStyle>
          <ns1:p>
            <ns1:pPr algn="ctr">
              <ns1:defRPr sz="1200" b="1">
                <ns1:solidFill>
                  <ns1:srgbClr val="172554"/>
                </ns1:solidFill>
                <ns1:latin typeface="Aptos"/>
                <ns1:ea typeface="Aptos"/>
                <ns1:cs typeface="Aptos"/>
              </ns1:defRPr>
            </ns1:pPr>
            <ns1:r>
              <ns1:rPr sz="1200" b="1">
                <ns1:solidFill>
                  <ns1:srgbClr val="172554"/>
                </ns1:solidFill>
                <ns1:latin typeface="Aptos"/>
                <ns1:ea typeface="Aptos"/>
                <ns1:cs typeface="Aptos"/>
              </ns1:rPr>
              <ns1:t>mod L → r</ns1:t>
            </ns1:r>
          </ns1:p>
        </ns0:txBody>
      </ns0:sp>
      <ns0:sp>
        <ns0:nvSpPr>
          <ns0:cNvPr id="24" name="">
            <ns1:extLst>
              <ns1:ext uri="{FF2B5EF4-FFF2-40B4-BE49-F238E27FC236}">
                <ns2:creationId id="{AB4C4E9D-F2C7-4E73-BF0A-491A9609A430}"/>
              </ns1:ext>
            </ns1:extLst>
          </ns0:cNvPr>
          <ns0:cNvSpPr>
            <ns1:spLocks noGrp="1"/>
          </ns0:cNvSpPr>
          <ns0:nvPr/>
        </ns0:nvSpPr>
        <ns0:spPr>
          <ns1:xfrm>
            <ns1:off x="4191000" y="3486150"/>
            <ns1:ext cx="1162050" cy="171450"/>
          </ns1:xfrm>
          <ns1:prstGeom prst="rect">
            <ns1:avLst/>
          </ns1:prstGeom>
          <ns1:noFill/>
          <ns1:ln w="0">
            <ns1:noFill/>
            <ns1:prstDash val="solid"/>
          </ns1:ln>
        </ns0:spPr>
        <ns0:txBody>
          <ns1:bodyPr lIns="0" tIns="0" rIns="0" bIns="0" anchor="ctr">
            <ns1:normAutofit fontScale="100000"/>
          </ns1:bodyPr>
          <ns1:lstStyle>
            <ns1:defPPr algn="ctr">
              <ns1:defRPr sz="825" b="0">
                <ns1:solidFill>
                  <ns1:srgbClr val="536276"/>
                </ns1:solidFill>
                <ns1:latin typeface="Aptos"/>
                <ns1:ea typeface="Aptos"/>
                <ns1:cs typeface="Aptos"/>
              </ns1:defRPr>
            </ns1:defPPr>
            <ns1:lvl1pPr algn="ctr">
              <ns1:defRPr sz="825" b="0">
                <ns1:solidFill>
                  <ns1:srgbClr val="536276"/>
                </ns1:solidFill>
                <ns1:latin typeface="Aptos"/>
                <ns1:ea typeface="Aptos"/>
                <ns1:cs typeface="Aptos"/>
              </ns1:defRPr>
            </ns1:lvl1pPr>
            <ns1:lvl2pPr algn="ctr">
              <ns1:defRPr sz="825" b="0">
                <ns1:solidFill>
                  <ns1:srgbClr val="536276"/>
                </ns1:solidFill>
                <ns1:latin typeface="Aptos"/>
                <ns1:ea typeface="Aptos"/>
                <ns1:cs typeface="Aptos"/>
              </ns1:defRPr>
            </ns1:lvl2pPr>
            <ns1:lvl3pPr algn="ctr">
              <ns1:defRPr sz="825" b="0">
                <ns1:solidFill>
                  <ns1:srgbClr val="536276"/>
                </ns1:solidFill>
                <ns1:latin typeface="Aptos"/>
                <ns1:ea typeface="Aptos"/>
                <ns1:cs typeface="Aptos"/>
              </ns1:defRPr>
            </ns1:lvl3pPr>
            <ns1:lvl4pPr algn="ctr">
              <ns1:defRPr sz="825" b="0">
                <ns1:solidFill>
                  <ns1:srgbClr val="536276"/>
                </ns1:solidFill>
                <ns1:latin typeface="Aptos"/>
                <ns1:ea typeface="Aptos"/>
                <ns1:cs typeface="Aptos"/>
              </ns1:defRPr>
            </ns1:lvl4pPr>
            <ns1:lvl5pPr algn="ctr">
              <ns1:defRPr sz="825" b="0">
                <ns1:solidFill>
                  <ns1:srgbClr val="536276"/>
                </ns1:solidFill>
                <ns1:latin typeface="Aptos"/>
                <ns1:ea typeface="Aptos"/>
                <ns1:cs typeface="Aptos"/>
              </ns1:defRPr>
            </ns1:lvl5pPr>
            <ns1:lvl6pPr algn="ctr">
              <ns1:defRPr sz="825" b="0">
                <ns1:solidFill>
                  <ns1:srgbClr val="536276"/>
                </ns1:solidFill>
                <ns1:latin typeface="Aptos"/>
                <ns1:ea typeface="Aptos"/>
                <ns1:cs typeface="Aptos"/>
              </ns1:defRPr>
            </ns1:lvl6pPr>
            <ns1:lvl7pPr algn="ctr">
              <ns1:defRPr sz="825" b="0">
                <ns1:solidFill>
                  <ns1:srgbClr val="536276"/>
                </ns1:solidFill>
                <ns1:latin typeface="Aptos"/>
                <ns1:ea typeface="Aptos"/>
                <ns1:cs typeface="Aptos"/>
              </ns1:defRPr>
            </ns1:lvl7pPr>
            <ns1:lvl8pPr algn="ctr">
              <ns1:defRPr sz="825" b="0">
                <ns1:solidFill>
                  <ns1:srgbClr val="536276"/>
                </ns1:solidFill>
                <ns1:latin typeface="Aptos"/>
                <ns1:ea typeface="Aptos"/>
                <ns1:cs typeface="Aptos"/>
              </ns1:defRPr>
            </ns1:lvl8pPr>
            <ns1:lvl9pPr algn="ctr">
              <ns1:defRPr sz="825" b="0">
                <ns1:solidFill>
                  <ns1:srgbClr val="536276"/>
                </ns1:solidFill>
                <ns1:latin typeface="Aptos"/>
                <ns1:ea typeface="Aptos"/>
                <ns1:cs typeface="Aptos"/>
              </ns1:defRPr>
            </ns1:lvl9pPr>
          </ns1:lstStyle>
          <ns1:p>
            <ns1:pPr algn="ctr">
              <ns1:defRPr sz="825" b="0">
                <ns1:solidFill>
                  <ns1:srgbClr val="536276"/>
                </ns1:solidFill>
                <ns1:latin typeface="Aptos"/>
                <ns1:ea typeface="Aptos"/>
                <ns1:cs typeface="Aptos"/>
              </ns1:defRPr>
            </ns1:pPr>
            <ns1:r>
              <ns1:rPr sz="825" b="0">
                <ns1:solidFill>
                  <ns1:srgbClr val="536276"/>
                </ns1:solidFill>
                <ns1:latin typeface="Aptos"/>
                <ns1:ea typeface="Aptos"/>
                <ns1:cs typeface="Aptos"/>
              </ns1:rPr>
              <ns1:t>valor único para este mensaje</ns1:t>
            </ns1:r>
          </ns1:p>
        </ns0:txBody>
      </ns0:sp>
      <ns0:sp>
        <ns0:nvSpPr>
          <ns0:cNvPr id="25" name="">
            <ns1:extLst>
              <ns1:ext uri="{FF2B5EF4-FFF2-40B4-BE49-F238E27FC236}">
                <ns2:creationId id="{896EDBC2-A1BD-4B96-99BC-1D10AE23032B}"/>
              </ns1:ext>
            </ns1:extLst>
          </ns0:cNvPr>
          <ns0:cNvSpPr>
            <ns1:spLocks noGrp="1"/>
          </ns0:cNvSpPr>
          <ns0:nvPr/>
        </ns0:nvSpPr>
        <ns0:spPr>
          <ns1:xfrm>
            <ns1:off x="5438775" y="3352800"/>
            <ns1:ext cx="266700" cy="190500"/>
          </ns1:xfrm>
          <ns1:prstGeom prst="rightArrow">
            <ns1:avLst/>
          </ns1:prstGeom>
          <ns1:solidFill>
            <ns1:srgbClr val="F2B544"/>
          </ns1:solidFill>
          <ns1:ln w="0">
            <ns1:noFill/>
            <ns1:prstDash val="solid"/>
          </ns1:ln>
        </ns0:spPr>
      </ns0:sp>
      <ns0:sp>
        <ns0:nvSpPr>
          <ns0:cNvPr id="26" name="">
            <ns1:extLst>
              <ns1:ext uri="{FF2B5EF4-FFF2-40B4-BE49-F238E27FC236}">
                <ns2:creationId id="{DEB0F557-3E05-4C65-B7E5-517C37AB603F}"/>
              </ns1:ext>
            </ns1:extLst>
          </ns0:cNvPr>
          <ns0:cNvSpPr>
            <ns1:spLocks noGrp="1"/>
          </ns0:cNvSpPr>
          <ns0:nvPr/>
        </ns0:nvSpPr>
        <ns0:spPr>
          <ns1:xfrm>
            <ns1:off x="5743575" y="3219450"/>
            <ns1:ext cx="1666875" cy="476250"/>
          </ns1:xfrm>
          <ns1:prstGeom prst="roundRect">
            <ns1:avLst>
              <ns1:gd name="adj" fmla="val 16000"/>
            </ns1:avLst>
          </ns1:prstGeom>
          <ns1:solidFill>
            <ns1:srgbClr val="E8EDFF"/>
          </ns1:solidFill>
          <ns1:ln w="0">
            <ns1:noFill/>
            <ns1:prstDash val="solid"/>
          </ns1:ln>
        </ns0:spPr>
      </ns0:sp>
      <ns0:sp>
        <ns0:nvSpPr>
          <ns0:cNvPr id="27" name="">
            <ns1:extLst>
              <ns1:ext uri="{FF2B5EF4-FFF2-40B4-BE49-F238E27FC236}">
                <ns2:creationId id="{2E66981A-CFC7-4300-96E9-FC2250E51EC5}"/>
              </ns1:ext>
            </ns1:extLst>
          </ns0:cNvPr>
          <ns0:cNvSpPr>
            <ns1:spLocks noGrp="1"/>
          </ns0:cNvSpPr>
          <ns0:nvPr/>
        </ns0:nvSpPr>
        <ns0:spPr>
          <ns1:xfrm>
            <ns1:off x="5791200" y="3257550"/>
            <ns1:ext cx="1571625" cy="22860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72554"/>
                </ns1:solidFill>
                <ns1:latin typeface="Aptos"/>
                <ns1:ea typeface="Aptos"/>
                <ns1:cs typeface="Aptos"/>
              </ns1:defRPr>
            </ns1:defPPr>
            <ns1:lvl1pPr algn="ctr">
              <ns1:defRPr sz="1200" b="1">
                <ns1:solidFill>
                  <ns1:srgbClr val="172554"/>
                </ns1:solidFill>
                <ns1:latin typeface="Aptos"/>
                <ns1:ea typeface="Aptos"/>
                <ns1:cs typeface="Aptos"/>
              </ns1:defRPr>
            </ns1:lvl1pPr>
            <ns1:lvl2pPr algn="ctr">
              <ns1:defRPr sz="1200" b="1">
                <ns1:solidFill>
                  <ns1:srgbClr val="172554"/>
                </ns1:solidFill>
                <ns1:latin typeface="Aptos"/>
                <ns1:ea typeface="Aptos"/>
                <ns1:cs typeface="Aptos"/>
              </ns1:defRPr>
            </ns1:lvl2pPr>
            <ns1:lvl3pPr algn="ctr">
              <ns1:defRPr sz="1200" b="1">
                <ns1:solidFill>
                  <ns1:srgbClr val="172554"/>
                </ns1:solidFill>
                <ns1:latin typeface="Aptos"/>
                <ns1:ea typeface="Aptos"/>
                <ns1:cs typeface="Aptos"/>
              </ns1:defRPr>
            </ns1:lvl3pPr>
            <ns1:lvl4pPr algn="ctr">
              <ns1:defRPr sz="1200" b="1">
                <ns1:solidFill>
                  <ns1:srgbClr val="172554"/>
                </ns1:solidFill>
                <ns1:latin typeface="Aptos"/>
                <ns1:ea typeface="Aptos"/>
                <ns1:cs typeface="Aptos"/>
              </ns1:defRPr>
            </ns1:lvl4pPr>
            <ns1:lvl5pPr algn="ctr">
              <ns1:defRPr sz="1200" b="1">
                <ns1:solidFill>
                  <ns1:srgbClr val="172554"/>
                </ns1:solidFill>
                <ns1:latin typeface="Aptos"/>
                <ns1:ea typeface="Aptos"/>
                <ns1:cs typeface="Aptos"/>
              </ns1:defRPr>
            </ns1:lvl5pPr>
            <ns1:lvl6pPr algn="ctr">
              <ns1:defRPr sz="1200" b="1">
                <ns1:solidFill>
                  <ns1:srgbClr val="172554"/>
                </ns1:solidFill>
                <ns1:latin typeface="Aptos"/>
                <ns1:ea typeface="Aptos"/>
                <ns1:cs typeface="Aptos"/>
              </ns1:defRPr>
            </ns1:lvl6pPr>
            <ns1:lvl7pPr algn="ctr">
              <ns1:defRPr sz="1200" b="1">
                <ns1:solidFill>
                  <ns1:srgbClr val="172554"/>
                </ns1:solidFill>
                <ns1:latin typeface="Aptos"/>
                <ns1:ea typeface="Aptos"/>
                <ns1:cs typeface="Aptos"/>
              </ns1:defRPr>
            </ns1:lvl7pPr>
            <ns1:lvl8pPr algn="ctr">
              <ns1:defRPr sz="1200" b="1">
                <ns1:solidFill>
                  <ns1:srgbClr val="172554"/>
                </ns1:solidFill>
                <ns1:latin typeface="Aptos"/>
                <ns1:ea typeface="Aptos"/>
                <ns1:cs typeface="Aptos"/>
              </ns1:defRPr>
            </ns1:lvl8pPr>
            <ns1:lvl9pPr algn="ctr">
              <ns1:defRPr sz="1200" b="1">
                <ns1:solidFill>
                  <ns1:srgbClr val="172554"/>
                </ns1:solidFill>
                <ns1:latin typeface="Aptos"/>
                <ns1:ea typeface="Aptos"/>
                <ns1:cs typeface="Aptos"/>
              </ns1:defRPr>
            </ns1:lvl9pPr>
          </ns1:lstStyle>
          <ns1:p>
            <ns1:pPr algn="ctr">
              <ns1:defRPr sz="1200" b="1">
                <ns1:solidFill>
                  <ns1:srgbClr val="172554"/>
                </ns1:solidFill>
                <ns1:latin typeface="Aptos"/>
                <ns1:ea typeface="Aptos"/>
                <ns1:cs typeface="Aptos"/>
              </ns1:defRPr>
            </ns1:pPr>
            <ns1:r>
              <ns1:rPr sz="1200" b="1">
                <ns1:solidFill>
                  <ns1:srgbClr val="172554"/>
                </ns1:solidFill>
                <ns1:latin typeface="Aptos"/>
                <ns1:ea typeface="Aptos"/>
                <ns1:cs typeface="Aptos"/>
              </ns1:rPr>
              <ns1:t>R = r · B</ns1:t>
            </ns1:r>
          </ns1:p>
        </ns0:txBody>
      </ns0:sp>
      <ns0:sp>
        <ns0:nvSpPr>
          <ns0:cNvPr id="28" name="">
            <ns1:extLst>
              <ns1:ext uri="{FF2B5EF4-FFF2-40B4-BE49-F238E27FC236}">
                <ns2:creationId id="{383CCC69-16FA-4B21-B5F7-FAEA57C43EF7}"/>
              </ns1:ext>
            </ns1:extLst>
          </ns0:cNvPr>
          <ns0:cNvSpPr>
            <ns1:spLocks noGrp="1"/>
          </ns0:cNvSpPr>
          <ns0:nvPr/>
        </ns0:nvSpPr>
        <ns0:spPr>
          <ns1:xfrm>
            <ns1:off x="5791200" y="3486150"/>
            <ns1:ext cx="1571625" cy="171450"/>
          </ns1:xfrm>
          <ns1:prstGeom prst="rect">
            <ns1:avLst/>
          </ns1:prstGeom>
          <ns1:noFill/>
          <ns1:ln w="0">
            <ns1:noFill/>
            <ns1:prstDash val="solid"/>
          </ns1:ln>
        </ns0:spPr>
        <ns0:txBody>
          <ns1:bodyPr lIns="0" tIns="0" rIns="0" bIns="0" anchor="ctr">
            <ns1:normAutofit fontScale="100000"/>
          </ns1:bodyPr>
          <ns1:lstStyle>
            <ns1:defPPr algn="ctr">
              <ns1:defRPr sz="825" b="0">
                <ns1:solidFill>
                  <ns1:srgbClr val="536276"/>
                </ns1:solidFill>
                <ns1:latin typeface="Aptos"/>
                <ns1:ea typeface="Aptos"/>
                <ns1:cs typeface="Aptos"/>
              </ns1:defRPr>
            </ns1:defPPr>
            <ns1:lvl1pPr algn="ctr">
              <ns1:defRPr sz="825" b="0">
                <ns1:solidFill>
                  <ns1:srgbClr val="536276"/>
                </ns1:solidFill>
                <ns1:latin typeface="Aptos"/>
                <ns1:ea typeface="Aptos"/>
                <ns1:cs typeface="Aptos"/>
              </ns1:defRPr>
            </ns1:lvl1pPr>
            <ns1:lvl2pPr algn="ctr">
              <ns1:defRPr sz="825" b="0">
                <ns1:solidFill>
                  <ns1:srgbClr val="536276"/>
                </ns1:solidFill>
                <ns1:latin typeface="Aptos"/>
                <ns1:ea typeface="Aptos"/>
                <ns1:cs typeface="Aptos"/>
              </ns1:defRPr>
            </ns1:lvl2pPr>
            <ns1:lvl3pPr algn="ctr">
              <ns1:defRPr sz="825" b="0">
                <ns1:solidFill>
                  <ns1:srgbClr val="536276"/>
                </ns1:solidFill>
                <ns1:latin typeface="Aptos"/>
                <ns1:ea typeface="Aptos"/>
                <ns1:cs typeface="Aptos"/>
              </ns1:defRPr>
            </ns1:lvl3pPr>
            <ns1:lvl4pPr algn="ctr">
              <ns1:defRPr sz="825" b="0">
                <ns1:solidFill>
                  <ns1:srgbClr val="536276"/>
                </ns1:solidFill>
                <ns1:latin typeface="Aptos"/>
                <ns1:ea typeface="Aptos"/>
                <ns1:cs typeface="Aptos"/>
              </ns1:defRPr>
            </ns1:lvl4pPr>
            <ns1:lvl5pPr algn="ctr">
              <ns1:defRPr sz="825" b="0">
                <ns1:solidFill>
                  <ns1:srgbClr val="536276"/>
                </ns1:solidFill>
                <ns1:latin typeface="Aptos"/>
                <ns1:ea typeface="Aptos"/>
                <ns1:cs typeface="Aptos"/>
              </ns1:defRPr>
            </ns1:lvl5pPr>
            <ns1:lvl6pPr algn="ctr">
              <ns1:defRPr sz="825" b="0">
                <ns1:solidFill>
                  <ns1:srgbClr val="536276"/>
                </ns1:solidFill>
                <ns1:latin typeface="Aptos"/>
                <ns1:ea typeface="Aptos"/>
                <ns1:cs typeface="Aptos"/>
              </ns1:defRPr>
            </ns1:lvl6pPr>
            <ns1:lvl7pPr algn="ctr">
              <ns1:defRPr sz="825" b="0">
                <ns1:solidFill>
                  <ns1:srgbClr val="536276"/>
                </ns1:solidFill>
                <ns1:latin typeface="Aptos"/>
                <ns1:ea typeface="Aptos"/>
                <ns1:cs typeface="Aptos"/>
              </ns1:defRPr>
            </ns1:lvl7pPr>
            <ns1:lvl8pPr algn="ctr">
              <ns1:defRPr sz="825" b="0">
                <ns1:solidFill>
                  <ns1:srgbClr val="536276"/>
                </ns1:solidFill>
                <ns1:latin typeface="Aptos"/>
                <ns1:ea typeface="Aptos"/>
                <ns1:cs typeface="Aptos"/>
              </ns1:defRPr>
            </ns1:lvl8pPr>
            <ns1:lvl9pPr algn="ctr">
              <ns1:defRPr sz="825" b="0">
                <ns1:solidFill>
                  <ns1:srgbClr val="536276"/>
                </ns1:solidFill>
                <ns1:latin typeface="Aptos"/>
                <ns1:ea typeface="Aptos"/>
                <ns1:cs typeface="Aptos"/>
              </ns1:defRPr>
            </ns1:lvl9pPr>
          </ns1:lstStyle>
          <ns1:p>
            <ns1:pPr algn="ctr">
              <ns1:defRPr sz="825" b="0">
                <ns1:solidFill>
                  <ns1:srgbClr val="536276"/>
                </ns1:solidFill>
                <ns1:latin typeface="Aptos"/>
                <ns1:ea typeface="Aptos"/>
                <ns1:cs typeface="Aptos"/>
              </ns1:defRPr>
            </ns1:pPr>
            <ns1:r>
              <ns1:rPr sz="825" b="0">
                <ns1:solidFill>
                  <ns1:srgbClr val="536276"/>
                </ns1:solidFill>
                <ns1:latin typeface="Aptos"/>
                <ns1:ea typeface="Aptos"/>
                <ns1:cs typeface="Aptos"/>
              </ns1:rPr>
              <ns1:t>punto de la firma</ns1:t>
            </ns1:r>
          </ns1:p>
        </ns0:txBody>
      </ns0:sp>
      <ns0:sp>
        <ns0:nvSpPr>
          <ns0:cNvPr id="29" name="">
            <ns1:extLst>
              <ns1:ext uri="{FF2B5EF4-FFF2-40B4-BE49-F238E27FC236}">
                <ns2:creationId id="{8F94BE5C-2CEE-47B9-AB8E-AD8F527B44DB}"/>
              </ns1:ext>
            </ns1:extLst>
          </ns0:cNvPr>
          <ns0:cNvSpPr>
            <ns1:spLocks noGrp="1"/>
          </ns0:cNvSpPr>
          <ns0:nvPr/>
        </ns0:nvSpPr>
        <ns0:spPr>
          <ns1:xfrm>
            <ns1:off x="885825" y="3848100"/>
            <ns1:ext cx="1371600" cy="238125"/>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2846A0"/>
                </ns1:solidFill>
                <ns1:latin typeface="Aptos"/>
                <ns1:ea typeface="Aptos"/>
                <ns1:cs typeface="Aptos"/>
              </ns1:defRPr>
            </ns1:defPPr>
            <ns1:lvl1pPr algn="ctr">
              <ns1:defRPr sz="1125" b="1">
                <ns1:solidFill>
                  <ns1:srgbClr val="2846A0"/>
                </ns1:solidFill>
                <ns1:latin typeface="Aptos"/>
                <ns1:ea typeface="Aptos"/>
                <ns1:cs typeface="Aptos"/>
              </ns1:defRPr>
            </ns1:lvl1pPr>
            <ns1:lvl2pPr algn="ctr">
              <ns1:defRPr sz="1125" b="1">
                <ns1:solidFill>
                  <ns1:srgbClr val="2846A0"/>
                </ns1:solidFill>
                <ns1:latin typeface="Aptos"/>
                <ns1:ea typeface="Aptos"/>
                <ns1:cs typeface="Aptos"/>
              </ns1:defRPr>
            </ns1:lvl2pPr>
            <ns1:lvl3pPr algn="ctr">
              <ns1:defRPr sz="1125" b="1">
                <ns1:solidFill>
                  <ns1:srgbClr val="2846A0"/>
                </ns1:solidFill>
                <ns1:latin typeface="Aptos"/>
                <ns1:ea typeface="Aptos"/>
                <ns1:cs typeface="Aptos"/>
              </ns1:defRPr>
            </ns1:lvl3pPr>
            <ns1:lvl4pPr algn="ctr">
              <ns1:defRPr sz="1125" b="1">
                <ns1:solidFill>
                  <ns1:srgbClr val="2846A0"/>
                </ns1:solidFill>
                <ns1:latin typeface="Aptos"/>
                <ns1:ea typeface="Aptos"/>
                <ns1:cs typeface="Aptos"/>
              </ns1:defRPr>
            </ns1:lvl4pPr>
            <ns1:lvl5pPr algn="ctr">
              <ns1:defRPr sz="1125" b="1">
                <ns1:solidFill>
                  <ns1:srgbClr val="2846A0"/>
                </ns1:solidFill>
                <ns1:latin typeface="Aptos"/>
                <ns1:ea typeface="Aptos"/>
                <ns1:cs typeface="Aptos"/>
              </ns1:defRPr>
            </ns1:lvl5pPr>
            <ns1:lvl6pPr algn="ctr">
              <ns1:defRPr sz="1125" b="1">
                <ns1:solidFill>
                  <ns1:srgbClr val="2846A0"/>
                </ns1:solidFill>
                <ns1:latin typeface="Aptos"/>
                <ns1:ea typeface="Aptos"/>
                <ns1:cs typeface="Aptos"/>
              </ns1:defRPr>
            </ns1:lvl6pPr>
            <ns1:lvl7pPr algn="ctr">
              <ns1:defRPr sz="1125" b="1">
                <ns1:solidFill>
                  <ns1:srgbClr val="2846A0"/>
                </ns1:solidFill>
                <ns1:latin typeface="Aptos"/>
                <ns1:ea typeface="Aptos"/>
                <ns1:cs typeface="Aptos"/>
              </ns1:defRPr>
            </ns1:lvl7pPr>
            <ns1:lvl8pPr algn="ctr">
              <ns1:defRPr sz="1125" b="1">
                <ns1:solidFill>
                  <ns1:srgbClr val="2846A0"/>
                </ns1:solidFill>
                <ns1:latin typeface="Aptos"/>
                <ns1:ea typeface="Aptos"/>
                <ns1:cs typeface="Aptos"/>
              </ns1:defRPr>
            </ns1:lvl8pPr>
            <ns1:lvl9pPr algn="ctr">
              <ns1:defRPr sz="1125" b="1">
                <ns1:solidFill>
                  <ns1:srgbClr val="2846A0"/>
                </ns1:solidFill>
                <ns1:latin typeface="Aptos"/>
                <ns1:ea typeface="Aptos"/>
                <ns1:cs typeface="Aptos"/>
              </ns1:defRPr>
            </ns1:lvl9pPr>
          </ns1:lstStyle>
          <ns1:p>
            <ns1:pPr algn="ctr">
              <ns1:defRPr sz="1125" b="1">
                <ns1:solidFill>
                  <ns1:srgbClr val="2846A0"/>
                </ns1:solidFill>
                <ns1:latin typeface="Aptos"/>
                <ns1:ea typeface="Aptos"/>
                <ns1:cs typeface="Aptos"/>
              </ns1:defRPr>
            </ns1:pPr>
            <ns1:r>
              <ns1:rPr sz="1125" b="1">
                <ns1:solidFill>
                  <ns1:srgbClr val="2846A0"/>
                </ns1:solidFill>
                <ns1:latin typeface="Aptos"/>
                <ns1:ea typeface="Aptos"/>
                <ns1:cs typeface="Aptos"/>
              </ns1:rPr>
              <ns1:t>R, A y M</ns1:t>
            </ns1:r>
          </ns1:p>
        </ns0:txBody>
      </ns0:sp>
      <ns0:sp>
        <ns0:nvSpPr>
          <ns0:cNvPr id="30" name="">
            <ns1:extLst>
              <ns1:ext uri="{FF2B5EF4-FFF2-40B4-BE49-F238E27FC236}">
                <ns2:creationId id="{F0F44AE3-C542-41B3-AFE0-BDE382309510}"/>
              </ns1:ext>
            </ns1:extLst>
          </ns0:cNvPr>
          <ns0:cNvSpPr>
            <ns1:spLocks noGrp="1"/>
          </ns0:cNvSpPr>
          <ns0:nvPr/>
        </ns0:nvSpPr>
        <ns0:spPr>
          <ns1:xfrm>
            <ns1:off x="2257425" y="3876675"/>
            <ns1:ext cx="266700" cy="171450"/>
          </ns1:xfrm>
          <ns1:prstGeom prst="rightArrow">
            <ns1:avLst/>
          </ns1:prstGeom>
          <ns1:solidFill>
            <ns1:srgbClr val="2846A0"/>
          </ns1:solidFill>
          <ns1:ln w="0">
            <ns1:noFill/>
            <ns1:prstDash val="solid"/>
          </ns1:ln>
        </ns0:spPr>
      </ns0:sp>
      <ns0:sp>
        <ns0:nvSpPr>
          <ns0:cNvPr id="31" name="">
            <ns1:extLst>
              <ns1:ext uri="{FF2B5EF4-FFF2-40B4-BE49-F238E27FC236}">
                <ns2:creationId id="{84F86635-9974-4660-B10C-9F30A0DF5863}"/>
              </ns1:ext>
            </ns1:extLst>
          </ns0:cNvPr>
          <ns0:cNvSpPr>
            <ns1:spLocks noGrp="1"/>
          </ns0:cNvSpPr>
          <ns0:nvPr/>
        </ns0:nvSpPr>
        <ns0:spPr>
          <ns1:xfrm>
            <ns1:off x="2590800" y="3771900"/>
            <ns1:ext cx="1190625" cy="476250"/>
          </ns1:xfrm>
          <ns1:prstGeom prst="roundRect">
            <ns1:avLst>
              <ns1:gd name="adj" fmla="val 16000"/>
            </ns1:avLst>
          </ns1:prstGeom>
          <ns1:solidFill>
            <ns1:srgbClr val="D9F5F0"/>
          </ns1:solidFill>
          <ns1:ln w="0">
            <ns1:noFill/>
            <ns1:prstDash val="solid"/>
          </ns1:ln>
        </ns0:spPr>
      </ns0:sp>
      <ns0:sp>
        <ns0:nvSpPr>
          <ns0:cNvPr id="32" name="">
            <ns1:extLst>
              <ns1:ext uri="{FF2B5EF4-FFF2-40B4-BE49-F238E27FC236}">
                <ns2:creationId id="{5DB02CF1-4BCD-4E44-A86D-400D35E3873F}"/>
              </ns1:ext>
            </ns1:extLst>
          </ns0:cNvPr>
          <ns0:cNvSpPr>
            <ns1:spLocks noGrp="1"/>
          </ns0:cNvSpPr>
          <ns0:nvPr/>
        </ns0:nvSpPr>
        <ns0:spPr>
          <ns1:xfrm>
            <ns1:off x="2638425" y="3810000"/>
            <ns1:ext cx="1095375" cy="22860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72554"/>
                </ns1:solidFill>
                <ns1:latin typeface="Aptos"/>
                <ns1:ea typeface="Aptos"/>
                <ns1:cs typeface="Aptos"/>
              </ns1:defRPr>
            </ns1:defPPr>
            <ns1:lvl1pPr algn="ctr">
              <ns1:defRPr sz="1200" b="1">
                <ns1:solidFill>
                  <ns1:srgbClr val="172554"/>
                </ns1:solidFill>
                <ns1:latin typeface="Aptos"/>
                <ns1:ea typeface="Aptos"/>
                <ns1:cs typeface="Aptos"/>
              </ns1:defRPr>
            </ns1:lvl1pPr>
            <ns1:lvl2pPr algn="ctr">
              <ns1:defRPr sz="1200" b="1">
                <ns1:solidFill>
                  <ns1:srgbClr val="172554"/>
                </ns1:solidFill>
                <ns1:latin typeface="Aptos"/>
                <ns1:ea typeface="Aptos"/>
                <ns1:cs typeface="Aptos"/>
              </ns1:defRPr>
            </ns1:lvl2pPr>
            <ns1:lvl3pPr algn="ctr">
              <ns1:defRPr sz="1200" b="1">
                <ns1:solidFill>
                  <ns1:srgbClr val="172554"/>
                </ns1:solidFill>
                <ns1:latin typeface="Aptos"/>
                <ns1:ea typeface="Aptos"/>
                <ns1:cs typeface="Aptos"/>
              </ns1:defRPr>
            </ns1:lvl3pPr>
            <ns1:lvl4pPr algn="ctr">
              <ns1:defRPr sz="1200" b="1">
                <ns1:solidFill>
                  <ns1:srgbClr val="172554"/>
                </ns1:solidFill>
                <ns1:latin typeface="Aptos"/>
                <ns1:ea typeface="Aptos"/>
                <ns1:cs typeface="Aptos"/>
              </ns1:defRPr>
            </ns1:lvl4pPr>
            <ns1:lvl5pPr algn="ctr">
              <ns1:defRPr sz="1200" b="1">
                <ns1:solidFill>
                  <ns1:srgbClr val="172554"/>
                </ns1:solidFill>
                <ns1:latin typeface="Aptos"/>
                <ns1:ea typeface="Aptos"/>
                <ns1:cs typeface="Aptos"/>
              </ns1:defRPr>
            </ns1:lvl5pPr>
            <ns1:lvl6pPr algn="ctr">
              <ns1:defRPr sz="1200" b="1">
                <ns1:solidFill>
                  <ns1:srgbClr val="172554"/>
                </ns1:solidFill>
                <ns1:latin typeface="Aptos"/>
                <ns1:ea typeface="Aptos"/>
                <ns1:cs typeface="Aptos"/>
              </ns1:defRPr>
            </ns1:lvl6pPr>
            <ns1:lvl7pPr algn="ctr">
              <ns1:defRPr sz="1200" b="1">
                <ns1:solidFill>
                  <ns1:srgbClr val="172554"/>
                </ns1:solidFill>
                <ns1:latin typeface="Aptos"/>
                <ns1:ea typeface="Aptos"/>
                <ns1:cs typeface="Aptos"/>
              </ns1:defRPr>
            </ns1:lvl7pPr>
            <ns1:lvl8pPr algn="ctr">
              <ns1:defRPr sz="1200" b="1">
                <ns1:solidFill>
                  <ns1:srgbClr val="172554"/>
                </ns1:solidFill>
                <ns1:latin typeface="Aptos"/>
                <ns1:ea typeface="Aptos"/>
                <ns1:cs typeface="Aptos"/>
              </ns1:defRPr>
            </ns1:lvl8pPr>
            <ns1:lvl9pPr algn="ctr">
              <ns1:defRPr sz="1200" b="1">
                <ns1:solidFill>
                  <ns1:srgbClr val="172554"/>
                </ns1:solidFill>
                <ns1:latin typeface="Aptos"/>
                <ns1:ea typeface="Aptos"/>
                <ns1:cs typeface="Aptos"/>
              </ns1:defRPr>
            </ns1:lvl9pPr>
          </ns1:lstStyle>
          <ns1:p>
            <ns1:pPr algn="ctr">
              <ns1:defRPr sz="1200" b="1">
                <ns1:solidFill>
                  <ns1:srgbClr val="172554"/>
                </ns1:solidFill>
                <ns1:latin typeface="Aptos"/>
                <ns1:ea typeface="Aptos"/>
                <ns1:cs typeface="Aptos"/>
              </ns1:defRPr>
            </ns1:pPr>
            <ns1:r>
              <ns1:rPr sz="1200" b="1">
                <ns1:solidFill>
                  <ns1:srgbClr val="172554"/>
                </ns1:solidFill>
                <ns1:latin typeface="Aptos"/>
                <ns1:ea typeface="Aptos"/>
                <ns1:cs typeface="Aptos"/>
              </ns1:rPr>
              <ns1:t>SHA-512</ns1:t>
            </ns1:r>
          </ns1:p>
        </ns0:txBody>
      </ns0:sp>
      <ns0:sp>
        <ns0:nvSpPr>
          <ns0:cNvPr id="33" name="">
            <ns1:extLst>
              <ns1:ext uri="{FF2B5EF4-FFF2-40B4-BE49-F238E27FC236}">
                <ns2:creationId id="{82C6BBC7-6166-4DD9-9C37-A9994FBD8881}"/>
              </ns1:ext>
            </ns1:extLst>
          </ns0:cNvPr>
          <ns0:cNvSpPr>
            <ns1:spLocks noGrp="1"/>
          </ns0:cNvSpPr>
          <ns0:nvPr/>
        </ns0:nvSpPr>
        <ns0:spPr>
          <ns1:xfrm>
            <ns1:off x="2638425" y="4038600"/>
            <ns1:ext cx="1095375" cy="171450"/>
          </ns1:xfrm>
          <ns1:prstGeom prst="rect">
            <ns1:avLst/>
          </ns1:prstGeom>
          <ns1:noFill/>
          <ns1:ln w="0">
            <ns1:noFill/>
            <ns1:prstDash val="solid"/>
          </ns1:ln>
        </ns0:spPr>
        <ns0:txBody>
          <ns1:bodyPr lIns="0" tIns="0" rIns="0" bIns="0" anchor="ctr">
            <ns1:normAutofit fontScale="100000"/>
          </ns1:bodyPr>
          <ns1:lstStyle>
            <ns1:defPPr algn="ctr">
              <ns1:defRPr sz="825" b="0">
                <ns1:solidFill>
                  <ns1:srgbClr val="536276"/>
                </ns1:solidFill>
                <ns1:latin typeface="Aptos"/>
                <ns1:ea typeface="Aptos"/>
                <ns1:cs typeface="Aptos"/>
              </ns1:defRPr>
            </ns1:defPPr>
            <ns1:lvl1pPr algn="ctr">
              <ns1:defRPr sz="825" b="0">
                <ns1:solidFill>
                  <ns1:srgbClr val="536276"/>
                </ns1:solidFill>
                <ns1:latin typeface="Aptos"/>
                <ns1:ea typeface="Aptos"/>
                <ns1:cs typeface="Aptos"/>
              </ns1:defRPr>
            </ns1:lvl1pPr>
            <ns1:lvl2pPr algn="ctr">
              <ns1:defRPr sz="825" b="0">
                <ns1:solidFill>
                  <ns1:srgbClr val="536276"/>
                </ns1:solidFill>
                <ns1:latin typeface="Aptos"/>
                <ns1:ea typeface="Aptos"/>
                <ns1:cs typeface="Aptos"/>
              </ns1:defRPr>
            </ns1:lvl2pPr>
            <ns1:lvl3pPr algn="ctr">
              <ns1:defRPr sz="825" b="0">
                <ns1:solidFill>
                  <ns1:srgbClr val="536276"/>
                </ns1:solidFill>
                <ns1:latin typeface="Aptos"/>
                <ns1:ea typeface="Aptos"/>
                <ns1:cs typeface="Aptos"/>
              </ns1:defRPr>
            </ns1:lvl3pPr>
            <ns1:lvl4pPr algn="ctr">
              <ns1:defRPr sz="825" b="0">
                <ns1:solidFill>
                  <ns1:srgbClr val="536276"/>
                </ns1:solidFill>
                <ns1:latin typeface="Aptos"/>
                <ns1:ea typeface="Aptos"/>
                <ns1:cs typeface="Aptos"/>
              </ns1:defRPr>
            </ns1:lvl4pPr>
            <ns1:lvl5pPr algn="ctr">
              <ns1:defRPr sz="825" b="0">
                <ns1:solidFill>
                  <ns1:srgbClr val="536276"/>
                </ns1:solidFill>
                <ns1:latin typeface="Aptos"/>
                <ns1:ea typeface="Aptos"/>
                <ns1:cs typeface="Aptos"/>
              </ns1:defRPr>
            </ns1:lvl5pPr>
            <ns1:lvl6pPr algn="ctr">
              <ns1:defRPr sz="825" b="0">
                <ns1:solidFill>
                  <ns1:srgbClr val="536276"/>
                </ns1:solidFill>
                <ns1:latin typeface="Aptos"/>
                <ns1:ea typeface="Aptos"/>
                <ns1:cs typeface="Aptos"/>
              </ns1:defRPr>
            </ns1:lvl6pPr>
            <ns1:lvl7pPr algn="ctr">
              <ns1:defRPr sz="825" b="0">
                <ns1:solidFill>
                  <ns1:srgbClr val="536276"/>
                </ns1:solidFill>
                <ns1:latin typeface="Aptos"/>
                <ns1:ea typeface="Aptos"/>
                <ns1:cs typeface="Aptos"/>
              </ns1:defRPr>
            </ns1:lvl7pPr>
            <ns1:lvl8pPr algn="ctr">
              <ns1:defRPr sz="825" b="0">
                <ns1:solidFill>
                  <ns1:srgbClr val="536276"/>
                </ns1:solidFill>
                <ns1:latin typeface="Aptos"/>
                <ns1:ea typeface="Aptos"/>
                <ns1:cs typeface="Aptos"/>
              </ns1:defRPr>
            </ns1:lvl8pPr>
            <ns1:lvl9pPr algn="ctr">
              <ns1:defRPr sz="825" b="0">
                <ns1:solidFill>
                  <ns1:srgbClr val="536276"/>
                </ns1:solidFill>
                <ns1:latin typeface="Aptos"/>
                <ns1:ea typeface="Aptos"/>
                <ns1:cs typeface="Aptos"/>
              </ns1:defRPr>
            </ns1:lvl9pPr>
          </ns1:lstStyle>
          <ns1:p>
            <ns1:pPr algn="ctr">
              <ns1:defRPr sz="825" b="0">
                <ns1:solidFill>
                  <ns1:srgbClr val="536276"/>
                </ns1:solidFill>
                <ns1:latin typeface="Aptos"/>
                <ns1:ea typeface="Aptos"/>
                <ns1:cs typeface="Aptos"/>
              </ns1:defRPr>
            </ns1:pPr>
            <ns1:r>
              <ns1:rPr sz="825" b="0">
                <ns1:solidFill>
                  <ns1:srgbClr val="536276"/>
                </ns1:solidFill>
                <ns1:latin typeface="Aptos"/>
                <ns1:ea typeface="Aptos"/>
                <ns1:cs typeface="Aptos"/>
              </ns1:rPr>
              <ns1:t>calcula una huella</ns1:t>
            </ns1:r>
          </ns1:p>
        </ns0:txBody>
      </ns0:sp>
      <ns0:sp>
        <ns0:nvSpPr>
          <ns0:cNvPr id="34" name="">
            <ns1:extLst>
              <ns1:ext uri="{FF2B5EF4-FFF2-40B4-BE49-F238E27FC236}">
                <ns2:creationId id="{D66E2B8E-E441-463C-83F6-586B8DE375FB}"/>
              </ns1:ext>
            </ns1:extLst>
          </ns0:cNvPr>
          <ns0:cNvSpPr>
            <ns1:spLocks noGrp="1"/>
          </ns0:cNvSpPr>
          <ns0:nvPr/>
        </ns0:nvSpPr>
        <ns0:spPr>
          <ns1:xfrm>
            <ns1:off x="3819525" y="3905250"/>
            <ns1:ext cx="266700" cy="171450"/>
          </ns1:xfrm>
          <ns1:prstGeom prst="rightArrow">
            <ns1:avLst/>
          </ns1:prstGeom>
          <ns1:solidFill>
            <ns1:srgbClr val="22B8A8"/>
          </ns1:solidFill>
          <ns1:ln w="0">
            <ns1:noFill/>
            <ns1:prstDash val="solid"/>
          </ns1:ln>
        </ns0:spPr>
      </ns0:sp>
      <ns0:sp>
        <ns0:nvSpPr>
          <ns0:cNvPr id="35" name="">
            <ns1:extLst>
              <ns1:ext uri="{FF2B5EF4-FFF2-40B4-BE49-F238E27FC236}">
                <ns2:creationId id="{53555BB3-AC07-48C5-863B-1B1BEF635741}"/>
              </ns1:ext>
            </ns1:extLst>
          </ns0:cNvPr>
          <ns0:cNvSpPr>
            <ns1:spLocks noGrp="1"/>
          </ns0:cNvSpPr>
          <ns0:nvPr/>
        </ns0:nvSpPr>
        <ns0:spPr>
          <ns1:xfrm>
            <ns1:off x="4143375" y="3771900"/>
            <ns1:ext cx="1257300" cy="476250"/>
          </ns1:xfrm>
          <ns1:prstGeom prst="roundRect">
            <ns1:avLst>
              <ns1:gd name="adj" fmla="val 16000"/>
            </ns1:avLst>
          </ns1:prstGeom>
          <ns1:solidFill>
            <ns1:srgbClr val="FFF2D8"/>
          </ns1:solidFill>
          <ns1:ln w="0">
            <ns1:noFill/>
            <ns1:prstDash val="solid"/>
          </ns1:ln>
        </ns0:spPr>
      </ns0:sp>
      <ns0:sp>
        <ns0:nvSpPr>
          <ns0:cNvPr id="36" name="">
            <ns1:extLst>
              <ns1:ext uri="{FF2B5EF4-FFF2-40B4-BE49-F238E27FC236}">
                <ns2:creationId id="{1D315088-6086-4C11-B940-AC0B7265887E}"/>
              </ns1:ext>
            </ns1:extLst>
          </ns0:cNvPr>
          <ns0:cNvSpPr>
            <ns1:spLocks noGrp="1"/>
          </ns0:cNvSpPr>
          <ns0:nvPr/>
        </ns0:nvSpPr>
        <ns0:spPr>
          <ns1:xfrm>
            <ns1:off x="4191000" y="3810000"/>
            <ns1:ext cx="1162050" cy="22860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72554"/>
                </ns1:solidFill>
                <ns1:latin typeface="Aptos"/>
                <ns1:ea typeface="Aptos"/>
                <ns1:cs typeface="Aptos"/>
              </ns1:defRPr>
            </ns1:defPPr>
            <ns1:lvl1pPr algn="ctr">
              <ns1:defRPr sz="1200" b="1">
                <ns1:solidFill>
                  <ns1:srgbClr val="172554"/>
                </ns1:solidFill>
                <ns1:latin typeface="Aptos"/>
                <ns1:ea typeface="Aptos"/>
                <ns1:cs typeface="Aptos"/>
              </ns1:defRPr>
            </ns1:lvl1pPr>
            <ns1:lvl2pPr algn="ctr">
              <ns1:defRPr sz="1200" b="1">
                <ns1:solidFill>
                  <ns1:srgbClr val="172554"/>
                </ns1:solidFill>
                <ns1:latin typeface="Aptos"/>
                <ns1:ea typeface="Aptos"/>
                <ns1:cs typeface="Aptos"/>
              </ns1:defRPr>
            </ns1:lvl2pPr>
            <ns1:lvl3pPr algn="ctr">
              <ns1:defRPr sz="1200" b="1">
                <ns1:solidFill>
                  <ns1:srgbClr val="172554"/>
                </ns1:solidFill>
                <ns1:latin typeface="Aptos"/>
                <ns1:ea typeface="Aptos"/>
                <ns1:cs typeface="Aptos"/>
              </ns1:defRPr>
            </ns1:lvl3pPr>
            <ns1:lvl4pPr algn="ctr">
              <ns1:defRPr sz="1200" b="1">
                <ns1:solidFill>
                  <ns1:srgbClr val="172554"/>
                </ns1:solidFill>
                <ns1:latin typeface="Aptos"/>
                <ns1:ea typeface="Aptos"/>
                <ns1:cs typeface="Aptos"/>
              </ns1:defRPr>
            </ns1:lvl4pPr>
            <ns1:lvl5pPr algn="ctr">
              <ns1:defRPr sz="1200" b="1">
                <ns1:solidFill>
                  <ns1:srgbClr val="172554"/>
                </ns1:solidFill>
                <ns1:latin typeface="Aptos"/>
                <ns1:ea typeface="Aptos"/>
                <ns1:cs typeface="Aptos"/>
              </ns1:defRPr>
            </ns1:lvl5pPr>
            <ns1:lvl6pPr algn="ctr">
              <ns1:defRPr sz="1200" b="1">
                <ns1:solidFill>
                  <ns1:srgbClr val="172554"/>
                </ns1:solidFill>
                <ns1:latin typeface="Aptos"/>
                <ns1:ea typeface="Aptos"/>
                <ns1:cs typeface="Aptos"/>
              </ns1:defRPr>
            </ns1:lvl6pPr>
            <ns1:lvl7pPr algn="ctr">
              <ns1:defRPr sz="1200" b="1">
                <ns1:solidFill>
                  <ns1:srgbClr val="172554"/>
                </ns1:solidFill>
                <ns1:latin typeface="Aptos"/>
                <ns1:ea typeface="Aptos"/>
                <ns1:cs typeface="Aptos"/>
              </ns1:defRPr>
            </ns1:lvl7pPr>
            <ns1:lvl8pPr algn="ctr">
              <ns1:defRPr sz="1200" b="1">
                <ns1:solidFill>
                  <ns1:srgbClr val="172554"/>
                </ns1:solidFill>
                <ns1:latin typeface="Aptos"/>
                <ns1:ea typeface="Aptos"/>
                <ns1:cs typeface="Aptos"/>
              </ns1:defRPr>
            </ns1:lvl8pPr>
            <ns1:lvl9pPr algn="ctr">
              <ns1:defRPr sz="1200" b="1">
                <ns1:solidFill>
                  <ns1:srgbClr val="172554"/>
                </ns1:solidFill>
                <ns1:latin typeface="Aptos"/>
                <ns1:ea typeface="Aptos"/>
                <ns1:cs typeface="Aptos"/>
              </ns1:defRPr>
            </ns1:lvl9pPr>
          </ns1:lstStyle>
          <ns1:p>
            <ns1:pPr algn="ctr">
              <ns1:defRPr sz="1200" b="1">
                <ns1:solidFill>
                  <ns1:srgbClr val="172554"/>
                </ns1:solidFill>
                <ns1:latin typeface="Aptos"/>
                <ns1:ea typeface="Aptos"/>
                <ns1:cs typeface="Aptos"/>
              </ns1:defRPr>
            </ns1:pPr>
            <ns1:r>
              <ns1:rPr sz="1200" b="1">
                <ns1:solidFill>
                  <ns1:srgbClr val="172554"/>
                </ns1:solidFill>
                <ns1:latin typeface="Aptos"/>
                <ns1:ea typeface="Aptos"/>
                <ns1:cs typeface="Aptos"/>
              </ns1:rPr>
              <ns1:t>mod L → k</ns1:t>
            </ns1:r>
          </ns1:p>
        </ns0:txBody>
      </ns0:sp>
      <ns0:sp>
        <ns0:nvSpPr>
          <ns0:cNvPr id="37" name="">
            <ns1:extLst>
              <ns1:ext uri="{FF2B5EF4-FFF2-40B4-BE49-F238E27FC236}">
                <ns2:creationId id="{4E7C0670-7186-4CE7-ADFE-28E4ABCD8EE8}"/>
              </ns1:ext>
            </ns1:extLst>
          </ns0:cNvPr>
          <ns0:cNvSpPr>
            <ns1:spLocks noGrp="1"/>
          </ns0:cNvSpPr>
          <ns0:nvPr/>
        </ns0:nvSpPr>
        <ns0:spPr>
          <ns1:xfrm>
            <ns1:off x="4191000" y="4038600"/>
            <ns1:ext cx="1162050" cy="171450"/>
          </ns1:xfrm>
          <ns1:prstGeom prst="rect">
            <ns1:avLst/>
          </ns1:prstGeom>
          <ns1:noFill/>
          <ns1:ln w="0">
            <ns1:noFill/>
            <ns1:prstDash val="solid"/>
          </ns1:ln>
        </ns0:spPr>
        <ns0:txBody>
          <ns1:bodyPr lIns="0" tIns="0" rIns="0" bIns="0" anchor="ctr">
            <ns1:normAutofit fontScale="100000"/>
          </ns1:bodyPr>
          <ns1:lstStyle>
            <ns1:defPPr algn="ctr">
              <ns1:defRPr sz="825" b="0">
                <ns1:solidFill>
                  <ns1:srgbClr val="536276"/>
                </ns1:solidFill>
                <ns1:latin typeface="Aptos"/>
                <ns1:ea typeface="Aptos"/>
                <ns1:cs typeface="Aptos"/>
              </ns1:defRPr>
            </ns1:defPPr>
            <ns1:lvl1pPr algn="ctr">
              <ns1:defRPr sz="825" b="0">
                <ns1:solidFill>
                  <ns1:srgbClr val="536276"/>
                </ns1:solidFill>
                <ns1:latin typeface="Aptos"/>
                <ns1:ea typeface="Aptos"/>
                <ns1:cs typeface="Aptos"/>
              </ns1:defRPr>
            </ns1:lvl1pPr>
            <ns1:lvl2pPr algn="ctr">
              <ns1:defRPr sz="825" b="0">
                <ns1:solidFill>
                  <ns1:srgbClr val="536276"/>
                </ns1:solidFill>
                <ns1:latin typeface="Aptos"/>
                <ns1:ea typeface="Aptos"/>
                <ns1:cs typeface="Aptos"/>
              </ns1:defRPr>
            </ns1:lvl2pPr>
            <ns1:lvl3pPr algn="ctr">
              <ns1:defRPr sz="825" b="0">
                <ns1:solidFill>
                  <ns1:srgbClr val="536276"/>
                </ns1:solidFill>
                <ns1:latin typeface="Aptos"/>
                <ns1:ea typeface="Aptos"/>
                <ns1:cs typeface="Aptos"/>
              </ns1:defRPr>
            </ns1:lvl3pPr>
            <ns1:lvl4pPr algn="ctr">
              <ns1:defRPr sz="825" b="0">
                <ns1:solidFill>
                  <ns1:srgbClr val="536276"/>
                </ns1:solidFill>
                <ns1:latin typeface="Aptos"/>
                <ns1:ea typeface="Aptos"/>
                <ns1:cs typeface="Aptos"/>
              </ns1:defRPr>
            </ns1:lvl4pPr>
            <ns1:lvl5pPr algn="ctr">
              <ns1:defRPr sz="825" b="0">
                <ns1:solidFill>
                  <ns1:srgbClr val="536276"/>
                </ns1:solidFill>
                <ns1:latin typeface="Aptos"/>
                <ns1:ea typeface="Aptos"/>
                <ns1:cs typeface="Aptos"/>
              </ns1:defRPr>
            </ns1:lvl5pPr>
            <ns1:lvl6pPr algn="ctr">
              <ns1:defRPr sz="825" b="0">
                <ns1:solidFill>
                  <ns1:srgbClr val="536276"/>
                </ns1:solidFill>
                <ns1:latin typeface="Aptos"/>
                <ns1:ea typeface="Aptos"/>
                <ns1:cs typeface="Aptos"/>
              </ns1:defRPr>
            </ns1:lvl6pPr>
            <ns1:lvl7pPr algn="ctr">
              <ns1:defRPr sz="825" b="0">
                <ns1:solidFill>
                  <ns1:srgbClr val="536276"/>
                </ns1:solidFill>
                <ns1:latin typeface="Aptos"/>
                <ns1:ea typeface="Aptos"/>
                <ns1:cs typeface="Aptos"/>
              </ns1:defRPr>
            </ns1:lvl7pPr>
            <ns1:lvl8pPr algn="ctr">
              <ns1:defRPr sz="825" b="0">
                <ns1:solidFill>
                  <ns1:srgbClr val="536276"/>
                </ns1:solidFill>
                <ns1:latin typeface="Aptos"/>
                <ns1:ea typeface="Aptos"/>
                <ns1:cs typeface="Aptos"/>
              </ns1:defRPr>
            </ns1:lvl8pPr>
            <ns1:lvl9pPr algn="ctr">
              <ns1:defRPr sz="825" b="0">
                <ns1:solidFill>
                  <ns1:srgbClr val="536276"/>
                </ns1:solidFill>
                <ns1:latin typeface="Aptos"/>
                <ns1:ea typeface="Aptos"/>
                <ns1:cs typeface="Aptos"/>
              </ns1:defRPr>
            </ns1:lvl9pPr>
          </ns1:lstStyle>
          <ns1:p>
            <ns1:pPr algn="ctr">
              <ns1:defRPr sz="825" b="0">
                <ns1:solidFill>
                  <ns1:srgbClr val="536276"/>
                </ns1:solidFill>
                <ns1:latin typeface="Aptos"/>
                <ns1:ea typeface="Aptos"/>
                <ns1:cs typeface="Aptos"/>
              </ns1:defRPr>
            </ns1:pPr>
            <ns1:r>
              <ns1:rPr sz="825" b="0">
                <ns1:solidFill>
                  <ns1:srgbClr val="536276"/>
                </ns1:solidFill>
                <ns1:latin typeface="Aptos"/>
                <ns1:ea typeface="Aptos"/>
                <ns1:cs typeface="Aptos"/>
              </ns1:rPr>
              <ns1:t>relaciona firma y mensaje</ns1:t>
            </ns1:r>
          </ns1:p>
        </ns0:txBody>
      </ns0:sp>
      <ns0:sp>
        <ns0:nvSpPr>
          <ns0:cNvPr id="38" name="">
            <ns1:extLst>
              <ns1:ext uri="{FF2B5EF4-FFF2-40B4-BE49-F238E27FC236}">
                <ns2:creationId id="{BE4E3302-E3DF-41F1-823E-5CA8EDA7B862}"/>
              </ns1:ext>
            </ns1:extLst>
          </ns0:cNvPr>
          <ns0:cNvSpPr>
            <ns1:spLocks noGrp="1"/>
          </ns0:cNvSpPr>
          <ns0:nvPr/>
        </ns0:nvSpPr>
        <ns0:spPr>
          <ns1:xfrm>
            <ns1:off x="5743575" y="3771900"/>
            <ns1:ext cx="1666875" cy="476250"/>
          </ns1:xfrm>
          <ns1:prstGeom prst="roundRect">
            <ns1:avLst>
              <ns1:gd name="adj" fmla="val 16000"/>
            </ns1:avLst>
          </ns1:prstGeom>
          <ns1:solidFill>
            <ns1:srgbClr val="E8EDFF"/>
          </ns1:solidFill>
          <ns1:ln w="0">
            <ns1:noFill/>
            <ns1:prstDash val="solid"/>
          </ns1:ln>
        </ns0:spPr>
      </ns0:sp>
      <ns0:sp>
        <ns0:nvSpPr>
          <ns0:cNvPr id="39" name="">
            <ns1:extLst>
              <ns1:ext uri="{FF2B5EF4-FFF2-40B4-BE49-F238E27FC236}">
                <ns2:creationId id="{CD64EAD5-1108-4F6D-BF7D-F1640F8286E2}"/>
              </ns1:ext>
            </ns1:extLst>
          </ns0:cNvPr>
          <ns0:cNvSpPr>
            <ns1:spLocks noGrp="1"/>
          </ns0:cNvSpPr>
          <ns0:nvPr/>
        </ns0:nvSpPr>
        <ns0:spPr>
          <ns1:xfrm>
            <ns1:off x="5791200" y="3810000"/>
            <ns1:ext cx="1571625" cy="22860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72554"/>
                </ns1:solidFill>
                <ns1:latin typeface="Aptos"/>
                <ns1:ea typeface="Aptos"/>
                <ns1:cs typeface="Aptos"/>
              </ns1:defRPr>
            </ns1:defPPr>
            <ns1:lvl1pPr algn="ctr">
              <ns1:defRPr sz="1200" b="1">
                <ns1:solidFill>
                  <ns1:srgbClr val="172554"/>
                </ns1:solidFill>
                <ns1:latin typeface="Aptos"/>
                <ns1:ea typeface="Aptos"/>
                <ns1:cs typeface="Aptos"/>
              </ns1:defRPr>
            </ns1:lvl1pPr>
            <ns1:lvl2pPr algn="ctr">
              <ns1:defRPr sz="1200" b="1">
                <ns1:solidFill>
                  <ns1:srgbClr val="172554"/>
                </ns1:solidFill>
                <ns1:latin typeface="Aptos"/>
                <ns1:ea typeface="Aptos"/>
                <ns1:cs typeface="Aptos"/>
              </ns1:defRPr>
            </ns1:lvl2pPr>
            <ns1:lvl3pPr algn="ctr">
              <ns1:defRPr sz="1200" b="1">
                <ns1:solidFill>
                  <ns1:srgbClr val="172554"/>
                </ns1:solidFill>
                <ns1:latin typeface="Aptos"/>
                <ns1:ea typeface="Aptos"/>
                <ns1:cs typeface="Aptos"/>
              </ns1:defRPr>
            </ns1:lvl3pPr>
            <ns1:lvl4pPr algn="ctr">
              <ns1:defRPr sz="1200" b="1">
                <ns1:solidFill>
                  <ns1:srgbClr val="172554"/>
                </ns1:solidFill>
                <ns1:latin typeface="Aptos"/>
                <ns1:ea typeface="Aptos"/>
                <ns1:cs typeface="Aptos"/>
              </ns1:defRPr>
            </ns1:lvl4pPr>
            <ns1:lvl5pPr algn="ctr">
              <ns1:defRPr sz="1200" b="1">
                <ns1:solidFill>
                  <ns1:srgbClr val="172554"/>
                </ns1:solidFill>
                <ns1:latin typeface="Aptos"/>
                <ns1:ea typeface="Aptos"/>
                <ns1:cs typeface="Aptos"/>
              </ns1:defRPr>
            </ns1:lvl5pPr>
            <ns1:lvl6pPr algn="ctr">
              <ns1:defRPr sz="1200" b="1">
                <ns1:solidFill>
                  <ns1:srgbClr val="172554"/>
                </ns1:solidFill>
                <ns1:latin typeface="Aptos"/>
                <ns1:ea typeface="Aptos"/>
                <ns1:cs typeface="Aptos"/>
              </ns1:defRPr>
            </ns1:lvl6pPr>
            <ns1:lvl7pPr algn="ctr">
              <ns1:defRPr sz="1200" b="1">
                <ns1:solidFill>
                  <ns1:srgbClr val="172554"/>
                </ns1:solidFill>
                <ns1:latin typeface="Aptos"/>
                <ns1:ea typeface="Aptos"/>
                <ns1:cs typeface="Aptos"/>
              </ns1:defRPr>
            </ns1:lvl7pPr>
            <ns1:lvl8pPr algn="ctr">
              <ns1:defRPr sz="1200" b="1">
                <ns1:solidFill>
                  <ns1:srgbClr val="172554"/>
                </ns1:solidFill>
                <ns1:latin typeface="Aptos"/>
                <ns1:ea typeface="Aptos"/>
                <ns1:cs typeface="Aptos"/>
              </ns1:defRPr>
            </ns1:lvl8pPr>
            <ns1:lvl9pPr algn="ctr">
              <ns1:defRPr sz="1200" b="1">
                <ns1:solidFill>
                  <ns1:srgbClr val="172554"/>
                </ns1:solidFill>
                <ns1:latin typeface="Aptos"/>
                <ns1:ea typeface="Aptos"/>
                <ns1:cs typeface="Aptos"/>
              </ns1:defRPr>
            </ns1:lvl9pPr>
          </ns1:lstStyle>
          <ns1:p>
            <ns1:pPr algn="ctr">
              <ns1:defRPr sz="1200" b="1">
                <ns1:solidFill>
                  <ns1:srgbClr val="172554"/>
                </ns1:solidFill>
                <ns1:latin typeface="Aptos"/>
                <ns1:ea typeface="Aptos"/>
                <ns1:cs typeface="Aptos"/>
              </ns1:defRPr>
            </ns1:pPr>
            <ns1:r>
              <ns1:rPr sz="1200" b="1">
                <ns1:solidFill>
                  <ns1:srgbClr val="172554"/>
                </ns1:solidFill>
                <ns1:latin typeface="Aptos"/>
                <ns1:ea typeface="Aptos"/>
                <ns1:cs typeface="Aptos"/>
              </ns1:rPr>
              <ns1:t>r + k · a</ns1:t>
            </ns1:r>
          </ns1:p>
        </ns0:txBody>
      </ns0:sp>
      <ns0:sp>
        <ns0:nvSpPr>
          <ns0:cNvPr id="40" name="">
            <ns1:extLst>
              <ns1:ext uri="{FF2B5EF4-FFF2-40B4-BE49-F238E27FC236}">
                <ns2:creationId id="{073A76D8-D612-42FD-8A59-AFA2FE035363}"/>
              </ns1:ext>
            </ns1:extLst>
          </ns0:cNvPr>
          <ns0:cNvSpPr>
            <ns1:spLocks noGrp="1"/>
          </ns0:cNvSpPr>
          <ns0:nvPr/>
        </ns0:nvSpPr>
        <ns0:spPr>
          <ns1:xfrm>
            <ns1:off x="5791200" y="4038600"/>
            <ns1:ext cx="1571625" cy="171450"/>
          </ns1:xfrm>
          <ns1:prstGeom prst="rect">
            <ns1:avLst/>
          </ns1:prstGeom>
          <ns1:noFill/>
          <ns1:ln w="0">
            <ns1:noFill/>
            <ns1:prstDash val="solid"/>
          </ns1:ln>
        </ns0:spPr>
        <ns0:txBody>
          <ns1:bodyPr lIns="0" tIns="0" rIns="0" bIns="0" anchor="ctr">
            <ns1:normAutofit fontScale="100000"/>
          </ns1:bodyPr>
          <ns1:lstStyle>
            <ns1:defPPr algn="ctr">
              <ns1:defRPr sz="825" b="0">
                <ns1:solidFill>
                  <ns1:srgbClr val="536276"/>
                </ns1:solidFill>
                <ns1:latin typeface="Aptos"/>
                <ns1:ea typeface="Aptos"/>
                <ns1:cs typeface="Aptos"/>
              </ns1:defRPr>
            </ns1:defPPr>
            <ns1:lvl1pPr algn="ctr">
              <ns1:defRPr sz="825" b="0">
                <ns1:solidFill>
                  <ns1:srgbClr val="536276"/>
                </ns1:solidFill>
                <ns1:latin typeface="Aptos"/>
                <ns1:ea typeface="Aptos"/>
                <ns1:cs typeface="Aptos"/>
              </ns1:defRPr>
            </ns1:lvl1pPr>
            <ns1:lvl2pPr algn="ctr">
              <ns1:defRPr sz="825" b="0">
                <ns1:solidFill>
                  <ns1:srgbClr val="536276"/>
                </ns1:solidFill>
                <ns1:latin typeface="Aptos"/>
                <ns1:ea typeface="Aptos"/>
                <ns1:cs typeface="Aptos"/>
              </ns1:defRPr>
            </ns1:lvl2pPr>
            <ns1:lvl3pPr algn="ctr">
              <ns1:defRPr sz="825" b="0">
                <ns1:solidFill>
                  <ns1:srgbClr val="536276"/>
                </ns1:solidFill>
                <ns1:latin typeface="Aptos"/>
                <ns1:ea typeface="Aptos"/>
                <ns1:cs typeface="Aptos"/>
              </ns1:defRPr>
            </ns1:lvl3pPr>
            <ns1:lvl4pPr algn="ctr">
              <ns1:defRPr sz="825" b="0">
                <ns1:solidFill>
                  <ns1:srgbClr val="536276"/>
                </ns1:solidFill>
                <ns1:latin typeface="Aptos"/>
                <ns1:ea typeface="Aptos"/>
                <ns1:cs typeface="Aptos"/>
              </ns1:defRPr>
            </ns1:lvl4pPr>
            <ns1:lvl5pPr algn="ctr">
              <ns1:defRPr sz="825" b="0">
                <ns1:solidFill>
                  <ns1:srgbClr val="536276"/>
                </ns1:solidFill>
                <ns1:latin typeface="Aptos"/>
                <ns1:ea typeface="Aptos"/>
                <ns1:cs typeface="Aptos"/>
              </ns1:defRPr>
            </ns1:lvl5pPr>
            <ns1:lvl6pPr algn="ctr">
              <ns1:defRPr sz="825" b="0">
                <ns1:solidFill>
                  <ns1:srgbClr val="536276"/>
                </ns1:solidFill>
                <ns1:latin typeface="Aptos"/>
                <ns1:ea typeface="Aptos"/>
                <ns1:cs typeface="Aptos"/>
              </ns1:defRPr>
            </ns1:lvl6pPr>
            <ns1:lvl7pPr algn="ctr">
              <ns1:defRPr sz="825" b="0">
                <ns1:solidFill>
                  <ns1:srgbClr val="536276"/>
                </ns1:solidFill>
                <ns1:latin typeface="Aptos"/>
                <ns1:ea typeface="Aptos"/>
                <ns1:cs typeface="Aptos"/>
              </ns1:defRPr>
            </ns1:lvl7pPr>
            <ns1:lvl8pPr algn="ctr">
              <ns1:defRPr sz="825" b="0">
                <ns1:solidFill>
                  <ns1:srgbClr val="536276"/>
                </ns1:solidFill>
                <ns1:latin typeface="Aptos"/>
                <ns1:ea typeface="Aptos"/>
                <ns1:cs typeface="Aptos"/>
              </ns1:defRPr>
            </ns1:lvl8pPr>
            <ns1:lvl9pPr algn="ctr">
              <ns1:defRPr sz="825" b="0">
                <ns1:solidFill>
                  <ns1:srgbClr val="536276"/>
                </ns1:solidFill>
                <ns1:latin typeface="Aptos"/>
                <ns1:ea typeface="Aptos"/>
                <ns1:cs typeface="Aptos"/>
              </ns1:defRPr>
            </ns1:lvl9pPr>
          </ns1:lstStyle>
          <ns1:p>
            <ns1:pPr algn="ctr">
              <ns1:defRPr sz="825" b="0">
                <ns1:solidFill>
                  <ns1:srgbClr val="536276"/>
                </ns1:solidFill>
                <ns1:latin typeface="Aptos"/>
                <ns1:ea typeface="Aptos"/>
                <ns1:cs typeface="Aptos"/>
              </ns1:defRPr>
            </ns1:pPr>
            <ns1:r>
              <ns1:rPr sz="825" b="0">
                <ns1:solidFill>
                  <ns1:srgbClr val="536276"/>
                </ns1:solidFill>
                <ns1:latin typeface="Aptos"/>
                <ns1:ea typeface="Aptos"/>
                <ns1:cs typeface="Aptos"/>
              </ns1:rPr>
              <ns1:t>combina el valor secreto y la huella</ns1:t>
            </ns1:r>
          </ns1:p>
        </ns0:txBody>
      </ns0:sp>
      <ns0:sp>
        <ns0:nvSpPr>
          <ns0:cNvPr id="41" name="">
            <ns1:extLst>
              <ns1:ext uri="{FF2B5EF4-FFF2-40B4-BE49-F238E27FC236}">
                <ns2:creationId id="{41B37857-677E-44F6-978E-D91FAC53AF91}"/>
              </ns1:ext>
            </ns1:extLst>
          </ns0:cNvPr>
          <ns0:cNvSpPr>
            <ns1:spLocks noGrp="1"/>
          </ns0:cNvSpPr>
          <ns0:nvPr/>
        </ns0:nvSpPr>
        <ns0:spPr>
          <ns1:xfrm>
            <ns1:off x="6315075" y="4286250"/>
            <ns1:ext cx="361950" cy="190500"/>
          </ns1:xfrm>
          <ns1:prstGeom prst="downArrow">
            <ns1:avLst/>
          </ns1:prstGeom>
          <ns1:solidFill>
            <ns1:srgbClr val="F2B544"/>
          </ns1:solidFill>
          <ns1:ln w="0">
            <ns1:noFill/>
            <ns1:prstDash val="solid"/>
          </ns1:ln>
        </ns0:spPr>
      </ns0:sp>
      <ns0:sp>
        <ns0:nvSpPr>
          <ns0:cNvPr id="42" name="">
            <ns1:extLst>
              <ns1:ext uri="{FF2B5EF4-FFF2-40B4-BE49-F238E27FC236}">
                <ns2:creationId id="{99EC6C96-0C4C-49EA-B3F3-4BFE7970E46C}"/>
              </ns1:ext>
            </ns1:extLst>
          </ns0:cNvPr>
          <ns0:cNvSpPr>
            <ns1:spLocks noGrp="1"/>
          </ns0:cNvSpPr>
          <ns0:nvPr/>
        </ns0:nvSpPr>
        <ns0:spPr>
          <ns1:xfrm>
            <ns1:off x="5743575" y="4524375"/>
            <ns1:ext cx="1666875" cy="457200"/>
          </ns1:xfrm>
          <ns1:prstGeom prst="roundRect">
            <ns1:avLst>
              <ns1:gd name="adj" fmla="val 16667"/>
            </ns1:avLst>
          </ns1:prstGeom>
          <ns1:solidFill>
            <ns1:srgbClr val="172554"/>
          </ns1:solidFill>
          <ns1:ln w="0">
            <ns1:noFill/>
            <ns1:prstDash val="solid"/>
          </ns1:ln>
        </ns0:spPr>
      </ns0:sp>
      <ns0:sp>
        <ns0:nvSpPr>
          <ns0:cNvPr id="43" name="">
            <ns1:extLst>
              <ns1:ext uri="{FF2B5EF4-FFF2-40B4-BE49-F238E27FC236}">
                <ns2:creationId id="{9B1A72D0-289E-4C2B-ABE8-B3D038ED51A6}"/>
              </ns1:ext>
            </ns1:extLst>
          </ns0:cNvPr>
          <ns0:cNvSpPr>
            <ns1:spLocks noGrp="1"/>
          </ns0:cNvSpPr>
          <ns0:nvPr/>
        </ns0:nvSpPr>
        <ns0:spPr>
          <ns1:xfrm>
            <ns1:off x="5800725" y="4600575"/>
            <ns1:ext cx="1552575" cy="276225"/>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FFFFFF"/>
                </ns1:solidFill>
                <ns1:latin typeface="Aptos"/>
                <ns1:ea typeface="Aptos"/>
                <ns1:cs typeface="Aptos"/>
              </ns1:defRPr>
            </ns1:defPPr>
            <ns1:lvl1pPr algn="ctr">
              <ns1:defRPr sz="1200" b="1">
                <ns1:solidFill>
                  <ns1:srgbClr val="FFFFFF"/>
                </ns1:solidFill>
                <ns1:latin typeface="Aptos"/>
                <ns1:ea typeface="Aptos"/>
                <ns1:cs typeface="Aptos"/>
              </ns1:defRPr>
            </ns1:lvl1pPr>
            <ns1:lvl2pPr algn="ctr">
              <ns1:defRPr sz="1200" b="1">
                <ns1:solidFill>
                  <ns1:srgbClr val="FFFFFF"/>
                </ns1:solidFill>
                <ns1:latin typeface="Aptos"/>
                <ns1:ea typeface="Aptos"/>
                <ns1:cs typeface="Aptos"/>
              </ns1:defRPr>
            </ns1:lvl2pPr>
            <ns1:lvl3pPr algn="ctr">
              <ns1:defRPr sz="1200" b="1">
                <ns1:solidFill>
                  <ns1:srgbClr val="FFFFFF"/>
                </ns1:solidFill>
                <ns1:latin typeface="Aptos"/>
                <ns1:ea typeface="Aptos"/>
                <ns1:cs typeface="Aptos"/>
              </ns1:defRPr>
            </ns1:lvl3pPr>
            <ns1:lvl4pPr algn="ctr">
              <ns1:defRPr sz="1200" b="1">
                <ns1:solidFill>
                  <ns1:srgbClr val="FFFFFF"/>
                </ns1:solidFill>
                <ns1:latin typeface="Aptos"/>
                <ns1:ea typeface="Aptos"/>
                <ns1:cs typeface="Aptos"/>
              </ns1:defRPr>
            </ns1:lvl4pPr>
            <ns1:lvl5pPr algn="ctr">
              <ns1:defRPr sz="1200" b="1">
                <ns1:solidFill>
                  <ns1:srgbClr val="FFFFFF"/>
                </ns1:solidFill>
                <ns1:latin typeface="Aptos"/>
                <ns1:ea typeface="Aptos"/>
                <ns1:cs typeface="Aptos"/>
              </ns1:defRPr>
            </ns1:lvl5pPr>
            <ns1:lvl6pPr algn="ctr">
              <ns1:defRPr sz="1200" b="1">
                <ns1:solidFill>
                  <ns1:srgbClr val="FFFFFF"/>
                </ns1:solidFill>
                <ns1:latin typeface="Aptos"/>
                <ns1:ea typeface="Aptos"/>
                <ns1:cs typeface="Aptos"/>
              </ns1:defRPr>
            </ns1:lvl6pPr>
            <ns1:lvl7pPr algn="ctr">
              <ns1:defRPr sz="1200" b="1">
                <ns1:solidFill>
                  <ns1:srgbClr val="FFFFFF"/>
                </ns1:solidFill>
                <ns1:latin typeface="Aptos"/>
                <ns1:ea typeface="Aptos"/>
                <ns1:cs typeface="Aptos"/>
              </ns1:defRPr>
            </ns1:lvl7pPr>
            <ns1:lvl8pPr algn="ctr">
              <ns1:defRPr sz="1200" b="1">
                <ns1:solidFill>
                  <ns1:srgbClr val="FFFFFF"/>
                </ns1:solidFill>
                <ns1:latin typeface="Aptos"/>
                <ns1:ea typeface="Aptos"/>
                <ns1:cs typeface="Aptos"/>
              </ns1:defRPr>
            </ns1:lvl8pPr>
            <ns1:lvl9pPr algn="ctr">
              <ns1:defRPr sz="1200" b="1">
                <ns1:solidFill>
                  <ns1:srgbClr val="FFFFFF"/>
                </ns1:solidFill>
                <ns1:latin typeface="Aptos"/>
                <ns1:ea typeface="Aptos"/>
                <ns1:cs typeface="Aptos"/>
              </ns1:defRPr>
            </ns1:lvl9pPr>
          </ns1:lstStyle>
          <ns1:p>
            <ns1:pPr algn="ctr">
              <ns1:defRPr sz="1200" b="1">
                <ns1:solidFill>
                  <ns1:srgbClr val="FFFFFF"/>
                </ns1:solidFill>
                <ns1:latin typeface="Aptos"/>
                <ns1:ea typeface="Aptos"/>
                <ns1:cs typeface="Aptos"/>
              </ns1:defRPr>
            </ns1:pPr>
            <ns1:r>
              <ns1:rPr sz="1200" b="1">
                <ns1:solidFill>
                  <ns1:srgbClr val="FFFFFF"/>
                </ns1:solidFill>
                <ns1:latin typeface="Aptos"/>
                <ns1:ea typeface="Aptos"/>
                <ns1:cs typeface="Aptos"/>
              </ns1:rPr>
              <ns1:t>S = (r + k·a) mod L</ns1:t>
            </ns1:r>
          </ns1:p>
        </ns0:txBody>
      </ns0:sp>
      <ns0:sp>
        <ns0:nvSpPr>
          <ns0:cNvPr id="44" name="">
            <ns1:extLst>
              <ns1:ext uri="{FF2B5EF4-FFF2-40B4-BE49-F238E27FC236}">
                <ns2:creationId id="{92CB7745-EDAC-41DE-BF18-80825C0CFE16}"/>
              </ns1:ext>
            </ns1:extLst>
          </ns0:cNvPr>
          <ns0:cNvSpPr>
            <ns1:spLocks noGrp="1"/>
          </ns0:cNvSpPr>
          <ns0:nvPr/>
        </ns0:nvSpPr>
        <ns0:spPr>
          <ns1:xfrm>
            <ns1:off x="876300" y="5048250"/>
            <ns1:ext cx="6572250" cy="190500"/>
          </ns1:xfrm>
          <ns1:prstGeom prst="rect">
            <ns1:avLst/>
          </ns1:prstGeom>
          <ns1:noFill/>
          <ns1:ln w="0">
            <ns1:noFill/>
            <ns1:prstDash val="solid"/>
          </ns1:ln>
        </ns0:spPr>
        <ns0:txBody>
          <ns1:bodyPr lIns="0" tIns="0" rIns="0" bIns="0" anchor="ctr">
            <ns1:normAutofit fontScale="100000"/>
          </ns1:bodyPr>
          <ns1:lstStyle>
            <ns1:defPPr algn="ctr">
              <ns1:defRPr sz="975" b="0">
                <ns1:solidFill>
                  <ns1:srgbClr val="536276"/>
                </ns1:solidFill>
                <ns1:latin typeface="Aptos"/>
                <ns1:ea typeface="Aptos"/>
                <ns1:cs typeface="Aptos"/>
              </ns1:defRPr>
            </ns1:defPPr>
            <ns1:lvl1pPr algn="ctr">
              <ns1:defRPr sz="975" b="0">
                <ns1:solidFill>
                  <ns1:srgbClr val="536276"/>
                </ns1:solidFill>
                <ns1:latin typeface="Aptos"/>
                <ns1:ea typeface="Aptos"/>
                <ns1:cs typeface="Aptos"/>
              </ns1:defRPr>
            </ns1:lvl1pPr>
            <ns1:lvl2pPr algn="ctr">
              <ns1:defRPr sz="975" b="0">
                <ns1:solidFill>
                  <ns1:srgbClr val="536276"/>
                </ns1:solidFill>
                <ns1:latin typeface="Aptos"/>
                <ns1:ea typeface="Aptos"/>
                <ns1:cs typeface="Aptos"/>
              </ns1:defRPr>
            </ns1:lvl2pPr>
            <ns1:lvl3pPr algn="ctr">
              <ns1:defRPr sz="975" b="0">
                <ns1:solidFill>
                  <ns1:srgbClr val="536276"/>
                </ns1:solidFill>
                <ns1:latin typeface="Aptos"/>
                <ns1:ea typeface="Aptos"/>
                <ns1:cs typeface="Aptos"/>
              </ns1:defRPr>
            </ns1:lvl3pPr>
            <ns1:lvl4pPr algn="ctr">
              <ns1:defRPr sz="975" b="0">
                <ns1:solidFill>
                  <ns1:srgbClr val="536276"/>
                </ns1:solidFill>
                <ns1:latin typeface="Aptos"/>
                <ns1:ea typeface="Aptos"/>
                <ns1:cs typeface="Aptos"/>
              </ns1:defRPr>
            </ns1:lvl4pPr>
            <ns1:lvl5pPr algn="ctr">
              <ns1:defRPr sz="975" b="0">
                <ns1:solidFill>
                  <ns1:srgbClr val="536276"/>
                </ns1:solidFill>
                <ns1:latin typeface="Aptos"/>
                <ns1:ea typeface="Aptos"/>
                <ns1:cs typeface="Aptos"/>
              </ns1:defRPr>
            </ns1:lvl5pPr>
            <ns1:lvl6pPr algn="ctr">
              <ns1:defRPr sz="975" b="0">
                <ns1:solidFill>
                  <ns1:srgbClr val="536276"/>
                </ns1:solidFill>
                <ns1:latin typeface="Aptos"/>
                <ns1:ea typeface="Aptos"/>
                <ns1:cs typeface="Aptos"/>
              </ns1:defRPr>
            </ns1:lvl6pPr>
            <ns1:lvl7pPr algn="ctr">
              <ns1:defRPr sz="975" b="0">
                <ns1:solidFill>
                  <ns1:srgbClr val="536276"/>
                </ns1:solidFill>
                <ns1:latin typeface="Aptos"/>
                <ns1:ea typeface="Aptos"/>
                <ns1:cs typeface="Aptos"/>
              </ns1:defRPr>
            </ns1:lvl7pPr>
            <ns1:lvl8pPr algn="ctr">
              <ns1:defRPr sz="975" b="0">
                <ns1:solidFill>
                  <ns1:srgbClr val="536276"/>
                </ns1:solidFill>
                <ns1:latin typeface="Aptos"/>
                <ns1:ea typeface="Aptos"/>
                <ns1:cs typeface="Aptos"/>
              </ns1:defRPr>
            </ns1:lvl8pPr>
            <ns1:lvl9pPr algn="ctr">
              <ns1:defRPr sz="975" b="0">
                <ns1:solidFill>
                  <ns1:srgbClr val="536276"/>
                </ns1:solidFill>
                <ns1:latin typeface="Aptos"/>
                <ns1:ea typeface="Aptos"/>
                <ns1:cs typeface="Aptos"/>
              </ns1:defRPr>
            </ns1:lvl9pPr>
          </ns1:lstStyle>
          <ns1:p>
            <ns1:pPr algn="ctr">
              <ns1:defRPr sz="975" b="0">
                <ns1:solidFill>
                  <ns1:srgbClr val="536276"/>
                </ns1:solidFill>
                <ns1:latin typeface="Aptos"/>
                <ns1:ea typeface="Aptos"/>
                <ns1:cs typeface="Aptos"/>
              </ns1:defRPr>
            </ns1:pPr>
            <ns1:r>
              <ns1:rPr sz="975" b="0">
                <ns1:solidFill>
                  <ns1:srgbClr val="536276"/>
                </ns1:solidFill>
                <ns1:latin typeface="Aptos"/>
                <ns1:ea typeface="Aptos"/>
                <ns1:cs typeface="Aptos"/>
              </ns1:rPr>
              <ns1:t>El sistema obtiene un valor a partir del secreto y el mensaje. Así, la firma queda ligada a ese contenido.</ns1:t>
            </ns1:r>
          </ns1:p>
        </ns0:txBody>
      </ns0:sp>
      <ns0:sp>
        <ns0:nvSpPr>
          <ns0:cNvPr id="45" name="">
            <ns1:extLst>
              <ns1:ext uri="{FF2B5EF4-FFF2-40B4-BE49-F238E27FC236}">
                <ns2:creationId id="{4426653D-17A7-4E05-9718-DB6900C0F169}"/>
              </ns1:ext>
            </ns1:extLst>
          </ns0:cNvPr>
          <ns0:cNvSpPr>
            <ns1:spLocks noGrp="1"/>
          </ns0:cNvSpPr>
          <ns0:nvPr/>
        </ns0:nvSpPr>
        <ns0:spPr>
          <ns1:xfrm>
            <ns1:off x="8058150" y="1952625"/>
            <ns1:ext cx="3524250" cy="3352800"/>
          </ns1:xfrm>
          <ns1:prstGeom prst="roundRect">
            <ns1:avLst>
              <ns1:gd name="adj" fmla="val 2273"/>
            </ns1:avLst>
          </ns1:prstGeom>
          <ns1:solidFill>
            <ns1:srgbClr val="172554"/>
          </ns1:solidFill>
          <ns1:ln w="0">
            <ns1:noFill/>
            <ns1:prstDash val="solid"/>
          </ns1:ln>
        </ns0:spPr>
      </ns0:sp>
      <ns0:sp>
        <ns0:nvSpPr>
          <ns0:cNvPr id="46" name="">
            <ns1:extLst>
              <ns1:ext uri="{FF2B5EF4-FFF2-40B4-BE49-F238E27FC236}">
                <ns2:creationId id="{A50B658A-8235-4644-8606-0B2D133FFE6B}"/>
              </ns1:ext>
            </ns1:extLst>
          </ns0:cNvPr>
          <ns0:cNvSpPr>
            <ns1:spLocks noGrp="1"/>
          </ns0:cNvSpPr>
          <ns0:nvPr/>
        </ns0:nvSpPr>
        <ns0:spPr>
          <ns1:xfrm>
            <ns1:off x="8058150" y="1952625"/>
            <ns1:ext cx="3524250" cy="114300"/>
          </ns1:xfrm>
          <ns1:prstGeom prst="roundRect">
            <ns1:avLst>
              <ns1:gd name="adj" fmla="val 50000"/>
            </ns1:avLst>
          </ns1:prstGeom>
          <ns1:solidFill>
            <ns1:srgbClr val="F2B544"/>
          </ns1:solidFill>
          <ns1:ln w="0">
            <ns1:noFill/>
            <ns1:prstDash val="solid"/>
          </ns1:ln>
        </ns0:spPr>
      </ns0:sp>
      <ns0:sp>
        <ns0:nvSpPr>
          <ns0:cNvPr id="47" name="">
            <ns1:extLst>
              <ns1:ext uri="{FF2B5EF4-FFF2-40B4-BE49-F238E27FC236}">
                <ns2:creationId id="{57AD2353-0B99-4BA4-B910-116C29B561F0}"/>
              </ns1:ext>
            </ns1:extLst>
          </ns0:cNvPr>
          <ns0:cNvSpPr>
            <ns1:spLocks noGrp="1"/>
          </ns0:cNvSpPr>
          <ns0:nvPr/>
        </ns0:nvSpPr>
        <ns0:spPr>
          <ns1:xfrm>
            <ns1:off x="8267700" y="2095500"/>
            <ns1:ext cx="3105150" cy="304800"/>
          </ns1:xfrm>
          <ns1:prstGeom prst="rect">
            <ns1:avLst/>
          </ns1:prstGeom>
          <ns1:noFill/>
          <ns1:ln w="0">
            <ns1:noFill/>
            <ns1:prstDash val="solid"/>
          </ns1:ln>
        </ns0:spPr>
        <ns0:txBody>
          <ns1:bodyPr lIns="0" tIns="0" rIns="0" bIns="0" anchor="ctr">
            <ns1:normAutofit fontScale="100000"/>
          </ns1:bodyPr>
          <ns1:lstStyle>
            <ns1:defPPr algn="ctr">
              <ns1:defRPr sz="1275" b="1">
                <ns1:solidFill>
                  <ns1:srgbClr val="FFFFFF"/>
                </ns1:solidFill>
                <ns1:latin typeface="Aptos"/>
                <ns1:ea typeface="Aptos"/>
                <ns1:cs typeface="Aptos"/>
              </ns1:defRPr>
            </ns1:defPPr>
            <ns1:lvl1pPr algn="ctr">
              <ns1:defRPr sz="1275" b="1">
                <ns1:solidFill>
                  <ns1:srgbClr val="FFFFFF"/>
                </ns1:solidFill>
                <ns1:latin typeface="Aptos"/>
                <ns1:ea typeface="Aptos"/>
                <ns1:cs typeface="Aptos"/>
              </ns1:defRPr>
            </ns1:lvl1pPr>
            <ns1:lvl2pPr algn="ctr">
              <ns1:defRPr sz="1275" b="1">
                <ns1:solidFill>
                  <ns1:srgbClr val="FFFFFF"/>
                </ns1:solidFill>
                <ns1:latin typeface="Aptos"/>
                <ns1:ea typeface="Aptos"/>
                <ns1:cs typeface="Aptos"/>
              </ns1:defRPr>
            </ns1:lvl2pPr>
            <ns1:lvl3pPr algn="ctr">
              <ns1:defRPr sz="1275" b="1">
                <ns1:solidFill>
                  <ns1:srgbClr val="FFFFFF"/>
                </ns1:solidFill>
                <ns1:latin typeface="Aptos"/>
                <ns1:ea typeface="Aptos"/>
                <ns1:cs typeface="Aptos"/>
              </ns1:defRPr>
            </ns1:lvl3pPr>
            <ns1:lvl4pPr algn="ctr">
              <ns1:defRPr sz="1275" b="1">
                <ns1:solidFill>
                  <ns1:srgbClr val="FFFFFF"/>
                </ns1:solidFill>
                <ns1:latin typeface="Aptos"/>
                <ns1:ea typeface="Aptos"/>
                <ns1:cs typeface="Aptos"/>
              </ns1:defRPr>
            </ns1:lvl4pPr>
            <ns1:lvl5pPr algn="ctr">
              <ns1:defRPr sz="1275" b="1">
                <ns1:solidFill>
                  <ns1:srgbClr val="FFFFFF"/>
                </ns1:solidFill>
                <ns1:latin typeface="Aptos"/>
                <ns1:ea typeface="Aptos"/>
                <ns1:cs typeface="Aptos"/>
              </ns1:defRPr>
            </ns1:lvl5pPr>
            <ns1:lvl6pPr algn="ctr">
              <ns1:defRPr sz="1275" b="1">
                <ns1:solidFill>
                  <ns1:srgbClr val="FFFFFF"/>
                </ns1:solidFill>
                <ns1:latin typeface="Aptos"/>
                <ns1:ea typeface="Aptos"/>
                <ns1:cs typeface="Aptos"/>
              </ns1:defRPr>
            </ns1:lvl6pPr>
            <ns1:lvl7pPr algn="ctr">
              <ns1:defRPr sz="1275" b="1">
                <ns1:solidFill>
                  <ns1:srgbClr val="FFFFFF"/>
                </ns1:solidFill>
                <ns1:latin typeface="Aptos"/>
                <ns1:ea typeface="Aptos"/>
                <ns1:cs typeface="Aptos"/>
              </ns1:defRPr>
            </ns1:lvl7pPr>
            <ns1:lvl8pPr algn="ctr">
              <ns1:defRPr sz="1275" b="1">
                <ns1:solidFill>
                  <ns1:srgbClr val="FFFFFF"/>
                </ns1:solidFill>
                <ns1:latin typeface="Aptos"/>
                <ns1:ea typeface="Aptos"/>
                <ns1:cs typeface="Aptos"/>
              </ns1:defRPr>
            </ns1:lvl8pPr>
            <ns1:lvl9pPr algn="ctr">
              <ns1:defRPr sz="1275" b="1">
                <ns1:solidFill>
                  <ns1:srgbClr val="FFFFFF"/>
                </ns1:solidFill>
                <ns1:latin typeface="Aptos"/>
                <ns1:ea typeface="Aptos"/>
                <ns1:cs typeface="Aptos"/>
              </ns1:defRPr>
            </ns1:lvl9pPr>
          </ns1:lstStyle>
          <ns1:p>
            <ns1:pPr algn="ctr">
              <ns1:defRPr sz="1275" b="1">
                <ns1:solidFill>
                  <ns1:srgbClr val="FFFFFF"/>
                </ns1:solidFill>
                <ns1:latin typeface="Aptos"/>
                <ns1:ea typeface="Aptos"/>
                <ns1:cs typeface="Aptos"/>
              </ns1:defRPr>
            </ns1:pPr>
            <ns1:r>
              <ns1:rPr sz="1275" b="1">
                <ns1:solidFill>
                  <ns1:srgbClr val="FFFFFF"/>
                </ns1:solidFill>
                <ns1:latin typeface="Aptos"/>
                <ns1:ea typeface="Aptos"/>
                <ns1:cs typeface="Aptos"/>
              </ns1:rPr>
              <ns1:t>2 · COMPROBAR  |  se usa A, nunca a</ns1:t>
            </ns1:r>
          </ns1:p>
        </ns0:txBody>
      </ns0:sp>
      <ns0:sp>
        <ns0:nvSpPr>
          <ns0:cNvPr id="48" name="">
            <ns1:extLst>
              <ns1:ext uri="{FF2B5EF4-FFF2-40B4-BE49-F238E27FC236}">
                <ns2:creationId id="{1D3B60BE-1DA8-4B73-B979-4465D5681F3F}"/>
              </ns1:ext>
            </ns1:extLst>
          </ns0:cNvPr>
          <ns0:cNvSpPr>
            <ns1:spLocks noGrp="1"/>
          </ns0:cNvSpPr>
          <ns0:nvPr/>
        </ns0:nvSpPr>
        <ns0:spPr>
          <ns1:xfrm>
            <ns1:off x="8277225" y="2505075"/>
            <ns1:ext cx="3086100" cy="361950"/>
          </ns1:xfrm>
          <ns1:prstGeom prst="rect">
            <ns1:avLst/>
          </ns1:prstGeom>
          <ns1:noFill/>
          <ns1:ln w="0">
            <ns1:noFill/>
            <ns1:prstDash val="solid"/>
          </ns1:ln>
        </ns0:spPr>
        <ns0:txBody>
          <ns1:bodyPr lIns="0" tIns="0" rIns="0" bIns="0" anchor="ctr">
            <ns1:normAutofit fontScale="100000"/>
          </ns1:bodyPr>
          <ns1:lstStyle>
            <ns1:defPPr algn="ctr">
              <ns1:defRPr sz="1050" b="0">
                <ns1:solidFill>
                  <ns1:srgbClr val="C9D6EA"/>
                </ns1:solidFill>
                <ns1:latin typeface="Aptos"/>
                <ns1:ea typeface="Aptos"/>
                <ns1:cs typeface="Aptos"/>
              </ns1:defRPr>
            </ns1:defPPr>
            <ns1:lvl1pPr algn="ctr">
              <ns1:defRPr sz="1050" b="0">
                <ns1:solidFill>
                  <ns1:srgbClr val="C9D6EA"/>
                </ns1:solidFill>
                <ns1:latin typeface="Aptos"/>
                <ns1:ea typeface="Aptos"/>
                <ns1:cs typeface="Aptos"/>
              </ns1:defRPr>
            </ns1:lvl1pPr>
            <ns1:lvl2pPr algn="ctr">
              <ns1:defRPr sz="1050" b="0">
                <ns1:solidFill>
                  <ns1:srgbClr val="C9D6EA"/>
                </ns1:solidFill>
                <ns1:latin typeface="Aptos"/>
                <ns1:ea typeface="Aptos"/>
                <ns1:cs typeface="Aptos"/>
              </ns1:defRPr>
            </ns1:lvl2pPr>
            <ns1:lvl3pPr algn="ctr">
              <ns1:defRPr sz="1050" b="0">
                <ns1:solidFill>
                  <ns1:srgbClr val="C9D6EA"/>
                </ns1:solidFill>
                <ns1:latin typeface="Aptos"/>
                <ns1:ea typeface="Aptos"/>
                <ns1:cs typeface="Aptos"/>
              </ns1:defRPr>
            </ns1:lvl3pPr>
            <ns1:lvl4pPr algn="ctr">
              <ns1:defRPr sz="1050" b="0">
                <ns1:solidFill>
                  <ns1:srgbClr val="C9D6EA"/>
                </ns1:solidFill>
                <ns1:latin typeface="Aptos"/>
                <ns1:ea typeface="Aptos"/>
                <ns1:cs typeface="Aptos"/>
              </ns1:defRPr>
            </ns1:lvl4pPr>
            <ns1:lvl5pPr algn="ctr">
              <ns1:defRPr sz="1050" b="0">
                <ns1:solidFill>
                  <ns1:srgbClr val="C9D6EA"/>
                </ns1:solidFill>
                <ns1:latin typeface="Aptos"/>
                <ns1:ea typeface="Aptos"/>
                <ns1:cs typeface="Aptos"/>
              </ns1:defRPr>
            </ns1:lvl5pPr>
            <ns1:lvl6pPr algn="ctr">
              <ns1:defRPr sz="1050" b="0">
                <ns1:solidFill>
                  <ns1:srgbClr val="C9D6EA"/>
                </ns1:solidFill>
                <ns1:latin typeface="Aptos"/>
                <ns1:ea typeface="Aptos"/>
                <ns1:cs typeface="Aptos"/>
              </ns1:defRPr>
            </ns1:lvl6pPr>
            <ns1:lvl7pPr algn="ctr">
              <ns1:defRPr sz="1050" b="0">
                <ns1:solidFill>
                  <ns1:srgbClr val="C9D6EA"/>
                </ns1:solidFill>
                <ns1:latin typeface="Aptos"/>
                <ns1:ea typeface="Aptos"/>
                <ns1:cs typeface="Aptos"/>
              </ns1:defRPr>
            </ns1:lvl7pPr>
            <ns1:lvl8pPr algn="ctr">
              <ns1:defRPr sz="1050" b="0">
                <ns1:solidFill>
                  <ns1:srgbClr val="C9D6EA"/>
                </ns1:solidFill>
                <ns1:latin typeface="Aptos"/>
                <ns1:ea typeface="Aptos"/>
                <ns1:cs typeface="Aptos"/>
              </ns1:defRPr>
            </ns1:lvl8pPr>
            <ns1:lvl9pPr algn="ctr">
              <ns1:defRPr sz="1050" b="0">
                <ns1:solidFill>
                  <ns1:srgbClr val="C9D6EA"/>
                </ns1:solidFill>
                <ns1:latin typeface="Aptos"/>
                <ns1:ea typeface="Aptos"/>
                <ns1:cs typeface="Aptos"/>
              </ns1:defRPr>
            </ns1:lvl9pPr>
          </ns1:lstStyle>
          <ns1:p>
            <ns1:pPr algn="ctr">
              <ns1:defRPr sz="1050" b="0">
                <ns1:solidFill>
                  <ns1:srgbClr val="C9D6EA"/>
                </ns1:solidFill>
                <ns1:latin typeface="Aptos"/>
                <ns1:ea typeface="Aptos"/>
                <ns1:cs typeface="Aptos"/>
              </ns1:defRPr>
            </ns1:pPr>
            <ns1:r>
              <ns1:rPr sz="1050" b="0">
                <ns1:solidFill>
                  <ns1:srgbClr val="C9D6EA"/>
                </ns1:solidFill>
                <ns1:latin typeface="Aptos"/>
                <ns1:ea typeface="Aptos"/>
                <ns1:cs typeface="Aptos"/>
              </ns1:rPr>
              <ns1:t>El verificador usa los mismos datos para comprobar la firma.</ns1:t>
            </ns1:r>
          </ns1:p>
        </ns0:txBody>
      </ns0:sp>
      <ns0:sp>
        <ns0:nvSpPr>
          <ns0:cNvPr id="49" name="">
            <ns1:extLst>
              <ns1:ext uri="{FF2B5EF4-FFF2-40B4-BE49-F238E27FC236}">
                <ns2:creationId id="{B272BE79-7C8B-4E90-BAB8-797B8F605B78}"/>
              </ns1:ext>
            </ns1:extLst>
          </ns0:cNvPr>
          <ns0:cNvSpPr>
            <ns1:spLocks noGrp="1"/>
          </ns0:cNvSpPr>
          <ns0:nvPr/>
        </ns0:nvSpPr>
        <ns0:spPr>
          <ns1:xfrm>
            <ns1:off x="8343900" y="2962275"/>
            <ns1:ext cx="1304925" cy="552450"/>
          </ns1:xfrm>
          <ns1:prstGeom prst="roundRect">
            <ns1:avLst>
              <ns1:gd name="adj" fmla="val 13793"/>
            </ns1:avLst>
          </ns1:prstGeom>
          <ns1:solidFill>
            <ns1:srgbClr val="263A63"/>
          </ns1:solidFill>
          <ns1:ln w="0">
            <ns1:noFill/>
            <ns1:prstDash val="solid"/>
          </ns1:ln>
        </ns0:spPr>
      </ns0:sp>
      <ns0:sp>
        <ns0:nvSpPr>
          <ns0:cNvPr id="50" name="">
            <ns1:extLst>
              <ns1:ext uri="{FF2B5EF4-FFF2-40B4-BE49-F238E27FC236}">
                <ns2:creationId id="{B982FE75-3992-430E-AA01-0D177B7EF465}"/>
              </ns1:ext>
            </ns1:extLst>
          </ns0:cNvPr>
          <ns0:cNvSpPr>
            <ns1:spLocks noGrp="1"/>
          </ns0:cNvSpPr>
          <ns0:nvPr/>
        </ns0:nvSpPr>
        <ns0:spPr>
          <ns1:xfrm>
            <ns1:off x="8420100" y="3028950"/>
            <ns1:ext cx="1152525" cy="238125"/>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D9F5F0"/>
                </ns1:solidFill>
                <ns1:latin typeface="Aptos"/>
                <ns1:ea typeface="Aptos"/>
                <ns1:cs typeface="Aptos"/>
              </ns1:defRPr>
            </ns1:defPPr>
            <ns1:lvl1pPr algn="ctr">
              <ns1:defRPr sz="1500" b="1">
                <ns1:solidFill>
                  <ns1:srgbClr val="D9F5F0"/>
                </ns1:solidFill>
                <ns1:latin typeface="Aptos"/>
                <ns1:ea typeface="Aptos"/>
                <ns1:cs typeface="Aptos"/>
              </ns1:defRPr>
            </ns1:lvl1pPr>
            <ns1:lvl2pPr algn="ctr">
              <ns1:defRPr sz="1500" b="1">
                <ns1:solidFill>
                  <ns1:srgbClr val="D9F5F0"/>
                </ns1:solidFill>
                <ns1:latin typeface="Aptos"/>
                <ns1:ea typeface="Aptos"/>
                <ns1:cs typeface="Aptos"/>
              </ns1:defRPr>
            </ns1:lvl2pPr>
            <ns1:lvl3pPr algn="ctr">
              <ns1:defRPr sz="1500" b="1">
                <ns1:solidFill>
                  <ns1:srgbClr val="D9F5F0"/>
                </ns1:solidFill>
                <ns1:latin typeface="Aptos"/>
                <ns1:ea typeface="Aptos"/>
                <ns1:cs typeface="Aptos"/>
              </ns1:defRPr>
            </ns1:lvl3pPr>
            <ns1:lvl4pPr algn="ctr">
              <ns1:defRPr sz="1500" b="1">
                <ns1:solidFill>
                  <ns1:srgbClr val="D9F5F0"/>
                </ns1:solidFill>
                <ns1:latin typeface="Aptos"/>
                <ns1:ea typeface="Aptos"/>
                <ns1:cs typeface="Aptos"/>
              </ns1:defRPr>
            </ns1:lvl4pPr>
            <ns1:lvl5pPr algn="ctr">
              <ns1:defRPr sz="1500" b="1">
                <ns1:solidFill>
                  <ns1:srgbClr val="D9F5F0"/>
                </ns1:solidFill>
                <ns1:latin typeface="Aptos"/>
                <ns1:ea typeface="Aptos"/>
                <ns1:cs typeface="Aptos"/>
              </ns1:defRPr>
            </ns1:lvl5pPr>
            <ns1:lvl6pPr algn="ctr">
              <ns1:defRPr sz="1500" b="1">
                <ns1:solidFill>
                  <ns1:srgbClr val="D9F5F0"/>
                </ns1:solidFill>
                <ns1:latin typeface="Aptos"/>
                <ns1:ea typeface="Aptos"/>
                <ns1:cs typeface="Aptos"/>
              </ns1:defRPr>
            </ns1:lvl6pPr>
            <ns1:lvl7pPr algn="ctr">
              <ns1:defRPr sz="1500" b="1">
                <ns1:solidFill>
                  <ns1:srgbClr val="D9F5F0"/>
                </ns1:solidFill>
                <ns1:latin typeface="Aptos"/>
                <ns1:ea typeface="Aptos"/>
                <ns1:cs typeface="Aptos"/>
              </ns1:defRPr>
            </ns1:lvl7pPr>
            <ns1:lvl8pPr algn="ctr">
              <ns1:defRPr sz="1500" b="1">
                <ns1:solidFill>
                  <ns1:srgbClr val="D9F5F0"/>
                </ns1:solidFill>
                <ns1:latin typeface="Aptos"/>
                <ns1:ea typeface="Aptos"/>
                <ns1:cs typeface="Aptos"/>
              </ns1:defRPr>
            </ns1:lvl8pPr>
            <ns1:lvl9pPr algn="ctr">
              <ns1:defRPr sz="1500" b="1">
                <ns1:solidFill>
                  <ns1:srgbClr val="D9F5F0"/>
                </ns1:solidFill>
                <ns1:latin typeface="Aptos"/>
                <ns1:ea typeface="Aptos"/>
                <ns1:cs typeface="Aptos"/>
              </ns1:defRPr>
            </ns1:lvl9pPr>
          </ns1:lstStyle>
          <ns1:p>
            <ns1:pPr algn="ctr">
              <ns1:defRPr sz="1500" b="1">
                <ns1:solidFill>
                  <ns1:srgbClr val="D9F5F0"/>
                </ns1:solidFill>
                <ns1:latin typeface="Aptos"/>
                <ns1:ea typeface="Aptos"/>
                <ns1:cs typeface="Aptos"/>
              </ns1:defRPr>
            </ns1:pPr>
            <ns1:r>
              <ns1:rPr sz="1500" b="1">
                <ns1:solidFill>
                  <ns1:srgbClr val="D9F5F0"/>
                </ns1:solidFill>
                <ns1:latin typeface="Aptos"/>
                <ns1:ea typeface="Aptos"/>
                <ns1:cs typeface="Aptos"/>
              </ns1:rPr>
              <ns1:t>S · B</ns1:t>
            </ns1:r>
          </ns1:p>
        </ns0:txBody>
      </ns0:sp>
      <ns0:sp>
        <ns0:nvSpPr>
          <ns0:cNvPr id="51" name="">
            <ns1:extLst>
              <ns1:ext uri="{FF2B5EF4-FFF2-40B4-BE49-F238E27FC236}">
                <ns2:creationId id="{22AF0E8B-AC36-4E1F-85EE-97E5B34D04D7}"/>
              </ns1:ext>
            </ns1:extLst>
          </ns0:cNvPr>
          <ns0:cNvSpPr>
            <ns1:spLocks noGrp="1"/>
          </ns0:cNvSpPr>
          <ns0:nvPr/>
        </ns0:nvSpPr>
        <ns0:spPr>
          <ns1:xfrm>
            <ns1:off x="8420100" y="3267075"/>
            <ns1:ext cx="1152525" cy="171450"/>
          </ns1:xfrm>
          <ns1:prstGeom prst="rect">
            <ns1:avLst/>
          </ns1:prstGeom>
          <ns1:noFill/>
          <ns1:ln w="0">
            <ns1:noFill/>
            <ns1:prstDash val="solid"/>
          </ns1:ln>
        </ns0:spPr>
        <ns0:txBody>
          <ns1:bodyPr lIns="0" tIns="0" rIns="0" bIns="0" anchor="ctr">
            <ns1:normAutofit fontScale="100000"/>
          </ns1:bodyPr>
          <ns1:lstStyle>
            <ns1:defPPr algn="ctr">
              <ns1:defRPr sz="825" b="0">
                <ns1:solidFill>
                  <ns1:srgbClr val="C9D6EA"/>
                </ns1:solidFill>
                <ns1:latin typeface="Aptos"/>
                <ns1:ea typeface="Aptos"/>
                <ns1:cs typeface="Aptos"/>
              </ns1:defRPr>
            </ns1:defPPr>
            <ns1:lvl1pPr algn="ctr">
              <ns1:defRPr sz="825" b="0">
                <ns1:solidFill>
                  <ns1:srgbClr val="C9D6EA"/>
                </ns1:solidFill>
                <ns1:latin typeface="Aptos"/>
                <ns1:ea typeface="Aptos"/>
                <ns1:cs typeface="Aptos"/>
              </ns1:defRPr>
            </ns1:lvl1pPr>
            <ns1:lvl2pPr algn="ctr">
              <ns1:defRPr sz="825" b="0">
                <ns1:solidFill>
                  <ns1:srgbClr val="C9D6EA"/>
                </ns1:solidFill>
                <ns1:latin typeface="Aptos"/>
                <ns1:ea typeface="Aptos"/>
                <ns1:cs typeface="Aptos"/>
              </ns1:defRPr>
            </ns1:lvl2pPr>
            <ns1:lvl3pPr algn="ctr">
              <ns1:defRPr sz="825" b="0">
                <ns1:solidFill>
                  <ns1:srgbClr val="C9D6EA"/>
                </ns1:solidFill>
                <ns1:latin typeface="Aptos"/>
                <ns1:ea typeface="Aptos"/>
                <ns1:cs typeface="Aptos"/>
              </ns1:defRPr>
            </ns1:lvl3pPr>
            <ns1:lvl4pPr algn="ctr">
              <ns1:defRPr sz="825" b="0">
                <ns1:solidFill>
                  <ns1:srgbClr val="C9D6EA"/>
                </ns1:solidFill>
                <ns1:latin typeface="Aptos"/>
                <ns1:ea typeface="Aptos"/>
                <ns1:cs typeface="Aptos"/>
              </ns1:defRPr>
            </ns1:lvl4pPr>
            <ns1:lvl5pPr algn="ctr">
              <ns1:defRPr sz="825" b="0">
                <ns1:solidFill>
                  <ns1:srgbClr val="C9D6EA"/>
                </ns1:solidFill>
                <ns1:latin typeface="Aptos"/>
                <ns1:ea typeface="Aptos"/>
                <ns1:cs typeface="Aptos"/>
              </ns1:defRPr>
            </ns1:lvl5pPr>
            <ns1:lvl6pPr algn="ctr">
              <ns1:defRPr sz="825" b="0">
                <ns1:solidFill>
                  <ns1:srgbClr val="C9D6EA"/>
                </ns1:solidFill>
                <ns1:latin typeface="Aptos"/>
                <ns1:ea typeface="Aptos"/>
                <ns1:cs typeface="Aptos"/>
              </ns1:defRPr>
            </ns1:lvl6pPr>
            <ns1:lvl7pPr algn="ctr">
              <ns1:defRPr sz="825" b="0">
                <ns1:solidFill>
                  <ns1:srgbClr val="C9D6EA"/>
                </ns1:solidFill>
                <ns1:latin typeface="Aptos"/>
                <ns1:ea typeface="Aptos"/>
                <ns1:cs typeface="Aptos"/>
              </ns1:defRPr>
            </ns1:lvl7pPr>
            <ns1:lvl8pPr algn="ctr">
              <ns1:defRPr sz="825" b="0">
                <ns1:solidFill>
                  <ns1:srgbClr val="C9D6EA"/>
                </ns1:solidFill>
                <ns1:latin typeface="Aptos"/>
                <ns1:ea typeface="Aptos"/>
                <ns1:cs typeface="Aptos"/>
              </ns1:defRPr>
            </ns1:lvl8pPr>
            <ns1:lvl9pPr algn="ctr">
              <ns1:defRPr sz="825" b="0">
                <ns1:solidFill>
                  <ns1:srgbClr val="C9D6EA"/>
                </ns1:solidFill>
                <ns1:latin typeface="Aptos"/>
                <ns1:ea typeface="Aptos"/>
                <ns1:cs typeface="Aptos"/>
              </ns1:defRPr>
            </ns1:lvl9pPr>
          </ns1:lstStyle>
          <ns1:p>
            <ns1:pPr algn="ctr">
              <ns1:defRPr sz="825" b="0">
                <ns1:solidFill>
                  <ns1:srgbClr val="C9D6EA"/>
                </ns1:solidFill>
                <ns1:latin typeface="Aptos"/>
                <ns1:ea typeface="Aptos"/>
                <ns1:cs typeface="Aptos"/>
              </ns1:defRPr>
            </ns1:pPr>
            <ns1:r>
              <ns1:rPr sz="825" b="0">
                <ns1:solidFill>
                  <ns1:srgbClr val="C9D6EA"/>
                </ns1:solidFill>
                <ns1:latin typeface="Aptos"/>
                <ns1:ea typeface="Aptos"/>
                <ns1:cs typeface="Aptos"/>
              </ns1:rPr>
              <ns1:t>respuesta × punto base</ns1:t>
            </ns1:r>
          </ns1:p>
        </ns0:txBody>
      </ns0:sp>
      <ns0:sp>
        <ns0:nvSpPr>
          <ns0:cNvPr id="52" name="">
            <ns1:extLst>
              <ns1:ext uri="{FF2B5EF4-FFF2-40B4-BE49-F238E27FC236}">
                <ns2:creationId id="{6C0416E0-D362-49E4-9545-964473ADD582}"/>
              </ns1:ext>
            </ns1:extLst>
          </ns0:cNvPr>
          <ns0:cNvSpPr>
            <ns1:spLocks noGrp="1"/>
          </ns0:cNvSpPr>
          <ns0:nvPr/>
        </ns0:nvSpPr>
        <ns0:spPr>
          <ns1:xfrm>
            <ns1:off x="9696450" y="3038475"/>
            <ns1:ext cx="323850" cy="381000"/>
          </ns1:xfrm>
          <ns1:prstGeom prst="rect">
            <ns1:avLst/>
          </ns1:prstGeom>
          <ns1:noFill/>
          <ns1:ln w="0">
            <ns1:noFill/>
            <ns1:prstDash val="solid"/>
          </ns1:ln>
        </ns0:spPr>
        <ns0:txBody>
          <ns1:bodyPr lIns="0" tIns="0" rIns="0" bIns="0" anchor="ctr">
            <ns1:normAutofit fontScale="100000"/>
          </ns1:bodyPr>
          <ns1:lstStyle>
            <ns1:defPPr algn="ctr">
              <ns1:defRPr sz="1950" b="1">
                <ns1:solidFill>
                  <ns1:srgbClr val="F2B544"/>
                </ns1:solidFill>
                <ns1:latin typeface="Aptos"/>
                <ns1:ea typeface="Aptos"/>
                <ns1:cs typeface="Aptos"/>
              </ns1:defRPr>
            </ns1:defPPr>
            <ns1:lvl1pPr algn="ctr">
              <ns1:defRPr sz="1950" b="1">
                <ns1:solidFill>
                  <ns1:srgbClr val="F2B544"/>
                </ns1:solidFill>
                <ns1:latin typeface="Aptos"/>
                <ns1:ea typeface="Aptos"/>
                <ns1:cs typeface="Aptos"/>
              </ns1:defRPr>
            </ns1:lvl1pPr>
            <ns1:lvl2pPr algn="ctr">
              <ns1:defRPr sz="1950" b="1">
                <ns1:solidFill>
                  <ns1:srgbClr val="F2B544"/>
                </ns1:solidFill>
                <ns1:latin typeface="Aptos"/>
                <ns1:ea typeface="Aptos"/>
                <ns1:cs typeface="Aptos"/>
              </ns1:defRPr>
            </ns1:lvl2pPr>
            <ns1:lvl3pPr algn="ctr">
              <ns1:defRPr sz="1950" b="1">
                <ns1:solidFill>
                  <ns1:srgbClr val="F2B544"/>
                </ns1:solidFill>
                <ns1:latin typeface="Aptos"/>
                <ns1:ea typeface="Aptos"/>
                <ns1:cs typeface="Aptos"/>
              </ns1:defRPr>
            </ns1:lvl3pPr>
            <ns1:lvl4pPr algn="ctr">
              <ns1:defRPr sz="1950" b="1">
                <ns1:solidFill>
                  <ns1:srgbClr val="F2B544"/>
                </ns1:solidFill>
                <ns1:latin typeface="Aptos"/>
                <ns1:ea typeface="Aptos"/>
                <ns1:cs typeface="Aptos"/>
              </ns1:defRPr>
            </ns1:lvl4pPr>
            <ns1:lvl5pPr algn="ctr">
              <ns1:defRPr sz="1950" b="1">
                <ns1:solidFill>
                  <ns1:srgbClr val="F2B544"/>
                </ns1:solidFill>
                <ns1:latin typeface="Aptos"/>
                <ns1:ea typeface="Aptos"/>
                <ns1:cs typeface="Aptos"/>
              </ns1:defRPr>
            </ns1:lvl5pPr>
            <ns1:lvl6pPr algn="ctr">
              <ns1:defRPr sz="1950" b="1">
                <ns1:solidFill>
                  <ns1:srgbClr val="F2B544"/>
                </ns1:solidFill>
                <ns1:latin typeface="Aptos"/>
                <ns1:ea typeface="Aptos"/>
                <ns1:cs typeface="Aptos"/>
              </ns1:defRPr>
            </ns1:lvl6pPr>
            <ns1:lvl7pPr algn="ctr">
              <ns1:defRPr sz="1950" b="1">
                <ns1:solidFill>
                  <ns1:srgbClr val="F2B544"/>
                </ns1:solidFill>
                <ns1:latin typeface="Aptos"/>
                <ns1:ea typeface="Aptos"/>
                <ns1:cs typeface="Aptos"/>
              </ns1:defRPr>
            </ns1:lvl7pPr>
            <ns1:lvl8pPr algn="ctr">
              <ns1:defRPr sz="1950" b="1">
                <ns1:solidFill>
                  <ns1:srgbClr val="F2B544"/>
                </ns1:solidFill>
                <ns1:latin typeface="Aptos"/>
                <ns1:ea typeface="Aptos"/>
                <ns1:cs typeface="Aptos"/>
              </ns1:defRPr>
            </ns1:lvl8pPr>
            <ns1:lvl9pPr algn="ctr">
              <ns1:defRPr sz="1950" b="1">
                <ns1:solidFill>
                  <ns1:srgbClr val="F2B544"/>
                </ns1:solidFill>
                <ns1:latin typeface="Aptos"/>
                <ns1:ea typeface="Aptos"/>
                <ns1:cs typeface="Aptos"/>
              </ns1:defRPr>
            </ns1:lvl9pPr>
          </ns1:lstStyle>
          <ns1:p>
            <ns1:pPr algn="ctr">
              <ns1:defRPr sz="1950" b="1">
                <ns1:solidFill>
                  <ns1:srgbClr val="F2B544"/>
                </ns1:solidFill>
                <ns1:latin typeface="Aptos"/>
                <ns1:ea typeface="Aptos"/>
                <ns1:cs typeface="Aptos"/>
              </ns1:defRPr>
            </ns1:pPr>
            <ns1:r>
              <ns1:rPr sz="1950" b="1">
                <ns1:solidFill>
                  <ns1:srgbClr val="F2B544"/>
                </ns1:solidFill>
                <ns1:latin typeface="Aptos"/>
                <ns1:ea typeface="Aptos"/>
                <ns1:cs typeface="Aptos"/>
              </ns1:rPr>
              <ns1:t>=</ns1:t>
            </ns1:r>
          </ns1:p>
        </ns0:txBody>
      </ns0:sp>
      <ns0:sp>
        <ns0:nvSpPr>
          <ns0:cNvPr id="53" name="">
            <ns1:extLst>
              <ns1:ext uri="{FF2B5EF4-FFF2-40B4-BE49-F238E27FC236}">
                <ns2:creationId id="{16BA4DC8-4548-41E3-B47C-67628CB445D9}"/>
              </ns1:ext>
            </ns1:extLst>
          </ns0:cNvPr>
          <ns0:cNvSpPr>
            <ns1:spLocks noGrp="1"/>
          </ns0:cNvSpPr>
          <ns0:nvPr/>
        </ns0:nvSpPr>
        <ns0:spPr>
          <ns1:xfrm>
            <ns1:off x="10067925" y="2962275"/>
            <ns1:ext cx="1304925" cy="552450"/>
          </ns1:xfrm>
          <ns1:prstGeom prst="roundRect">
            <ns1:avLst>
              <ns1:gd name="adj" fmla="val 13793"/>
            </ns1:avLst>
          </ns1:prstGeom>
          <ns1:solidFill>
            <ns1:srgbClr val="263A63"/>
          </ns1:solidFill>
          <ns1:ln w="0">
            <ns1:noFill/>
            <ns1:prstDash val="solid"/>
          </ns1:ln>
        </ns0:spPr>
      </ns0:sp>
      <ns0:sp>
        <ns0:nvSpPr>
          <ns0:cNvPr id="54" name="">
            <ns1:extLst>
              <ns1:ext uri="{FF2B5EF4-FFF2-40B4-BE49-F238E27FC236}">
                <ns2:creationId id="{2911BA6A-9D17-4675-AACF-F09B6A47ED0B}"/>
              </ns1:ext>
            </ns1:extLst>
          </ns0:cNvPr>
          <ns0:cNvSpPr>
            <ns1:spLocks noGrp="1"/>
          </ns0:cNvSpPr>
          <ns0:nvPr/>
        </ns0:nvSpPr>
        <ns0:spPr>
          <ns1:xfrm>
            <ns1:off x="10125075" y="3028950"/>
            <ns1:ext cx="1190625" cy="238125"/>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D9F5F0"/>
                </ns1:solidFill>
                <ns1:latin typeface="Aptos"/>
                <ns1:ea typeface="Aptos"/>
                <ns1:cs typeface="Aptos"/>
              </ns1:defRPr>
            </ns1:defPPr>
            <ns1:lvl1pPr algn="ctr">
              <ns1:defRPr sz="1425" b="1">
                <ns1:solidFill>
                  <ns1:srgbClr val="D9F5F0"/>
                </ns1:solidFill>
                <ns1:latin typeface="Aptos"/>
                <ns1:ea typeface="Aptos"/>
                <ns1:cs typeface="Aptos"/>
              </ns1:defRPr>
            </ns1:lvl1pPr>
            <ns1:lvl2pPr algn="ctr">
              <ns1:defRPr sz="1425" b="1">
                <ns1:solidFill>
                  <ns1:srgbClr val="D9F5F0"/>
                </ns1:solidFill>
                <ns1:latin typeface="Aptos"/>
                <ns1:ea typeface="Aptos"/>
                <ns1:cs typeface="Aptos"/>
              </ns1:defRPr>
            </ns1:lvl2pPr>
            <ns1:lvl3pPr algn="ctr">
              <ns1:defRPr sz="1425" b="1">
                <ns1:solidFill>
                  <ns1:srgbClr val="D9F5F0"/>
                </ns1:solidFill>
                <ns1:latin typeface="Aptos"/>
                <ns1:ea typeface="Aptos"/>
                <ns1:cs typeface="Aptos"/>
              </ns1:defRPr>
            </ns1:lvl3pPr>
            <ns1:lvl4pPr algn="ctr">
              <ns1:defRPr sz="1425" b="1">
                <ns1:solidFill>
                  <ns1:srgbClr val="D9F5F0"/>
                </ns1:solidFill>
                <ns1:latin typeface="Aptos"/>
                <ns1:ea typeface="Aptos"/>
                <ns1:cs typeface="Aptos"/>
              </ns1:defRPr>
            </ns1:lvl4pPr>
            <ns1:lvl5pPr algn="ctr">
              <ns1:defRPr sz="1425" b="1">
                <ns1:solidFill>
                  <ns1:srgbClr val="D9F5F0"/>
                </ns1:solidFill>
                <ns1:latin typeface="Aptos"/>
                <ns1:ea typeface="Aptos"/>
                <ns1:cs typeface="Aptos"/>
              </ns1:defRPr>
            </ns1:lvl5pPr>
            <ns1:lvl6pPr algn="ctr">
              <ns1:defRPr sz="1425" b="1">
                <ns1:solidFill>
                  <ns1:srgbClr val="D9F5F0"/>
                </ns1:solidFill>
                <ns1:latin typeface="Aptos"/>
                <ns1:ea typeface="Aptos"/>
                <ns1:cs typeface="Aptos"/>
              </ns1:defRPr>
            </ns1:lvl6pPr>
            <ns1:lvl7pPr algn="ctr">
              <ns1:defRPr sz="1425" b="1">
                <ns1:solidFill>
                  <ns1:srgbClr val="D9F5F0"/>
                </ns1:solidFill>
                <ns1:latin typeface="Aptos"/>
                <ns1:ea typeface="Aptos"/>
                <ns1:cs typeface="Aptos"/>
              </ns1:defRPr>
            </ns1:lvl7pPr>
            <ns1:lvl8pPr algn="ctr">
              <ns1:defRPr sz="1425" b="1">
                <ns1:solidFill>
                  <ns1:srgbClr val="D9F5F0"/>
                </ns1:solidFill>
                <ns1:latin typeface="Aptos"/>
                <ns1:ea typeface="Aptos"/>
                <ns1:cs typeface="Aptos"/>
              </ns1:defRPr>
            </ns1:lvl8pPr>
            <ns1:lvl9pPr algn="ctr">
              <ns1:defRPr sz="1425" b="1">
                <ns1:solidFill>
                  <ns1:srgbClr val="D9F5F0"/>
                </ns1:solidFill>
                <ns1:latin typeface="Aptos"/>
                <ns1:ea typeface="Aptos"/>
                <ns1:cs typeface="Aptos"/>
              </ns1:defRPr>
            </ns1:lvl9pPr>
          </ns1:lstStyle>
          <ns1:p>
            <ns1:pPr algn="ctr">
              <ns1:defRPr sz="1425" b="1">
                <ns1:solidFill>
                  <ns1:srgbClr val="D9F5F0"/>
                </ns1:solidFill>
                <ns1:latin typeface="Aptos"/>
                <ns1:ea typeface="Aptos"/>
                <ns1:cs typeface="Aptos"/>
              </ns1:defRPr>
            </ns1:pPr>
            <ns1:r>
              <ns1:rPr sz="1425" b="1">
                <ns1:solidFill>
                  <ns1:srgbClr val="D9F5F0"/>
                </ns1:solidFill>
                <ns1:latin typeface="Aptos"/>
                <ns1:ea typeface="Aptos"/>
                <ns1:cs typeface="Aptos"/>
              </ns1:rPr>
              <ns1:t>R + k · A</ns1:t>
            </ns1:r>
          </ns1:p>
        </ns0:txBody>
      </ns0:sp>
      <ns0:sp>
        <ns0:nvSpPr>
          <ns0:cNvPr id="55" name="">
            <ns1:extLst>
              <ns1:ext uri="{FF2B5EF4-FFF2-40B4-BE49-F238E27FC236}">
                <ns2:creationId id="{1A693B4B-AAE8-4F9F-A28E-BD1BD3A50BF7}"/>
              </ns1:ext>
            </ns1:extLst>
          </ns0:cNvPr>
          <ns0:cNvSpPr>
            <ns1:spLocks noGrp="1"/>
          </ns0:cNvSpPr>
          <ns0:nvPr/>
        </ns0:nvSpPr>
        <ns0:spPr>
          <ns1:xfrm>
            <ns1:off x="10115550" y="3267075"/>
            <ns1:ext cx="1209675" cy="171450"/>
          </ns1:xfrm>
          <ns1:prstGeom prst="rect">
            <ns1:avLst/>
          </ns1:prstGeom>
          <ns1:noFill/>
          <ns1:ln w="0">
            <ns1:noFill/>
            <ns1:prstDash val="solid"/>
          </ns1:ln>
        </ns0:spPr>
        <ns0:txBody>
          <ns1:bodyPr lIns="0" tIns="0" rIns="0" bIns="0" anchor="ctr">
            <ns1:normAutofit fontScale="100000"/>
          </ns1:bodyPr>
          <ns1:lstStyle>
            <ns1:defPPr algn="ctr">
              <ns1:defRPr sz="750" b="0">
                <ns1:solidFill>
                  <ns1:srgbClr val="C9D6EA"/>
                </ns1:solidFill>
                <ns1:latin typeface="Aptos"/>
                <ns1:ea typeface="Aptos"/>
                <ns1:cs typeface="Aptos"/>
              </ns1:defRPr>
            </ns1:defPPr>
            <ns1:lvl1pPr algn="ctr">
              <ns1:defRPr sz="750" b="0">
                <ns1:solidFill>
                  <ns1:srgbClr val="C9D6EA"/>
                </ns1:solidFill>
                <ns1:latin typeface="Aptos"/>
                <ns1:ea typeface="Aptos"/>
                <ns1:cs typeface="Aptos"/>
              </ns1:defRPr>
            </ns1:lvl1pPr>
            <ns1:lvl2pPr algn="ctr">
              <ns1:defRPr sz="750" b="0">
                <ns1:solidFill>
                  <ns1:srgbClr val="C9D6EA"/>
                </ns1:solidFill>
                <ns1:latin typeface="Aptos"/>
                <ns1:ea typeface="Aptos"/>
                <ns1:cs typeface="Aptos"/>
              </ns1:defRPr>
            </ns1:lvl2pPr>
            <ns1:lvl3pPr algn="ctr">
              <ns1:defRPr sz="750" b="0">
                <ns1:solidFill>
                  <ns1:srgbClr val="C9D6EA"/>
                </ns1:solidFill>
                <ns1:latin typeface="Aptos"/>
                <ns1:ea typeface="Aptos"/>
                <ns1:cs typeface="Aptos"/>
              </ns1:defRPr>
            </ns1:lvl3pPr>
            <ns1:lvl4pPr algn="ctr">
              <ns1:defRPr sz="750" b="0">
                <ns1:solidFill>
                  <ns1:srgbClr val="C9D6EA"/>
                </ns1:solidFill>
                <ns1:latin typeface="Aptos"/>
                <ns1:ea typeface="Aptos"/>
                <ns1:cs typeface="Aptos"/>
              </ns1:defRPr>
            </ns1:lvl4pPr>
            <ns1:lvl5pPr algn="ctr">
              <ns1:defRPr sz="750" b="0">
                <ns1:solidFill>
                  <ns1:srgbClr val="C9D6EA"/>
                </ns1:solidFill>
                <ns1:latin typeface="Aptos"/>
                <ns1:ea typeface="Aptos"/>
                <ns1:cs typeface="Aptos"/>
              </ns1:defRPr>
            </ns1:lvl5pPr>
            <ns1:lvl6pPr algn="ctr">
              <ns1:defRPr sz="750" b="0">
                <ns1:solidFill>
                  <ns1:srgbClr val="C9D6EA"/>
                </ns1:solidFill>
                <ns1:latin typeface="Aptos"/>
                <ns1:ea typeface="Aptos"/>
                <ns1:cs typeface="Aptos"/>
              </ns1:defRPr>
            </ns1:lvl6pPr>
            <ns1:lvl7pPr algn="ctr">
              <ns1:defRPr sz="750" b="0">
                <ns1:solidFill>
                  <ns1:srgbClr val="C9D6EA"/>
                </ns1:solidFill>
                <ns1:latin typeface="Aptos"/>
                <ns1:ea typeface="Aptos"/>
                <ns1:cs typeface="Aptos"/>
              </ns1:defRPr>
            </ns1:lvl7pPr>
            <ns1:lvl8pPr algn="ctr">
              <ns1:defRPr sz="750" b="0">
                <ns1:solidFill>
                  <ns1:srgbClr val="C9D6EA"/>
                </ns1:solidFill>
                <ns1:latin typeface="Aptos"/>
                <ns1:ea typeface="Aptos"/>
                <ns1:cs typeface="Aptos"/>
              </ns1:defRPr>
            </ns1:lvl8pPr>
            <ns1:lvl9pPr algn="ctr">
              <ns1:defRPr sz="750" b="0">
                <ns1:solidFill>
                  <ns1:srgbClr val="C9D6EA"/>
                </ns1:solidFill>
                <ns1:latin typeface="Aptos"/>
                <ns1:ea typeface="Aptos"/>
                <ns1:cs typeface="Aptos"/>
              </ns1:defRPr>
            </ns1:lvl9pPr>
          </ns1:lstStyle>
          <ns1:p>
            <ns1:pPr algn="ctr">
              <ns1:defRPr sz="750" b="0">
                <ns1:solidFill>
                  <ns1:srgbClr val="C9D6EA"/>
                </ns1:solidFill>
                <ns1:latin typeface="Aptos"/>
                <ns1:ea typeface="Aptos"/>
                <ns1:cs typeface="Aptos"/>
              </ns1:defRPr>
            </ns1:pPr>
            <ns1:r>
              <ns1:rPr sz="750" b="0">
                <ns1:solidFill>
                  <ns1:srgbClr val="C9D6EA"/>
                </ns1:solidFill>
                <ns1:latin typeface="Aptos"/>
                <ns1:ea typeface="Aptos"/>
                <ns1:cs typeface="Aptos"/>
              </ns1:rPr>
              <ns1:t>punto + desafío × clave pública</ns1:t>
            </ns1:r>
          </ns1:p>
        </ns0:txBody>
      </ns0:sp>
      <ns0:sp>
        <ns0:nvSpPr>
          <ns0:cNvPr id="56" name="">
            <ns1:extLst>
              <ns1:ext uri="{FF2B5EF4-FFF2-40B4-BE49-F238E27FC236}">
                <ns2:creationId id="{558FBA53-F174-4619-A01A-202B7277A716}"/>
              </ns1:ext>
            </ns1:extLst>
          </ns0:cNvPr>
          <ns0:cNvSpPr>
            <ns1:spLocks noGrp="1"/>
          </ns0:cNvSpPr>
          <ns0:nvPr/>
        </ns0:nvSpPr>
        <ns0:spPr>
          <ns1:xfrm flipV="0">
            <ns1:off x="8991600" y="3581400"/>
            <ns1:ext cx="9525" cy="314325"/>
          </ns1:xfrm>
          <ns1:prstGeom prst="line">
            <ns1:avLst/>
          </ns1:prstGeom>
          <ns1:noFill/>
          <ns1:ln w="28575">
            <ns1:solidFill>
              <ns1:srgbClr val="22B8A8"/>
            </ns1:solidFill>
            <ns1:prstDash val="solid"/>
          </ns1:ln>
        </ns0:spPr>
      </ns0:sp>
      <ns0:sp>
        <ns0:nvSpPr>
          <ns0:cNvPr id="57" name="">
            <ns1:extLst>
              <ns1:ext uri="{FF2B5EF4-FFF2-40B4-BE49-F238E27FC236}">
                <ns2:creationId id="{068BB657-33E4-4325-AF83-B05FBA6B3371}"/>
              </ns1:ext>
            </ns1:extLst>
          </ns0:cNvPr>
          <ns0:cNvSpPr>
            <ns1:spLocks noGrp="1"/>
          </ns0:cNvSpPr>
          <ns0:nvPr/>
        </ns0:nvSpPr>
        <ns0:spPr>
          <ns1:xfrm flipV="0">
            <ns1:off x="10715625" y="3581400"/>
            <ns1:ext cx="9525" cy="314325"/>
          </ns1:xfrm>
          <ns1:prstGeom prst="line">
            <ns1:avLst/>
          </ns1:prstGeom>
          <ns1:noFill/>
          <ns1:ln w="28575">
            <ns1:solidFill>
              <ns1:srgbClr val="22B8A8"/>
            </ns1:solidFill>
            <ns1:prstDash val="solid"/>
          </ns1:ln>
        </ns0:spPr>
      </ns0:sp>
      <ns0:sp>
        <ns0:nvSpPr>
          <ns0:cNvPr id="58" name="">
            <ns1:extLst>
              <ns1:ext uri="{FF2B5EF4-FFF2-40B4-BE49-F238E27FC236}">
                <ns2:creationId id="{98D958D4-1B01-49EC-BDD2-F16B208067F1}"/>
              </ns1:ext>
            </ns1:extLst>
          </ns0:cNvPr>
          <ns0:cNvSpPr>
            <ns1:spLocks noGrp="1"/>
          </ns0:cNvSpPr>
          <ns0:nvPr/>
        </ns0:nvSpPr>
        <ns0:spPr>
          <ns1:xfrm flipV="0">
            <ns1:off x="8991600" y="3895725"/>
            <ns1:ext cx="857250" cy="228600"/>
          </ns1:xfrm>
          <ns1:prstGeom prst="line">
            <ns1:avLst/>
          </ns1:prstGeom>
          <ns1:noFill/>
          <ns1:ln w="28575">
            <ns1:solidFill>
              <ns1:srgbClr val="22B8A8"/>
            </ns1:solidFill>
            <ns1:prstDash val="solid"/>
          </ns1:ln>
        </ns0:spPr>
      </ns0:sp>
      <ns0:sp>
        <ns0:nvSpPr>
          <ns0:cNvPr id="59" name="">
            <ns1:extLst>
              <ns1:ext uri="{FF2B5EF4-FFF2-40B4-BE49-F238E27FC236}">
                <ns2:creationId id="{A7436CE6-9111-4DF2-8E33-FE58E7C27440}"/>
              </ns1:ext>
            </ns1:extLst>
          </ns0:cNvPr>
          <ns0:cNvSpPr>
            <ns1:spLocks noGrp="1"/>
          </ns0:cNvSpPr>
          <ns0:nvPr/>
        </ns0:nvSpPr>
        <ns0:spPr>
          <ns1:xfrm flipV="1">
            <ns1:off x="9848850" y="3895725"/>
            <ns1:ext cx="866775" cy="228600"/>
          </ns1:xfrm>
          <ns1:prstGeom prst="line">
            <ns1:avLst/>
          </ns1:prstGeom>
          <ns1:noFill/>
          <ns1:ln w="28575">
            <ns1:solidFill>
              <ns1:srgbClr val="22B8A8"/>
            </ns1:solidFill>
            <ns1:prstDash val="solid"/>
          </ns1:ln>
        </ns0:spPr>
      </ns0:sp>
      <ns0:sp>
        <ns0:nvSpPr>
          <ns0:cNvPr id="60" name="">
            <ns1:extLst>
              <ns1:ext uri="{FF2B5EF4-FFF2-40B4-BE49-F238E27FC236}">
                <ns2:creationId id="{C86C41C5-0841-4345-923A-70C77DBE5493}"/>
              </ns1:ext>
            </ns1:extLst>
          </ns0:cNvPr>
          <ns0:cNvSpPr>
            <ns1:spLocks noGrp="1"/>
          </ns0:cNvSpPr>
          <ns0:nvPr/>
        </ns0:nvSpPr>
        <ns0:spPr>
          <ns1:xfrm>
            <ns1:off x="9601200" y="4010025"/>
            <ns1:ext cx="495300" cy="495300"/>
          </ns1:xfrm>
          <ns1:prstGeom prst="ellipse">
            <ns1:avLst/>
          </ns1:prstGeom>
          <ns1:solidFill>
            <ns1:srgbClr val="22B8A8"/>
          </ns1:solidFill>
          <ns1:ln w="0">
            <ns1:noFill/>
            <ns1:prstDash val="solid"/>
          </ns1:ln>
        </ns0:spPr>
      </ns0:sp>
      <ns0:sp>
        <ns0:nvSpPr>
          <ns0:cNvPr id="61" name="">
            <ns1:extLst>
              <ns1:ext uri="{FF2B5EF4-FFF2-40B4-BE49-F238E27FC236}">
                <ns2:creationId id="{47C5CBAF-A3EB-4CD1-9176-8147D7947F77}"/>
              </ns1:ext>
            </ns1:extLst>
          </ns0:cNvPr>
          <ns0:cNvSpPr>
            <ns1:spLocks noGrp="1"/>
          </ns0:cNvSpPr>
          <ns0:nvPr/>
        </ns0:nvSpPr>
        <ns0:spPr>
          <ns1:xfrm>
            <ns1:off x="9601200" y="4010025"/>
            <ns1:ext cx="495300" cy="495300"/>
          </ns1:xfrm>
          <ns1:prstGeom prst="rect">
            <ns1:avLst/>
          </ns1:prstGeom>
          <ns1:noFill/>
          <ns1:ln w="0">
            <ns1:noFill/>
            <ns1:prstDash val="solid"/>
          </ns1:ln>
        </ns0:spPr>
        <ns0:txBody>
          <ns1:bodyPr lIns="0" tIns="0" rIns="0" bIns="0" anchor="ctr">
            <ns1:normAutofit fontScale="100000"/>
          </ns1:bodyPr>
          <ns1:lstStyle>
            <ns1:defPPr algn="ctr">
              <ns1:defRPr sz="2025" b="1">
                <ns1:solidFill>
                  <ns1:srgbClr val="172554"/>
                </ns1:solidFill>
                <ns1:latin typeface="Aptos"/>
                <ns1:ea typeface="Aptos"/>
                <ns1:cs typeface="Aptos"/>
              </ns1:defRPr>
            </ns1:defPPr>
            <ns1:lvl1pPr algn="ctr">
              <ns1:defRPr sz="2025" b="1">
                <ns1:solidFill>
                  <ns1:srgbClr val="172554"/>
                </ns1:solidFill>
                <ns1:latin typeface="Aptos"/>
                <ns1:ea typeface="Aptos"/>
                <ns1:cs typeface="Aptos"/>
              </ns1:defRPr>
            </ns1:lvl1pPr>
            <ns1:lvl2pPr algn="ctr">
              <ns1:defRPr sz="2025" b="1">
                <ns1:solidFill>
                  <ns1:srgbClr val="172554"/>
                </ns1:solidFill>
                <ns1:latin typeface="Aptos"/>
                <ns1:ea typeface="Aptos"/>
                <ns1:cs typeface="Aptos"/>
              </ns1:defRPr>
            </ns1:lvl2pPr>
            <ns1:lvl3pPr algn="ctr">
              <ns1:defRPr sz="2025" b="1">
                <ns1:solidFill>
                  <ns1:srgbClr val="172554"/>
                </ns1:solidFill>
                <ns1:latin typeface="Aptos"/>
                <ns1:ea typeface="Aptos"/>
                <ns1:cs typeface="Aptos"/>
              </ns1:defRPr>
            </ns1:lvl3pPr>
            <ns1:lvl4pPr algn="ctr">
              <ns1:defRPr sz="2025" b="1">
                <ns1:solidFill>
                  <ns1:srgbClr val="172554"/>
                </ns1:solidFill>
                <ns1:latin typeface="Aptos"/>
                <ns1:ea typeface="Aptos"/>
                <ns1:cs typeface="Aptos"/>
              </ns1:defRPr>
            </ns1:lvl4pPr>
            <ns1:lvl5pPr algn="ctr">
              <ns1:defRPr sz="2025" b="1">
                <ns1:solidFill>
                  <ns1:srgbClr val="172554"/>
                </ns1:solidFill>
                <ns1:latin typeface="Aptos"/>
                <ns1:ea typeface="Aptos"/>
                <ns1:cs typeface="Aptos"/>
              </ns1:defRPr>
            </ns1:lvl5pPr>
            <ns1:lvl6pPr algn="ctr">
              <ns1:defRPr sz="2025" b="1">
                <ns1:solidFill>
                  <ns1:srgbClr val="172554"/>
                </ns1:solidFill>
                <ns1:latin typeface="Aptos"/>
                <ns1:ea typeface="Aptos"/>
                <ns1:cs typeface="Aptos"/>
              </ns1:defRPr>
            </ns1:lvl6pPr>
            <ns1:lvl7pPr algn="ctr">
              <ns1:defRPr sz="2025" b="1">
                <ns1:solidFill>
                  <ns1:srgbClr val="172554"/>
                </ns1:solidFill>
                <ns1:latin typeface="Aptos"/>
                <ns1:ea typeface="Aptos"/>
                <ns1:cs typeface="Aptos"/>
              </ns1:defRPr>
            </ns1:lvl7pPr>
            <ns1:lvl8pPr algn="ctr">
              <ns1:defRPr sz="2025" b="1">
                <ns1:solidFill>
                  <ns1:srgbClr val="172554"/>
                </ns1:solidFill>
                <ns1:latin typeface="Aptos"/>
                <ns1:ea typeface="Aptos"/>
                <ns1:cs typeface="Aptos"/>
              </ns1:defRPr>
            </ns1:lvl8pPr>
            <ns1:lvl9pPr algn="ctr">
              <ns1:defRPr sz="2025" b="1">
                <ns1:solidFill>
                  <ns1:srgbClr val="172554"/>
                </ns1:solidFill>
                <ns1:latin typeface="Aptos"/>
                <ns1:ea typeface="Aptos"/>
                <ns1:cs typeface="Aptos"/>
              </ns1:defRPr>
            </ns1:lvl9pPr>
          </ns1:lstStyle>
          <ns1:p>
            <ns1:pPr algn="ctr">
              <ns1:defRPr sz="2025" b="1">
                <ns1:solidFill>
                  <ns1:srgbClr val="172554"/>
                </ns1:solidFill>
                <ns1:latin typeface="Aptos"/>
                <ns1:ea typeface="Aptos"/>
                <ns1:cs typeface="Aptos"/>
              </ns1:defRPr>
            </ns1:pPr>
            <ns1:r>
              <ns1:rPr sz="2025" b="1">
                <ns1:solidFill>
                  <ns1:srgbClr val="172554"/>
                </ns1:solidFill>
                <ns1:latin typeface="Aptos"/>
                <ns1:ea typeface="Aptos"/>
                <ns1:cs typeface="Aptos"/>
              </ns1:rPr>
              <ns1:t>=</ns1:t>
            </ns1:r>
          </ns1:p>
        </ns0:txBody>
      </ns0:sp>
      <ns0:sp>
        <ns0:nvSpPr>
          <ns0:cNvPr id="62" name="">
            <ns1:extLst>
              <ns1:ext uri="{FF2B5EF4-FFF2-40B4-BE49-F238E27FC236}">
                <ns2:creationId id="{EBE30F22-4682-4A89-A9B0-7E5D34514346}"/>
              </ns1:ext>
            </ns1:extLst>
          </ns0:cNvPr>
          <ns0:cNvSpPr>
            <ns1:spLocks noGrp="1"/>
          </ns0:cNvSpPr>
          <ns0:nvPr/>
        </ns0:nvSpPr>
        <ns0:spPr>
          <ns1:xfrm>
            <ns1:off x="8286750" y="4619625"/>
            <ns1:ext cx="3067050" cy="419100"/>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FFFFFF"/>
                </ns1:solidFill>
                <ns1:latin typeface="Aptos"/>
                <ns1:ea typeface="Aptos"/>
                <ns1:cs typeface="Aptos"/>
              </ns1:defRPr>
            </ns1:defPPr>
            <ns1:lvl1pPr algn="ctr">
              <ns1:defRPr sz="1125" b="1">
                <ns1:solidFill>
                  <ns1:srgbClr val="FFFFFF"/>
                </ns1:solidFill>
                <ns1:latin typeface="Aptos"/>
                <ns1:ea typeface="Aptos"/>
                <ns1:cs typeface="Aptos"/>
              </ns1:defRPr>
            </ns1:lvl1pPr>
            <ns1:lvl2pPr algn="ctr">
              <ns1:defRPr sz="1125" b="1">
                <ns1:solidFill>
                  <ns1:srgbClr val="FFFFFF"/>
                </ns1:solidFill>
                <ns1:latin typeface="Aptos"/>
                <ns1:ea typeface="Aptos"/>
                <ns1:cs typeface="Aptos"/>
              </ns1:defRPr>
            </ns1:lvl2pPr>
            <ns1:lvl3pPr algn="ctr">
              <ns1:defRPr sz="1125" b="1">
                <ns1:solidFill>
                  <ns1:srgbClr val="FFFFFF"/>
                </ns1:solidFill>
                <ns1:latin typeface="Aptos"/>
                <ns1:ea typeface="Aptos"/>
                <ns1:cs typeface="Aptos"/>
              </ns1:defRPr>
            </ns1:lvl3pPr>
            <ns1:lvl4pPr algn="ctr">
              <ns1:defRPr sz="1125" b="1">
                <ns1:solidFill>
                  <ns1:srgbClr val="FFFFFF"/>
                </ns1:solidFill>
                <ns1:latin typeface="Aptos"/>
                <ns1:ea typeface="Aptos"/>
                <ns1:cs typeface="Aptos"/>
              </ns1:defRPr>
            </ns1:lvl4pPr>
            <ns1:lvl5pPr algn="ctr">
              <ns1:defRPr sz="1125" b="1">
                <ns1:solidFill>
                  <ns1:srgbClr val="FFFFFF"/>
                </ns1:solidFill>
                <ns1:latin typeface="Aptos"/>
                <ns1:ea typeface="Aptos"/>
                <ns1:cs typeface="Aptos"/>
              </ns1:defRPr>
            </ns1:lvl5pPr>
            <ns1:lvl6pPr algn="ctr">
              <ns1:defRPr sz="1125" b="1">
                <ns1:solidFill>
                  <ns1:srgbClr val="FFFFFF"/>
                </ns1:solidFill>
                <ns1:latin typeface="Aptos"/>
                <ns1:ea typeface="Aptos"/>
                <ns1:cs typeface="Aptos"/>
              </ns1:defRPr>
            </ns1:lvl6pPr>
            <ns1:lvl7pPr algn="ctr">
              <ns1:defRPr sz="1125" b="1">
                <ns1:solidFill>
                  <ns1:srgbClr val="FFFFFF"/>
                </ns1:solidFill>
                <ns1:latin typeface="Aptos"/>
                <ns1:ea typeface="Aptos"/>
                <ns1:cs typeface="Aptos"/>
              </ns1:defRPr>
            </ns1:lvl7pPr>
            <ns1:lvl8pPr algn="ctr">
              <ns1:defRPr sz="1125" b="1">
                <ns1:solidFill>
                  <ns1:srgbClr val="FFFFFF"/>
                </ns1:solidFill>
                <ns1:latin typeface="Aptos"/>
                <ns1:ea typeface="Aptos"/>
                <ns1:cs typeface="Aptos"/>
              </ns1:defRPr>
            </ns1:lvl8pPr>
            <ns1:lvl9pPr algn="ctr">
              <ns1:defRPr sz="1125" b="1">
                <ns1:solidFill>
                  <ns1:srgbClr val="FFFFFF"/>
                </ns1:solidFill>
                <ns1:latin typeface="Aptos"/>
                <ns1:ea typeface="Aptos"/>
                <ns1:cs typeface="Aptos"/>
              </ns1:defRPr>
            </ns1:lvl9pPr>
          </ns1:lstStyle>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Si ambos lados dan el mismo resultado,</ns1:t>
            </ns1:r>
          </ns1:p>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la firma corresponde a estos datos y a esta clave pública.</ns1:t>
            </ns1:r>
          </ns1:p>
        </ns0:txBody>
      </ns0:sp>
      <ns0:sp>
        <ns0:nvSpPr>
          <ns0:cNvPr id="63" name="">
            <ns1:extLst>
              <ns1:ext uri="{FF2B5EF4-FFF2-40B4-BE49-F238E27FC236}">
                <ns2:creationId id="{082CE1E5-1F40-44F5-A37F-D8222BBD8B14}"/>
              </ns1:ext>
            </ns1:extLst>
          </ns0:cNvPr>
          <ns0:cNvSpPr>
            <ns1:spLocks noGrp="1"/>
          </ns0:cNvSpPr>
          <ns0:nvPr/>
        </ns0:nvSpPr>
        <ns0:spPr>
          <ns1:xfrm>
            <ns1:off x="1238250" y="5543550"/>
            <ns1:ext cx="9715500" cy="504825"/>
          </ns1:xfrm>
          <ns1:prstGeom prst="roundRect">
            <ns1:avLst>
              <ns1:gd name="adj" fmla="val 15094"/>
            </ns1:avLst>
          </ns1:prstGeom>
          <ns1:solidFill>
            <ns1:srgbClr val="FFF2D8"/>
          </ns1:solidFill>
          <ns1:ln w="0">
            <ns1:noFill/>
            <ns1:prstDash val="solid"/>
          </ns1:ln>
        </ns0:spPr>
      </ns0:sp>
      <ns0:sp>
        <ns0:nvSpPr>
          <ns0:cNvPr id="64" name="">
            <ns1:extLst>
              <ns1:ext uri="{FF2B5EF4-FFF2-40B4-BE49-F238E27FC236}">
                <ns2:creationId id="{BB33BD5B-3E48-4613-A9E0-A56D37A73F1C}"/>
              </ns1:ext>
            </ns1:extLst>
          </ns0:cNvPr>
          <ns0:cNvSpPr>
            <ns1:spLocks noGrp="1"/>
          </ns0:cNvSpPr>
          <ns0:nvPr/>
        </ns0:nvSpPr>
        <ns0:spPr>
          <ns1:xfrm>
            <ns1:off x="1438275" y="5638800"/>
            <ns1:ext cx="9315450" cy="30480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775109"/>
                </ns1:solidFill>
                <ns1:latin typeface="Aptos"/>
                <ns1:ea typeface="Aptos"/>
                <ns1:cs typeface="Aptos"/>
              </ns1:defRPr>
            </ns1:defPPr>
            <ns1:lvl1pPr algn="ctr">
              <ns1:defRPr sz="1200" b="1">
                <ns1:solidFill>
                  <ns1:srgbClr val="775109"/>
                </ns1:solidFill>
                <ns1:latin typeface="Aptos"/>
                <ns1:ea typeface="Aptos"/>
                <ns1:cs typeface="Aptos"/>
              </ns1:defRPr>
            </ns1:lvl1pPr>
            <ns1:lvl2pPr algn="ctr">
              <ns1:defRPr sz="1200" b="1">
                <ns1:solidFill>
                  <ns1:srgbClr val="775109"/>
                </ns1:solidFill>
                <ns1:latin typeface="Aptos"/>
                <ns1:ea typeface="Aptos"/>
                <ns1:cs typeface="Aptos"/>
              </ns1:defRPr>
            </ns1:lvl2pPr>
            <ns1:lvl3pPr algn="ctr">
              <ns1:defRPr sz="1200" b="1">
                <ns1:solidFill>
                  <ns1:srgbClr val="775109"/>
                </ns1:solidFill>
                <ns1:latin typeface="Aptos"/>
                <ns1:ea typeface="Aptos"/>
                <ns1:cs typeface="Aptos"/>
              </ns1:defRPr>
            </ns1:lvl3pPr>
            <ns1:lvl4pPr algn="ctr">
              <ns1:defRPr sz="1200" b="1">
                <ns1:solidFill>
                  <ns1:srgbClr val="775109"/>
                </ns1:solidFill>
                <ns1:latin typeface="Aptos"/>
                <ns1:ea typeface="Aptos"/>
                <ns1:cs typeface="Aptos"/>
              </ns1:defRPr>
            </ns1:lvl4pPr>
            <ns1:lvl5pPr algn="ctr">
              <ns1:defRPr sz="1200" b="1">
                <ns1:solidFill>
                  <ns1:srgbClr val="775109"/>
                </ns1:solidFill>
                <ns1:latin typeface="Aptos"/>
                <ns1:ea typeface="Aptos"/>
                <ns1:cs typeface="Aptos"/>
              </ns1:defRPr>
            </ns1:lvl5pPr>
            <ns1:lvl6pPr algn="ctr">
              <ns1:defRPr sz="1200" b="1">
                <ns1:solidFill>
                  <ns1:srgbClr val="775109"/>
                </ns1:solidFill>
                <ns1:latin typeface="Aptos"/>
                <ns1:ea typeface="Aptos"/>
                <ns1:cs typeface="Aptos"/>
              </ns1:defRPr>
            </ns1:lvl6pPr>
            <ns1:lvl7pPr algn="ctr">
              <ns1:defRPr sz="1200" b="1">
                <ns1:solidFill>
                  <ns1:srgbClr val="775109"/>
                </ns1:solidFill>
                <ns1:latin typeface="Aptos"/>
                <ns1:ea typeface="Aptos"/>
                <ns1:cs typeface="Aptos"/>
              </ns1:defRPr>
            </ns1:lvl7pPr>
            <ns1:lvl8pPr algn="ctr">
              <ns1:defRPr sz="1200" b="1">
                <ns1:solidFill>
                  <ns1:srgbClr val="775109"/>
                </ns1:solidFill>
                <ns1:latin typeface="Aptos"/>
                <ns1:ea typeface="Aptos"/>
                <ns1:cs typeface="Aptos"/>
              </ns1:defRPr>
            </ns1:lvl8pPr>
            <ns1:lvl9pPr algn="ctr">
              <ns1:defRPr sz="1200" b="1">
                <ns1:solidFill>
                  <ns1:srgbClr val="775109"/>
                </ns1:solidFill>
                <ns1:latin typeface="Aptos"/>
                <ns1:ea typeface="Aptos"/>
                <ns1:cs typeface="Aptos"/>
              </ns1:defRPr>
            </ns1:lvl9pPr>
          </ns1:lstStyle>
          <ns1:p>
            <ns1:pPr algn="ctr">
              <ns1:defRPr sz="1200" b="1">
                <ns1:solidFill>
                  <ns1:srgbClr val="775109"/>
                </ns1:solidFill>
                <ns1:latin typeface="Aptos"/>
                <ns1:ea typeface="Aptos"/>
                <ns1:cs typeface="Aptos"/>
              </ns1:defRPr>
            </ns1:pPr>
            <ns1:r>
              <ns1:rPr sz="1200" b="1">
                <ns1:solidFill>
                  <ns1:srgbClr val="775109"/>
                </ns1:solidFill>
                <ns1:latin typeface="Aptos"/>
                <ns1:ea typeface="Aptos"/>
                <ns1:cs typeface="Aptos"/>
              </ns1:rPr>
              <ns1:t>H = SHA-512  ·  mod L = reducción matemática  ·  firma = (R, S)</ns1:t>
            </ns1:r>
          </ns1:p>
        </ns0:txBody>
      </ns0:sp>
    </ns0:spTree>
    <ns0:extLst>
      <ns0:ext uri="{BB962C8B-B14F-4D97-AF65-F5344CB8AC3E}">
        <ns3:creationId val="1318033965"/>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30" name="">
            <ns1:extLst>
              <ns1:ext uri="{FF2B5EF4-FFF2-40B4-BE49-F238E27FC236}">
                <ns2:creationId id="{BBD1B087-3ECD-4F32-B622-9ED092157387}"/>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CRIPTOGRAFÍA DESDE CERO</ns1:t>
            </ns1:r>
          </ns1:p>
        </ns0:txBody>
      </ns0:sp>
      <ns0:sp>
        <ns0:nvSpPr>
          <ns0:cNvPr id="2" name="">
            <ns1:extLst>
              <ns1:ext uri="{FF2B5EF4-FFF2-40B4-BE49-F238E27FC236}">
                <ns2:creationId id="{DF3E4C1C-07FC-4C13-8382-510823094B81}"/>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2:00</ns1:t>
            </ns1:r>
          </ns1:p>
        </ns0:txBody>
      </ns0:sp>
      <ns0:sp>
        <ns0:nvSpPr>
          <ns0:cNvPr id="3" name="">
            <ns1:extLst>
              <ns1:ext uri="{FF2B5EF4-FFF2-40B4-BE49-F238E27FC236}">
                <ns2:creationId id="{8F87A9EA-48CB-4639-9B27-D940CE2F6EA7}"/>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La firma confirma si estos datos coinciden</ns1:t>
            </ns1:r>
          </ns1:p>
        </ns0:txBody>
      </ns0:sp>
      <ns0:sp>
        <ns0:nvSpPr>
          <ns0:cNvPr id="4" name="">
            <ns1:extLst>
              <ns1:ext uri="{FF2B5EF4-FFF2-40B4-BE49-F238E27FC236}">
                <ns2:creationId id="{97F3B8DA-8621-4D0A-8F0B-A07F047E4D5E}"/>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196B4EAB-32AD-4686-BE4D-499DCB68BE7B}"/>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120B5EF3-2891-45F4-AC0C-7E3C210B0D99}"/>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08</ns1:t>
            </ns1:r>
          </ns1:p>
        </ns0:txBody>
      </ns0:sp>
      <ns0:sp>
        <ns0:nvSpPr>
          <ns0:cNvPr id="7" name="">
            <ns1:extLst>
              <ns1:ext uri="{FF2B5EF4-FFF2-40B4-BE49-F238E27FC236}">
                <ns2:creationId id="{1F0FCA2A-EFE2-4D77-8D9B-ACA6FEDC5F97}"/>
              </ns1:ext>
            </ns1:extLst>
          </ns0:cNvPr>
          <ns0:cNvSpPr>
            <ns1:spLocks noGrp="1"/>
          </ns0:cNvSpPr>
          <ns0:nvPr/>
        </ns0:nvSpPr>
        <ns0:spPr>
          <ns1:xfrm>
            <ns1:off x="685800" y="1952625"/>
            <ns1:ext cx="3190875" cy="2095500"/>
          </ns1:xfrm>
          <ns1:prstGeom prst="roundRect">
            <ns1:avLst>
              <ns1:gd name="adj" fmla="val 3636"/>
            </ns1:avLst>
          </ns1:prstGeom>
          <ns1:solidFill>
            <ns1:srgbClr val="FFFFFF"/>
          </ns1:solidFill>
          <ns1:ln w="9525">
            <ns1:solidFill>
              <ns1:srgbClr val="DCE3ED"/>
            </ns1:solidFill>
            <ns1:prstDash val="solid"/>
          </ns1:ln>
        </ns0:spPr>
      </ns0:sp>
      <ns0:sp>
        <ns0:nvSpPr>
          <ns0:cNvPr id="8" name="">
            <ns1:extLst>
              <ns1:ext uri="{FF2B5EF4-FFF2-40B4-BE49-F238E27FC236}">
                <ns2:creationId id="{196083BB-7DCC-4146-AC94-1207AC7CCA72}"/>
              </ns1:ext>
            </ns1:extLst>
          </ns0:cNvPr>
          <ns0:cNvSpPr>
            <ns1:spLocks noGrp="1"/>
          </ns0:cNvSpPr>
          <ns0:nvPr/>
        </ns0:nvSpPr>
        <ns0:spPr>
          <ns1:xfrm>
            <ns1:off x="952500" y="2190750"/>
            <ns1:ext cx="2667000" cy="26670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2846A0"/>
                </ns1:solidFill>
                <ns1:latin typeface="Aptos"/>
                <ns1:ea typeface="Aptos"/>
                <ns1:cs typeface="Aptos"/>
              </ns1:defRPr>
            </ns1:defPPr>
            <ns1:lvl1pPr algn="ctr">
              <ns1:defRPr sz="1200" b="1">
                <ns1:solidFill>
                  <ns1:srgbClr val="2846A0"/>
                </ns1:solidFill>
                <ns1:latin typeface="Aptos"/>
                <ns1:ea typeface="Aptos"/>
                <ns1:cs typeface="Aptos"/>
              </ns1:defRPr>
            </ns1:lvl1pPr>
            <ns1:lvl2pPr algn="ctr">
              <ns1:defRPr sz="1200" b="1">
                <ns1:solidFill>
                  <ns1:srgbClr val="2846A0"/>
                </ns1:solidFill>
                <ns1:latin typeface="Aptos"/>
                <ns1:ea typeface="Aptos"/>
                <ns1:cs typeface="Aptos"/>
              </ns1:defRPr>
            </ns1:lvl2pPr>
            <ns1:lvl3pPr algn="ctr">
              <ns1:defRPr sz="1200" b="1">
                <ns1:solidFill>
                  <ns1:srgbClr val="2846A0"/>
                </ns1:solidFill>
                <ns1:latin typeface="Aptos"/>
                <ns1:ea typeface="Aptos"/>
                <ns1:cs typeface="Aptos"/>
              </ns1:defRPr>
            </ns1:lvl3pPr>
            <ns1:lvl4pPr algn="ctr">
              <ns1:defRPr sz="1200" b="1">
                <ns1:solidFill>
                  <ns1:srgbClr val="2846A0"/>
                </ns1:solidFill>
                <ns1:latin typeface="Aptos"/>
                <ns1:ea typeface="Aptos"/>
                <ns1:cs typeface="Aptos"/>
              </ns1:defRPr>
            </ns1:lvl4pPr>
            <ns1:lvl5pPr algn="ctr">
              <ns1:defRPr sz="1200" b="1">
                <ns1:solidFill>
                  <ns1:srgbClr val="2846A0"/>
                </ns1:solidFill>
                <ns1:latin typeface="Aptos"/>
                <ns1:ea typeface="Aptos"/>
                <ns1:cs typeface="Aptos"/>
              </ns1:defRPr>
            </ns1:lvl5pPr>
            <ns1:lvl6pPr algn="ctr">
              <ns1:defRPr sz="1200" b="1">
                <ns1:solidFill>
                  <ns1:srgbClr val="2846A0"/>
                </ns1:solidFill>
                <ns1:latin typeface="Aptos"/>
                <ns1:ea typeface="Aptos"/>
                <ns1:cs typeface="Aptos"/>
              </ns1:defRPr>
            </ns1:lvl6pPr>
            <ns1:lvl7pPr algn="ctr">
              <ns1:defRPr sz="1200" b="1">
                <ns1:solidFill>
                  <ns1:srgbClr val="2846A0"/>
                </ns1:solidFill>
                <ns1:latin typeface="Aptos"/>
                <ns1:ea typeface="Aptos"/>
                <ns1:cs typeface="Aptos"/>
              </ns1:defRPr>
            </ns1:lvl7pPr>
            <ns1:lvl8pPr algn="ctr">
              <ns1:defRPr sz="1200" b="1">
                <ns1:solidFill>
                  <ns1:srgbClr val="2846A0"/>
                </ns1:solidFill>
                <ns1:latin typeface="Aptos"/>
                <ns1:ea typeface="Aptos"/>
                <ns1:cs typeface="Aptos"/>
              </ns1:defRPr>
            </ns1:lvl8pPr>
            <ns1:lvl9pPr algn="ctr">
              <ns1:defRPr sz="1200" b="1">
                <ns1:solidFill>
                  <ns1:srgbClr val="2846A0"/>
                </ns1:solidFill>
                <ns1:latin typeface="Aptos"/>
                <ns1:ea typeface="Aptos"/>
                <ns1:cs typeface="Aptos"/>
              </ns1:defRPr>
            </ns1:lvl9pPr>
          </ns1:lstStyle>
          <ns1:p>
            <ns1:pPr algn="ctr">
              <ns1:defRPr sz="1200" b="1">
                <ns1:solidFill>
                  <ns1:srgbClr val="2846A0"/>
                </ns1:solidFill>
                <ns1:latin typeface="Aptos"/>
                <ns1:ea typeface="Aptos"/>
                <ns1:cs typeface="Aptos"/>
              </ns1:defRPr>
            </ns1:pPr>
            <ns1:r>
              <ns1:rPr sz="1200" b="1">
                <ns1:solidFill>
                  <ns1:srgbClr val="2846A0"/>
                </ns1:solidFill>
                <ns1:latin typeface="Aptos"/>
                <ns1:ea typeface="Aptos"/>
                <ns1:cs typeface="Aptos"/>
              </ns1:rPr>
              <ns1:t>DATOS + FIRMA</ns1:t>
            </ns1:r>
          </ns1:p>
        </ns0:txBody>
      </ns0:sp>
      <ns0:sp>
        <ns0:nvSpPr>
          <ns0:cNvPr id="9" name="">
            <ns1:extLst>
              <ns1:ext uri="{FF2B5EF4-FFF2-40B4-BE49-F238E27FC236}">
                <ns2:creationId id="{4369B4C1-1CF9-4122-BDF7-E3D749B01D7B}"/>
              </ns1:ext>
            </ns1:extLst>
          </ns0:cNvPr>
          <ns0:cNvSpPr>
            <ns1:spLocks noGrp="1"/>
          </ns0:cNvSpPr>
          <ns0:nvPr/>
        </ns0:nvSpPr>
        <ns0:spPr>
          <ns1:xfrm>
            <ns1:off x="1000125" y="2714625"/>
            <ns1:ext cx="2571750" cy="1000125"/>
          </ns1:xfrm>
          <ns1:prstGeom prst="rect">
            <ns1:avLst/>
          </ns1:prstGeom>
          <ns1:noFill/>
          <ns1:ln w="0">
            <ns1:noFill/>
            <ns1:prstDash val="solid"/>
          </ns1:ln>
        </ns0:spPr>
        <ns0:txBody>
          <ns1:bodyPr lIns="0" tIns="0" rIns="0" bIns="0" anchor="ctr">
            <ns1:normAutofit fontScale="100000"/>
          </ns1:bodyPr>
          <ns1:lstStyle>
            <ns1:defPPr algn="ctr">
              <ns1:defRPr sz="1650" b="1">
                <ns1:solidFill>
                  <ns1:srgbClr val="172554"/>
                </ns1:solidFill>
                <ns1:latin typeface="Aptos"/>
                <ns1:ea typeface="Aptos"/>
                <ns1:cs typeface="Aptos"/>
              </ns1:defRPr>
            </ns1:defPPr>
            <ns1:lvl1pPr algn="ctr">
              <ns1:defRPr sz="1650" b="1">
                <ns1:solidFill>
                  <ns1:srgbClr val="172554"/>
                </ns1:solidFill>
                <ns1:latin typeface="Aptos"/>
                <ns1:ea typeface="Aptos"/>
                <ns1:cs typeface="Aptos"/>
              </ns1:defRPr>
            </ns1:lvl1pPr>
            <ns1:lvl2pPr algn="ctr">
              <ns1:defRPr sz="1650" b="1">
                <ns1:solidFill>
                  <ns1:srgbClr val="172554"/>
                </ns1:solidFill>
                <ns1:latin typeface="Aptos"/>
                <ns1:ea typeface="Aptos"/>
                <ns1:cs typeface="Aptos"/>
              </ns1:defRPr>
            </ns1:lvl2pPr>
            <ns1:lvl3pPr algn="ctr">
              <ns1:defRPr sz="1650" b="1">
                <ns1:solidFill>
                  <ns1:srgbClr val="172554"/>
                </ns1:solidFill>
                <ns1:latin typeface="Aptos"/>
                <ns1:ea typeface="Aptos"/>
                <ns1:cs typeface="Aptos"/>
              </ns1:defRPr>
            </ns1:lvl3pPr>
            <ns1:lvl4pPr algn="ctr">
              <ns1:defRPr sz="1650" b="1">
                <ns1:solidFill>
                  <ns1:srgbClr val="172554"/>
                </ns1:solidFill>
                <ns1:latin typeface="Aptos"/>
                <ns1:ea typeface="Aptos"/>
                <ns1:cs typeface="Aptos"/>
              </ns1:defRPr>
            </ns1:lvl4pPr>
            <ns1:lvl5pPr algn="ctr">
              <ns1:defRPr sz="1650" b="1">
                <ns1:solidFill>
                  <ns1:srgbClr val="172554"/>
                </ns1:solidFill>
                <ns1:latin typeface="Aptos"/>
                <ns1:ea typeface="Aptos"/>
                <ns1:cs typeface="Aptos"/>
              </ns1:defRPr>
            </ns1:lvl5pPr>
            <ns1:lvl6pPr algn="ctr">
              <ns1:defRPr sz="1650" b="1">
                <ns1:solidFill>
                  <ns1:srgbClr val="172554"/>
                </ns1:solidFill>
                <ns1:latin typeface="Aptos"/>
                <ns1:ea typeface="Aptos"/>
                <ns1:cs typeface="Aptos"/>
              </ns1:defRPr>
            </ns1:lvl6pPr>
            <ns1:lvl7pPr algn="ctr">
              <ns1:defRPr sz="1650" b="1">
                <ns1:solidFill>
                  <ns1:srgbClr val="172554"/>
                </ns1:solidFill>
                <ns1:latin typeface="Aptos"/>
                <ns1:ea typeface="Aptos"/>
                <ns1:cs typeface="Aptos"/>
              </ns1:defRPr>
            </ns1:lvl7pPr>
            <ns1:lvl8pPr algn="ctr">
              <ns1:defRPr sz="1650" b="1">
                <ns1:solidFill>
                  <ns1:srgbClr val="172554"/>
                </ns1:solidFill>
                <ns1:latin typeface="Aptos"/>
                <ns1:ea typeface="Aptos"/>
                <ns1:cs typeface="Aptos"/>
              </ns1:defRPr>
            </ns1:lvl8pPr>
            <ns1:lvl9pPr algn="ctr">
              <ns1:defRPr sz="1650" b="1">
                <ns1:solidFill>
                  <ns1:srgbClr val="172554"/>
                </ns1:solidFill>
                <ns1:latin typeface="Aptos"/>
                <ns1:ea typeface="Aptos"/>
                <ns1:cs typeface="Aptos"/>
              </ns1:defRPr>
            </ns1:lvl9pPr>
          </ns1:lstStyle>
          <ns1:p>
            <ns1:pPr algn="ctr">
              <ns1:defRPr sz="1650" b="1">
                <ns1:solidFill>
                  <ns1:srgbClr val="172554"/>
                </ns1:solidFill>
                <ns1:latin typeface="Aptos"/>
                <ns1:ea typeface="Aptos"/>
                <ns1:cs typeface="Aptos"/>
              </ns1:defRPr>
            </ns1:pPr>
            <ns1:r>
              <ns1:rPr sz="1650" b="1">
                <ns1:solidFill>
                  <ns1:srgbClr val="172554"/>
                </ns1:solidFill>
                <ns1:latin typeface="Aptos"/>
                <ns1:ea typeface="Aptos"/>
                <ns1:cs typeface="Aptos"/>
              </ns1:rPr>
              <ns1:t>Nota: 8</ns1:t>
            </ns1:r>
          </ns1:p>
          <ns1:p>
            <ns1:pPr algn="ctr">
              <ns1:defRPr sz="1650" b="1">
                <ns1:solidFill>
                  <ns1:srgbClr val="172554"/>
                </ns1:solidFill>
                <ns1:latin typeface="Aptos"/>
                <ns1:ea typeface="Aptos"/>
                <ns1:cs typeface="Aptos"/>
              </ns1:defRPr>
            </ns1:pPr>
            <ns1:r>
              <ns1:rPr sz="1650" b="1">
                <ns1:solidFill>
                  <ns1:srgbClr val="172554"/>
                </ns1:solidFill>
                <ns1:latin typeface="Aptos"/>
                <ns1:ea typeface="Aptos"/>
                <ns1:cs typeface="Aptos"/>
              </ns1:rPr>
              <ns1:t>Titular: estudiante A</ns1:t>
            </ns1:r>
          </ns1:p>
          <ns1:p>
            <ns1:pPr algn="ctr">
              <ns1:defRPr sz="1650" b="1">
                <ns1:solidFill>
                  <ns1:srgbClr val="172554"/>
                </ns1:solidFill>
                <ns1:latin typeface="Aptos"/>
                <ns1:ea typeface="Aptos"/>
                <ns1:cs typeface="Aptos"/>
              </ns1:defRPr>
            </ns1:pPr>
            <ns1:r>
              <ns1:rPr sz="1650" b="1">
                <ns1:solidFill>
                  <ns1:srgbClr val="172554"/>
                </ns1:solidFill>
                <ns1:latin typeface="Aptos"/>
                <ns1:ea typeface="Aptos"/>
                <ns1:cs typeface="Aptos"/>
              </ns1:rPr>
              <ns1:t>Firma: …</ns1:t>
            </ns1:r>
          </ns1:p>
        </ns0:txBody>
      </ns0:sp>
      <ns0:sp>
        <ns0:nvSpPr>
          <ns0:cNvPr id="10" name="">
            <ns1:extLst>
              <ns1:ext uri="{FF2B5EF4-FFF2-40B4-BE49-F238E27FC236}">
                <ns2:creationId id="{B9F893C0-2399-4311-ABD6-F5955619AD29}"/>
              </ns1:ext>
            </ns1:extLst>
          </ns0:cNvPr>
          <ns0:cNvSpPr>
            <ns1:spLocks noGrp="1"/>
          </ns0:cNvSpPr>
          <ns0:nvPr/>
        </ns0:nvSpPr>
        <ns0:spPr>
          <ns1:xfrm>
            <ns1:off x="685800" y="4429125"/>
            <ns1:ext cx="3190875" cy="857250"/>
          </ns1:xfrm>
          <ns1:prstGeom prst="roundRect">
            <ns1:avLst>
              <ns1:gd name="adj" fmla="val 8889"/>
            </ns1:avLst>
          </ns1:prstGeom>
          <ns1:solidFill>
            <ns1:srgbClr val="E8EDFF"/>
          </ns1:solidFill>
          <ns1:ln w="0">
            <ns1:noFill/>
            <ns1:prstDash val="solid"/>
          </ns1:ln>
        </ns0:spPr>
      </ns0:sp>
      <ns0:sp>
        <ns0:nvSpPr>
          <ns0:cNvPr id="11" name="">
            <ns1:extLst>
              <ns1:ext uri="{FF2B5EF4-FFF2-40B4-BE49-F238E27FC236}">
                <ns2:creationId id="{73177C06-E4F9-4DF5-808B-D96792D7B8D1}"/>
              </ns1:ext>
            </ns1:extLst>
          </ns0:cNvPr>
          <ns0:cNvSpPr>
            <ns1:spLocks noGrp="1"/>
          </ns0:cNvSpPr>
          <ns0:nvPr/>
        </ns0:nvSpPr>
        <ns0:spPr>
          <ns1:xfrm>
            <ns1:off x="952500" y="4552950"/>
            <ns1:ext cx="2667000" cy="571500"/>
          </ns1:xfrm>
          <ns1:prstGeom prst="rect">
            <ns1:avLst/>
          </ns1:prstGeom>
          <ns1:noFill/>
          <ns1:ln w="0">
            <ns1:noFill/>
            <ns1:prstDash val="solid"/>
          </ns1:ln>
        </ns0:spPr>
        <ns0:txBody>
          <ns1:bodyPr lIns="0" tIns="0" rIns="0" bIns="0" anchor="ctr">
            <ns1:normAutofit fontScale="100000"/>
          </ns1:bodyPr>
          <ns1:lstStyle>
            <ns1:defPPr algn="ctr">
              <ns1:defRPr sz="1350" b="1">
                <ns1:solidFill>
                  <ns1:srgbClr val="2846A0"/>
                </ns1:solidFill>
                <ns1:latin typeface="Aptos"/>
                <ns1:ea typeface="Aptos"/>
                <ns1:cs typeface="Aptos"/>
              </ns1:defRPr>
            </ns1:defPPr>
            <ns1:lvl1pPr algn="ctr">
              <ns1:defRPr sz="1350" b="1">
                <ns1:solidFill>
                  <ns1:srgbClr val="2846A0"/>
                </ns1:solidFill>
                <ns1:latin typeface="Aptos"/>
                <ns1:ea typeface="Aptos"/>
                <ns1:cs typeface="Aptos"/>
              </ns1:defRPr>
            </ns1:lvl1pPr>
            <ns1:lvl2pPr algn="ctr">
              <ns1:defRPr sz="1350" b="1">
                <ns1:solidFill>
                  <ns1:srgbClr val="2846A0"/>
                </ns1:solidFill>
                <ns1:latin typeface="Aptos"/>
                <ns1:ea typeface="Aptos"/>
                <ns1:cs typeface="Aptos"/>
              </ns1:defRPr>
            </ns1:lvl2pPr>
            <ns1:lvl3pPr algn="ctr">
              <ns1:defRPr sz="1350" b="1">
                <ns1:solidFill>
                  <ns1:srgbClr val="2846A0"/>
                </ns1:solidFill>
                <ns1:latin typeface="Aptos"/>
                <ns1:ea typeface="Aptos"/>
                <ns1:cs typeface="Aptos"/>
              </ns1:defRPr>
            </ns1:lvl3pPr>
            <ns1:lvl4pPr algn="ctr">
              <ns1:defRPr sz="1350" b="1">
                <ns1:solidFill>
                  <ns1:srgbClr val="2846A0"/>
                </ns1:solidFill>
                <ns1:latin typeface="Aptos"/>
                <ns1:ea typeface="Aptos"/>
                <ns1:cs typeface="Aptos"/>
              </ns1:defRPr>
            </ns1:lvl4pPr>
            <ns1:lvl5pPr algn="ctr">
              <ns1:defRPr sz="1350" b="1">
                <ns1:solidFill>
                  <ns1:srgbClr val="2846A0"/>
                </ns1:solidFill>
                <ns1:latin typeface="Aptos"/>
                <ns1:ea typeface="Aptos"/>
                <ns1:cs typeface="Aptos"/>
              </ns1:defRPr>
            </ns1:lvl5pPr>
            <ns1:lvl6pPr algn="ctr">
              <ns1:defRPr sz="1350" b="1">
                <ns1:solidFill>
                  <ns1:srgbClr val="2846A0"/>
                </ns1:solidFill>
                <ns1:latin typeface="Aptos"/>
                <ns1:ea typeface="Aptos"/>
                <ns1:cs typeface="Aptos"/>
              </ns1:defRPr>
            </ns1:lvl6pPr>
            <ns1:lvl7pPr algn="ctr">
              <ns1:defRPr sz="1350" b="1">
                <ns1:solidFill>
                  <ns1:srgbClr val="2846A0"/>
                </ns1:solidFill>
                <ns1:latin typeface="Aptos"/>
                <ns1:ea typeface="Aptos"/>
                <ns1:cs typeface="Aptos"/>
              </ns1:defRPr>
            </ns1:lvl7pPr>
            <ns1:lvl8pPr algn="ctr">
              <ns1:defRPr sz="1350" b="1">
                <ns1:solidFill>
                  <ns1:srgbClr val="2846A0"/>
                </ns1:solidFill>
                <ns1:latin typeface="Aptos"/>
                <ns1:ea typeface="Aptos"/>
                <ns1:cs typeface="Aptos"/>
              </ns1:defRPr>
            </ns1:lvl8pPr>
            <ns1:lvl9pPr algn="ctr">
              <ns1:defRPr sz="1350" b="1">
                <ns1:solidFill>
                  <ns1:srgbClr val="2846A0"/>
                </ns1:solidFill>
                <ns1:latin typeface="Aptos"/>
                <ns1:ea typeface="Aptos"/>
                <ns1:cs typeface="Aptos"/>
              </ns1:defRPr>
            </ns1:lvl9pPr>
          </ns1:lstStyle>
          <ns1:p>
            <ns1:pPr algn="ctr">
              <ns1:defRPr sz="1350" b="1">
                <ns1:solidFill>
                  <ns1:srgbClr val="2846A0"/>
                </ns1:solidFill>
                <ns1:latin typeface="Aptos"/>
                <ns1:ea typeface="Aptos"/>
                <ns1:cs typeface="Aptos"/>
              </ns1:defRPr>
            </ns1:pPr>
            <ns1:r>
              <ns1:rPr sz="1350" b="1">
                <ns1:solidFill>
                  <ns1:srgbClr val="2846A0"/>
                </ns1:solidFill>
                <ns1:latin typeface="Aptos"/>
                <ns1:ea typeface="Aptos"/>
                <ns1:cs typeface="Aptos"/>
              </ns1:rPr>
              <ns1:t>Clave pública conocida</ns1:t>
            </ns1:r>
          </ns1:p>
          <ns1:p>
            <ns1:pPr algn="ctr">
              <ns1:defRPr sz="1350" b="1">
                <ns1:solidFill>
                  <ns1:srgbClr val="2846A0"/>
                </ns1:solidFill>
                <ns1:latin typeface="Aptos"/>
                <ns1:ea typeface="Aptos"/>
                <ns1:cs typeface="Aptos"/>
              </ns1:defRPr>
            </ns1:pPr>
            <ns1:r>
              <ns1:rPr sz="1350" b="1">
                <ns1:solidFill>
                  <ns1:srgbClr val="2846A0"/>
                </ns1:solidFill>
                <ns1:latin typeface="Aptos"/>
                <ns1:ea typeface="Aptos"/>
                <ns1:cs typeface="Aptos"/>
              </ns1:rPr>
              <ns1:t>del emisor</ns1:t>
            </ns1:r>
          </ns1:p>
        </ns0:txBody>
      </ns0:sp>
      <ns0:sp>
        <ns0:nvSpPr>
          <ns0:cNvPr id="12" name="">
            <ns1:extLst>
              <ns1:ext uri="{FF2B5EF4-FFF2-40B4-BE49-F238E27FC236}">
                <ns2:creationId id="{F96AA485-7894-4B74-9AEA-B00BA65895E2}"/>
              </ns1:ext>
            </ns1:extLst>
          </ns0:cNvPr>
          <ns0:cNvSpPr>
            <ns1:spLocks noGrp="1"/>
          </ns0:cNvSpPr>
          <ns0:nvPr/>
        </ns0:nvSpPr>
        <ns0:spPr>
          <ns1:xfrm>
            <ns1:off x="4191000" y="3143250"/>
            <ns1:ext cx="952500" cy="400050"/>
          </ns1:xfrm>
          <ns1:prstGeom prst="rightArrow">
            <ns1:avLst/>
          </ns1:prstGeom>
          <ns1:solidFill>
            <ns1:srgbClr val="22B8A8"/>
          </ns1:solidFill>
          <ns1:ln w="0">
            <ns1:noFill/>
            <ns1:prstDash val="solid"/>
          </ns1:ln>
        </ns0:spPr>
      </ns0:sp>
      <ns0:sp>
        <ns0:nvSpPr>
          <ns0:cNvPr id="13" name="">
            <ns1:extLst>
              <ns1:ext uri="{FF2B5EF4-FFF2-40B4-BE49-F238E27FC236}">
                <ns2:creationId id="{FE2D4E72-73D9-4392-BFD4-A95347F64561}"/>
              </ns1:ext>
            </ns1:extLst>
          </ns0:cNvPr>
          <ns0:cNvSpPr>
            <ns1:spLocks noGrp="1"/>
          </ns0:cNvSpPr>
          <ns0:nvPr/>
        </ns0:nvSpPr>
        <ns0:spPr>
          <ns1:xfrm>
            <ns1:off x="5476875" y="2381250"/>
            <ns1:ext cx="2524125" cy="1666875"/>
          </ns1:xfrm>
          <ns1:prstGeom prst="roundRect">
            <ns1:avLst>
              <ns1:gd name="adj" fmla="val 4571"/>
            </ns1:avLst>
          </ns1:prstGeom>
          <ns1:solidFill>
            <ns1:srgbClr val="172554"/>
          </ns1:solidFill>
          <ns1:ln w="0">
            <ns1:noFill/>
            <ns1:prstDash val="solid"/>
          </ns1:ln>
        </ns0:spPr>
      </ns0:sp>
      <ns0:sp>
        <ns0:nvSpPr>
          <ns0:cNvPr id="14" name="brand-mark">
            <ns1:extLst>
              <ns1:ext uri="{FF2B5EF4-FFF2-40B4-BE49-F238E27FC236}">
                <ns2:creationId id="{CED4657A-7133-4FD7-9547-32346361793A}"/>
              </ns1:ext>
            </ns1:extLst>
          </ns0:cNvPr>
          <ns0:cNvSpPr>
            <ns1:spLocks noGrp="1"/>
          </ns0:cNvSpPr>
          <ns0:nvPr/>
        </ns0:nvSpPr>
        <ns0:spPr>
          <ns1:xfrm>
            <ns1:off x="6505575" y="2571750"/>
            <ns1:ext cx="476250" cy="476250"/>
          </ns1:xfrm>
          <ns1:prstGeom prst="roundRect">
            <ns1:avLst>
              <ns1:gd name="adj" fmla="val 16000"/>
            </ns1:avLst>
          </ns1:prstGeom>
          <ns1:solidFill>
            <ns1:srgbClr val="FFFFFF"/>
          </ns1:solidFill>
          <ns1:ln w="0">
            <ns1:noFill/>
            <ns1:prstDash val="solid"/>
          </ns1:ln>
        </ns0:spPr>
      </ns0:sp>
      <ns0:sp>
        <ns0:nvSpPr>
          <ns0:cNvPr id="15" name="">
            <ns1:extLst>
              <ns1:ext uri="{FF2B5EF4-FFF2-40B4-BE49-F238E27FC236}">
                <ns2:creationId id="{2083A6A2-183A-425A-A5EB-8546ADAC1DF3}"/>
              </ns1:ext>
            </ns1:extLst>
          </ns0:cNvPr>
          <ns0:cNvSpPr>
            <ns1:spLocks noGrp="1"/>
          </ns0:cNvSpPr>
          <ns0:nvPr/>
        </ns0:nvSpPr>
        <ns0:spPr>
          <ns1:xfrm>
            <ns1:off x="6600825" y="2657475"/>
            <ns1:ext cx="285750" cy="304800"/>
          </ns1:xfrm>
          <ns1:prstGeom prst="roundRect">
            <ns1:avLst>
              <ns1:gd name="adj" fmla="val 26667"/>
            </ns1:avLst>
          </ns1:prstGeom>
          <ns1:noFill/>
          <ns1:ln w="21908">
            <ns1:solidFill>
              <ns1:srgbClr val="172554"/>
            </ns1:solidFill>
            <ns1:prstDash val="solid"/>
          </ns1:ln>
        </ns0:spPr>
      </ns0:sp>
      <ns0:sp>
        <ns0:nvSpPr>
          <ns0:cNvPr id="16" name="">
            <ns1:extLst>
              <ns1:ext uri="{FF2B5EF4-FFF2-40B4-BE49-F238E27FC236}">
                <ns2:creationId id="{BB0BBCC8-DF01-4492-8ED1-5A66A8053F37}"/>
              </ns1:ext>
            </ns1:extLst>
          </ns0:cNvPr>
          <ns0:cNvSpPr>
            <ns1:spLocks noGrp="1"/>
          </ns0:cNvSpPr>
          <ns0:nvPr/>
        </ns0:nvSpPr>
        <ns0:spPr>
          <ns1:xfrm flipV="0">
            <ns1:off x="6653213" y="2747963"/>
            <ns1:ext cx="114300" cy="9525"/>
          </ns1:xfrm>
          <ns1:prstGeom prst="line">
            <ns1:avLst/>
          </ns1:prstGeom>
          <ns1:noFill/>
          <ns1:ln w="20003">
            <ns1:solidFill>
              <ns1:srgbClr val="172554"/>
            </ns1:solidFill>
            <ns1:prstDash val="solid"/>
          </ns1:ln>
        </ns0:spPr>
      </ns0:sp>
      <ns0:sp>
        <ns0:nvSpPr>
          <ns0:cNvPr id="17" name="">
            <ns1:extLst>
              <ns1:ext uri="{FF2B5EF4-FFF2-40B4-BE49-F238E27FC236}">
                <ns2:creationId id="{A1398BB5-D46E-4776-A947-5DCF5759455F}"/>
              </ns1:ext>
            </ns1:extLst>
          </ns0:cNvPr>
          <ns0:cNvSpPr>
            <ns1:spLocks noGrp="1"/>
          </ns0:cNvSpPr>
          <ns0:nvPr/>
        </ns0:nvSpPr>
        <ns0:spPr>
          <ns1:xfrm flipV="0">
            <ns1:off x="6653213" y="2800350"/>
            <ns1:ext cx="57150" cy="9525"/>
          </ns1:xfrm>
          <ns1:prstGeom prst="line">
            <ns1:avLst/>
          </ns1:prstGeom>
          <ns1:noFill/>
          <ns1:ln w="20003">
            <ns1:solidFill>
              <ns1:srgbClr val="172554"/>
            </ns1:solidFill>
            <ns1:prstDash val="solid"/>
          </ns1:ln>
        </ns0:spPr>
      </ns0:sp>
      <ns0:sp>
        <ns0:nvSpPr>
          <ns0:cNvPr id="18" name="">
            <ns1:extLst>
              <ns1:ext uri="{FF2B5EF4-FFF2-40B4-BE49-F238E27FC236}">
                <ns2:creationId id="{885E1FA9-AB2A-45B2-85FB-1554ACA4DA72}"/>
              </ns1:ext>
            </ns1:extLst>
          </ns0:cNvPr>
          <ns0:cNvSpPr>
            <ns1:spLocks noGrp="1"/>
          </ns0:cNvSpPr>
          <ns0:nvPr/>
        </ns0:nvSpPr>
        <ns0:spPr>
          <ns1:xfrm flipV="0">
            <ns1:off x="6743700" y="2867025"/>
            <ns1:ext cx="42863" cy="38100"/>
          </ns1:xfrm>
          <ns1:prstGeom prst="line">
            <ns1:avLst/>
          </ns1:prstGeom>
          <ns1:noFill/>
          <ns1:ln w="32385">
            <ns1:solidFill>
              <ns1:srgbClr val="22B8A8"/>
            </ns1:solidFill>
            <ns1:prstDash val="solid"/>
          </ns1:ln>
        </ns0:spPr>
      </ns0:sp>
      <ns0:sp>
        <ns0:nvSpPr>
          <ns0:cNvPr id="19" name="">
            <ns1:extLst>
              <ns1:ext uri="{FF2B5EF4-FFF2-40B4-BE49-F238E27FC236}">
                <ns2:creationId id="{49B2C6CF-5E66-4780-9130-87AA24521E7B}"/>
              </ns1:ext>
            </ns1:extLst>
          </ns0:cNvPr>
          <ns0:cNvSpPr>
            <ns1:spLocks noGrp="1"/>
          </ns0:cNvSpPr>
          <ns0:nvPr/>
        </ns0:nvSpPr>
        <ns0:spPr>
          <ns1:xfrm flipV="1">
            <ns1:off x="6786563" y="2819400"/>
            <ns1:ext cx="71438" cy="85725"/>
          </ns1:xfrm>
          <ns1:prstGeom prst="line">
            <ns1:avLst/>
          </ns1:prstGeom>
          <ns1:noFill/>
          <ns1:ln w="32385">
            <ns1:solidFill>
              <ns1:srgbClr val="22B8A8"/>
            </ns1:solidFill>
            <ns1:prstDash val="solid"/>
          </ns1:ln>
        </ns0:spPr>
      </ns0:sp>
      <ns0:sp>
        <ns0:nvSpPr>
          <ns0:cNvPr id="20" name="">
            <ns1:extLst>
              <ns1:ext uri="{FF2B5EF4-FFF2-40B4-BE49-F238E27FC236}">
                <ns2:creationId id="{CBFAFAFD-1243-4E17-9A5B-23C8A4F99B06}"/>
              </ns1:ext>
            </ns1:extLst>
          </ns0:cNvPr>
          <ns0:cNvSpPr>
            <ns1:spLocks noGrp="1"/>
          </ns0:cNvSpPr>
          <ns0:nvPr/>
        </ns0:nvSpPr>
        <ns0:spPr>
          <ns1:xfrm>
            <ns1:off x="5667375" y="3190875"/>
            <ns1:ext cx="2143125" cy="323850"/>
          </ns1:xfrm>
          <ns1:prstGeom prst="rect">
            <ns1:avLst/>
          </ns1:prstGeom>
          <ns1:noFill/>
          <ns1:ln w="0">
            <ns1:noFill/>
            <ns1:prstDash val="solid"/>
          </ns1:ln>
        </ns0:spPr>
        <ns0:txBody>
          <ns1:bodyPr lIns="0" tIns="0" rIns="0" bIns="0" anchor="ctr">
            <ns1:normAutofit fontScale="100000"/>
          </ns1:bodyPr>
          <ns1:lstStyle>
            <ns1:defPPr algn="ctr">
              <ns1:defRPr sz="1875" b="1">
                <ns1:solidFill>
                  <ns1:srgbClr val="FFFFFF"/>
                </ns1:solidFill>
                <ns1:latin typeface="Aptos"/>
                <ns1:ea typeface="Aptos"/>
                <ns1:cs typeface="Aptos"/>
              </ns1:defRPr>
            </ns1:defPPr>
            <ns1:lvl1pPr algn="ctr">
              <ns1:defRPr sz="1875" b="1">
                <ns1:solidFill>
                  <ns1:srgbClr val="FFFFFF"/>
                </ns1:solidFill>
                <ns1:latin typeface="Aptos"/>
                <ns1:ea typeface="Aptos"/>
                <ns1:cs typeface="Aptos"/>
              </ns1:defRPr>
            </ns1:lvl1pPr>
            <ns1:lvl2pPr algn="ctr">
              <ns1:defRPr sz="1875" b="1">
                <ns1:solidFill>
                  <ns1:srgbClr val="FFFFFF"/>
                </ns1:solidFill>
                <ns1:latin typeface="Aptos"/>
                <ns1:ea typeface="Aptos"/>
                <ns1:cs typeface="Aptos"/>
              </ns1:defRPr>
            </ns1:lvl2pPr>
            <ns1:lvl3pPr algn="ctr">
              <ns1:defRPr sz="1875" b="1">
                <ns1:solidFill>
                  <ns1:srgbClr val="FFFFFF"/>
                </ns1:solidFill>
                <ns1:latin typeface="Aptos"/>
                <ns1:ea typeface="Aptos"/>
                <ns1:cs typeface="Aptos"/>
              </ns1:defRPr>
            </ns1:lvl3pPr>
            <ns1:lvl4pPr algn="ctr">
              <ns1:defRPr sz="1875" b="1">
                <ns1:solidFill>
                  <ns1:srgbClr val="FFFFFF"/>
                </ns1:solidFill>
                <ns1:latin typeface="Aptos"/>
                <ns1:ea typeface="Aptos"/>
                <ns1:cs typeface="Aptos"/>
              </ns1:defRPr>
            </ns1:lvl4pPr>
            <ns1:lvl5pPr algn="ctr">
              <ns1:defRPr sz="1875" b="1">
                <ns1:solidFill>
                  <ns1:srgbClr val="FFFFFF"/>
                </ns1:solidFill>
                <ns1:latin typeface="Aptos"/>
                <ns1:ea typeface="Aptos"/>
                <ns1:cs typeface="Aptos"/>
              </ns1:defRPr>
            </ns1:lvl5pPr>
            <ns1:lvl6pPr algn="ctr">
              <ns1:defRPr sz="1875" b="1">
                <ns1:solidFill>
                  <ns1:srgbClr val="FFFFFF"/>
                </ns1:solidFill>
                <ns1:latin typeface="Aptos"/>
                <ns1:ea typeface="Aptos"/>
                <ns1:cs typeface="Aptos"/>
              </ns1:defRPr>
            </ns1:lvl6pPr>
            <ns1:lvl7pPr algn="ctr">
              <ns1:defRPr sz="1875" b="1">
                <ns1:solidFill>
                  <ns1:srgbClr val="FFFFFF"/>
                </ns1:solidFill>
                <ns1:latin typeface="Aptos"/>
                <ns1:ea typeface="Aptos"/>
                <ns1:cs typeface="Aptos"/>
              </ns1:defRPr>
            </ns1:lvl7pPr>
            <ns1:lvl8pPr algn="ctr">
              <ns1:defRPr sz="1875" b="1">
                <ns1:solidFill>
                  <ns1:srgbClr val="FFFFFF"/>
                </ns1:solidFill>
                <ns1:latin typeface="Aptos"/>
                <ns1:ea typeface="Aptos"/>
                <ns1:cs typeface="Aptos"/>
              </ns1:defRPr>
            </ns1:lvl8pPr>
            <ns1:lvl9pPr algn="ctr">
              <ns1:defRPr sz="1875" b="1">
                <ns1:solidFill>
                  <ns1:srgbClr val="FFFFFF"/>
                </ns1:solidFill>
                <ns1:latin typeface="Aptos"/>
                <ns1:ea typeface="Aptos"/>
                <ns1:cs typeface="Aptos"/>
              </ns1:defRPr>
            </ns1:lvl9pPr>
          </ns1:lstStyle>
          <ns1:p>
            <ns1:pPr algn="ctr">
              <ns1:defRPr sz="1875" b="1">
                <ns1:solidFill>
                  <ns1:srgbClr val="FFFFFF"/>
                </ns1:solidFill>
                <ns1:latin typeface="Aptos"/>
                <ns1:ea typeface="Aptos"/>
                <ns1:cs typeface="Aptos"/>
              </ns1:defRPr>
            </ns1:pPr>
            <ns1:r>
              <ns1:rPr sz="1875" b="1">
                <ns1:solidFill>
                  <ns1:srgbClr val="FFFFFF"/>
                </ns1:solidFill>
                <ns1:latin typeface="Aptos"/>
                <ns1:ea typeface="Aptos"/>
                <ns1:cs typeface="Aptos"/>
              </ns1:rPr>
              <ns1:t>verify()</ns1:t>
            </ns1:r>
          </ns1:p>
        </ns0:txBody>
      </ns0:sp>
      <ns0:sp>
        <ns0:nvSpPr>
          <ns0:cNvPr id="21" name="">
            <ns1:extLst>
              <ns1:ext uri="{FF2B5EF4-FFF2-40B4-BE49-F238E27FC236}">
                <ns2:creationId id="{C4E5C4D2-125F-49F7-8186-6D47044589A8}"/>
              </ns1:ext>
            </ns1:extLst>
          </ns0:cNvPr>
          <ns0:cNvSpPr>
            <ns1:spLocks noGrp="1"/>
          </ns0:cNvSpPr>
          <ns0:nvPr/>
        </ns0:nvSpPr>
        <ns0:spPr>
          <ns1:xfrm>
            <ns1:off x="5667375" y="3609975"/>
            <ns1:ext cx="2143125" cy="238125"/>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22B8A8"/>
                </ns1:solidFill>
                <ns1:latin typeface="Aptos"/>
                <ns1:ea typeface="Aptos"/>
                <ns1:cs typeface="Aptos"/>
              </ns1:defRPr>
            </ns1:defPPr>
            <ns1:lvl1pPr algn="ctr">
              <ns1:defRPr sz="1200" b="1">
                <ns1:solidFill>
                  <ns1:srgbClr val="22B8A8"/>
                </ns1:solidFill>
                <ns1:latin typeface="Aptos"/>
                <ns1:ea typeface="Aptos"/>
                <ns1:cs typeface="Aptos"/>
              </ns1:defRPr>
            </ns1:lvl1pPr>
            <ns1:lvl2pPr algn="ctr">
              <ns1:defRPr sz="1200" b="1">
                <ns1:solidFill>
                  <ns1:srgbClr val="22B8A8"/>
                </ns1:solidFill>
                <ns1:latin typeface="Aptos"/>
                <ns1:ea typeface="Aptos"/>
                <ns1:cs typeface="Aptos"/>
              </ns1:defRPr>
            </ns1:lvl2pPr>
            <ns1:lvl3pPr algn="ctr">
              <ns1:defRPr sz="1200" b="1">
                <ns1:solidFill>
                  <ns1:srgbClr val="22B8A8"/>
                </ns1:solidFill>
                <ns1:latin typeface="Aptos"/>
                <ns1:ea typeface="Aptos"/>
                <ns1:cs typeface="Aptos"/>
              </ns1:defRPr>
            </ns1:lvl3pPr>
            <ns1:lvl4pPr algn="ctr">
              <ns1:defRPr sz="1200" b="1">
                <ns1:solidFill>
                  <ns1:srgbClr val="22B8A8"/>
                </ns1:solidFill>
                <ns1:latin typeface="Aptos"/>
                <ns1:ea typeface="Aptos"/>
                <ns1:cs typeface="Aptos"/>
              </ns1:defRPr>
            </ns1:lvl4pPr>
            <ns1:lvl5pPr algn="ctr">
              <ns1:defRPr sz="1200" b="1">
                <ns1:solidFill>
                  <ns1:srgbClr val="22B8A8"/>
                </ns1:solidFill>
                <ns1:latin typeface="Aptos"/>
                <ns1:ea typeface="Aptos"/>
                <ns1:cs typeface="Aptos"/>
              </ns1:defRPr>
            </ns1:lvl5pPr>
            <ns1:lvl6pPr algn="ctr">
              <ns1:defRPr sz="1200" b="1">
                <ns1:solidFill>
                  <ns1:srgbClr val="22B8A8"/>
                </ns1:solidFill>
                <ns1:latin typeface="Aptos"/>
                <ns1:ea typeface="Aptos"/>
                <ns1:cs typeface="Aptos"/>
              </ns1:defRPr>
            </ns1:lvl6pPr>
            <ns1:lvl7pPr algn="ctr">
              <ns1:defRPr sz="1200" b="1">
                <ns1:solidFill>
                  <ns1:srgbClr val="22B8A8"/>
                </ns1:solidFill>
                <ns1:latin typeface="Aptos"/>
                <ns1:ea typeface="Aptos"/>
                <ns1:cs typeface="Aptos"/>
              </ns1:defRPr>
            </ns1:lvl7pPr>
            <ns1:lvl8pPr algn="ctr">
              <ns1:defRPr sz="1200" b="1">
                <ns1:solidFill>
                  <ns1:srgbClr val="22B8A8"/>
                </ns1:solidFill>
                <ns1:latin typeface="Aptos"/>
                <ns1:ea typeface="Aptos"/>
                <ns1:cs typeface="Aptos"/>
              </ns1:defRPr>
            </ns1:lvl8pPr>
            <ns1:lvl9pPr algn="ctr">
              <ns1:defRPr sz="1200" b="1">
                <ns1:solidFill>
                  <ns1:srgbClr val="22B8A8"/>
                </ns1:solidFill>
                <ns1:latin typeface="Aptos"/>
                <ns1:ea typeface="Aptos"/>
                <ns1:cs typeface="Aptos"/>
              </ns1:defRPr>
            </ns1:lvl9pPr>
          </ns1:lstStyle>
          <ns1:p>
            <ns1:pPr algn="ctr">
              <ns1:defRPr sz="1200" b="1">
                <ns1:solidFill>
                  <ns1:srgbClr val="22B8A8"/>
                </ns1:solidFill>
                <ns1:latin typeface="Aptos"/>
                <ns1:ea typeface="Aptos"/>
                <ns1:cs typeface="Aptos"/>
              </ns1:defRPr>
            </ns1:pPr>
            <ns1:r>
              <ns1:rPr sz="1200" b="1">
                <ns1:solidFill>
                  <ns1:srgbClr val="22B8A8"/>
                </ns1:solidFill>
                <ns1:latin typeface="Aptos"/>
                <ns1:ea typeface="Aptos"/>
                <ns1:cs typeface="Aptos"/>
              </ns1:rPr>
              <ns1:t>Ed25519</ns1:t>
            </ns1:r>
          </ns1:p>
        </ns0:txBody>
      </ns0:sp>
      <ns0:sp>
        <ns0:nvSpPr>
          <ns0:cNvPr id="22" name="">
            <ns1:extLst>
              <ns1:ext uri="{FF2B5EF4-FFF2-40B4-BE49-F238E27FC236}">
                <ns2:creationId id="{31CA9A51-89C8-4B8B-AC56-CCE592A5AFE8}"/>
              </ns1:ext>
            </ns1:extLst>
          </ns0:cNvPr>
          <ns0:cNvSpPr>
            <ns1:spLocks noGrp="1"/>
          </ns0:cNvSpPr>
          <ns0:nvPr/>
        </ns0:nvSpPr>
        <ns0:spPr>
          <ns1:xfrm>
            <ns1:off x="8286750" y="3143250"/>
            <ns1:ext cx="742950" cy="400050"/>
          </ns1:xfrm>
          <ns1:prstGeom prst="rightArrow">
            <ns1:avLst/>
          </ns1:prstGeom>
          <ns1:solidFill>
            <ns1:srgbClr val="22B8A8"/>
          </ns1:solidFill>
          <ns1:ln w="0">
            <ns1:noFill/>
            <ns1:prstDash val="solid"/>
          </ns1:ln>
        </ns0:spPr>
      </ns0:sp>
      <ns0:sp>
        <ns0:nvSpPr>
          <ns0:cNvPr id="23" name="">
            <ns1:extLst>
              <ns1:ext uri="{FF2B5EF4-FFF2-40B4-BE49-F238E27FC236}">
                <ns2:creationId id="{EFCCC0C5-735F-4D12-A265-D84C1ADE4085}"/>
              </ns1:ext>
            </ns1:extLst>
          </ns0:cNvPr>
          <ns0:cNvSpPr>
            <ns1:spLocks noGrp="1"/>
          </ns0:cNvSpPr>
          <ns0:nvPr/>
        </ns0:nvSpPr>
        <ns0:spPr>
          <ns1:xfrm>
            <ns1:off x="9239250" y="2095500"/>
            <ns1:ext cx="2238375" cy="1190625"/>
          </ns1:xfrm>
          <ns1:prstGeom prst="roundRect">
            <ns1:avLst>
              <ns1:gd name="adj" fmla="val 6400"/>
            </ns1:avLst>
          </ns1:prstGeom>
          <ns1:solidFill>
            <ns1:srgbClr val="D9F5F0"/>
          </ns1:solidFill>
          <ns1:ln w="0">
            <ns1:noFill/>
            <ns1:prstDash val="solid"/>
          </ns1:ln>
        </ns0:spPr>
      </ns0:sp>
      <ns0:sp>
        <ns0:nvSpPr>
          <ns0:cNvPr id="24" name="">
            <ns1:extLst>
              <ns1:ext uri="{FF2B5EF4-FFF2-40B4-BE49-F238E27FC236}">
                <ns2:creationId id="{FA3082D1-1591-4928-A3E2-448573469A58}"/>
              </ns1:ext>
            </ns1:extLst>
          </ns0:cNvPr>
          <ns0:cNvSpPr>
            <ns1:spLocks noGrp="1"/>
          </ns0:cNvSpPr>
          <ns0:nvPr/>
        </ns0:nvSpPr>
        <ns0:spPr>
          <ns1:xfrm>
            <ns1:off x="9448800" y="2286000"/>
            <ns1:ext cx="1809750" cy="2667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23836E"/>
                </ns1:solidFill>
                <ns1:latin typeface="Aptos"/>
                <ns1:ea typeface="Aptos"/>
                <ns1:cs typeface="Aptos"/>
              </ns1:defRPr>
            </ns1:defPPr>
            <ns1:lvl1pPr algn="ctr">
              <ns1:defRPr sz="1500" b="1">
                <ns1:solidFill>
                  <ns1:srgbClr val="23836E"/>
                </ns1:solidFill>
                <ns1:latin typeface="Aptos"/>
                <ns1:ea typeface="Aptos"/>
                <ns1:cs typeface="Aptos"/>
              </ns1:defRPr>
            </ns1:lvl1pPr>
            <ns1:lvl2pPr algn="ctr">
              <ns1:defRPr sz="1500" b="1">
                <ns1:solidFill>
                  <ns1:srgbClr val="23836E"/>
                </ns1:solidFill>
                <ns1:latin typeface="Aptos"/>
                <ns1:ea typeface="Aptos"/>
                <ns1:cs typeface="Aptos"/>
              </ns1:defRPr>
            </ns1:lvl2pPr>
            <ns1:lvl3pPr algn="ctr">
              <ns1:defRPr sz="1500" b="1">
                <ns1:solidFill>
                  <ns1:srgbClr val="23836E"/>
                </ns1:solidFill>
                <ns1:latin typeface="Aptos"/>
                <ns1:ea typeface="Aptos"/>
                <ns1:cs typeface="Aptos"/>
              </ns1:defRPr>
            </ns1:lvl3pPr>
            <ns1:lvl4pPr algn="ctr">
              <ns1:defRPr sz="1500" b="1">
                <ns1:solidFill>
                  <ns1:srgbClr val="23836E"/>
                </ns1:solidFill>
                <ns1:latin typeface="Aptos"/>
                <ns1:ea typeface="Aptos"/>
                <ns1:cs typeface="Aptos"/>
              </ns1:defRPr>
            </ns1:lvl4pPr>
            <ns1:lvl5pPr algn="ctr">
              <ns1:defRPr sz="1500" b="1">
                <ns1:solidFill>
                  <ns1:srgbClr val="23836E"/>
                </ns1:solidFill>
                <ns1:latin typeface="Aptos"/>
                <ns1:ea typeface="Aptos"/>
                <ns1:cs typeface="Aptos"/>
              </ns1:defRPr>
            </ns1:lvl5pPr>
            <ns1:lvl6pPr algn="ctr">
              <ns1:defRPr sz="1500" b="1">
                <ns1:solidFill>
                  <ns1:srgbClr val="23836E"/>
                </ns1:solidFill>
                <ns1:latin typeface="Aptos"/>
                <ns1:ea typeface="Aptos"/>
                <ns1:cs typeface="Aptos"/>
              </ns1:defRPr>
            </ns1:lvl6pPr>
            <ns1:lvl7pPr algn="ctr">
              <ns1:defRPr sz="1500" b="1">
                <ns1:solidFill>
                  <ns1:srgbClr val="23836E"/>
                </ns1:solidFill>
                <ns1:latin typeface="Aptos"/>
                <ns1:ea typeface="Aptos"/>
                <ns1:cs typeface="Aptos"/>
              </ns1:defRPr>
            </ns1:lvl7pPr>
            <ns1:lvl8pPr algn="ctr">
              <ns1:defRPr sz="1500" b="1">
                <ns1:solidFill>
                  <ns1:srgbClr val="23836E"/>
                </ns1:solidFill>
                <ns1:latin typeface="Aptos"/>
                <ns1:ea typeface="Aptos"/>
                <ns1:cs typeface="Aptos"/>
              </ns1:defRPr>
            </ns1:lvl8pPr>
            <ns1:lvl9pPr algn="ctr">
              <ns1:defRPr sz="1500" b="1">
                <ns1:solidFill>
                  <ns1:srgbClr val="23836E"/>
                </ns1:solidFill>
                <ns1:latin typeface="Aptos"/>
                <ns1:ea typeface="Aptos"/>
                <ns1:cs typeface="Aptos"/>
              </ns1:defRPr>
            </ns1:lvl9pPr>
          </ns1:lstStyle>
          <ns1:p>
            <ns1:pPr algn="ctr">
              <ns1:defRPr sz="1500" b="1">
                <ns1:solidFill>
                  <ns1:srgbClr val="23836E"/>
                </ns1:solidFill>
                <ns1:latin typeface="Aptos"/>
                <ns1:ea typeface="Aptos"/>
                <ns1:cs typeface="Aptos"/>
              </ns1:defRPr>
            </ns1:pPr>
            <ns1:r>
              <ns1:rPr sz="1500" b="1">
                <ns1:solidFill>
                  <ns1:srgbClr val="23836E"/>
                </ns1:solidFill>
                <ns1:latin typeface="Aptos"/>
                <ns1:ea typeface="Aptos"/>
                <ns1:cs typeface="Aptos"/>
              </ns1:rPr>
              <ns1:t>VÁLIDA</ns1:t>
            </ns1:r>
          </ns1:p>
        </ns0:txBody>
      </ns0:sp>
      <ns0:sp>
        <ns0:nvSpPr>
          <ns0:cNvPr id="25" name="">
            <ns1:extLst>
              <ns1:ext uri="{FF2B5EF4-FFF2-40B4-BE49-F238E27FC236}">
                <ns2:creationId id="{159C1CA7-9A9F-4311-B608-1EFC7FDC2788}"/>
              </ns1:ext>
            </ns1:extLst>
          </ns0:cNvPr>
          <ns0:cNvSpPr>
            <ns1:spLocks noGrp="1"/>
          </ns0:cNvSpPr>
          <ns0:nvPr/>
        </ns0:nvSpPr>
        <ns0:spPr>
          <ns1:xfrm>
            <ns1:off x="9429750" y="2667000"/>
            <ns1:ext cx="1857375" cy="457200"/>
          </ns1:xfrm>
          <ns1:prstGeom prst="rect">
            <ns1:avLst/>
          </ns1:prstGeom>
          <ns1:noFill/>
          <ns1:ln w="0">
            <ns1:noFill/>
            <ns1:prstDash val="solid"/>
          </ns1:ln>
        </ns0:spPr>
        <ns0:txBody>
          <ns1:bodyPr lIns="0" tIns="0" rIns="0" bIns="0" anchor="ctr">
            <ns1:normAutofit fontScale="100000"/>
          </ns1:bodyPr>
          <ns1:lstStyle>
            <ns1:defPPr algn="ctr">
              <ns1:defRPr sz="1125" b="0">
                <ns1:solidFill>
                  <ns1:srgbClr val="182230"/>
                </ns1:solidFill>
                <ns1:latin typeface="Aptos"/>
                <ns1:ea typeface="Aptos"/>
                <ns1:cs typeface="Aptos"/>
              </ns1:defRPr>
            </ns1:defPPr>
            <ns1:lvl1pPr algn="ctr">
              <ns1:defRPr sz="1125" b="0">
                <ns1:solidFill>
                  <ns1:srgbClr val="182230"/>
                </ns1:solidFill>
                <ns1:latin typeface="Aptos"/>
                <ns1:ea typeface="Aptos"/>
                <ns1:cs typeface="Aptos"/>
              </ns1:defRPr>
            </ns1:lvl1pPr>
            <ns1:lvl2pPr algn="ctr">
              <ns1:defRPr sz="1125" b="0">
                <ns1:solidFill>
                  <ns1:srgbClr val="182230"/>
                </ns1:solidFill>
                <ns1:latin typeface="Aptos"/>
                <ns1:ea typeface="Aptos"/>
                <ns1:cs typeface="Aptos"/>
              </ns1:defRPr>
            </ns1:lvl2pPr>
            <ns1:lvl3pPr algn="ctr">
              <ns1:defRPr sz="1125" b="0">
                <ns1:solidFill>
                  <ns1:srgbClr val="182230"/>
                </ns1:solidFill>
                <ns1:latin typeface="Aptos"/>
                <ns1:ea typeface="Aptos"/>
                <ns1:cs typeface="Aptos"/>
              </ns1:defRPr>
            </ns1:lvl3pPr>
            <ns1:lvl4pPr algn="ctr">
              <ns1:defRPr sz="1125" b="0">
                <ns1:solidFill>
                  <ns1:srgbClr val="182230"/>
                </ns1:solidFill>
                <ns1:latin typeface="Aptos"/>
                <ns1:ea typeface="Aptos"/>
                <ns1:cs typeface="Aptos"/>
              </ns1:defRPr>
            </ns1:lvl4pPr>
            <ns1:lvl5pPr algn="ctr">
              <ns1:defRPr sz="1125" b="0">
                <ns1:solidFill>
                  <ns1:srgbClr val="182230"/>
                </ns1:solidFill>
                <ns1:latin typeface="Aptos"/>
                <ns1:ea typeface="Aptos"/>
                <ns1:cs typeface="Aptos"/>
              </ns1:defRPr>
            </ns1:lvl5pPr>
            <ns1:lvl6pPr algn="ctr">
              <ns1:defRPr sz="1125" b="0">
                <ns1:solidFill>
                  <ns1:srgbClr val="182230"/>
                </ns1:solidFill>
                <ns1:latin typeface="Aptos"/>
                <ns1:ea typeface="Aptos"/>
                <ns1:cs typeface="Aptos"/>
              </ns1:defRPr>
            </ns1:lvl6pPr>
            <ns1:lvl7pPr algn="ctr">
              <ns1:defRPr sz="1125" b="0">
                <ns1:solidFill>
                  <ns1:srgbClr val="182230"/>
                </ns1:solidFill>
                <ns1:latin typeface="Aptos"/>
                <ns1:ea typeface="Aptos"/>
                <ns1:cs typeface="Aptos"/>
              </ns1:defRPr>
            </ns1:lvl7pPr>
            <ns1:lvl8pPr algn="ctr">
              <ns1:defRPr sz="1125" b="0">
                <ns1:solidFill>
                  <ns1:srgbClr val="182230"/>
                </ns1:solidFill>
                <ns1:latin typeface="Aptos"/>
                <ns1:ea typeface="Aptos"/>
                <ns1:cs typeface="Aptos"/>
              </ns1:defRPr>
            </ns1:lvl8pPr>
            <ns1:lvl9pPr algn="ctr">
              <ns1:defRPr sz="1125" b="0">
                <ns1:solidFill>
                  <ns1:srgbClr val="182230"/>
                </ns1:solidFill>
                <ns1:latin typeface="Aptos"/>
                <ns1:ea typeface="Aptos"/>
                <ns1:cs typeface="Aptos"/>
              </ns1:defRPr>
            </ns1:lvl9pPr>
          </ns1:lstStyle>
          <ns1:p>
            <ns1:pPr algn="ctr">
              <ns1:defRPr sz="1125" b="0">
                <ns1:solidFill>
                  <ns1:srgbClr val="182230"/>
                </ns1:solidFill>
                <ns1:latin typeface="Aptos"/>
                <ns1:ea typeface="Aptos"/>
                <ns1:cs typeface="Aptos"/>
              </ns1:defRPr>
            </ns1:pPr>
            <ns1:r>
              <ns1:rPr sz="1125" b="0">
                <ns1:solidFill>
                  <ns1:srgbClr val="182230"/>
                </ns1:solidFill>
                <ns1:latin typeface="Aptos"/>
                <ns1:ea typeface="Aptos"/>
                <ns1:cs typeface="Aptos"/>
              </ns1:rPr>
              <ns1:t>La firma coincide con</ns1:t>
            </ns1:r>
          </ns1:p>
          <ns1:p>
            <ns1:pPr algn="ctr">
              <ns1:defRPr sz="1125" b="0">
                <ns1:solidFill>
                  <ns1:srgbClr val="182230"/>
                </ns1:solidFill>
                <ns1:latin typeface="Aptos"/>
                <ns1:ea typeface="Aptos"/>
                <ns1:cs typeface="Aptos"/>
              </ns1:defRPr>
            </ns1:pPr>
            <ns1:r>
              <ns1:rPr sz="1125" b="0">
                <ns1:solidFill>
                  <ns1:srgbClr val="182230"/>
                </ns1:solidFill>
                <ns1:latin typeface="Aptos"/>
                <ns1:ea typeface="Aptos"/>
                <ns1:cs typeface="Aptos"/>
              </ns1:rPr>
              <ns1:t>estos datos y esta clave.</ns1:t>
            </ns1:r>
          </ns1:p>
        </ns0:txBody>
      </ns0:sp>
      <ns0:sp>
        <ns0:nvSpPr>
          <ns0:cNvPr id="26" name="">
            <ns1:extLst>
              <ns1:ext uri="{FF2B5EF4-FFF2-40B4-BE49-F238E27FC236}">
                <ns2:creationId id="{EDDDEAED-5B57-4236-9D8E-479549105369}"/>
              </ns1:ext>
            </ns1:extLst>
          </ns0:cNvPr>
          <ns0:cNvSpPr>
            <ns1:spLocks noGrp="1"/>
          </ns0:cNvSpPr>
          <ns0:nvPr/>
        </ns0:nvSpPr>
        <ns0:spPr>
          <ns1:xfrm>
            <ns1:off x="9239250" y="3714750"/>
            <ns1:ext cx="2238375" cy="1190625"/>
          </ns1:xfrm>
          <ns1:prstGeom prst="roundRect">
            <ns1:avLst>
              <ns1:gd name="adj" fmla="val 6400"/>
            </ns1:avLst>
          </ns1:prstGeom>
          <ns1:solidFill>
            <ns1:srgbClr val="FCE9E8"/>
          </ns1:solidFill>
          <ns1:ln w="0">
            <ns1:noFill/>
            <ns1:prstDash val="solid"/>
          </ns1:ln>
        </ns0:spPr>
      </ns0:sp>
      <ns0:sp>
        <ns0:nvSpPr>
          <ns0:cNvPr id="27" name="">
            <ns1:extLst>
              <ns1:ext uri="{FF2B5EF4-FFF2-40B4-BE49-F238E27FC236}">
                <ns2:creationId id="{20926E6E-795C-48F5-BF99-DC6151B7F9A8}"/>
              </ns1:ext>
            </ns1:extLst>
          </ns0:cNvPr>
          <ns0:cNvSpPr>
            <ns1:spLocks noGrp="1"/>
          </ns0:cNvSpPr>
          <ns0:nvPr/>
        </ns0:nvSpPr>
        <ns0:spPr>
          <ns1:xfrm>
            <ns1:off x="9448800" y="3905250"/>
            <ns1:ext cx="1809750" cy="2667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D95757"/>
                </ns1:solidFill>
                <ns1:latin typeface="Aptos"/>
                <ns1:ea typeface="Aptos"/>
                <ns1:cs typeface="Aptos"/>
              </ns1:defRPr>
            </ns1:defPPr>
            <ns1:lvl1pPr algn="ctr">
              <ns1:defRPr sz="1500" b="1">
                <ns1:solidFill>
                  <ns1:srgbClr val="D95757"/>
                </ns1:solidFill>
                <ns1:latin typeface="Aptos"/>
                <ns1:ea typeface="Aptos"/>
                <ns1:cs typeface="Aptos"/>
              </ns1:defRPr>
            </ns1:lvl1pPr>
            <ns1:lvl2pPr algn="ctr">
              <ns1:defRPr sz="1500" b="1">
                <ns1:solidFill>
                  <ns1:srgbClr val="D95757"/>
                </ns1:solidFill>
                <ns1:latin typeface="Aptos"/>
                <ns1:ea typeface="Aptos"/>
                <ns1:cs typeface="Aptos"/>
              </ns1:defRPr>
            </ns1:lvl2pPr>
            <ns1:lvl3pPr algn="ctr">
              <ns1:defRPr sz="1500" b="1">
                <ns1:solidFill>
                  <ns1:srgbClr val="D95757"/>
                </ns1:solidFill>
                <ns1:latin typeface="Aptos"/>
                <ns1:ea typeface="Aptos"/>
                <ns1:cs typeface="Aptos"/>
              </ns1:defRPr>
            </ns1:lvl3pPr>
            <ns1:lvl4pPr algn="ctr">
              <ns1:defRPr sz="1500" b="1">
                <ns1:solidFill>
                  <ns1:srgbClr val="D95757"/>
                </ns1:solidFill>
                <ns1:latin typeface="Aptos"/>
                <ns1:ea typeface="Aptos"/>
                <ns1:cs typeface="Aptos"/>
              </ns1:defRPr>
            </ns1:lvl4pPr>
            <ns1:lvl5pPr algn="ctr">
              <ns1:defRPr sz="1500" b="1">
                <ns1:solidFill>
                  <ns1:srgbClr val="D95757"/>
                </ns1:solidFill>
                <ns1:latin typeface="Aptos"/>
                <ns1:ea typeface="Aptos"/>
                <ns1:cs typeface="Aptos"/>
              </ns1:defRPr>
            </ns1:lvl5pPr>
            <ns1:lvl6pPr algn="ctr">
              <ns1:defRPr sz="1500" b="1">
                <ns1:solidFill>
                  <ns1:srgbClr val="D95757"/>
                </ns1:solidFill>
                <ns1:latin typeface="Aptos"/>
                <ns1:ea typeface="Aptos"/>
                <ns1:cs typeface="Aptos"/>
              </ns1:defRPr>
            </ns1:lvl6pPr>
            <ns1:lvl7pPr algn="ctr">
              <ns1:defRPr sz="1500" b="1">
                <ns1:solidFill>
                  <ns1:srgbClr val="D95757"/>
                </ns1:solidFill>
                <ns1:latin typeface="Aptos"/>
                <ns1:ea typeface="Aptos"/>
                <ns1:cs typeface="Aptos"/>
              </ns1:defRPr>
            </ns1:lvl7pPr>
            <ns1:lvl8pPr algn="ctr">
              <ns1:defRPr sz="1500" b="1">
                <ns1:solidFill>
                  <ns1:srgbClr val="D95757"/>
                </ns1:solidFill>
                <ns1:latin typeface="Aptos"/>
                <ns1:ea typeface="Aptos"/>
                <ns1:cs typeface="Aptos"/>
              </ns1:defRPr>
            </ns1:lvl8pPr>
            <ns1:lvl9pPr algn="ctr">
              <ns1:defRPr sz="1500" b="1">
                <ns1:solidFill>
                  <ns1:srgbClr val="D95757"/>
                </ns1:solidFill>
                <ns1:latin typeface="Aptos"/>
                <ns1:ea typeface="Aptos"/>
                <ns1:cs typeface="Aptos"/>
              </ns1:defRPr>
            </ns1:lvl9pPr>
          </ns1:lstStyle>
          <ns1:p>
            <ns1:pPr algn="ctr">
              <ns1:defRPr sz="1500" b="1">
                <ns1:solidFill>
                  <ns1:srgbClr val="D95757"/>
                </ns1:solidFill>
                <ns1:latin typeface="Aptos"/>
                <ns1:ea typeface="Aptos"/>
                <ns1:cs typeface="Aptos"/>
              </ns1:defRPr>
            </ns1:pPr>
            <ns1:r>
              <ns1:rPr sz="1500" b="1">
                <ns1:solidFill>
                  <ns1:srgbClr val="D95757"/>
                </ns1:solidFill>
                <ns1:latin typeface="Aptos"/>
                <ns1:ea typeface="Aptos"/>
                <ns1:cs typeface="Aptos"/>
              </ns1:rPr>
              <ns1:t>INVÁLIDA</ns1:t>
            </ns1:r>
          </ns1:p>
        </ns0:txBody>
      </ns0:sp>
      <ns0:sp>
        <ns0:nvSpPr>
          <ns0:cNvPr id="28" name="">
            <ns1:extLst>
              <ns1:ext uri="{FF2B5EF4-FFF2-40B4-BE49-F238E27FC236}">
                <ns2:creationId id="{424CD13F-44AA-480E-8438-BC30335E8711}"/>
              </ns1:ext>
            </ns1:extLst>
          </ns0:cNvPr>
          <ns0:cNvSpPr>
            <ns1:spLocks noGrp="1"/>
          </ns0:cNvSpPr>
          <ns0:nvPr/>
        </ns0:nvSpPr>
        <ns0:spPr>
          <ns1:xfrm>
            <ns1:off x="9410700" y="4286250"/>
            <ns1:ext cx="1905000" cy="457200"/>
          </ns1:xfrm>
          <ns1:prstGeom prst="rect">
            <ns1:avLst/>
          </ns1:prstGeom>
          <ns1:noFill/>
          <ns1:ln w="0">
            <ns1:noFill/>
            <ns1:prstDash val="solid"/>
          </ns1:ln>
        </ns0:spPr>
        <ns0:txBody>
          <ns1:bodyPr lIns="0" tIns="0" rIns="0" bIns="0" anchor="ctr">
            <ns1:normAutofit fontScale="100000"/>
          </ns1:bodyPr>
          <ns1:lstStyle>
            <ns1:defPPr algn="ctr">
              <ns1:defRPr sz="1125" b="0">
                <ns1:solidFill>
                  <ns1:srgbClr val="182230"/>
                </ns1:solidFill>
                <ns1:latin typeface="Aptos"/>
                <ns1:ea typeface="Aptos"/>
                <ns1:cs typeface="Aptos"/>
              </ns1:defRPr>
            </ns1:defPPr>
            <ns1:lvl1pPr algn="ctr">
              <ns1:defRPr sz="1125" b="0">
                <ns1:solidFill>
                  <ns1:srgbClr val="182230"/>
                </ns1:solidFill>
                <ns1:latin typeface="Aptos"/>
                <ns1:ea typeface="Aptos"/>
                <ns1:cs typeface="Aptos"/>
              </ns1:defRPr>
            </ns1:lvl1pPr>
            <ns1:lvl2pPr algn="ctr">
              <ns1:defRPr sz="1125" b="0">
                <ns1:solidFill>
                  <ns1:srgbClr val="182230"/>
                </ns1:solidFill>
                <ns1:latin typeface="Aptos"/>
                <ns1:ea typeface="Aptos"/>
                <ns1:cs typeface="Aptos"/>
              </ns1:defRPr>
            </ns1:lvl2pPr>
            <ns1:lvl3pPr algn="ctr">
              <ns1:defRPr sz="1125" b="0">
                <ns1:solidFill>
                  <ns1:srgbClr val="182230"/>
                </ns1:solidFill>
                <ns1:latin typeface="Aptos"/>
                <ns1:ea typeface="Aptos"/>
                <ns1:cs typeface="Aptos"/>
              </ns1:defRPr>
            </ns1:lvl3pPr>
            <ns1:lvl4pPr algn="ctr">
              <ns1:defRPr sz="1125" b="0">
                <ns1:solidFill>
                  <ns1:srgbClr val="182230"/>
                </ns1:solidFill>
                <ns1:latin typeface="Aptos"/>
                <ns1:ea typeface="Aptos"/>
                <ns1:cs typeface="Aptos"/>
              </ns1:defRPr>
            </ns1:lvl4pPr>
            <ns1:lvl5pPr algn="ctr">
              <ns1:defRPr sz="1125" b="0">
                <ns1:solidFill>
                  <ns1:srgbClr val="182230"/>
                </ns1:solidFill>
                <ns1:latin typeface="Aptos"/>
                <ns1:ea typeface="Aptos"/>
                <ns1:cs typeface="Aptos"/>
              </ns1:defRPr>
            </ns1:lvl5pPr>
            <ns1:lvl6pPr algn="ctr">
              <ns1:defRPr sz="1125" b="0">
                <ns1:solidFill>
                  <ns1:srgbClr val="182230"/>
                </ns1:solidFill>
                <ns1:latin typeface="Aptos"/>
                <ns1:ea typeface="Aptos"/>
                <ns1:cs typeface="Aptos"/>
              </ns1:defRPr>
            </ns1:lvl6pPr>
            <ns1:lvl7pPr algn="ctr">
              <ns1:defRPr sz="1125" b="0">
                <ns1:solidFill>
                  <ns1:srgbClr val="182230"/>
                </ns1:solidFill>
                <ns1:latin typeface="Aptos"/>
                <ns1:ea typeface="Aptos"/>
                <ns1:cs typeface="Aptos"/>
              </ns1:defRPr>
            </ns1:lvl7pPr>
            <ns1:lvl8pPr algn="ctr">
              <ns1:defRPr sz="1125" b="0">
                <ns1:solidFill>
                  <ns1:srgbClr val="182230"/>
                </ns1:solidFill>
                <ns1:latin typeface="Aptos"/>
                <ns1:ea typeface="Aptos"/>
                <ns1:cs typeface="Aptos"/>
              </ns1:defRPr>
            </ns1:lvl8pPr>
            <ns1:lvl9pPr algn="ctr">
              <ns1:defRPr sz="1125" b="0">
                <ns1:solidFill>
                  <ns1:srgbClr val="182230"/>
                </ns1:solidFill>
                <ns1:latin typeface="Aptos"/>
                <ns1:ea typeface="Aptos"/>
                <ns1:cs typeface="Aptos"/>
              </ns1:defRPr>
            </ns1:lvl9pPr>
          </ns1:lstStyle>
          <ns1:p>
            <ns1:pPr algn="ctr">
              <ns1:defRPr sz="1125" b="0">
                <ns1:solidFill>
                  <ns1:srgbClr val="182230"/>
                </ns1:solidFill>
                <ns1:latin typeface="Aptos"/>
                <ns1:ea typeface="Aptos"/>
                <ns1:cs typeface="Aptos"/>
              </ns1:defRPr>
            </ns1:pPr>
            <ns1:r>
              <ns1:rPr sz="1125" b="0">
                <ns1:solidFill>
                  <ns1:srgbClr val="182230"/>
                </ns1:solidFill>
                <ns1:latin typeface="Aptos"/>
                <ns1:ea typeface="Aptos"/>
                <ns1:cs typeface="Aptos"/>
              </ns1:rPr>
              <ns1:t>Cambió un dato, la firma</ns1:t>
            </ns1:r>
          </ns1:p>
          <ns1:p>
            <ns1:pPr algn="ctr">
              <ns1:defRPr sz="1125" b="0">
                <ns1:solidFill>
                  <ns1:srgbClr val="182230"/>
                </ns1:solidFill>
                <ns1:latin typeface="Aptos"/>
                <ns1:ea typeface="Aptos"/>
                <ns1:cs typeface="Aptos"/>
              </ns1:defRPr>
            </ns1:pPr>
            <ns1:r>
              <ns1:rPr sz="1125" b="0">
                <ns1:solidFill>
                  <ns1:srgbClr val="182230"/>
                </ns1:solidFill>
                <ns1:latin typeface="Aptos"/>
                <ns1:ea typeface="Aptos"/>
                <ns1:cs typeface="Aptos"/>
              </ns1:rPr>
              <ns1:t>o se usó otra clave.</ns1:t>
            </ns1:r>
          </ns1:p>
        </ns0:txBody>
      </ns0:sp>
      <ns0:sp>
        <ns0:nvSpPr>
          <ns0:cNvPr id="29" name="">
            <ns1:extLst>
              <ns1:ext uri="{FF2B5EF4-FFF2-40B4-BE49-F238E27FC236}">
                <ns2:creationId id="{B1EFCB27-BA46-4924-B662-836A2E7F8C48}"/>
              </ns1:ext>
            </ns1:extLst>
          </ns0:cNvPr>
          <ns0:cNvSpPr>
            <ns1:spLocks noGrp="1"/>
          </ns0:cNvSpPr>
          <ns0:nvPr/>
        </ns0:nvSpPr>
        <ns0:spPr>
          <ns1:xfrm>
            <ns1:off x="1162050" y="5619750"/>
            <ns1:ext cx="9858375" cy="28575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775109"/>
                </ns1:solidFill>
                <ns1:latin typeface="Aptos"/>
                <ns1:ea typeface="Aptos"/>
                <ns1:cs typeface="Aptos"/>
              </ns1:defRPr>
            </ns1:defPPr>
            <ns1:lvl1pPr algn="ctr">
              <ns1:defRPr sz="1425" b="1">
                <ns1:solidFill>
                  <ns1:srgbClr val="775109"/>
                </ns1:solidFill>
                <ns1:latin typeface="Aptos"/>
                <ns1:ea typeface="Aptos"/>
                <ns1:cs typeface="Aptos"/>
              </ns1:defRPr>
            </ns1:lvl1pPr>
            <ns1:lvl2pPr algn="ctr">
              <ns1:defRPr sz="1425" b="1">
                <ns1:solidFill>
                  <ns1:srgbClr val="775109"/>
                </ns1:solidFill>
                <ns1:latin typeface="Aptos"/>
                <ns1:ea typeface="Aptos"/>
                <ns1:cs typeface="Aptos"/>
              </ns1:defRPr>
            </ns1:lvl2pPr>
            <ns1:lvl3pPr algn="ctr">
              <ns1:defRPr sz="1425" b="1">
                <ns1:solidFill>
                  <ns1:srgbClr val="775109"/>
                </ns1:solidFill>
                <ns1:latin typeface="Aptos"/>
                <ns1:ea typeface="Aptos"/>
                <ns1:cs typeface="Aptos"/>
              </ns1:defRPr>
            </ns1:lvl3pPr>
            <ns1:lvl4pPr algn="ctr">
              <ns1:defRPr sz="1425" b="1">
                <ns1:solidFill>
                  <ns1:srgbClr val="775109"/>
                </ns1:solidFill>
                <ns1:latin typeface="Aptos"/>
                <ns1:ea typeface="Aptos"/>
                <ns1:cs typeface="Aptos"/>
              </ns1:defRPr>
            </ns1:lvl4pPr>
            <ns1:lvl5pPr algn="ctr">
              <ns1:defRPr sz="1425" b="1">
                <ns1:solidFill>
                  <ns1:srgbClr val="775109"/>
                </ns1:solidFill>
                <ns1:latin typeface="Aptos"/>
                <ns1:ea typeface="Aptos"/>
                <ns1:cs typeface="Aptos"/>
              </ns1:defRPr>
            </ns1:lvl5pPr>
            <ns1:lvl6pPr algn="ctr">
              <ns1:defRPr sz="1425" b="1">
                <ns1:solidFill>
                  <ns1:srgbClr val="775109"/>
                </ns1:solidFill>
                <ns1:latin typeface="Aptos"/>
                <ns1:ea typeface="Aptos"/>
                <ns1:cs typeface="Aptos"/>
              </ns1:defRPr>
            </ns1:lvl6pPr>
            <ns1:lvl7pPr algn="ctr">
              <ns1:defRPr sz="1425" b="1">
                <ns1:solidFill>
                  <ns1:srgbClr val="775109"/>
                </ns1:solidFill>
                <ns1:latin typeface="Aptos"/>
                <ns1:ea typeface="Aptos"/>
                <ns1:cs typeface="Aptos"/>
              </ns1:defRPr>
            </ns1:lvl7pPr>
            <ns1:lvl8pPr algn="ctr">
              <ns1:defRPr sz="1425" b="1">
                <ns1:solidFill>
                  <ns1:srgbClr val="775109"/>
                </ns1:solidFill>
                <ns1:latin typeface="Aptos"/>
                <ns1:ea typeface="Aptos"/>
                <ns1:cs typeface="Aptos"/>
              </ns1:defRPr>
            </ns1:lvl8pPr>
            <ns1:lvl9pPr algn="ctr">
              <ns1:defRPr sz="1425" b="1">
                <ns1:solidFill>
                  <ns1:srgbClr val="775109"/>
                </ns1:solidFill>
                <ns1:latin typeface="Aptos"/>
                <ns1:ea typeface="Aptos"/>
                <ns1:cs typeface="Aptos"/>
              </ns1:defRPr>
            </ns1:lvl9pPr>
          </ns1:lstStyle>
          <ns1:p>
            <ns1:pPr algn="ctr">
              <ns1:defRPr sz="1425" b="1">
                <ns1:solidFill>
                  <ns1:srgbClr val="775109"/>
                </ns1:solidFill>
                <ns1:latin typeface="Aptos"/>
                <ns1:ea typeface="Aptos"/>
                <ns1:cs typeface="Aptos"/>
              </ns1:defRPr>
            </ns1:pPr>
            <ns1:r>
              <ns1:rPr sz="1425" b="1">
                <ns1:solidFill>
                  <ns1:srgbClr val="775109"/>
                </ns1:solidFill>
                <ns1:latin typeface="Aptos"/>
                <ns1:ea typeface="Aptos"/>
                <ns1:cs typeface="Aptos"/>
              </ns1:rPr>
              <ns1:t>Una firma válida no confirma que la credencial siga vigente. Eso se consulta aparte.</ns1:t>
            </ns1:r>
          </ns1:p>
        </ns0:txBody>
      </ns0:sp>
    </ns0:spTree>
    <ns0:extLst>
      <ns0:ext uri="{BB962C8B-B14F-4D97-AF65-F5344CB8AC3E}">
        <ns3:creationId val="1916466977"/>
      </ns0:ext>
    </ns0:extLst>
  </ns0:cSld>
</ns0:sld>
</file>

<file path=ppt/slides/slide9.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46" name="">
            <ns1:extLst>
              <ns1:ext uri="{FF2B5EF4-FFF2-40B4-BE49-F238E27FC236}">
                <ns2:creationId id="{2862120F-CBB3-48AC-AC00-282D55F27503}"/>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CRIPTOGRAFÍA DESDE CERO</ns1:t>
            </ns1:r>
          </ns1:p>
        </ns0:txBody>
      </ns0:sp>
      <ns0:sp>
        <ns0:nvSpPr>
          <ns0:cNvPr id="2" name="">
            <ns1:extLst>
              <ns1:ext uri="{FF2B5EF4-FFF2-40B4-BE49-F238E27FC236}">
                <ns2:creationId id="{18397C3A-D03B-4C94-A190-9F9F84E99695}"/>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1:00</ns1:t>
            </ns1:r>
          </ns1:p>
        </ns0:txBody>
      </ns0:sp>
      <ns0:sp>
        <ns0:nvSpPr>
          <ns0:cNvPr id="3" name="">
            <ns1:extLst>
              <ns1:ext uri="{FF2B5EF4-FFF2-40B4-BE49-F238E27FC236}">
                <ns2:creationId id="{5922AE2C-D03D-4145-8F2D-78168CA75686}"/>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El emisor y el teléfono usan claves distintas</ns1:t>
            </ns1:r>
          </ns1:p>
        </ns0:txBody>
      </ns0:sp>
      <ns0:sp>
        <ns0:nvSpPr>
          <ns0:cNvPr id="4" name="">
            <ns1:extLst>
              <ns1:ext uri="{FF2B5EF4-FFF2-40B4-BE49-F238E27FC236}">
                <ns2:creationId id="{F96429F5-14F9-406C-90BD-3234A7AB11DC}"/>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ADD2588E-4B88-49F8-9772-9A14431D3915}"/>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F7ACDCC7-CE10-455E-A2F4-EF8ABAA670FB}"/>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09</ns1:t>
            </ns1:r>
          </ns1:p>
        </ns0:txBody>
      </ns0:sp>
      <ns0:sp>
        <ns0:nvSpPr>
          <ns0:cNvPr id="7" name="">
            <ns1:extLst>
              <ns1:ext uri="{FF2B5EF4-FFF2-40B4-BE49-F238E27FC236}">
                <ns2:creationId id="{ED3961F8-A515-4D9A-9E98-BF1080747FDC}"/>
              </ns1:ext>
            </ns1:extLst>
          </ns0:cNvPr>
          <ns0:cNvSpPr>
            <ns1:spLocks noGrp="1"/>
          </ns0:cNvSpPr>
          <ns0:nvPr/>
        </ns0:nvSpPr>
        <ns0:spPr>
          <ns1:xfrm>
            <ns1:off x="666750" y="1714500"/>
            <ns1:ext cx="3286125" cy="1428750"/>
          </ns1:xfrm>
          <ns1:prstGeom prst="roundRect">
            <ns1:avLst>
              <ns1:gd name="adj" fmla="val 5333"/>
            </ns1:avLst>
          </ns1:prstGeom>
          <ns1:solidFill>
            <ns1:srgbClr val="FFFFFF"/>
          </ns1:solidFill>
          <ns1:ln w="9525">
            <ns1:solidFill>
              <ns1:srgbClr val="DCE3ED"/>
            </ns1:solidFill>
            <ns1:prstDash val="solid"/>
          </ns1:ln>
        </ns0:spPr>
      </ns0:sp>
      <ns0:sp>
        <ns0:nvSpPr>
          <ns0:cNvPr id="8" name="">
            <ns1:extLst>
              <ns1:ext uri="{FF2B5EF4-FFF2-40B4-BE49-F238E27FC236}">
                <ns2:creationId id="{1A1F22FE-4323-4DDE-A2CE-374059EAB4F5}"/>
              </ns1:ext>
            </ns1:extLst>
          </ns0:cNvPr>
          <ns0:cNvSpPr>
            <ns1:spLocks noGrp="1"/>
          </ns0:cNvSpPr>
          <ns0:nvPr/>
        </ns0:nvSpPr>
        <ns0:spPr>
          <ns1:xfrm>
            <ns1:off x="666750" y="1714500"/>
            <ns1:ext cx="76200" cy="1428750"/>
          </ns1:xfrm>
          <ns1:prstGeom prst="roundRect">
            <ns1:avLst>
              <ns1:gd name="adj" fmla="val 50000"/>
            </ns1:avLst>
          </ns1:prstGeom>
          <ns1:solidFill>
            <ns1:srgbClr val="2846A0"/>
          </ns1:solidFill>
          <ns1:ln w="0">
            <ns1:noFill/>
            <ns1:prstDash val="solid"/>
          </ns1:ln>
        </ns0:spPr>
      </ns0:sp>
      <ns0:sp>
        <ns0:nvSpPr>
          <ns0:cNvPr id="9" name="">
            <ns1:extLst>
              <ns1:ext uri="{FF2B5EF4-FFF2-40B4-BE49-F238E27FC236}">
                <ns2:creationId id="{30B22036-B8B5-43E1-9D85-86AE79BCDA36}"/>
              </ns1:ext>
            </ns1:extLst>
          </ns0:cNvPr>
          <ns0:cNvSpPr>
            <ns1:spLocks noGrp="1"/>
          </ns0:cNvSpPr>
          <ns0:nvPr/>
        </ns0:nvSpPr>
        <ns0:spPr>
          <ns1:xfrm>
            <ns1:off x="838200" y="2181225"/>
            <ns1:ext cx="495300" cy="133731"/>
          </ns1:xfrm>
          <ns1:prstGeom prst="triangle">
            <ns1:avLst/>
          </ns1:prstGeom>
          <ns1:solidFill>
            <ns1:srgbClr val="2846A0"/>
          </ns1:solidFill>
          <ns1:ln w="0">
            <ns1:noFill/>
            <ns1:prstDash val="solid"/>
          </ns1:ln>
        </ns0:spPr>
      </ns0:sp>
      <ns0:sp>
        <ns0:nvSpPr>
          <ns0:cNvPr id="10" name="">
            <ns1:extLst>
              <ns1:ext uri="{FF2B5EF4-FFF2-40B4-BE49-F238E27FC236}">
                <ns2:creationId id="{D264C3ED-A3AE-4E1F-8E6D-F5A540EB01A1}"/>
              </ns1:ext>
            </ns1:extLst>
          </ns0:cNvPr>
          <ns0:cNvSpPr>
            <ns1:spLocks noGrp="1"/>
          </ns0:cNvSpPr>
          <ns0:nvPr/>
        </ns0:nvSpPr>
        <ns0:spPr>
          <ns1:xfrm>
            <ns1:off x="877824" y="2319909"/>
            <ns1:ext cx="416052" cy="34671"/>
          </ns1:xfrm>
          <ns1:prstGeom prst="rect">
            <ns1:avLst/>
          </ns1:prstGeom>
          <ns1:solidFill>
            <ns1:srgbClr val="2846A0"/>
          </ns1:solidFill>
          <ns1:ln w="0">
            <ns1:noFill/>
            <ns1:prstDash val="solid"/>
          </ns1:ln>
        </ns0:spPr>
      </ns0:sp>
      <ns0:sp>
        <ns0:nvSpPr>
          <ns0:cNvPr id="11" name="">
            <ns1:extLst>
              <ns1:ext uri="{FF2B5EF4-FFF2-40B4-BE49-F238E27FC236}">
                <ns2:creationId id="{65E4DD73-47B3-4912-81B6-D83350DF3C6E}"/>
              </ns1:ext>
            </ns1:extLst>
          </ns0:cNvPr>
          <ns0:cNvSpPr>
            <ns1:spLocks noGrp="1"/>
          </ns0:cNvSpPr>
          <ns0:nvPr/>
        </ns0:nvSpPr>
        <ns0:spPr>
          <ns1:xfrm>
            <ns1:off x="907542" y="2369439"/>
            <ns1:ext cx="39624" cy="212979"/>
          </ns1:xfrm>
          <ns1:prstGeom prst="roundRect">
            <ns1:avLst>
              <ns1:gd name="adj" fmla="val 50000"/>
            </ns1:avLst>
          </ns1:prstGeom>
          <ns1:solidFill>
            <ns1:srgbClr val="2846A0"/>
          </ns1:solidFill>
          <ns1:ln w="0">
            <ns1:prstDash val="solid"/>
          </ns1:ln>
        </ns0:spPr>
      </ns0:sp>
      <ns0:sp>
        <ns0:nvSpPr>
          <ns0:cNvPr id="12" name="">
            <ns1:extLst>
              <ns1:ext uri="{FF2B5EF4-FFF2-40B4-BE49-F238E27FC236}">
                <ns2:creationId id="{0A6A92B5-1797-4A4B-B709-ECFC26661CAD}"/>
              </ns1:ext>
            </ns1:extLst>
          </ns0:cNvPr>
          <ns0:cNvSpPr>
            <ns1:spLocks noGrp="1"/>
          </ns0:cNvSpPr>
          <ns0:nvPr/>
        </ns0:nvSpPr>
        <ns0:spPr>
          <ns1:xfrm>
            <ns1:off x="1016508" y="2369439"/>
            <ns1:ext cx="39624" cy="212979"/>
          </ns1:xfrm>
          <ns1:prstGeom prst="roundRect">
            <ns1:avLst>
              <ns1:gd name="adj" fmla="val 50000"/>
            </ns1:avLst>
          </ns1:prstGeom>
          <ns1:solidFill>
            <ns1:srgbClr val="2846A0"/>
          </ns1:solidFill>
          <ns1:ln w="0">
            <ns1:prstDash val="solid"/>
          </ns1:ln>
        </ns0:spPr>
      </ns0:sp>
      <ns0:sp>
        <ns0:nvSpPr>
          <ns0:cNvPr id="13" name="">
            <ns1:extLst>
              <ns1:ext uri="{FF2B5EF4-FFF2-40B4-BE49-F238E27FC236}">
                <ns2:creationId id="{D7A790AC-7018-4E9D-B853-E89D68B65AE1}"/>
              </ns1:ext>
            </ns1:extLst>
          </ns0:cNvPr>
          <ns0:cNvSpPr>
            <ns1:spLocks noGrp="1"/>
          </ns0:cNvSpPr>
          <ns0:nvPr/>
        </ns0:nvSpPr>
        <ns0:spPr>
          <ns1:xfrm>
            <ns1:off x="1125474" y="2369439"/>
            <ns1:ext cx="39624" cy="212979"/>
          </ns1:xfrm>
          <ns1:prstGeom prst="roundRect">
            <ns1:avLst>
              <ns1:gd name="adj" fmla="val 50000"/>
            </ns1:avLst>
          </ns1:prstGeom>
          <ns1:solidFill>
            <ns1:srgbClr val="2846A0"/>
          </ns1:solidFill>
          <ns1:ln w="0">
            <ns1:prstDash val="solid"/>
          </ns1:ln>
        </ns0:spPr>
      </ns0:sp>
      <ns0:sp>
        <ns0:nvSpPr>
          <ns0:cNvPr id="14" name="">
            <ns1:extLst>
              <ns1:ext uri="{FF2B5EF4-FFF2-40B4-BE49-F238E27FC236}">
                <ns2:creationId id="{BDD75847-6161-45F2-A064-4D0305EC49E8}"/>
              </ns1:ext>
            </ns1:extLst>
          </ns0:cNvPr>
          <ns0:cNvSpPr>
            <ns1:spLocks noGrp="1"/>
          </ns0:cNvSpPr>
          <ns0:nvPr/>
        </ns0:nvSpPr>
        <ns0:spPr>
          <ns1:xfrm>
            <ns1:off x="1234440" y="2369439"/>
            <ns1:ext cx="39624" cy="212979"/>
          </ns1:xfrm>
          <ns1:prstGeom prst="roundRect">
            <ns1:avLst>
              <ns1:gd name="adj" fmla="val 50000"/>
            </ns1:avLst>
          </ns1:prstGeom>
          <ns1:solidFill>
            <ns1:srgbClr val="2846A0"/>
          </ns1:solidFill>
          <ns1:ln w="0">
            <ns1:prstDash val="solid"/>
          </ns1:ln>
        </ns0:spPr>
      </ns0:sp>
      <ns0:sp>
        <ns0:nvSpPr>
          <ns0:cNvPr id="15" name="">
            <ns1:extLst>
              <ns1:ext uri="{FF2B5EF4-FFF2-40B4-BE49-F238E27FC236}">
                <ns2:creationId id="{E81E8B36-F8F6-4523-AEEC-938ABF06F40E}"/>
              </ns1:ext>
            </ns1:extLst>
          </ns0:cNvPr>
          <ns0:cNvSpPr>
            <ns1:spLocks noGrp="1"/>
          </ns0:cNvSpPr>
          <ns0:nvPr/>
        </ns0:nvSpPr>
        <ns0:spPr>
          <ns1:xfrm>
            <ns1:off x="858012" y="2592324"/>
            <ns1:ext cx="455676" cy="39624"/>
          </ns1:xfrm>
          <ns1:prstGeom prst="rect">
            <ns1:avLst/>
          </ns1:prstGeom>
          <ns1:solidFill>
            <ns1:srgbClr val="2846A0"/>
          </ns1:solidFill>
          <ns1:ln w="0">
            <ns1:noFill/>
            <ns1:prstDash val="solid"/>
          </ns1:ln>
        </ns0:spPr>
      </ns0:sp>
      <ns0:sp>
        <ns0:nvSpPr>
          <ns0:cNvPr id="16" name="">
            <ns1:extLst>
              <ns1:ext uri="{FF2B5EF4-FFF2-40B4-BE49-F238E27FC236}">
                <ns2:creationId id="{9B2BBFCC-A316-4651-A0AC-63F18C7FFFCC}"/>
              </ns1:ext>
            </ns1:extLst>
          </ns0:cNvPr>
          <ns0:cNvSpPr>
            <ns1:spLocks noGrp="1"/>
          </ns0:cNvSpPr>
          <ns0:nvPr/>
        </ns0:nvSpPr>
        <ns0:spPr>
          <ns1:xfrm>
            <ns1:off x="1476375" y="1885950"/>
            <ns1:ext cx="2314575" cy="26670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846A0"/>
                </ns1:solidFill>
                <ns1:latin typeface="Aptos"/>
                <ns1:ea typeface="Aptos"/>
                <ns1:cs typeface="Aptos"/>
              </ns1:defRPr>
            </ns1:defPPr>
            <ns1:lvl1pPr algn="l">
              <ns1:defRPr sz="1425" b="1">
                <ns1:solidFill>
                  <ns1:srgbClr val="2846A0"/>
                </ns1:solidFill>
                <ns1:latin typeface="Aptos"/>
                <ns1:ea typeface="Aptos"/>
                <ns1:cs typeface="Aptos"/>
              </ns1:defRPr>
            </ns1:lvl1pPr>
            <ns1:lvl2pPr algn="l">
              <ns1:defRPr sz="1425" b="1">
                <ns1:solidFill>
                  <ns1:srgbClr val="2846A0"/>
                </ns1:solidFill>
                <ns1:latin typeface="Aptos"/>
                <ns1:ea typeface="Aptos"/>
                <ns1:cs typeface="Aptos"/>
              </ns1:defRPr>
            </ns1:lvl2pPr>
            <ns1:lvl3pPr algn="l">
              <ns1:defRPr sz="1425" b="1">
                <ns1:solidFill>
                  <ns1:srgbClr val="2846A0"/>
                </ns1:solidFill>
                <ns1:latin typeface="Aptos"/>
                <ns1:ea typeface="Aptos"/>
                <ns1:cs typeface="Aptos"/>
              </ns1:defRPr>
            </ns1:lvl3pPr>
            <ns1:lvl4pPr algn="l">
              <ns1:defRPr sz="1425" b="1">
                <ns1:solidFill>
                  <ns1:srgbClr val="2846A0"/>
                </ns1:solidFill>
                <ns1:latin typeface="Aptos"/>
                <ns1:ea typeface="Aptos"/>
                <ns1:cs typeface="Aptos"/>
              </ns1:defRPr>
            </ns1:lvl4pPr>
            <ns1:lvl5pPr algn="l">
              <ns1:defRPr sz="1425" b="1">
                <ns1:solidFill>
                  <ns1:srgbClr val="2846A0"/>
                </ns1:solidFill>
                <ns1:latin typeface="Aptos"/>
                <ns1:ea typeface="Aptos"/>
                <ns1:cs typeface="Aptos"/>
              </ns1:defRPr>
            </ns1:lvl5pPr>
            <ns1:lvl6pPr algn="l">
              <ns1:defRPr sz="1425" b="1">
                <ns1:solidFill>
                  <ns1:srgbClr val="2846A0"/>
                </ns1:solidFill>
                <ns1:latin typeface="Aptos"/>
                <ns1:ea typeface="Aptos"/>
                <ns1:cs typeface="Aptos"/>
              </ns1:defRPr>
            </ns1:lvl6pPr>
            <ns1:lvl7pPr algn="l">
              <ns1:defRPr sz="1425" b="1">
                <ns1:solidFill>
                  <ns1:srgbClr val="2846A0"/>
                </ns1:solidFill>
                <ns1:latin typeface="Aptos"/>
                <ns1:ea typeface="Aptos"/>
                <ns1:cs typeface="Aptos"/>
              </ns1:defRPr>
            </ns1:lvl7pPr>
            <ns1:lvl8pPr algn="l">
              <ns1:defRPr sz="1425" b="1">
                <ns1:solidFill>
                  <ns1:srgbClr val="2846A0"/>
                </ns1:solidFill>
                <ns1:latin typeface="Aptos"/>
                <ns1:ea typeface="Aptos"/>
                <ns1:cs typeface="Aptos"/>
              </ns1:defRPr>
            </ns1:lvl8pPr>
            <ns1:lvl9pPr algn="l">
              <ns1:defRPr sz="1425" b="1">
                <ns1:solidFill>
                  <ns1:srgbClr val="2846A0"/>
                </ns1:solidFill>
                <ns1:latin typeface="Aptos"/>
                <ns1:ea typeface="Aptos"/>
                <ns1:cs typeface="Aptos"/>
              </ns1:defRPr>
            </ns1:lvl9pPr>
          </ns1:lstStyle>
          <ns1:p>
            <ns1:pPr algn="l">
              <ns1:defRPr sz="1425" b="1">
                <ns1:solidFill>
                  <ns1:srgbClr val="2846A0"/>
                </ns1:solidFill>
                <ns1:latin typeface="Aptos"/>
                <ns1:ea typeface="Aptos"/>
                <ns1:cs typeface="Aptos"/>
              </ns1:defRPr>
            </ns1:pPr>
            <ns1:r>
              <ns1:rPr sz="1425" b="1">
                <ns1:solidFill>
                  <ns1:srgbClr val="2846A0"/>
                </ns1:solidFill>
                <ns1:latin typeface="Aptos"/>
                <ns1:ea typeface="Aptos"/>
                <ns1:cs typeface="Aptos"/>
              </ns1:rPr>
              <ns1:t>Emisor · Mac</ns1:t>
            </ns1:r>
          </ns1:p>
        </ns0:txBody>
      </ns0:sp>
      <ns0:sp>
        <ns0:nvSpPr>
          <ns0:cNvPr id="17" name="">
            <ns1:extLst>
              <ns1:ext uri="{FF2B5EF4-FFF2-40B4-BE49-F238E27FC236}">
                <ns2:creationId id="{197E2832-2650-4D60-985A-266B1C7FE2EC}"/>
              </ns1:ext>
            </ns1:extLst>
          </ns0:cNvPr>
          <ns0:cNvSpPr>
            <ns1:spLocks noGrp="1"/>
          </ns0:cNvSpPr>
          <ns0:nvPr/>
        </ns0:nvSpPr>
        <ns0:spPr>
          <ns1:xfrm>
            <ns1:off x="1476375" y="2190750"/>
            <ns1:ext cx="2314575" cy="87630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El emisor firma la credencial.</ns1:t>
            </ns1:r>
          </ns1:p>
        </ns0:txBody>
      </ns0:sp>
      <ns0:sp>
        <ns0:nvSpPr>
          <ns0:cNvPr id="18" name="">
            <ns1:extLst>
              <ns1:ext uri="{FF2B5EF4-FFF2-40B4-BE49-F238E27FC236}">
                <ns2:creationId id="{39D27C77-2481-4ED4-A41C-9F78E70070D2}"/>
              </ns1:ext>
            </ns1:extLst>
          </ns0:cNvPr>
          <ns0:cNvSpPr>
            <ns1:spLocks noGrp="1"/>
          </ns0:cNvSpPr>
          <ns0:nvPr/>
        </ns0:nvSpPr>
        <ns0:spPr>
          <ns1:xfrm>
            <ns1:off x="4476750" y="1714500"/>
            <ns1:ext cx="3286125" cy="1428750"/>
          </ns1:xfrm>
          <ns1:prstGeom prst="roundRect">
            <ns1:avLst>
              <ns1:gd name="adj" fmla="val 5333"/>
            </ns1:avLst>
          </ns1:prstGeom>
          <ns1:solidFill>
            <ns1:srgbClr val="FFFFFF"/>
          </ns1:solidFill>
          <ns1:ln w="9525">
            <ns1:solidFill>
              <ns1:srgbClr val="DCE3ED"/>
            </ns1:solidFill>
            <ns1:prstDash val="solid"/>
          </ns1:ln>
        </ns0:spPr>
      </ns0:sp>
      <ns0:sp>
        <ns0:nvSpPr>
          <ns0:cNvPr id="19" name="">
            <ns1:extLst>
              <ns1:ext uri="{FF2B5EF4-FFF2-40B4-BE49-F238E27FC236}">
                <ns2:creationId id="{B120662B-77C7-4DC7-B746-3E4DAE97D216}"/>
              </ns1:ext>
            </ns1:extLst>
          </ns0:cNvPr>
          <ns0:cNvSpPr>
            <ns1:spLocks noGrp="1"/>
          </ns0:cNvSpPr>
          <ns0:nvPr/>
        </ns0:nvSpPr>
        <ns0:spPr>
          <ns1:xfrm>
            <ns1:off x="4476750" y="1714500"/>
            <ns1:ext cx="76200" cy="1428750"/>
          </ns1:xfrm>
          <ns1:prstGeom prst="roundRect">
            <ns1:avLst>
              <ns1:gd name="adj" fmla="val 50000"/>
            </ns1:avLst>
          </ns1:prstGeom>
          <ns1:solidFill>
            <ns1:srgbClr val="22B8A8"/>
          </ns1:solidFill>
          <ns1:ln w="0">
            <ns1:noFill/>
            <ns1:prstDash val="solid"/>
          </ns1:ln>
        </ns0:spPr>
      </ns0:sp>
      <ns0:sp>
        <ns0:nvSpPr>
          <ns0:cNvPr id="20" name="">
            <ns1:extLst>
              <ns1:ext uri="{FF2B5EF4-FFF2-40B4-BE49-F238E27FC236}">
                <ns2:creationId id="{44E304CC-5214-4A98-9946-D74E6BC9E971}"/>
              </ns1:ext>
            </ns1:extLst>
          </ns0:cNvPr>
          <ns0:cNvSpPr>
            <ns1:spLocks noGrp="1"/>
          </ns0:cNvSpPr>
          <ns0:nvPr/>
        </ns0:nvSpPr>
        <ns0:spPr>
          <ns1:xfrm>
            <ns1:off x="4816602" y="2201037"/>
            <ns1:ext cx="158496" cy="158496"/>
          </ns1:xfrm>
          <ns1:prstGeom prst="ellipse">
            <ns1:avLst/>
          </ns1:prstGeom>
          <ns1:solidFill>
            <ns1:srgbClr val="22B8A8"/>
          </ns1:solidFill>
          <ns1:ln w="0">
            <ns1:noFill/>
            <ns1:prstDash val="solid"/>
          </ns1:ln>
        </ns0:spPr>
      </ns0:sp>
      <ns0:sp>
        <ns0:nvSpPr>
          <ns0:cNvPr id="21" name="">
            <ns1:extLst>
              <ns1:ext uri="{FF2B5EF4-FFF2-40B4-BE49-F238E27FC236}">
                <ns2:creationId id="{CE58A526-3130-41BC-B0D1-58B306BD1179}"/>
              </ns1:ext>
            </ns1:extLst>
          </ns0:cNvPr>
          <ns0:cNvSpPr>
            <ns1:spLocks noGrp="1"/>
          </ns0:cNvSpPr>
          <ns0:nvPr/>
        </ns0:nvSpPr>
        <ns0:spPr>
          <ns1:xfrm>
            <ns1:off x="4712589" y="2389251"/>
            <ns1:ext cx="366522" cy="257556"/>
          </ns1:xfrm>
          <ns1:prstGeom prst="ellipse">
            <ns1:avLst/>
          </ns1:prstGeom>
          <ns1:solidFill>
            <ns1:srgbClr val="22B8A8"/>
          </ns1:solidFill>
          <ns1:ln w="0">
            <ns1:noFill/>
            <ns1:prstDash val="solid"/>
          </ns1:ln>
        </ns0:spPr>
      </ns0:sp>
      <ns0:sp>
        <ns0:nvSpPr>
          <ns0:cNvPr id="22" name="">
            <ns1:extLst>
              <ns1:ext uri="{FF2B5EF4-FFF2-40B4-BE49-F238E27FC236}">
                <ns2:creationId id="{399D8D97-1D31-4A55-9EAB-EE3014725805}"/>
              </ns1:ext>
            </ns1:extLst>
          </ns0:cNvPr>
          <ns0:cNvSpPr>
            <ns1:spLocks noGrp="1"/>
          </ns0:cNvSpPr>
          <ns0:nvPr/>
        </ns0:nvSpPr>
        <ns0:spPr>
          <ns1:xfrm>
            <ns1:off x="5286375" y="1885950"/>
            <ns1:ext cx="2314575" cy="26670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2B8A8"/>
                </ns1:solidFill>
                <ns1:latin typeface="Aptos"/>
                <ns1:ea typeface="Aptos"/>
                <ns1:cs typeface="Aptos"/>
              </ns1:defRPr>
            </ns1:defPPr>
            <ns1:lvl1pPr algn="l">
              <ns1:defRPr sz="1425" b="1">
                <ns1:solidFill>
                  <ns1:srgbClr val="22B8A8"/>
                </ns1:solidFill>
                <ns1:latin typeface="Aptos"/>
                <ns1:ea typeface="Aptos"/>
                <ns1:cs typeface="Aptos"/>
              </ns1:defRPr>
            </ns1:lvl1pPr>
            <ns1:lvl2pPr algn="l">
              <ns1:defRPr sz="1425" b="1">
                <ns1:solidFill>
                  <ns1:srgbClr val="22B8A8"/>
                </ns1:solidFill>
                <ns1:latin typeface="Aptos"/>
                <ns1:ea typeface="Aptos"/>
                <ns1:cs typeface="Aptos"/>
              </ns1:defRPr>
            </ns1:lvl2pPr>
            <ns1:lvl3pPr algn="l">
              <ns1:defRPr sz="1425" b="1">
                <ns1:solidFill>
                  <ns1:srgbClr val="22B8A8"/>
                </ns1:solidFill>
                <ns1:latin typeface="Aptos"/>
                <ns1:ea typeface="Aptos"/>
                <ns1:cs typeface="Aptos"/>
              </ns1:defRPr>
            </ns1:lvl3pPr>
            <ns1:lvl4pPr algn="l">
              <ns1:defRPr sz="1425" b="1">
                <ns1:solidFill>
                  <ns1:srgbClr val="22B8A8"/>
                </ns1:solidFill>
                <ns1:latin typeface="Aptos"/>
                <ns1:ea typeface="Aptos"/>
                <ns1:cs typeface="Aptos"/>
              </ns1:defRPr>
            </ns1:lvl4pPr>
            <ns1:lvl5pPr algn="l">
              <ns1:defRPr sz="1425" b="1">
                <ns1:solidFill>
                  <ns1:srgbClr val="22B8A8"/>
                </ns1:solidFill>
                <ns1:latin typeface="Aptos"/>
                <ns1:ea typeface="Aptos"/>
                <ns1:cs typeface="Aptos"/>
              </ns1:defRPr>
            </ns1:lvl5pPr>
            <ns1:lvl6pPr algn="l">
              <ns1:defRPr sz="1425" b="1">
                <ns1:solidFill>
                  <ns1:srgbClr val="22B8A8"/>
                </ns1:solidFill>
                <ns1:latin typeface="Aptos"/>
                <ns1:ea typeface="Aptos"/>
                <ns1:cs typeface="Aptos"/>
              </ns1:defRPr>
            </ns1:lvl6pPr>
            <ns1:lvl7pPr algn="l">
              <ns1:defRPr sz="1425" b="1">
                <ns1:solidFill>
                  <ns1:srgbClr val="22B8A8"/>
                </ns1:solidFill>
                <ns1:latin typeface="Aptos"/>
                <ns1:ea typeface="Aptos"/>
                <ns1:cs typeface="Aptos"/>
              </ns1:defRPr>
            </ns1:lvl7pPr>
            <ns1:lvl8pPr algn="l">
              <ns1:defRPr sz="1425" b="1">
                <ns1:solidFill>
                  <ns1:srgbClr val="22B8A8"/>
                </ns1:solidFill>
                <ns1:latin typeface="Aptos"/>
                <ns1:ea typeface="Aptos"/>
                <ns1:cs typeface="Aptos"/>
              </ns1:defRPr>
            </ns1:lvl8pPr>
            <ns1:lvl9pPr algn="l">
              <ns1:defRPr sz="1425" b="1">
                <ns1:solidFill>
                  <ns1:srgbClr val="22B8A8"/>
                </ns1:solidFill>
                <ns1:latin typeface="Aptos"/>
                <ns1:ea typeface="Aptos"/>
                <ns1:cs typeface="Aptos"/>
              </ns1:defRPr>
            </ns1:lvl9pPr>
          </ns1:lstStyle>
          <ns1:p>
            <ns1:pPr algn="l">
              <ns1:defRPr sz="1425" b="1">
                <ns1:solidFill>
                  <ns1:srgbClr val="22B8A8"/>
                </ns1:solidFill>
                <ns1:latin typeface="Aptos"/>
                <ns1:ea typeface="Aptos"/>
                <ns1:cs typeface="Aptos"/>
              </ns1:defRPr>
            </ns1:pPr>
            <ns1:r>
              <ns1:rPr sz="1425" b="1">
                <ns1:solidFill>
                  <ns1:srgbClr val="22B8A8"/>
                </ns1:solidFill>
                <ns1:latin typeface="Aptos"/>
                <ns1:ea typeface="Aptos"/>
                <ns1:cs typeface="Aptos"/>
              </ns1:rPr>
              <ns1:t>Billetera · Android</ns1:t>
            </ns1:r>
          </ns1:p>
        </ns0:txBody>
      </ns0:sp>
      <ns0:sp>
        <ns0:nvSpPr>
          <ns0:cNvPr id="23" name="">
            <ns1:extLst>
              <ns1:ext uri="{FF2B5EF4-FFF2-40B4-BE49-F238E27FC236}">
                <ns2:creationId id="{37709DBC-344B-4140-AC60-4F73EB63B8DA}"/>
              </ns1:ext>
            </ns1:extLst>
          </ns0:cNvPr>
          <ns0:cNvSpPr>
            <ns1:spLocks noGrp="1"/>
          </ns0:cNvSpPr>
          <ns0:nvPr/>
        </ns0:nvSpPr>
        <ns0:spPr>
          <ns1:xfrm>
            <ns1:off x="5286375" y="2190750"/>
            <ns1:ext cx="2314575" cy="87630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El teléfono guarda la clave del estudiante.</ns1:t>
            </ns1:r>
          </ns1:p>
        </ns0:txBody>
      </ns0:sp>
      <ns0:sp>
        <ns0:nvSpPr>
          <ns0:cNvPr id="24" name="">
            <ns1:extLst>
              <ns1:ext uri="{FF2B5EF4-FFF2-40B4-BE49-F238E27FC236}">
                <ns2:creationId id="{B661886B-3844-42B7-B1E3-74C1346B5E32}"/>
              </ns1:ext>
            </ns1:extLst>
          </ns0:cNvPr>
          <ns0:cNvSpPr>
            <ns1:spLocks noGrp="1"/>
          </ns0:cNvSpPr>
          <ns0:nvPr/>
        </ns0:nvSpPr>
        <ns0:spPr>
          <ns1:xfrm>
            <ns1:off x="8286750" y="1714500"/>
            <ns1:ext cx="3238500" cy="1428750"/>
          </ns1:xfrm>
          <ns1:prstGeom prst="roundRect">
            <ns1:avLst>
              <ns1:gd name="adj" fmla="val 5333"/>
            </ns1:avLst>
          </ns1:prstGeom>
          <ns1:solidFill>
            <ns1:srgbClr val="FFFFFF"/>
          </ns1:solidFill>
          <ns1:ln w="9525">
            <ns1:solidFill>
              <ns1:srgbClr val="DCE3ED"/>
            </ns1:solidFill>
            <ns1:prstDash val="solid"/>
          </ns1:ln>
        </ns0:spPr>
      </ns0:sp>
      <ns0:sp>
        <ns0:nvSpPr>
          <ns0:cNvPr id="25" name="">
            <ns1:extLst>
              <ns1:ext uri="{FF2B5EF4-FFF2-40B4-BE49-F238E27FC236}">
                <ns2:creationId id="{432A562C-711F-48E0-BE5B-0DD83F5CF15E}"/>
              </ns1:ext>
            </ns1:extLst>
          </ns0:cNvPr>
          <ns0:cNvSpPr>
            <ns1:spLocks noGrp="1"/>
          </ns0:cNvSpPr>
          <ns0:nvPr/>
        </ns0:nvSpPr>
        <ns0:spPr>
          <ns1:xfrm>
            <ns1:off x="8286750" y="1714500"/>
            <ns1:ext cx="76200" cy="1428750"/>
          </ns1:xfrm>
          <ns1:prstGeom prst="roundRect">
            <ns1:avLst>
              <ns1:gd name="adj" fmla="val 50000"/>
            </ns1:avLst>
          </ns1:prstGeom>
          <ns1:solidFill>
            <ns1:srgbClr val="F2B544"/>
          </ns1:solidFill>
          <ns1:ln w="0">
            <ns1:noFill/>
            <ns1:prstDash val="solid"/>
          </ns1:ln>
        </ns0:spPr>
      </ns0:sp>
      <ns0:sp>
        <ns0:nvSpPr>
          <ns0:cNvPr id="26" name="">
            <ns1:extLst>
              <ns1:ext uri="{FF2B5EF4-FFF2-40B4-BE49-F238E27FC236}">
                <ns2:creationId id="{58AFD9DA-067E-46E6-89D9-8DD34093402B}"/>
              </ns1:ext>
            </ns1:extLst>
          </ns0:cNvPr>
          <ns0:cNvSpPr>
            <ns1:spLocks noGrp="1"/>
          </ns0:cNvSpPr>
          <ns0:nvPr/>
        </ns0:nvSpPr>
        <ns0:spPr>
          <ns1:xfrm>
            <ns1:off x="8478012" y="2196084"/>
            <ns1:ext cx="307086" cy="307086"/>
          </ns1:xfrm>
          <ns1:prstGeom prst="ellipse">
            <ns1:avLst/>
          </ns1:prstGeom>
          <ns1:noFill/>
          <ns1:ln w="54483">
            <ns1:solidFill>
              <ns1:srgbClr val="F2B544"/>
            </ns1:solidFill>
            <ns1:prstDash val="solid"/>
          </ns1:ln>
        </ns0:spPr>
      </ns0:sp>
      <ns0:sp>
        <ns0:nvSpPr>
          <ns0:cNvPr id="27" name="">
            <ns1:extLst>
              <ns1:ext uri="{FF2B5EF4-FFF2-40B4-BE49-F238E27FC236}">
                <ns2:creationId id="{A9AE5FD3-8697-44CF-A3B5-724B35F5013B}"/>
              </ns1:ext>
            </ns1:extLst>
          </ns0:cNvPr>
          <ns0:cNvSpPr>
            <ns1:spLocks noGrp="1"/>
          </ns0:cNvSpPr>
          <ns0:nvPr/>
        </ns0:nvSpPr>
        <ns0:spPr>
          <ns1:xfrm>
            <ns1:off x="8740521" y="2463546"/>
            <ns1:ext cx="208026" cy="59436"/>
          </ns1:xfrm>
          <ns1:prstGeom prst="roundRect">
            <ns1:avLst>
              <ns1:gd name="adj" fmla="val 50000"/>
            </ns1:avLst>
          </ns1:prstGeom>
          <ns1:solidFill>
            <ns1:srgbClr val="F2B544"/>
          </ns1:solidFill>
          <ns1:ln w="0">
            <ns1:prstDash val="solid"/>
          </ns1:ln>
        </ns0:spPr>
      </ns0:sp>
      <ns0:sp>
        <ns0:nvSpPr>
          <ns0:cNvPr id="28" name="">
            <ns1:extLst>
              <ns1:ext uri="{FF2B5EF4-FFF2-40B4-BE49-F238E27FC236}">
                <ns2:creationId id="{03DE3F3C-4B49-4311-9E61-BE38D8D7484D}"/>
              </ns1:ext>
            </ns1:extLst>
          </ns0:cNvPr>
          <ns0:cNvSpPr>
            <ns1:spLocks noGrp="1"/>
          </ns0:cNvSpPr>
          <ns0:nvPr/>
        </ns0:nvSpPr>
        <ns0:spPr>
          <ns1:xfrm>
            <ns1:off x="9096375" y="1885950"/>
            <ns1:ext cx="2266950" cy="26670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F2B544"/>
                </ns1:solidFill>
                <ns1:latin typeface="Aptos"/>
                <ns1:ea typeface="Aptos"/>
                <ns1:cs typeface="Aptos"/>
              </ns1:defRPr>
            </ns1:defPPr>
            <ns1:lvl1pPr algn="l">
              <ns1:defRPr sz="1425" b="1">
                <ns1:solidFill>
                  <ns1:srgbClr val="F2B544"/>
                </ns1:solidFill>
                <ns1:latin typeface="Aptos"/>
                <ns1:ea typeface="Aptos"/>
                <ns1:cs typeface="Aptos"/>
              </ns1:defRPr>
            </ns1:lvl1pPr>
            <ns1:lvl2pPr algn="l">
              <ns1:defRPr sz="1425" b="1">
                <ns1:solidFill>
                  <ns1:srgbClr val="F2B544"/>
                </ns1:solidFill>
                <ns1:latin typeface="Aptos"/>
                <ns1:ea typeface="Aptos"/>
                <ns1:cs typeface="Aptos"/>
              </ns1:defRPr>
            </ns1:lvl2pPr>
            <ns1:lvl3pPr algn="l">
              <ns1:defRPr sz="1425" b="1">
                <ns1:solidFill>
                  <ns1:srgbClr val="F2B544"/>
                </ns1:solidFill>
                <ns1:latin typeface="Aptos"/>
                <ns1:ea typeface="Aptos"/>
                <ns1:cs typeface="Aptos"/>
              </ns1:defRPr>
            </ns1:lvl3pPr>
            <ns1:lvl4pPr algn="l">
              <ns1:defRPr sz="1425" b="1">
                <ns1:solidFill>
                  <ns1:srgbClr val="F2B544"/>
                </ns1:solidFill>
                <ns1:latin typeface="Aptos"/>
                <ns1:ea typeface="Aptos"/>
                <ns1:cs typeface="Aptos"/>
              </ns1:defRPr>
            </ns1:lvl4pPr>
            <ns1:lvl5pPr algn="l">
              <ns1:defRPr sz="1425" b="1">
                <ns1:solidFill>
                  <ns1:srgbClr val="F2B544"/>
                </ns1:solidFill>
                <ns1:latin typeface="Aptos"/>
                <ns1:ea typeface="Aptos"/>
                <ns1:cs typeface="Aptos"/>
              </ns1:defRPr>
            </ns1:lvl5pPr>
            <ns1:lvl6pPr algn="l">
              <ns1:defRPr sz="1425" b="1">
                <ns1:solidFill>
                  <ns1:srgbClr val="F2B544"/>
                </ns1:solidFill>
                <ns1:latin typeface="Aptos"/>
                <ns1:ea typeface="Aptos"/>
                <ns1:cs typeface="Aptos"/>
              </ns1:defRPr>
            </ns1:lvl6pPr>
            <ns1:lvl7pPr algn="l">
              <ns1:defRPr sz="1425" b="1">
                <ns1:solidFill>
                  <ns1:srgbClr val="F2B544"/>
                </ns1:solidFill>
                <ns1:latin typeface="Aptos"/>
                <ns1:ea typeface="Aptos"/>
                <ns1:cs typeface="Aptos"/>
              </ns1:defRPr>
            </ns1:lvl7pPr>
            <ns1:lvl8pPr algn="l">
              <ns1:defRPr sz="1425" b="1">
                <ns1:solidFill>
                  <ns1:srgbClr val="F2B544"/>
                </ns1:solidFill>
                <ns1:latin typeface="Aptos"/>
                <ns1:ea typeface="Aptos"/>
                <ns1:cs typeface="Aptos"/>
              </ns1:defRPr>
            </ns1:lvl8pPr>
            <ns1:lvl9pPr algn="l">
              <ns1:defRPr sz="1425" b="1">
                <ns1:solidFill>
                  <ns1:srgbClr val="F2B544"/>
                </ns1:solidFill>
                <ns1:latin typeface="Aptos"/>
                <ns1:ea typeface="Aptos"/>
                <ns1:cs typeface="Aptos"/>
              </ns1:defRPr>
            </ns1:lvl9pPr>
          </ns1:lstStyle>
          <ns1:p>
            <ns1:pPr algn="l">
              <ns1:defRPr sz="1425" b="1">
                <ns1:solidFill>
                  <ns1:srgbClr val="F2B544"/>
                </ns1:solidFill>
                <ns1:latin typeface="Aptos"/>
                <ns1:ea typeface="Aptos"/>
                <ns1:cs typeface="Aptos"/>
              </ns1:defRPr>
            </ns1:pPr>
            <ns1:r>
              <ns1:rPr sz="1425" b="1">
                <ns1:solidFill>
                  <ns1:srgbClr val="F2B544"/>
                </ns1:solidFill>
                <ns1:latin typeface="Aptos"/>
                <ns1:ea typeface="Aptos"/>
                <ns1:cs typeface="Aptos"/>
              </ns1:rPr>
              <ns1:t>Verificador · API</ns1:t>
            </ns1:r>
          </ns1:p>
        </ns0:txBody>
      </ns0:sp>
      <ns0:sp>
        <ns0:nvSpPr>
          <ns0:cNvPr id="29" name="">
            <ns1:extLst>
              <ns1:ext uri="{FF2B5EF4-FFF2-40B4-BE49-F238E27FC236}">
                <ns2:creationId id="{7C393653-28CE-4B3F-ADFE-7BB85B6BCF30}"/>
              </ns1:ext>
            </ns1:extLst>
          </ns0:cNvPr>
          <ns0:cNvSpPr>
            <ns1:spLocks noGrp="1"/>
          </ns0:cNvSpPr>
          <ns0:nvPr/>
        </ns0:nvSpPr>
        <ns0:spPr>
          <ns1:xfrm>
            <ns1:off x="9096375" y="2190750"/>
            <ns1:ext cx="2266950" cy="87630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La API comprueba la firma y consulta el estado.</ns1:t>
            </ns1:r>
          </ns1:p>
        </ns0:txBody>
      </ns0:sp>
      <ns0:sp>
        <ns0:nvSpPr>
          <ns0:cNvPr id="30" name="">
            <ns1:extLst>
              <ns1:ext uri="{FF2B5EF4-FFF2-40B4-BE49-F238E27FC236}">
                <ns2:creationId id="{6DF5DD8E-1E4A-4B23-9B37-B2612DBEA0D9}"/>
              </ns1:ext>
            </ns1:extLst>
          </ns0:cNvPr>
          <ns0:cNvSpPr>
            <ns1:spLocks noGrp="1"/>
          </ns0:cNvSpPr>
          <ns0:nvPr/>
        </ns0:nvSpPr>
        <ns0:spPr>
          <ns1:xfrm flipV="0">
            <ns1:off x="3952875" y="2428875"/>
            <ns1:ext cx="523875" cy="9525"/>
          </ns1:xfrm>
          <ns1:prstGeom prst="line">
            <ns1:avLst/>
          </ns1:prstGeom>
          <ns1:noFill/>
          <ns1:ln w="28575">
            <ns1:solidFill>
              <ns1:srgbClr val="2846A0"/>
            </ns1:solidFill>
            <ns1:prstDash val="solid"/>
          </ns1:ln>
        </ns0:spPr>
      </ns0:sp>
      <ns0:sp>
        <ns0:nvSpPr>
          <ns0:cNvPr id="31" name="">
            <ns1:extLst>
              <ns1:ext uri="{FF2B5EF4-FFF2-40B4-BE49-F238E27FC236}">
                <ns2:creationId id="{6DF161C1-9C9C-46E2-993C-7457AF7AC102}"/>
              </ns1:ext>
            </ns1:extLst>
          </ns0:cNvPr>
          <ns0:cNvSpPr>
            <ns1:spLocks noGrp="1"/>
          </ns0:cNvSpPr>
          <ns0:nvPr/>
        </ns0:nvSpPr>
        <ns0:spPr>
          <ns1:xfrm flipV="0">
            <ns1:off x="7762875" y="2428875"/>
            <ns1:ext cx="523875" cy="9525"/>
          </ns1:xfrm>
          <ns1:prstGeom prst="line">
            <ns1:avLst/>
          </ns1:prstGeom>
          <ns1:noFill/>
          <ns1:ln w="28575">
            <ns1:solidFill>
              <ns1:srgbClr val="22B8A8"/>
            </ns1:solidFill>
            <ns1:prstDash val="solid"/>
          </ns1:ln>
        </ns0:spPr>
      </ns0:sp>
      <ns0:sp>
        <ns0:nvSpPr>
          <ns0:cNvPr id="32" name="">
            <ns1:extLst>
              <ns1:ext uri="{FF2B5EF4-FFF2-40B4-BE49-F238E27FC236}">
                <ns2:creationId id="{CE6A382E-E6D3-431A-B7AF-1839858D4234}"/>
              </ns1:ext>
            </ns1:extLst>
          </ns0:cNvPr>
          <ns0:cNvSpPr>
            <ns1:spLocks noGrp="1"/>
          </ns0:cNvSpPr>
          <ns0:nvPr/>
        </ns0:nvSpPr>
        <ns0:spPr>
          <ns1:xfrm>
            <ns1:off x="742950" y="3600450"/>
            <ns1:ext cx="5000625" cy="1619250"/>
          </ns1:xfrm>
          <ns1:prstGeom prst="roundRect">
            <ns1:avLst>
              <ns1:gd name="adj" fmla="val 4706"/>
            </ns1:avLst>
          </ns1:prstGeom>
          <ns1:solidFill>
            <ns1:srgbClr val="FFFFFF"/>
          </ns1:solidFill>
          <ns1:ln w="9525">
            <ns1:solidFill>
              <ns1:srgbClr val="DCE3ED"/>
            </ns1:solidFill>
            <ns1:prstDash val="solid"/>
          </ns1:ln>
        </ns0:spPr>
      </ns0:sp>
      <ns0:sp>
        <ns0:nvSpPr>
          <ns0:cNvPr id="33" name="">
            <ns1:extLst>
              <ns1:ext uri="{FF2B5EF4-FFF2-40B4-BE49-F238E27FC236}">
                <ns2:creationId id="{32E772F0-3525-4FE7-A779-071116BF04C9}"/>
              </ns1:ext>
            </ns1:extLst>
          </ns0:cNvPr>
          <ns0:cNvSpPr>
            <ns1:spLocks noGrp="1"/>
          </ns0:cNvSpPr>
          <ns0:nvPr/>
        </ns0:nvSpPr>
        <ns0:spPr>
          <ns1:xfrm>
            <ns1:off x="1000125" y="3790950"/>
            <ns1:ext cx="4381500" cy="26670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172554"/>
                </ns1:solidFill>
                <ns1:latin typeface="Aptos"/>
                <ns1:ea typeface="Aptos"/>
                <ns1:cs typeface="Aptos"/>
              </ns1:defRPr>
            </ns1:defPPr>
            <ns1:lvl1pPr algn="l">
              <ns1:defRPr sz="1350" b="1">
                <ns1:solidFill>
                  <ns1:srgbClr val="172554"/>
                </ns1:solidFill>
                <ns1:latin typeface="Aptos"/>
                <ns1:ea typeface="Aptos"/>
                <ns1:cs typeface="Aptos"/>
              </ns1:defRPr>
            </ns1:lvl1pPr>
            <ns1:lvl2pPr algn="l">
              <ns1:defRPr sz="1350" b="1">
                <ns1:solidFill>
                  <ns1:srgbClr val="172554"/>
                </ns1:solidFill>
                <ns1:latin typeface="Aptos"/>
                <ns1:ea typeface="Aptos"/>
                <ns1:cs typeface="Aptos"/>
              </ns1:defRPr>
            </ns1:lvl2pPr>
            <ns1:lvl3pPr algn="l">
              <ns1:defRPr sz="1350" b="1">
                <ns1:solidFill>
                  <ns1:srgbClr val="172554"/>
                </ns1:solidFill>
                <ns1:latin typeface="Aptos"/>
                <ns1:ea typeface="Aptos"/>
                <ns1:cs typeface="Aptos"/>
              </ns1:defRPr>
            </ns1:lvl3pPr>
            <ns1:lvl4pPr algn="l">
              <ns1:defRPr sz="1350" b="1">
                <ns1:solidFill>
                  <ns1:srgbClr val="172554"/>
                </ns1:solidFill>
                <ns1:latin typeface="Aptos"/>
                <ns1:ea typeface="Aptos"/>
                <ns1:cs typeface="Aptos"/>
              </ns1:defRPr>
            </ns1:lvl4pPr>
            <ns1:lvl5pPr algn="l">
              <ns1:defRPr sz="1350" b="1">
                <ns1:solidFill>
                  <ns1:srgbClr val="172554"/>
                </ns1:solidFill>
                <ns1:latin typeface="Aptos"/>
                <ns1:ea typeface="Aptos"/>
                <ns1:cs typeface="Aptos"/>
              </ns1:defRPr>
            </ns1:lvl5pPr>
            <ns1:lvl6pPr algn="l">
              <ns1:defRPr sz="1350" b="1">
                <ns1:solidFill>
                  <ns1:srgbClr val="172554"/>
                </ns1:solidFill>
                <ns1:latin typeface="Aptos"/>
                <ns1:ea typeface="Aptos"/>
                <ns1:cs typeface="Aptos"/>
              </ns1:defRPr>
            </ns1:lvl6pPr>
            <ns1:lvl7pPr algn="l">
              <ns1:defRPr sz="1350" b="1">
                <ns1:solidFill>
                  <ns1:srgbClr val="172554"/>
                </ns1:solidFill>
                <ns1:latin typeface="Aptos"/>
                <ns1:ea typeface="Aptos"/>
                <ns1:cs typeface="Aptos"/>
              </ns1:defRPr>
            </ns1:lvl7pPr>
            <ns1:lvl8pPr algn="l">
              <ns1:defRPr sz="1350" b="1">
                <ns1:solidFill>
                  <ns1:srgbClr val="172554"/>
                </ns1:solidFill>
                <ns1:latin typeface="Aptos"/>
                <ns1:ea typeface="Aptos"/>
                <ns1:cs typeface="Aptos"/>
              </ns1:defRPr>
            </ns1:lvl8pPr>
            <ns1:lvl9pPr algn="l">
              <ns1:defRPr sz="1350" b="1">
                <ns1:solidFill>
                  <ns1:srgbClr val="172554"/>
                </ns1:solidFill>
                <ns1:latin typeface="Aptos"/>
                <ns1:ea typeface="Aptos"/>
                <ns1:cs typeface="Aptos"/>
              </ns1:defRPr>
            </ns1:lvl9pPr>
          </ns1:lstStyle>
          <ns1:p>
            <ns1:pPr algn="l">
              <ns1:defRPr sz="1350" b="1">
                <ns1:solidFill>
                  <ns1:srgbClr val="172554"/>
                </ns1:solidFill>
                <ns1:latin typeface="Aptos"/>
                <ns1:ea typeface="Aptos"/>
                <ns1:cs typeface="Aptos"/>
              </ns1:defRPr>
            </ns1:pPr>
            <ns1:r>
              <ns1:rPr sz="1350" b="1">
                <ns1:solidFill>
                  <ns1:srgbClr val="172554"/>
                </ns1:solidFill>
                <ns1:latin typeface="Aptos"/>
                <ns1:ea typeface="Aptos"/>
                <ns1:cs typeface="Aptos"/>
              </ns1:rPr>
              <ns1:t>Credencial firmada</ns1:t>
            </ns1:r>
          </ns1:p>
        </ns0:txBody>
      </ns0:sp>
      <ns0:sp>
        <ns0:nvSpPr>
          <ns0:cNvPr id="34" name="">
            <ns1:extLst>
              <ns1:ext uri="{FF2B5EF4-FFF2-40B4-BE49-F238E27FC236}">
                <ns2:creationId id="{3937E2EA-DC89-41B0-9BE5-2972A5132BBD}"/>
              </ns1:ext>
            </ns1:extLst>
          </ns0:cNvPr>
          <ns0:cNvSpPr>
            <ns1:spLocks noGrp="1"/>
          </ns0:cNvSpPr>
          <ns0:nvPr/>
        </ns0:nvSpPr>
        <ns0:spPr>
          <ns1:xfrm>
            <ns1:off x="1000125" y="4276725"/>
            <ns1:ext cx="114300" cy="114300"/>
          </ns1:xfrm>
          <ns1:prstGeom prst="ellipse">
            <ns1:avLst/>
          </ns1:prstGeom>
          <ns1:solidFill>
            <ns1:srgbClr val="22B8A8"/>
          </ns1:solidFill>
          <ns1:ln w="0">
            <ns1:noFill/>
            <ns1:prstDash val="solid"/>
          </ns1:ln>
        </ns0:spPr>
      </ns0:sp>
      <ns0:sp>
        <ns0:nvSpPr>
          <ns0:cNvPr id="35" name="">
            <ns1:extLst>
              <ns1:ext uri="{FF2B5EF4-FFF2-40B4-BE49-F238E27FC236}">
                <ns2:creationId id="{233EDC7D-B8E4-4E7B-A7F6-72C6277FE365}"/>
              </ns1:ext>
            </ns1:extLst>
          </ns0:cNvPr>
          <ns0:cNvSpPr>
            <ns1:spLocks noGrp="1"/>
          </ns0:cNvSpPr>
          <ns0:nvPr/>
        </ns0:nvSpPr>
        <ns0:spPr>
          <ns1:xfrm>
            <ns1:off x="1266825" y="4200525"/>
            <ns1:ext cx="4019550" cy="419100"/>
          </ns1:xfrm>
          <ns1:prstGeom prst="rect">
            <ns1:avLst/>
          </ns1:prstGeom>
          <ns1:noFill/>
          <ns1:ln w="0">
            <ns1:noFill/>
            <ns1:prstDash val="solid"/>
          </ns1:ln>
        </ns0:spPr>
        <ns0:txBody>
          <ns1:bodyPr lIns="0" tIns="0" rIns="0" bIns="0" anchor="t">
            <ns1:normAutofit fontScale="100000"/>
          </ns1:bodyPr>
          <ns1:lstStyle>
            <ns1:defPPr algn="l">
              <ns1:defRPr sz="1200" b="0">
                <ns1:solidFill>
                  <ns1:srgbClr val="182230"/>
                </ns1:solidFill>
                <ns1:latin typeface="Aptos"/>
                <ns1:ea typeface="Aptos"/>
                <ns1:cs typeface="Aptos"/>
              </ns1:defRPr>
            </ns1:defPPr>
            <ns1:lvl1pPr algn="l">
              <ns1:defRPr sz="1200" b="0">
                <ns1:solidFill>
                  <ns1:srgbClr val="182230"/>
                </ns1:solidFill>
                <ns1:latin typeface="Aptos"/>
                <ns1:ea typeface="Aptos"/>
                <ns1:cs typeface="Aptos"/>
              </ns1:defRPr>
            </ns1:lvl1pPr>
            <ns1:lvl2pPr algn="l">
              <ns1:defRPr sz="1200" b="0">
                <ns1:solidFill>
                  <ns1:srgbClr val="182230"/>
                </ns1:solidFill>
                <ns1:latin typeface="Aptos"/>
                <ns1:ea typeface="Aptos"/>
                <ns1:cs typeface="Aptos"/>
              </ns1:defRPr>
            </ns1:lvl2pPr>
            <ns1:lvl3pPr algn="l">
              <ns1:defRPr sz="1200" b="0">
                <ns1:solidFill>
                  <ns1:srgbClr val="182230"/>
                </ns1:solidFill>
                <ns1:latin typeface="Aptos"/>
                <ns1:ea typeface="Aptos"/>
                <ns1:cs typeface="Aptos"/>
              </ns1:defRPr>
            </ns1:lvl3pPr>
            <ns1:lvl4pPr algn="l">
              <ns1:defRPr sz="1200" b="0">
                <ns1:solidFill>
                  <ns1:srgbClr val="182230"/>
                </ns1:solidFill>
                <ns1:latin typeface="Aptos"/>
                <ns1:ea typeface="Aptos"/>
                <ns1:cs typeface="Aptos"/>
              </ns1:defRPr>
            </ns1:lvl4pPr>
            <ns1:lvl5pPr algn="l">
              <ns1:defRPr sz="1200" b="0">
                <ns1:solidFill>
                  <ns1:srgbClr val="182230"/>
                </ns1:solidFill>
                <ns1:latin typeface="Aptos"/>
                <ns1:ea typeface="Aptos"/>
                <ns1:cs typeface="Aptos"/>
              </ns1:defRPr>
            </ns1:lvl5pPr>
            <ns1:lvl6pPr algn="l">
              <ns1:defRPr sz="1200" b="0">
                <ns1:solidFill>
                  <ns1:srgbClr val="182230"/>
                </ns1:solidFill>
                <ns1:latin typeface="Aptos"/>
                <ns1:ea typeface="Aptos"/>
                <ns1:cs typeface="Aptos"/>
              </ns1:defRPr>
            </ns1:lvl6pPr>
            <ns1:lvl7pPr algn="l">
              <ns1:defRPr sz="1200" b="0">
                <ns1:solidFill>
                  <ns1:srgbClr val="182230"/>
                </ns1:solidFill>
                <ns1:latin typeface="Aptos"/>
                <ns1:ea typeface="Aptos"/>
                <ns1:cs typeface="Aptos"/>
              </ns1:defRPr>
            </ns1:lvl7pPr>
            <ns1:lvl8pPr algn="l">
              <ns1:defRPr sz="1200" b="0">
                <ns1:solidFill>
                  <ns1:srgbClr val="182230"/>
                </ns1:solidFill>
                <ns1:latin typeface="Aptos"/>
                <ns1:ea typeface="Aptos"/>
                <ns1:cs typeface="Aptos"/>
              </ns1:defRPr>
            </ns1:lvl8pPr>
            <ns1:lvl9pPr algn="l">
              <ns1:defRPr sz="1200" b="0">
                <ns1:solidFill>
                  <ns1:srgbClr val="182230"/>
                </ns1:solidFill>
                <ns1:latin typeface="Aptos"/>
                <ns1:ea typeface="Aptos"/>
                <ns1:cs typeface="Aptos"/>
              </ns1:defRPr>
            </ns1:lvl9pPr>
          </ns1:lstStyle>
          <ns1:p>
            <ns1:pPr algn="l">
              <ns1:defRPr sz="1200" b="0">
                <ns1:solidFill>
                  <ns1:srgbClr val="182230"/>
                </ns1:solidFill>
                <ns1:latin typeface="Aptos"/>
                <ns1:ea typeface="Aptos"/>
                <ns1:cs typeface="Aptos"/>
              </ns1:defRPr>
            </ns1:pPr>
            <ns1:r>
              <ns1:rPr sz="1200" b="0">
                <ns1:solidFill>
                  <ns1:srgbClr val="182230"/>
                </ns1:solidFill>
                <ns1:latin typeface="Aptos"/>
                <ns1:ea typeface="Aptos"/>
                <ns1:cs typeface="Aptos"/>
              </ns1:rPr>
              <ns1:t>Datos + firma del emisor</ns1:t>
            </ns1:r>
          </ns1:p>
        </ns0:txBody>
      </ns0:sp>
      <ns0:sp>
        <ns0:nvSpPr>
          <ns0:cNvPr id="36" name="">
            <ns1:extLst>
              <ns1:ext uri="{FF2B5EF4-FFF2-40B4-BE49-F238E27FC236}">
                <ns2:creationId id="{9EF11F8F-630D-4EEA-A509-CF8C9089DD32}"/>
              </ns1:ext>
            </ns1:extLst>
          </ns0:cNvPr>
          <ns0:cNvSpPr>
            <ns1:spLocks noGrp="1"/>
          </ns0:cNvSpPr>
          <ns0:nvPr/>
        </ns0:nvSpPr>
        <ns0:spPr>
          <ns1:xfrm>
            <ns1:off x="1000125" y="4733925"/>
            <ns1:ext cx="114300" cy="114300"/>
          </ns1:xfrm>
          <ns1:prstGeom prst="ellipse">
            <ns1:avLst/>
          </ns1:prstGeom>
          <ns1:solidFill>
            <ns1:srgbClr val="22B8A8"/>
          </ns1:solidFill>
          <ns1:ln w="0">
            <ns1:noFill/>
            <ns1:prstDash val="solid"/>
          </ns1:ln>
        </ns0:spPr>
      </ns0:sp>
      <ns0:sp>
        <ns0:nvSpPr>
          <ns0:cNvPr id="37" name="">
            <ns1:extLst>
              <ns1:ext uri="{FF2B5EF4-FFF2-40B4-BE49-F238E27FC236}">
                <ns2:creationId id="{C30A1151-0AB8-426D-9E32-07E646797768}"/>
              </ns1:ext>
            </ns1:extLst>
          </ns0:cNvPr>
          <ns0:cNvSpPr>
            <ns1:spLocks noGrp="1"/>
          </ns0:cNvSpPr>
          <ns0:nvPr/>
        </ns0:nvSpPr>
        <ns0:spPr>
          <ns1:xfrm>
            <ns1:off x="1266825" y="4657725"/>
            <ns1:ext cx="4019550" cy="419100"/>
          </ns1:xfrm>
          <ns1:prstGeom prst="rect">
            <ns1:avLst/>
          </ns1:prstGeom>
          <ns1:noFill/>
          <ns1:ln w="0">
            <ns1:noFill/>
            <ns1:prstDash val="solid"/>
          </ns1:ln>
        </ns0:spPr>
        <ns0:txBody>
          <ns1:bodyPr lIns="0" tIns="0" rIns="0" bIns="0" anchor="t">
            <ns1:normAutofit fontScale="100000"/>
          </ns1:bodyPr>
          <ns1:lstStyle>
            <ns1:defPPr algn="l">
              <ns1:defRPr sz="1200" b="0">
                <ns1:solidFill>
                  <ns1:srgbClr val="182230"/>
                </ns1:solidFill>
                <ns1:latin typeface="Aptos"/>
                <ns1:ea typeface="Aptos"/>
                <ns1:cs typeface="Aptos"/>
              </ns1:defRPr>
            </ns1:defPPr>
            <ns1:lvl1pPr algn="l">
              <ns1:defRPr sz="1200" b="0">
                <ns1:solidFill>
                  <ns1:srgbClr val="182230"/>
                </ns1:solidFill>
                <ns1:latin typeface="Aptos"/>
                <ns1:ea typeface="Aptos"/>
                <ns1:cs typeface="Aptos"/>
              </ns1:defRPr>
            </ns1:lvl1pPr>
            <ns1:lvl2pPr algn="l">
              <ns1:defRPr sz="1200" b="0">
                <ns1:solidFill>
                  <ns1:srgbClr val="182230"/>
                </ns1:solidFill>
                <ns1:latin typeface="Aptos"/>
                <ns1:ea typeface="Aptos"/>
                <ns1:cs typeface="Aptos"/>
              </ns1:defRPr>
            </ns1:lvl2pPr>
            <ns1:lvl3pPr algn="l">
              <ns1:defRPr sz="1200" b="0">
                <ns1:solidFill>
                  <ns1:srgbClr val="182230"/>
                </ns1:solidFill>
                <ns1:latin typeface="Aptos"/>
                <ns1:ea typeface="Aptos"/>
                <ns1:cs typeface="Aptos"/>
              </ns1:defRPr>
            </ns1:lvl3pPr>
            <ns1:lvl4pPr algn="l">
              <ns1:defRPr sz="1200" b="0">
                <ns1:solidFill>
                  <ns1:srgbClr val="182230"/>
                </ns1:solidFill>
                <ns1:latin typeface="Aptos"/>
                <ns1:ea typeface="Aptos"/>
                <ns1:cs typeface="Aptos"/>
              </ns1:defRPr>
            </ns1:lvl4pPr>
            <ns1:lvl5pPr algn="l">
              <ns1:defRPr sz="1200" b="0">
                <ns1:solidFill>
                  <ns1:srgbClr val="182230"/>
                </ns1:solidFill>
                <ns1:latin typeface="Aptos"/>
                <ns1:ea typeface="Aptos"/>
                <ns1:cs typeface="Aptos"/>
              </ns1:defRPr>
            </ns1:lvl5pPr>
            <ns1:lvl6pPr algn="l">
              <ns1:defRPr sz="1200" b="0">
                <ns1:solidFill>
                  <ns1:srgbClr val="182230"/>
                </ns1:solidFill>
                <ns1:latin typeface="Aptos"/>
                <ns1:ea typeface="Aptos"/>
                <ns1:cs typeface="Aptos"/>
              </ns1:defRPr>
            </ns1:lvl6pPr>
            <ns1:lvl7pPr algn="l">
              <ns1:defRPr sz="1200" b="0">
                <ns1:solidFill>
                  <ns1:srgbClr val="182230"/>
                </ns1:solidFill>
                <ns1:latin typeface="Aptos"/>
                <ns1:ea typeface="Aptos"/>
                <ns1:cs typeface="Aptos"/>
              </ns1:defRPr>
            </ns1:lvl7pPr>
            <ns1:lvl8pPr algn="l">
              <ns1:defRPr sz="1200" b="0">
                <ns1:solidFill>
                  <ns1:srgbClr val="182230"/>
                </ns1:solidFill>
                <ns1:latin typeface="Aptos"/>
                <ns1:ea typeface="Aptos"/>
                <ns1:cs typeface="Aptos"/>
              </ns1:defRPr>
            </ns1:lvl8pPr>
            <ns1:lvl9pPr algn="l">
              <ns1:defRPr sz="1200" b="0">
                <ns1:solidFill>
                  <ns1:srgbClr val="182230"/>
                </ns1:solidFill>
                <ns1:latin typeface="Aptos"/>
                <ns1:ea typeface="Aptos"/>
                <ns1:cs typeface="Aptos"/>
              </ns1:defRPr>
            </ns1:lvl9pPr>
          </ns1:lstStyle>
          <ns1:p>
            <ns1:pPr algn="l">
              <ns1:defRPr sz="1200" b="0">
                <ns1:solidFill>
                  <ns1:srgbClr val="182230"/>
                </ns1:solidFill>
                <ns1:latin typeface="Aptos"/>
                <ns1:ea typeface="Aptos"/>
                <ns1:cs typeface="Aptos"/>
              </ns1:defRPr>
            </ns1:pPr>
            <ns1:r>
              <ns1:rPr sz="1200" b="0">
                <ns1:solidFill>
                  <ns1:srgbClr val="182230"/>
                </ns1:solidFill>
                <ns1:latin typeface="Aptos"/>
                <ns1:ea typeface="Aptos"/>
                <ns1:cs typeface="Aptos"/>
              </ns1:rPr>
              <ns1:t>La billetera los guarda en el teléfono.</ns1:t>
            </ns1:r>
          </ns1:p>
        </ns0:txBody>
      </ns0:sp>
      <ns0:sp>
        <ns0:nvSpPr>
          <ns0:cNvPr id="38" name="">
            <ns1:extLst>
              <ns1:ext uri="{FF2B5EF4-FFF2-40B4-BE49-F238E27FC236}">
                <ns2:creationId id="{B17B51C5-4D60-4D9A-92AF-F248394F29EE}"/>
              </ns1:ext>
            </ns1:extLst>
          </ns0:cNvPr>
          <ns0:cNvSpPr>
            <ns1:spLocks noGrp="1"/>
          </ns0:cNvSpPr>
          <ns0:nvPr/>
        </ns0:nvSpPr>
        <ns0:spPr>
          <ns1:xfrm>
            <ns1:off x="6191250" y="3600450"/>
            <ns1:ext cx="5257800" cy="1619250"/>
          </ns1:xfrm>
          <ns1:prstGeom prst="roundRect">
            <ns1:avLst>
              <ns1:gd name="adj" fmla="val 4706"/>
            </ns1:avLst>
          </ns1:prstGeom>
          <ns1:solidFill>
            <ns1:srgbClr val="172554"/>
          </ns1:solidFill>
          <ns1:ln w="0">
            <ns1:noFill/>
            <ns1:prstDash val="solid"/>
          </ns1:ln>
        </ns0:spPr>
      </ns0:sp>
      <ns0:sp>
        <ns0:nvSpPr>
          <ns0:cNvPr id="39" name="">
            <ns1:extLst>
              <ns1:ext uri="{FF2B5EF4-FFF2-40B4-BE49-F238E27FC236}">
                <ns2:creationId id="{88A9EEB9-AF91-423A-8A11-6AC37A64ED99}"/>
              </ns1:ext>
            </ns1:extLst>
          </ns0:cNvPr>
          <ns0:cNvSpPr>
            <ns1:spLocks noGrp="1"/>
          </ns0:cNvSpPr>
          <ns0:nvPr/>
        </ns0:nvSpPr>
        <ns0:spPr>
          <ns1:xfrm>
            <ns1:off x="6457950" y="3790950"/>
            <ns1:ext cx="4667250" cy="26670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22B8A8"/>
                </ns1:solidFill>
                <ns1:latin typeface="Aptos"/>
                <ns1:ea typeface="Aptos"/>
                <ns1:cs typeface="Aptos"/>
              </ns1:defRPr>
            </ns1:defPPr>
            <ns1:lvl1pPr algn="l">
              <ns1:defRPr sz="1350" b="1">
                <ns1:solidFill>
                  <ns1:srgbClr val="22B8A8"/>
                </ns1:solidFill>
                <ns1:latin typeface="Aptos"/>
                <ns1:ea typeface="Aptos"/>
                <ns1:cs typeface="Aptos"/>
              </ns1:defRPr>
            </ns1:lvl1pPr>
            <ns1:lvl2pPr algn="l">
              <ns1:defRPr sz="1350" b="1">
                <ns1:solidFill>
                  <ns1:srgbClr val="22B8A8"/>
                </ns1:solidFill>
                <ns1:latin typeface="Aptos"/>
                <ns1:ea typeface="Aptos"/>
                <ns1:cs typeface="Aptos"/>
              </ns1:defRPr>
            </ns1:lvl2pPr>
            <ns1:lvl3pPr algn="l">
              <ns1:defRPr sz="1350" b="1">
                <ns1:solidFill>
                  <ns1:srgbClr val="22B8A8"/>
                </ns1:solidFill>
                <ns1:latin typeface="Aptos"/>
                <ns1:ea typeface="Aptos"/>
                <ns1:cs typeface="Aptos"/>
              </ns1:defRPr>
            </ns1:lvl3pPr>
            <ns1:lvl4pPr algn="l">
              <ns1:defRPr sz="1350" b="1">
                <ns1:solidFill>
                  <ns1:srgbClr val="22B8A8"/>
                </ns1:solidFill>
                <ns1:latin typeface="Aptos"/>
                <ns1:ea typeface="Aptos"/>
                <ns1:cs typeface="Aptos"/>
              </ns1:defRPr>
            </ns1:lvl4pPr>
            <ns1:lvl5pPr algn="l">
              <ns1:defRPr sz="1350" b="1">
                <ns1:solidFill>
                  <ns1:srgbClr val="22B8A8"/>
                </ns1:solidFill>
                <ns1:latin typeface="Aptos"/>
                <ns1:ea typeface="Aptos"/>
                <ns1:cs typeface="Aptos"/>
              </ns1:defRPr>
            </ns1:lvl5pPr>
            <ns1:lvl6pPr algn="l">
              <ns1:defRPr sz="1350" b="1">
                <ns1:solidFill>
                  <ns1:srgbClr val="22B8A8"/>
                </ns1:solidFill>
                <ns1:latin typeface="Aptos"/>
                <ns1:ea typeface="Aptos"/>
                <ns1:cs typeface="Aptos"/>
              </ns1:defRPr>
            </ns1:lvl6pPr>
            <ns1:lvl7pPr algn="l">
              <ns1:defRPr sz="1350" b="1">
                <ns1:solidFill>
                  <ns1:srgbClr val="22B8A8"/>
                </ns1:solidFill>
                <ns1:latin typeface="Aptos"/>
                <ns1:ea typeface="Aptos"/>
                <ns1:cs typeface="Aptos"/>
              </ns1:defRPr>
            </ns1:lvl7pPr>
            <ns1:lvl8pPr algn="l">
              <ns1:defRPr sz="1350" b="1">
                <ns1:solidFill>
                  <ns1:srgbClr val="22B8A8"/>
                </ns1:solidFill>
                <ns1:latin typeface="Aptos"/>
                <ns1:ea typeface="Aptos"/>
                <ns1:cs typeface="Aptos"/>
              </ns1:defRPr>
            </ns1:lvl8pPr>
            <ns1:lvl9pPr algn="l">
              <ns1:defRPr sz="1350" b="1">
                <ns1:solidFill>
                  <ns1:srgbClr val="22B8A8"/>
                </ns1:solidFill>
                <ns1:latin typeface="Aptos"/>
                <ns1:ea typeface="Aptos"/>
                <ns1:cs typeface="Aptos"/>
              </ns1:defRPr>
            </ns1:lvl9pPr>
          </ns1:lstStyle>
          <ns1:p>
            <ns1:pPr algn="l">
              <ns1:defRPr sz="1350" b="1">
                <ns1:solidFill>
                  <ns1:srgbClr val="22B8A8"/>
                </ns1:solidFill>
                <ns1:latin typeface="Aptos"/>
                <ns1:ea typeface="Aptos"/>
                <ns1:cs typeface="Aptos"/>
              </ns1:defRPr>
            </ns1:pPr>
            <ns1:r>
              <ns1:rPr sz="1350" b="1">
                <ns1:solidFill>
                  <ns1:srgbClr val="22B8A8"/>
                </ns1:solidFill>
                <ns1:latin typeface="Aptos"/>
                <ns1:ea typeface="Aptos"/>
                <ns1:cs typeface="Aptos"/>
              </ns1:rPr>
              <ns1:t>Prueba del titular</ns1:t>
            </ns1:r>
          </ns1:p>
        </ns0:txBody>
      </ns0:sp>
      <ns0:sp>
        <ns0:nvSpPr>
          <ns0:cNvPr id="40" name="">
            <ns1:extLst>
              <ns1:ext uri="{FF2B5EF4-FFF2-40B4-BE49-F238E27FC236}">
                <ns2:creationId id="{ADFABD0B-EE3A-4060-8346-85944DCA5F93}"/>
              </ns1:ext>
            </ns1:extLst>
          </ns0:cNvPr>
          <ns0:cNvSpPr>
            <ns1:spLocks noGrp="1"/>
          </ns0:cNvSpPr>
          <ns0:nvPr/>
        </ns0:nvSpPr>
        <ns0:spPr>
          <ns1:xfrm>
            <ns1:off x="6457950" y="4276725"/>
            <ns1:ext cx="114300" cy="114300"/>
          </ns1:xfrm>
          <ns1:prstGeom prst="ellipse">
            <ns1:avLst/>
          </ns1:prstGeom>
          <ns1:solidFill>
            <ns1:srgbClr val="22B8A8"/>
          </ns1:solidFill>
          <ns1:ln w="0">
            <ns1:noFill/>
            <ns1:prstDash val="solid"/>
          </ns1:ln>
        </ns0:spPr>
      </ns0:sp>
      <ns0:sp>
        <ns0:nvSpPr>
          <ns0:cNvPr id="41" name="">
            <ns1:extLst>
              <ns1:ext uri="{FF2B5EF4-FFF2-40B4-BE49-F238E27FC236}">
                <ns2:creationId id="{B0B7E4F3-59EA-4A17-B963-7B2CEE8B7B7A}"/>
              </ns1:ext>
            </ns1:extLst>
          </ns0:cNvPr>
          <ns0:cNvSpPr>
            <ns1:spLocks noGrp="1"/>
          </ns0:cNvSpPr>
          <ns0:nvPr/>
        </ns0:nvSpPr>
        <ns0:spPr>
          <ns1:xfrm>
            <ns1:off x="6724650" y="4200525"/>
            <ns1:ext cx="4352925" cy="419100"/>
          </ns1:xfrm>
          <ns1:prstGeom prst="rect">
            <ns1:avLst/>
          </ns1:prstGeom>
          <ns1:noFill/>
          <ns1:ln w="0">
            <ns1:noFill/>
            <ns1:prstDash val="solid"/>
          </ns1:ln>
        </ns0:spPr>
        <ns0:txBody>
          <ns1:bodyPr lIns="0" tIns="0" rIns="0" bIns="0" anchor="t">
            <ns1:normAutofit fontScale="100000"/>
          </ns1:bodyPr>
          <ns1:lstStyle>
            <ns1:defPPr algn="l">
              <ns1:defRPr sz="1200" b="0">
                <ns1:solidFill>
                  <ns1:srgbClr val="FFFFFF"/>
                </ns1:solidFill>
                <ns1:latin typeface="Aptos"/>
                <ns1:ea typeface="Aptos"/>
                <ns1:cs typeface="Aptos"/>
              </ns1:defRPr>
            </ns1:defPPr>
            <ns1:lvl1pPr algn="l">
              <ns1:defRPr sz="1200" b="0">
                <ns1:solidFill>
                  <ns1:srgbClr val="FFFFFF"/>
                </ns1:solidFill>
                <ns1:latin typeface="Aptos"/>
                <ns1:ea typeface="Aptos"/>
                <ns1:cs typeface="Aptos"/>
              </ns1:defRPr>
            </ns1:lvl1pPr>
            <ns1:lvl2pPr algn="l">
              <ns1:defRPr sz="1200" b="0">
                <ns1:solidFill>
                  <ns1:srgbClr val="FFFFFF"/>
                </ns1:solidFill>
                <ns1:latin typeface="Aptos"/>
                <ns1:ea typeface="Aptos"/>
                <ns1:cs typeface="Aptos"/>
              </ns1:defRPr>
            </ns1:lvl2pPr>
            <ns1:lvl3pPr algn="l">
              <ns1:defRPr sz="1200" b="0">
                <ns1:solidFill>
                  <ns1:srgbClr val="FFFFFF"/>
                </ns1:solidFill>
                <ns1:latin typeface="Aptos"/>
                <ns1:ea typeface="Aptos"/>
                <ns1:cs typeface="Aptos"/>
              </ns1:defRPr>
            </ns1:lvl3pPr>
            <ns1:lvl4pPr algn="l">
              <ns1:defRPr sz="1200" b="0">
                <ns1:solidFill>
                  <ns1:srgbClr val="FFFFFF"/>
                </ns1:solidFill>
                <ns1:latin typeface="Aptos"/>
                <ns1:ea typeface="Aptos"/>
                <ns1:cs typeface="Aptos"/>
              </ns1:defRPr>
            </ns1:lvl4pPr>
            <ns1:lvl5pPr algn="l">
              <ns1:defRPr sz="1200" b="0">
                <ns1:solidFill>
                  <ns1:srgbClr val="FFFFFF"/>
                </ns1:solidFill>
                <ns1:latin typeface="Aptos"/>
                <ns1:ea typeface="Aptos"/>
                <ns1:cs typeface="Aptos"/>
              </ns1:defRPr>
            </ns1:lvl5pPr>
            <ns1:lvl6pPr algn="l">
              <ns1:defRPr sz="1200" b="0">
                <ns1:solidFill>
                  <ns1:srgbClr val="FFFFFF"/>
                </ns1:solidFill>
                <ns1:latin typeface="Aptos"/>
                <ns1:ea typeface="Aptos"/>
                <ns1:cs typeface="Aptos"/>
              </ns1:defRPr>
            </ns1:lvl6pPr>
            <ns1:lvl7pPr algn="l">
              <ns1:defRPr sz="1200" b="0">
                <ns1:solidFill>
                  <ns1:srgbClr val="FFFFFF"/>
                </ns1:solidFill>
                <ns1:latin typeface="Aptos"/>
                <ns1:ea typeface="Aptos"/>
                <ns1:cs typeface="Aptos"/>
              </ns1:defRPr>
            </ns1:lvl7pPr>
            <ns1:lvl8pPr algn="l">
              <ns1:defRPr sz="1200" b="0">
                <ns1:solidFill>
                  <ns1:srgbClr val="FFFFFF"/>
                </ns1:solidFill>
                <ns1:latin typeface="Aptos"/>
                <ns1:ea typeface="Aptos"/>
                <ns1:cs typeface="Aptos"/>
              </ns1:defRPr>
            </ns1:lvl8pPr>
            <ns1:lvl9pPr algn="l">
              <ns1:defRPr sz="1200" b="0">
                <ns1:solidFill>
                  <ns1:srgbClr val="FFFFFF"/>
                </ns1:solidFill>
                <ns1:latin typeface="Aptos"/>
                <ns1:ea typeface="Aptos"/>
                <ns1:cs typeface="Aptos"/>
              </ns1:defRPr>
            </ns1:lvl9pPr>
          </ns1:lstStyle>
          <ns1:p>
            <ns1:pPr algn="l">
              <ns1:defRPr sz="1200" b="0">
                <ns1:solidFill>
                  <ns1:srgbClr val="FFFFFF"/>
                </ns1:solidFill>
                <ns1:latin typeface="Aptos"/>
                <ns1:ea typeface="Aptos"/>
                <ns1:cs typeface="Aptos"/>
              </ns1:defRPr>
            </ns1:pPr>
            <ns1:r>
              <ns1:rPr sz="1200" b="0">
                <ns1:solidFill>
                  <ns1:srgbClr val="FFFFFF"/>
                </ns1:solidFill>
                <ns1:latin typeface="Aptos"/>
                <ns1:ea typeface="Aptos"/>
                <ns1:cs typeface="Aptos"/>
              </ns1:rPr>
              <ns1:t>El teléfono firma cada solicitud aprobada.</ns1:t>
            </ns1:r>
          </ns1:p>
        </ns0:txBody>
      </ns0:sp>
      <ns0:sp>
        <ns0:nvSpPr>
          <ns0:cNvPr id="42" name="">
            <ns1:extLst>
              <ns1:ext uri="{FF2B5EF4-FFF2-40B4-BE49-F238E27FC236}">
                <ns2:creationId id="{AF028A92-F468-44A9-8052-B3B6E21BDE9D}"/>
              </ns1:ext>
            </ns1:extLst>
          </ns0:cNvPr>
          <ns0:cNvSpPr>
            <ns1:spLocks noGrp="1"/>
          </ns0:cNvSpPr>
          <ns0:nvPr/>
        </ns0:nvSpPr>
        <ns0:spPr>
          <ns1:xfrm>
            <ns1:off x="6457950" y="4733925"/>
            <ns1:ext cx="114300" cy="114300"/>
          </ns1:xfrm>
          <ns1:prstGeom prst="ellipse">
            <ns1:avLst/>
          </ns1:prstGeom>
          <ns1:solidFill>
            <ns1:srgbClr val="22B8A8"/>
          </ns1:solidFill>
          <ns1:ln w="0">
            <ns1:noFill/>
            <ns1:prstDash val="solid"/>
          </ns1:ln>
        </ns0:spPr>
      </ns0:sp>
      <ns0:sp>
        <ns0:nvSpPr>
          <ns0:cNvPr id="43" name="">
            <ns1:extLst>
              <ns1:ext uri="{FF2B5EF4-FFF2-40B4-BE49-F238E27FC236}">
                <ns2:creationId id="{EB82A251-CE3A-4F17-BE48-E395BE3E2C3C}"/>
              </ns1:ext>
            </ns1:extLst>
          </ns0:cNvPr>
          <ns0:cNvSpPr>
            <ns1:spLocks noGrp="1"/>
          </ns0:cNvSpPr>
          <ns0:nvPr/>
        </ns0:nvSpPr>
        <ns0:spPr>
          <ns1:xfrm>
            <ns1:off x="6724650" y="4657725"/>
            <ns1:ext cx="4352925" cy="419100"/>
          </ns1:xfrm>
          <ns1:prstGeom prst="rect">
            <ns1:avLst/>
          </ns1:prstGeom>
          <ns1:noFill/>
          <ns1:ln w="0">
            <ns1:noFill/>
            <ns1:prstDash val="solid"/>
          </ns1:ln>
        </ns0:spPr>
        <ns0:txBody>
          <ns1:bodyPr lIns="0" tIns="0" rIns="0" bIns="0" anchor="t">
            <ns1:normAutofit fontScale="100000"/>
          </ns1:bodyPr>
          <ns1:lstStyle>
            <ns1:defPPr algn="l">
              <ns1:defRPr sz="1200" b="0">
                <ns1:solidFill>
                  <ns1:srgbClr val="FFFFFF"/>
                </ns1:solidFill>
                <ns1:latin typeface="Aptos"/>
                <ns1:ea typeface="Aptos"/>
                <ns1:cs typeface="Aptos"/>
              </ns1:defRPr>
            </ns1:defPPr>
            <ns1:lvl1pPr algn="l">
              <ns1:defRPr sz="1200" b="0">
                <ns1:solidFill>
                  <ns1:srgbClr val="FFFFFF"/>
                </ns1:solidFill>
                <ns1:latin typeface="Aptos"/>
                <ns1:ea typeface="Aptos"/>
                <ns1:cs typeface="Aptos"/>
              </ns1:defRPr>
            </ns1:lvl1pPr>
            <ns1:lvl2pPr algn="l">
              <ns1:defRPr sz="1200" b="0">
                <ns1:solidFill>
                  <ns1:srgbClr val="FFFFFF"/>
                </ns1:solidFill>
                <ns1:latin typeface="Aptos"/>
                <ns1:ea typeface="Aptos"/>
                <ns1:cs typeface="Aptos"/>
              </ns1:defRPr>
            </ns1:lvl2pPr>
            <ns1:lvl3pPr algn="l">
              <ns1:defRPr sz="1200" b="0">
                <ns1:solidFill>
                  <ns1:srgbClr val="FFFFFF"/>
                </ns1:solidFill>
                <ns1:latin typeface="Aptos"/>
                <ns1:ea typeface="Aptos"/>
                <ns1:cs typeface="Aptos"/>
              </ns1:defRPr>
            </ns1:lvl3pPr>
            <ns1:lvl4pPr algn="l">
              <ns1:defRPr sz="1200" b="0">
                <ns1:solidFill>
                  <ns1:srgbClr val="FFFFFF"/>
                </ns1:solidFill>
                <ns1:latin typeface="Aptos"/>
                <ns1:ea typeface="Aptos"/>
                <ns1:cs typeface="Aptos"/>
              </ns1:defRPr>
            </ns1:lvl4pPr>
            <ns1:lvl5pPr algn="l">
              <ns1:defRPr sz="1200" b="0">
                <ns1:solidFill>
                  <ns1:srgbClr val="FFFFFF"/>
                </ns1:solidFill>
                <ns1:latin typeface="Aptos"/>
                <ns1:ea typeface="Aptos"/>
                <ns1:cs typeface="Aptos"/>
              </ns1:defRPr>
            </ns1:lvl5pPr>
            <ns1:lvl6pPr algn="l">
              <ns1:defRPr sz="1200" b="0">
                <ns1:solidFill>
                  <ns1:srgbClr val="FFFFFF"/>
                </ns1:solidFill>
                <ns1:latin typeface="Aptos"/>
                <ns1:ea typeface="Aptos"/>
                <ns1:cs typeface="Aptos"/>
              </ns1:defRPr>
            </ns1:lvl6pPr>
            <ns1:lvl7pPr algn="l">
              <ns1:defRPr sz="1200" b="0">
                <ns1:solidFill>
                  <ns1:srgbClr val="FFFFFF"/>
                </ns1:solidFill>
                <ns1:latin typeface="Aptos"/>
                <ns1:ea typeface="Aptos"/>
                <ns1:cs typeface="Aptos"/>
              </ns1:defRPr>
            </ns1:lvl7pPr>
            <ns1:lvl8pPr algn="l">
              <ns1:defRPr sz="1200" b="0">
                <ns1:solidFill>
                  <ns1:srgbClr val="FFFFFF"/>
                </ns1:solidFill>
                <ns1:latin typeface="Aptos"/>
                <ns1:ea typeface="Aptos"/>
                <ns1:cs typeface="Aptos"/>
              </ns1:defRPr>
            </ns1:lvl8pPr>
            <ns1:lvl9pPr algn="l">
              <ns1:defRPr sz="1200" b="0">
                <ns1:solidFill>
                  <ns1:srgbClr val="FFFFFF"/>
                </ns1:solidFill>
                <ns1:latin typeface="Aptos"/>
                <ns1:ea typeface="Aptos"/>
                <ns1:cs typeface="Aptos"/>
              </ns1:defRPr>
            </ns1:lvl9pPr>
          </ns1:lstStyle>
          <ns1:p>
            <ns1:pPr algn="l">
              <ns1:defRPr sz="1200" b="0">
                <ns1:solidFill>
                  <ns1:srgbClr val="FFFFFF"/>
                </ns1:solidFill>
                <ns1:latin typeface="Aptos"/>
                <ns1:ea typeface="Aptos"/>
                <ns1:cs typeface="Aptos"/>
              </ns1:defRPr>
            </ns1:pPr>
            <ns1:r>
              <ns1:rPr sz="1200" b="0">
                <ns1:solidFill>
                  <ns1:srgbClr val="FFFFFF"/>
                </ns1:solidFill>
                <ns1:latin typeface="Aptos"/>
                <ns1:ea typeface="Aptos"/>
                <ns1:cs typeface="Aptos"/>
              </ns1:rPr>
              <ns1:t>La API comprueba esa clave y consulta si la credencial fue revocada.</ns1:t>
            </ns1:r>
          </ns1:p>
        </ns0:txBody>
      </ns0:sp>
      <ns0:sp>
        <ns0:nvSpPr>
          <ns0:cNvPr id="44" name="">
            <ns1:extLst>
              <ns1:ext uri="{FF2B5EF4-FFF2-40B4-BE49-F238E27FC236}">
                <ns2:creationId id="{6E3F93E8-0B31-44B4-BC8B-DB21F7A2F8F8}"/>
              </ns1:ext>
            </ns1:extLst>
          </ns0:cNvPr>
          <ns0:cNvSpPr>
            <ns1:spLocks noGrp="1"/>
          </ns0:cNvSpPr>
          <ns0:nvPr/>
        </ns0:nvSpPr>
        <ns0:spPr>
          <ns1:xfrm>
            <ns1:off x="1381125" y="5467350"/>
            <ns1:ext cx="9429750" cy="533400"/>
          </ns1:xfrm>
          <ns1:prstGeom prst="roundRect">
            <ns1:avLst>
              <ns1:gd name="adj" fmla="val 14286"/>
            </ns1:avLst>
          </ns1:prstGeom>
          <ns1:solidFill>
            <ns1:srgbClr val="FFF2D8"/>
          </ns1:solidFill>
          <ns1:ln w="0">
            <ns1:noFill/>
            <ns1:prstDash val="solid"/>
          </ns1:ln>
        </ns0:spPr>
      </ns0:sp>
      <ns0:sp>
        <ns0:nvSpPr>
          <ns0:cNvPr id="45" name="">
            <ns1:extLst>
              <ns1:ext uri="{FF2B5EF4-FFF2-40B4-BE49-F238E27FC236}">
                <ns2:creationId id="{DD3146DE-32DC-4E04-B8AE-54DA7F94971D}"/>
              </ns1:ext>
            </ns1:extLst>
          </ns0:cNvPr>
          <ns0:cNvSpPr>
            <ns1:spLocks noGrp="1"/>
          </ns0:cNvSpPr>
          <ns0:nvPr/>
        </ns0:nvSpPr>
        <ns0:spPr>
          <ns1:xfrm>
            <ns1:off x="1666875" y="5581650"/>
            <ns1:ext cx="8858250" cy="304800"/>
          </ns1:xfrm>
          <ns1:prstGeom prst="rect">
            <ns1:avLst/>
          </ns1:prstGeom>
          <ns1:noFill/>
          <ns1:ln w="0">
            <ns1:noFill/>
            <ns1:prstDash val="solid"/>
          </ns1:ln>
        </ns0:spPr>
        <ns0:txBody>
          <ns1:bodyPr lIns="0" tIns="0" rIns="0" bIns="0" anchor="ctr">
            <ns1:normAutofit fontScale="100000"/>
          </ns1:bodyPr>
          <ns1:lstStyle>
            <ns1:defPPr algn="ctr">
              <ns1:defRPr sz="1350" b="1">
                <ns1:solidFill>
                  <ns1:srgbClr val="775109"/>
                </ns1:solidFill>
                <ns1:latin typeface="Aptos"/>
                <ns1:ea typeface="Aptos"/>
                <ns1:cs typeface="Aptos"/>
              </ns1:defRPr>
            </ns1:defPPr>
            <ns1:lvl1pPr algn="ctr">
              <ns1:defRPr sz="1350" b="1">
                <ns1:solidFill>
                  <ns1:srgbClr val="775109"/>
                </ns1:solidFill>
                <ns1:latin typeface="Aptos"/>
                <ns1:ea typeface="Aptos"/>
                <ns1:cs typeface="Aptos"/>
              </ns1:defRPr>
            </ns1:lvl1pPr>
            <ns1:lvl2pPr algn="ctr">
              <ns1:defRPr sz="1350" b="1">
                <ns1:solidFill>
                  <ns1:srgbClr val="775109"/>
                </ns1:solidFill>
                <ns1:latin typeface="Aptos"/>
                <ns1:ea typeface="Aptos"/>
                <ns1:cs typeface="Aptos"/>
              </ns1:defRPr>
            </ns1:lvl2pPr>
            <ns1:lvl3pPr algn="ctr">
              <ns1:defRPr sz="1350" b="1">
                <ns1:solidFill>
                  <ns1:srgbClr val="775109"/>
                </ns1:solidFill>
                <ns1:latin typeface="Aptos"/>
                <ns1:ea typeface="Aptos"/>
                <ns1:cs typeface="Aptos"/>
              </ns1:defRPr>
            </ns1:lvl3pPr>
            <ns1:lvl4pPr algn="ctr">
              <ns1:defRPr sz="1350" b="1">
                <ns1:solidFill>
                  <ns1:srgbClr val="775109"/>
                </ns1:solidFill>
                <ns1:latin typeface="Aptos"/>
                <ns1:ea typeface="Aptos"/>
                <ns1:cs typeface="Aptos"/>
              </ns1:defRPr>
            </ns1:lvl4pPr>
            <ns1:lvl5pPr algn="ctr">
              <ns1:defRPr sz="1350" b="1">
                <ns1:solidFill>
                  <ns1:srgbClr val="775109"/>
                </ns1:solidFill>
                <ns1:latin typeface="Aptos"/>
                <ns1:ea typeface="Aptos"/>
                <ns1:cs typeface="Aptos"/>
              </ns1:defRPr>
            </ns1:lvl5pPr>
            <ns1:lvl6pPr algn="ctr">
              <ns1:defRPr sz="1350" b="1">
                <ns1:solidFill>
                  <ns1:srgbClr val="775109"/>
                </ns1:solidFill>
                <ns1:latin typeface="Aptos"/>
                <ns1:ea typeface="Aptos"/>
                <ns1:cs typeface="Aptos"/>
              </ns1:defRPr>
            </ns1:lvl6pPr>
            <ns1:lvl7pPr algn="ctr">
              <ns1:defRPr sz="1350" b="1">
                <ns1:solidFill>
                  <ns1:srgbClr val="775109"/>
                </ns1:solidFill>
                <ns1:latin typeface="Aptos"/>
                <ns1:ea typeface="Aptos"/>
                <ns1:cs typeface="Aptos"/>
              </ns1:defRPr>
            </ns1:lvl7pPr>
            <ns1:lvl8pPr algn="ctr">
              <ns1:defRPr sz="1350" b="1">
                <ns1:solidFill>
                  <ns1:srgbClr val="775109"/>
                </ns1:solidFill>
                <ns1:latin typeface="Aptos"/>
                <ns1:ea typeface="Aptos"/>
                <ns1:cs typeface="Aptos"/>
              </ns1:defRPr>
            </ns1:lvl8pPr>
            <ns1:lvl9pPr algn="ctr">
              <ns1:defRPr sz="1350" b="1">
                <ns1:solidFill>
                  <ns1:srgbClr val="775109"/>
                </ns1:solidFill>
                <ns1:latin typeface="Aptos"/>
                <ns1:ea typeface="Aptos"/>
                <ns1:cs typeface="Aptos"/>
              </ns1:defRPr>
            </ns1:lvl9pPr>
          </ns1:lstStyle>
          <ns1:p>
            <ns1:pPr algn="ctr">
              <ns1:defRPr sz="1350" b="1">
                <ns1:solidFill>
                  <ns1:srgbClr val="775109"/>
                </ns1:solidFill>
                <ns1:latin typeface="Aptos"/>
                <ns1:ea typeface="Aptos"/>
                <ns1:cs typeface="Aptos"/>
              </ns1:defRPr>
            </ns1:pPr>
            <ns1:r>
              <ns1:rPr sz="1350" b="1">
                <ns1:solidFill>
                  <ns1:srgbClr val="775109"/>
                </ns1:solidFill>
                <ns1:latin typeface="Aptos"/>
                <ns1:ea typeface="Aptos"/>
                <ns1:cs typeface="Aptos"/>
              </ns1:rPr>
              <ns1:t>La firma permite detectar cambios. No cifra los datos: siguen siendo legibles.</ns1:t>
            </ns1:r>
          </ns1:p>
        </ns0:txBody>
      </ns0:sp>
    </ns0:spTree>
    <ns0:extLst>
      <ns0:ext uri="{BB962C8B-B14F-4D97-AF65-F5344CB8AC3E}">
        <ns3:creationId val="2051662221"/>
      </ns0:ext>
    </ns0:extLst>
  </ns0:cSld>
</ns0:sld>
</file>

<file path=ppt/slides/slide10.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72" name="">
            <ns1:extLst>
              <ns1:ext uri="{FF2B5EF4-FFF2-40B4-BE49-F238E27FC236}">
                <ns2:creationId id="{6AA74094-C4CC-46A8-8194-0C0047ECC953}"/>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PROPUESTA</ns1:t>
            </ns1:r>
          </ns1:p>
        </ns0:txBody>
      </ns0:sp>
      <ns0:sp>
        <ns0:nvSpPr>
          <ns0:cNvPr id="2" name="">
            <ns1:extLst>
              <ns1:ext uri="{FF2B5EF4-FFF2-40B4-BE49-F238E27FC236}">
                <ns2:creationId id="{963925E9-DD5F-47DA-B331-33D117337C45}"/>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2:30</ns1:t>
            </ns1:r>
          </ns1:p>
        </ns0:txBody>
      </ns0:sp>
      <ns0:sp>
        <ns0:nvSpPr>
          <ns0:cNvPr id="3" name="">
            <ns1:extLst>
              <ns1:ext uri="{FF2B5EF4-FFF2-40B4-BE49-F238E27FC236}">
                <ns2:creationId id="{95905E80-EDCD-4924-97FC-13EBC103550F}"/>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Qué hace el prototipo y cuáles son sus límites</ns1:t>
            </ns1:r>
          </ns1:p>
        </ns0:txBody>
      </ns0:sp>
      <ns0:sp>
        <ns0:nvSpPr>
          <ns0:cNvPr id="4" name="">
            <ns1:extLst>
              <ns1:ext uri="{FF2B5EF4-FFF2-40B4-BE49-F238E27FC236}">
                <ns2:creationId id="{736A6465-2E91-4DCE-9B01-FBEAD8822547}"/>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A9F32186-F590-4FD3-99C4-ABCF68C20715}"/>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85909367-1951-494E-8D46-EA148B78DB87}"/>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10</ns1:t>
            </ns1:r>
          </ns1:p>
        </ns0:txBody>
      </ns0:sp>
      <ns0:sp>
        <ns0:nvSpPr>
          <ns0:cNvPr id="7" name="">
            <ns1:extLst>
              <ns1:ext uri="{FF2B5EF4-FFF2-40B4-BE49-F238E27FC236}">
                <ns2:creationId id="{9B1A3B08-F885-4F37-BB0E-2F4D34D7F462}"/>
              </ns1:ext>
            </ns1:extLst>
          </ns0:cNvPr>
          <ns0:cNvSpPr>
            <ns1:spLocks noGrp="1"/>
          </ns0:cNvSpPr>
          <ns0:nvPr/>
        </ns0:nvSpPr>
        <ns0:spPr>
          <ns1:xfrm>
            <ns1:off x="647700" y="1857375"/>
            <ns1:ext cx="2476500" cy="1714500"/>
          </ns1:xfrm>
          <ns1:prstGeom prst="roundRect">
            <ns1:avLst>
              <ns1:gd name="adj" fmla="val 4444"/>
            </ns1:avLst>
          </ns1:prstGeom>
          <ns1:solidFill>
            <ns1:srgbClr val="FFFFFF"/>
          </ns1:solidFill>
          <ns1:ln w="9525">
            <ns1:solidFill>
              <ns1:srgbClr val="DCE3ED"/>
            </ns1:solidFill>
            <ns1:prstDash val="solid"/>
          </ns1:ln>
        </ns0:spPr>
      </ns0:sp>
      <ns0:sp>
        <ns0:nvSpPr>
          <ns0:cNvPr id="8" name="">
            <ns1:extLst>
              <ns1:ext uri="{FF2B5EF4-FFF2-40B4-BE49-F238E27FC236}">
                <ns2:creationId id="{C669F8C8-6E34-442F-A9BC-760324B310C2}"/>
              </ns1:ext>
            </ns1:extLst>
          </ns0:cNvPr>
          <ns0:cNvSpPr>
            <ns1:spLocks noGrp="1"/>
          </ns0:cNvSpPr>
          <ns0:nvPr/>
        </ns0:nvSpPr>
        <ns0:spPr>
          <ns1:xfrm>
            <ns1:off x="647700" y="1857375"/>
            <ns1:ext cx="76200" cy="1714500"/>
          </ns1:xfrm>
          <ns1:prstGeom prst="roundRect">
            <ns1:avLst>
              <ns1:gd name="adj" fmla="val 50000"/>
            </ns1:avLst>
          </ns1:prstGeom>
          <ns1:solidFill>
            <ns1:srgbClr val="2846A0"/>
          </ns1:solidFill>
          <ns1:ln w="0">
            <ns1:noFill/>
            <ns1:prstDash val="solid"/>
          </ns1:ln>
        </ns0:spPr>
      </ns0:sp>
      <ns0:sp>
        <ns0:nvSpPr>
          <ns0:cNvPr id="9" name="">
            <ns1:extLst>
              <ns1:ext uri="{FF2B5EF4-FFF2-40B4-BE49-F238E27FC236}">
                <ns2:creationId id="{475E97B1-276F-4E18-A6E6-BEF51B336D1B}"/>
              </ns1:ext>
            </ns1:extLst>
          </ns0:cNvPr>
          <ns0:cNvSpPr>
            <ns1:spLocks noGrp="1"/>
          </ns0:cNvSpPr>
          <ns0:nvPr/>
        </ns0:nvSpPr>
        <ns0:spPr>
          <ns1:xfrm>
            <ns1:off x="838200" y="1971675"/>
            <ns1:ext cx="2095500" cy="24765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2846A0"/>
                </ns1:solidFill>
                <ns1:latin typeface="Aptos"/>
                <ns1:ea typeface="Aptos"/>
                <ns1:cs typeface="Aptos"/>
              </ns1:defRPr>
            </ns1:defPPr>
            <ns1:lvl1pPr algn="ctr">
              <ns1:defRPr sz="1425" b="1">
                <ns1:solidFill>
                  <ns1:srgbClr val="2846A0"/>
                </ns1:solidFill>
                <ns1:latin typeface="Aptos"/>
                <ns1:ea typeface="Aptos"/>
                <ns1:cs typeface="Aptos"/>
              </ns1:defRPr>
            </ns1:lvl1pPr>
            <ns1:lvl2pPr algn="ctr">
              <ns1:defRPr sz="1425" b="1">
                <ns1:solidFill>
                  <ns1:srgbClr val="2846A0"/>
                </ns1:solidFill>
                <ns1:latin typeface="Aptos"/>
                <ns1:ea typeface="Aptos"/>
                <ns1:cs typeface="Aptos"/>
              </ns1:defRPr>
            </ns1:lvl2pPr>
            <ns1:lvl3pPr algn="ctr">
              <ns1:defRPr sz="1425" b="1">
                <ns1:solidFill>
                  <ns1:srgbClr val="2846A0"/>
                </ns1:solidFill>
                <ns1:latin typeface="Aptos"/>
                <ns1:ea typeface="Aptos"/>
                <ns1:cs typeface="Aptos"/>
              </ns1:defRPr>
            </ns1:lvl3pPr>
            <ns1:lvl4pPr algn="ctr">
              <ns1:defRPr sz="1425" b="1">
                <ns1:solidFill>
                  <ns1:srgbClr val="2846A0"/>
                </ns1:solidFill>
                <ns1:latin typeface="Aptos"/>
                <ns1:ea typeface="Aptos"/>
                <ns1:cs typeface="Aptos"/>
              </ns1:defRPr>
            </ns1:lvl4pPr>
            <ns1:lvl5pPr algn="ctr">
              <ns1:defRPr sz="1425" b="1">
                <ns1:solidFill>
                  <ns1:srgbClr val="2846A0"/>
                </ns1:solidFill>
                <ns1:latin typeface="Aptos"/>
                <ns1:ea typeface="Aptos"/>
                <ns1:cs typeface="Aptos"/>
              </ns1:defRPr>
            </ns1:lvl5pPr>
            <ns1:lvl6pPr algn="ctr">
              <ns1:defRPr sz="1425" b="1">
                <ns1:solidFill>
                  <ns1:srgbClr val="2846A0"/>
                </ns1:solidFill>
                <ns1:latin typeface="Aptos"/>
                <ns1:ea typeface="Aptos"/>
                <ns1:cs typeface="Aptos"/>
              </ns1:defRPr>
            </ns1:lvl6pPr>
            <ns1:lvl7pPr algn="ctr">
              <ns1:defRPr sz="1425" b="1">
                <ns1:solidFill>
                  <ns1:srgbClr val="2846A0"/>
                </ns1:solidFill>
                <ns1:latin typeface="Aptos"/>
                <ns1:ea typeface="Aptos"/>
                <ns1:cs typeface="Aptos"/>
              </ns1:defRPr>
            </ns1:lvl7pPr>
            <ns1:lvl8pPr algn="ctr">
              <ns1:defRPr sz="1425" b="1">
                <ns1:solidFill>
                  <ns1:srgbClr val="2846A0"/>
                </ns1:solidFill>
                <ns1:latin typeface="Aptos"/>
                <ns1:ea typeface="Aptos"/>
                <ns1:cs typeface="Aptos"/>
              </ns1:defRPr>
            </ns1:lvl8pPr>
            <ns1:lvl9pPr algn="ctr">
              <ns1:defRPr sz="1425" b="1">
                <ns1:solidFill>
                  <ns1:srgbClr val="2846A0"/>
                </ns1:solidFill>
                <ns1:latin typeface="Aptos"/>
                <ns1:ea typeface="Aptos"/>
                <ns1:cs typeface="Aptos"/>
              </ns1:defRPr>
            </ns1:lvl9pPr>
          </ns1:lstStyle>
          <ns1:p>
            <ns1:pPr algn="ctr">
              <ns1:defRPr sz="1425" b="1">
                <ns1:solidFill>
                  <ns1:srgbClr val="2846A0"/>
                </ns1:solidFill>
                <ns1:latin typeface="Aptos"/>
                <ns1:ea typeface="Aptos"/>
                <ns1:cs typeface="Aptos"/>
              </ns1:defRPr>
            </ns1:pPr>
            <ns1:r>
              <ns1:rPr sz="1425" b="1">
                <ns1:solidFill>
                  <ns1:srgbClr val="2846A0"/>
                </ns1:solidFill>
                <ns1:latin typeface="Aptos"/>
                <ns1:ea typeface="Aptos"/>
                <ns1:cs typeface="Aptos"/>
              </ns1:rPr>
              <ns1:t>Emisión</ns1:t>
            </ns1:r>
          </ns1:p>
        </ns0:txBody>
      </ns0:sp>
      <ns0:sp>
        <ns0:nvSpPr>
          <ns0:cNvPr id="10" name="">
            <ns1:extLst>
              <ns1:ext uri="{FF2B5EF4-FFF2-40B4-BE49-F238E27FC236}">
                <ns2:creationId id="{21232B12-CBC7-493A-A9C3-18C1A133EE43}"/>
              </ns1:ext>
            </ns1:extLst>
          </ns0:cNvPr>
          <ns0:cNvSpPr>
            <ns1:spLocks noGrp="1"/>
          </ns0:cNvSpPr>
          <ns0:nvPr/>
        </ns0:nvSpPr>
        <ns0:spPr>
          <ns1:xfrm>
            <ns1:off x="1581150" y="2333625"/>
            <ns1:ext cx="609600" cy="228600"/>
          </ns1:xfrm>
          <ns1:prstGeom prst="triangle">
            <ns1:avLst/>
          </ns1:prstGeom>
          <ns1:solidFill>
            <ns1:srgbClr val="2846A0"/>
          </ns1:solidFill>
          <ns1:ln w="0">
            <ns1:noFill/>
            <ns1:prstDash val="solid"/>
          </ns1:ln>
        </ns0:spPr>
      </ns0:sp>
      <ns0:sp>
        <ns0:nvSpPr>
          <ns0:cNvPr id="11" name="">
            <ns1:extLst>
              <ns1:ext uri="{FF2B5EF4-FFF2-40B4-BE49-F238E27FC236}">
                <ns2:creationId id="{0ADD738A-82DE-47D9-AAB6-02526DDD4C32}"/>
              </ns1:ext>
            </ns1:extLst>
          </ns0:cNvPr>
          <ns0:cNvSpPr>
            <ns1:spLocks noGrp="1"/>
          </ns0:cNvSpPr>
          <ns0:nvPr/>
        </ns0:nvSpPr>
        <ns0:spPr>
          <ns1:xfrm>
            <ns1:off x="1628775" y="2562225"/>
            <ns1:ext cx="514350" cy="47625"/>
          </ns1:xfrm>
          <ns1:prstGeom prst="rect">
            <ns1:avLst/>
          </ns1:prstGeom>
          <ns1:solidFill>
            <ns1:srgbClr val="2846A0"/>
          </ns1:solidFill>
          <ns1:ln w="0">
            <ns1:noFill/>
            <ns1:prstDash val="solid"/>
          </ns1:ln>
        </ns0:spPr>
      </ns0:sp>
      <ns0:sp>
        <ns0:nvSpPr>
          <ns0:cNvPr id="12" name="">
            <ns1:extLst>
              <ns1:ext uri="{FF2B5EF4-FFF2-40B4-BE49-F238E27FC236}">
                <ns2:creationId id="{032A4C67-33B7-4C9C-8B3A-E6994D188C2B}"/>
              </ns1:ext>
            </ns1:extLst>
          </ns0:cNvPr>
          <ns0:cNvSpPr>
            <ns1:spLocks noGrp="1"/>
          </ns0:cNvSpPr>
          <ns0:nvPr/>
        </ns0:nvSpPr>
        <ns0:spPr>
          <ns1:xfrm>
            <ns1:off x="1676400" y="2628900"/>
            <ns1:ext cx="57150" cy="295275"/>
          </ns1:xfrm>
          <ns1:prstGeom prst="roundRect">
            <ns1:avLst>
              <ns1:gd name="adj" fmla="val 50000"/>
            </ns1:avLst>
          </ns1:prstGeom>
          <ns1:solidFill>
            <ns1:srgbClr val="2846A0"/>
          </ns1:solidFill>
          <ns1:ln w="0">
            <ns1:prstDash val="solid"/>
          </ns1:ln>
        </ns0:spPr>
      </ns0:sp>
      <ns0:sp>
        <ns0:nvSpPr>
          <ns0:cNvPr id="13" name="">
            <ns1:extLst>
              <ns1:ext uri="{FF2B5EF4-FFF2-40B4-BE49-F238E27FC236}">
                <ns2:creationId id="{2BAF23E7-F8B6-4068-86C5-AD807DB5F60E}"/>
              </ns1:ext>
            </ns1:extLst>
          </ns0:cNvPr>
          <ns0:cNvSpPr>
            <ns1:spLocks noGrp="1"/>
          </ns0:cNvSpPr>
          <ns0:nvPr/>
        </ns0:nvSpPr>
        <ns0:spPr>
          <ns1:xfrm>
            <ns1:off x="1809750" y="2628900"/>
            <ns1:ext cx="57150" cy="295275"/>
          </ns1:xfrm>
          <ns1:prstGeom prst="roundRect">
            <ns1:avLst>
              <ns1:gd name="adj" fmla="val 50000"/>
            </ns1:avLst>
          </ns1:prstGeom>
          <ns1:solidFill>
            <ns1:srgbClr val="2846A0"/>
          </ns1:solidFill>
          <ns1:ln w="0">
            <ns1:prstDash val="solid"/>
          </ns1:ln>
        </ns0:spPr>
      </ns0:sp>
      <ns0:sp>
        <ns0:nvSpPr>
          <ns0:cNvPr id="14" name="">
            <ns1:extLst>
              <ns1:ext uri="{FF2B5EF4-FFF2-40B4-BE49-F238E27FC236}">
                <ns2:creationId id="{742E880F-8A8D-4A2D-A937-35DC5204791C}"/>
              </ns1:ext>
            </ns1:extLst>
          </ns0:cNvPr>
          <ns0:cNvSpPr>
            <ns1:spLocks noGrp="1"/>
          </ns0:cNvSpPr>
          <ns0:nvPr/>
        </ns0:nvSpPr>
        <ns0:spPr>
          <ns1:xfrm>
            <ns1:off x="1943100" y="2628900"/>
            <ns1:ext cx="57150" cy="295275"/>
          </ns1:xfrm>
          <ns1:prstGeom prst="roundRect">
            <ns1:avLst>
              <ns1:gd name="adj" fmla="val 50000"/>
            </ns1:avLst>
          </ns1:prstGeom>
          <ns1:solidFill>
            <ns1:srgbClr val="2846A0"/>
          </ns1:solidFill>
          <ns1:ln w="0">
            <ns1:prstDash val="solid"/>
          </ns1:ln>
        </ns0:spPr>
      </ns0:sp>
      <ns0:sp>
        <ns0:nvSpPr>
          <ns0:cNvPr id="15" name="">
            <ns1:extLst>
              <ns1:ext uri="{FF2B5EF4-FFF2-40B4-BE49-F238E27FC236}">
                <ns2:creationId id="{958AE183-0AAE-4938-9B56-9C8123C7E412}"/>
              </ns1:ext>
            </ns1:extLst>
          </ns0:cNvPr>
          <ns0:cNvSpPr>
            <ns1:spLocks noGrp="1"/>
          </ns0:cNvSpPr>
          <ns0:nvPr/>
        </ns0:nvSpPr>
        <ns0:spPr>
          <ns1:xfrm>
            <ns1:off x="2076450" y="2628900"/>
            <ns1:ext cx="57150" cy="295275"/>
          </ns1:xfrm>
          <ns1:prstGeom prst="roundRect">
            <ns1:avLst>
              <ns1:gd name="adj" fmla="val 50000"/>
            </ns1:avLst>
          </ns1:prstGeom>
          <ns1:solidFill>
            <ns1:srgbClr val="2846A0"/>
          </ns1:solidFill>
          <ns1:ln w="0">
            <ns1:prstDash val="solid"/>
          </ns1:ln>
        </ns0:spPr>
      </ns0:sp>
      <ns0:sp>
        <ns0:nvSpPr>
          <ns0:cNvPr id="16" name="">
            <ns1:extLst>
              <ns1:ext uri="{FF2B5EF4-FFF2-40B4-BE49-F238E27FC236}">
                <ns2:creationId id="{BC8E09FE-C24A-4EA6-9F00-71506394550B}"/>
              </ns1:ext>
            </ns1:extLst>
          </ns0:cNvPr>
          <ns0:cNvSpPr>
            <ns1:spLocks noGrp="1"/>
          </ns0:cNvSpPr>
          <ns0:nvPr/>
        </ns0:nvSpPr>
        <ns0:spPr>
          <ns1:xfrm>
            <ns1:off x="1600200" y="2933700"/>
            <ns1:ext cx="571500" cy="47625"/>
          </ns1:xfrm>
          <ns1:prstGeom prst="rect">
            <ns1:avLst/>
          </ns1:prstGeom>
          <ns1:solidFill>
            <ns1:srgbClr val="2846A0"/>
          </ns1:solidFill>
          <ns1:ln w="0">
            <ns1:noFill/>
            <ns1:prstDash val="solid"/>
          </ns1:ln>
        </ns0:spPr>
      </ns0:sp>
      <ns0:sp>
        <ns0:nvSpPr>
          <ns0:cNvPr id="17" name="">
            <ns1:extLst>
              <ns1:ext uri="{FF2B5EF4-FFF2-40B4-BE49-F238E27FC236}">
                <ns2:creationId id="{DE81DC85-9908-4654-AB47-B424F81DDC17}"/>
              </ns1:ext>
            </ns1:extLst>
          </ns0:cNvPr>
          <ns0:cNvSpPr>
            <ns1:spLocks noGrp="1"/>
          </ns0:cNvSpPr>
          <ns0:nvPr/>
        </ns0:nvSpPr>
        <ns0:spPr>
          <ns1:xfrm>
            <ns1:off x="819150" y="3076575"/>
            <ns1:ext cx="2133600" cy="400050"/>
          </ns1:xfrm>
          <ns1:prstGeom prst="rect">
            <ns1:avLst/>
          </ns1:prstGeom>
          <ns1:noFill/>
          <ns1:ln w="0">
            <ns1:noFill/>
            <ns1:prstDash val="solid"/>
          </ns1:ln>
        </ns0:spPr>
        <ns0:txBody>
          <ns1:bodyPr lIns="0" tIns="0" rIns="0" bIns="0" anchor="t">
            <ns1:normAutofit fontScale="100000"/>
          </ns1:bodyPr>
          <ns1:lstStyle>
            <ns1:defPPr algn="ctr">
              <ns1:defRPr sz="1125" b="0">
                <ns1:solidFill>
                  <ns1:srgbClr val="536276"/>
                </ns1:solidFill>
                <ns1:latin typeface="Aptos"/>
                <ns1:ea typeface="Aptos"/>
                <ns1:cs typeface="Aptos"/>
              </ns1:defRPr>
            </ns1:defPPr>
            <ns1:lvl1pPr algn="ctr">
              <ns1:defRPr sz="1125" b="0">
                <ns1:solidFill>
                  <ns1:srgbClr val="536276"/>
                </ns1:solidFill>
                <ns1:latin typeface="Aptos"/>
                <ns1:ea typeface="Aptos"/>
                <ns1:cs typeface="Aptos"/>
              </ns1:defRPr>
            </ns1:lvl1pPr>
            <ns1:lvl2pPr algn="ctr">
              <ns1:defRPr sz="1125" b="0">
                <ns1:solidFill>
                  <ns1:srgbClr val="536276"/>
                </ns1:solidFill>
                <ns1:latin typeface="Aptos"/>
                <ns1:ea typeface="Aptos"/>
                <ns1:cs typeface="Aptos"/>
              </ns1:defRPr>
            </ns1:lvl2pPr>
            <ns1:lvl3pPr algn="ctr">
              <ns1:defRPr sz="1125" b="0">
                <ns1:solidFill>
                  <ns1:srgbClr val="536276"/>
                </ns1:solidFill>
                <ns1:latin typeface="Aptos"/>
                <ns1:ea typeface="Aptos"/>
                <ns1:cs typeface="Aptos"/>
              </ns1:defRPr>
            </ns1:lvl3pPr>
            <ns1:lvl4pPr algn="ctr">
              <ns1:defRPr sz="1125" b="0">
                <ns1:solidFill>
                  <ns1:srgbClr val="536276"/>
                </ns1:solidFill>
                <ns1:latin typeface="Aptos"/>
                <ns1:ea typeface="Aptos"/>
                <ns1:cs typeface="Aptos"/>
              </ns1:defRPr>
            </ns1:lvl4pPr>
            <ns1:lvl5pPr algn="ctr">
              <ns1:defRPr sz="1125" b="0">
                <ns1:solidFill>
                  <ns1:srgbClr val="536276"/>
                </ns1:solidFill>
                <ns1:latin typeface="Aptos"/>
                <ns1:ea typeface="Aptos"/>
                <ns1:cs typeface="Aptos"/>
              </ns1:defRPr>
            </ns1:lvl5pPr>
            <ns1:lvl6pPr algn="ctr">
              <ns1:defRPr sz="1125" b="0">
                <ns1:solidFill>
                  <ns1:srgbClr val="536276"/>
                </ns1:solidFill>
                <ns1:latin typeface="Aptos"/>
                <ns1:ea typeface="Aptos"/>
                <ns1:cs typeface="Aptos"/>
              </ns1:defRPr>
            </ns1:lvl6pPr>
            <ns1:lvl7pPr algn="ctr">
              <ns1:defRPr sz="1125" b="0">
                <ns1:solidFill>
                  <ns1:srgbClr val="536276"/>
                </ns1:solidFill>
                <ns1:latin typeface="Aptos"/>
                <ns1:ea typeface="Aptos"/>
                <ns1:cs typeface="Aptos"/>
              </ns1:defRPr>
            </ns1:lvl7pPr>
            <ns1:lvl8pPr algn="ctr">
              <ns1:defRPr sz="1125" b="0">
                <ns1:solidFill>
                  <ns1:srgbClr val="536276"/>
                </ns1:solidFill>
                <ns1:latin typeface="Aptos"/>
                <ns1:ea typeface="Aptos"/>
                <ns1:cs typeface="Aptos"/>
              </ns1:defRPr>
            </ns1:lvl8pPr>
            <ns1:lvl9pPr algn="ctr">
              <ns1:defRPr sz="1125" b="0">
                <ns1:solidFill>
                  <ns1:srgbClr val="536276"/>
                </ns1:solidFill>
                <ns1:latin typeface="Aptos"/>
                <ns1:ea typeface="Aptos"/>
                <ns1:cs typeface="Aptos"/>
              </ns1:defRPr>
            </ns1:lvl9pPr>
          </ns1:lstStyle>
          <ns1:p>
            <ns1:pPr algn="ctr">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El área que corresponde firma la credencial.</ns1:t>
            </ns1:r>
          </ns1:p>
        </ns0:txBody>
      </ns0:sp>
      <ns0:sp>
        <ns0:nvSpPr>
          <ns0:cNvPr id="18" name="">
            <ns1:extLst>
              <ns1:ext uri="{FF2B5EF4-FFF2-40B4-BE49-F238E27FC236}">
                <ns2:creationId id="{0B1E06B4-695E-4973-9ABC-7F48E6F43A46}"/>
              </ns1:ext>
            </ns1:extLst>
          </ns0:cNvPr>
          <ns0:cNvSpPr>
            <ns1:spLocks noGrp="1"/>
          </ns0:cNvSpPr>
          <ns0:nvPr/>
        </ns0:nvSpPr>
        <ns0:spPr>
          <ns1:xfrm>
            <ns1:off x="3162300" y="2543175"/>
            <ns1:ext cx="266700" cy="228600"/>
          </ns1:xfrm>
          <ns1:prstGeom prst="rightArrow">
            <ns1:avLst/>
          </ns1:prstGeom>
          <ns1:solidFill>
            <ns1:srgbClr val="22B8A8"/>
          </ns1:solidFill>
          <ns1:ln w="0">
            <ns1:noFill/>
            <ns1:prstDash val="solid"/>
          </ns1:ln>
        </ns0:spPr>
      </ns0:sp>
      <ns0:sp>
        <ns0:nvSpPr>
          <ns0:cNvPr id="19" name="">
            <ns1:extLst>
              <ns1:ext uri="{FF2B5EF4-FFF2-40B4-BE49-F238E27FC236}">
                <ns2:creationId id="{C2B0A0A4-EC7A-42A7-B6B9-A5B58B61E5AB}"/>
              </ns1:ext>
            </ns1:extLst>
          </ns0:cNvPr>
          <ns0:cNvSpPr>
            <ns1:spLocks noGrp="1"/>
          </ns0:cNvSpPr>
          <ns0:nvPr/>
        </ns0:nvSpPr>
        <ns0:spPr>
          <ns1:xfrm>
            <ns1:off x="3457575" y="1857375"/>
            <ns1:ext cx="2476500" cy="1714500"/>
          </ns1:xfrm>
          <ns1:prstGeom prst="roundRect">
            <ns1:avLst>
              <ns1:gd name="adj" fmla="val 4444"/>
            </ns1:avLst>
          </ns1:prstGeom>
          <ns1:solidFill>
            <ns1:srgbClr val="FFFFFF"/>
          </ns1:solidFill>
          <ns1:ln w="9525">
            <ns1:solidFill>
              <ns1:srgbClr val="DCE3ED"/>
            </ns1:solidFill>
            <ns1:prstDash val="solid"/>
          </ns1:ln>
        </ns0:spPr>
      </ns0:sp>
      <ns0:sp>
        <ns0:nvSpPr>
          <ns0:cNvPr id="20" name="">
            <ns1:extLst>
              <ns1:ext uri="{FF2B5EF4-FFF2-40B4-BE49-F238E27FC236}">
                <ns2:creationId id="{720D6309-4B16-4876-A140-114BAC1C2A6E}"/>
              </ns1:ext>
            </ns1:extLst>
          </ns0:cNvPr>
          <ns0:cNvSpPr>
            <ns1:spLocks noGrp="1"/>
          </ns0:cNvSpPr>
          <ns0:nvPr/>
        </ns0:nvSpPr>
        <ns0:spPr>
          <ns1:xfrm>
            <ns1:off x="3457575" y="1857375"/>
            <ns1:ext cx="76200" cy="1714500"/>
          </ns1:xfrm>
          <ns1:prstGeom prst="roundRect">
            <ns1:avLst>
              <ns1:gd name="adj" fmla="val 50000"/>
            </ns1:avLst>
          </ns1:prstGeom>
          <ns1:solidFill>
            <ns1:srgbClr val="22B8A8"/>
          </ns1:solidFill>
          <ns1:ln w="0">
            <ns1:noFill/>
            <ns1:prstDash val="solid"/>
          </ns1:ln>
        </ns0:spPr>
      </ns0:sp>
      <ns0:sp>
        <ns0:nvSpPr>
          <ns0:cNvPr id="21" name="">
            <ns1:extLst>
              <ns1:ext uri="{FF2B5EF4-FFF2-40B4-BE49-F238E27FC236}">
                <ns2:creationId id="{7E59CCC3-9708-46AE-8504-4B6571D87776}"/>
              </ns1:ext>
            </ns1:extLst>
          </ns0:cNvPr>
          <ns0:cNvSpPr>
            <ns1:spLocks noGrp="1"/>
          </ns0:cNvSpPr>
          <ns0:nvPr/>
        </ns0:nvSpPr>
        <ns0:spPr>
          <ns1:xfrm>
            <ns1:off x="3648075" y="1971675"/>
            <ns1:ext cx="2095500" cy="24765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22B8A8"/>
                </ns1:solidFill>
                <ns1:latin typeface="Aptos"/>
                <ns1:ea typeface="Aptos"/>
                <ns1:cs typeface="Aptos"/>
              </ns1:defRPr>
            </ns1:defPPr>
            <ns1:lvl1pPr algn="ctr">
              <ns1:defRPr sz="1425" b="1">
                <ns1:solidFill>
                  <ns1:srgbClr val="22B8A8"/>
                </ns1:solidFill>
                <ns1:latin typeface="Aptos"/>
                <ns1:ea typeface="Aptos"/>
                <ns1:cs typeface="Aptos"/>
              </ns1:defRPr>
            </ns1:lvl1pPr>
            <ns1:lvl2pPr algn="ctr">
              <ns1:defRPr sz="1425" b="1">
                <ns1:solidFill>
                  <ns1:srgbClr val="22B8A8"/>
                </ns1:solidFill>
                <ns1:latin typeface="Aptos"/>
                <ns1:ea typeface="Aptos"/>
                <ns1:cs typeface="Aptos"/>
              </ns1:defRPr>
            </ns1:lvl2pPr>
            <ns1:lvl3pPr algn="ctr">
              <ns1:defRPr sz="1425" b="1">
                <ns1:solidFill>
                  <ns1:srgbClr val="22B8A8"/>
                </ns1:solidFill>
                <ns1:latin typeface="Aptos"/>
                <ns1:ea typeface="Aptos"/>
                <ns1:cs typeface="Aptos"/>
              </ns1:defRPr>
            </ns1:lvl3pPr>
            <ns1:lvl4pPr algn="ctr">
              <ns1:defRPr sz="1425" b="1">
                <ns1:solidFill>
                  <ns1:srgbClr val="22B8A8"/>
                </ns1:solidFill>
                <ns1:latin typeface="Aptos"/>
                <ns1:ea typeface="Aptos"/>
                <ns1:cs typeface="Aptos"/>
              </ns1:defRPr>
            </ns1:lvl4pPr>
            <ns1:lvl5pPr algn="ctr">
              <ns1:defRPr sz="1425" b="1">
                <ns1:solidFill>
                  <ns1:srgbClr val="22B8A8"/>
                </ns1:solidFill>
                <ns1:latin typeface="Aptos"/>
                <ns1:ea typeface="Aptos"/>
                <ns1:cs typeface="Aptos"/>
              </ns1:defRPr>
            </ns1:lvl5pPr>
            <ns1:lvl6pPr algn="ctr">
              <ns1:defRPr sz="1425" b="1">
                <ns1:solidFill>
                  <ns1:srgbClr val="22B8A8"/>
                </ns1:solidFill>
                <ns1:latin typeface="Aptos"/>
                <ns1:ea typeface="Aptos"/>
                <ns1:cs typeface="Aptos"/>
              </ns1:defRPr>
            </ns1:lvl6pPr>
            <ns1:lvl7pPr algn="ctr">
              <ns1:defRPr sz="1425" b="1">
                <ns1:solidFill>
                  <ns1:srgbClr val="22B8A8"/>
                </ns1:solidFill>
                <ns1:latin typeface="Aptos"/>
                <ns1:ea typeface="Aptos"/>
                <ns1:cs typeface="Aptos"/>
              </ns1:defRPr>
            </ns1:lvl7pPr>
            <ns1:lvl8pPr algn="ctr">
              <ns1:defRPr sz="1425" b="1">
                <ns1:solidFill>
                  <ns1:srgbClr val="22B8A8"/>
                </ns1:solidFill>
                <ns1:latin typeface="Aptos"/>
                <ns1:ea typeface="Aptos"/>
                <ns1:cs typeface="Aptos"/>
              </ns1:defRPr>
            </ns1:lvl8pPr>
            <ns1:lvl9pPr algn="ctr">
              <ns1:defRPr sz="1425" b="1">
                <ns1:solidFill>
                  <ns1:srgbClr val="22B8A8"/>
                </ns1:solidFill>
                <ns1:latin typeface="Aptos"/>
                <ns1:ea typeface="Aptos"/>
                <ns1:cs typeface="Aptos"/>
              </ns1:defRPr>
            </ns1:lvl9pPr>
          </ns1:lstStyle>
          <ns1:p>
            <ns1:pPr algn="ctr">
              <ns1:defRPr sz="1425" b="1">
                <ns1:solidFill>
                  <ns1:srgbClr val="22B8A8"/>
                </ns1:solidFill>
                <ns1:latin typeface="Aptos"/>
                <ns1:ea typeface="Aptos"/>
                <ns1:cs typeface="Aptos"/>
              </ns1:defRPr>
            </ns1:pPr>
            <ns1:r>
              <ns1:rPr sz="1425" b="1">
                <ns1:solidFill>
                  <ns1:srgbClr val="22B8A8"/>
                </ns1:solidFill>
                <ns1:latin typeface="Aptos"/>
                <ns1:ea typeface="Aptos"/>
                <ns1:cs typeface="Aptos"/>
              </ns1:rPr>
              <ns1:t>Custodia</ns1:t>
            </ns1:r>
          </ns1:p>
        </ns0:txBody>
      </ns0:sp>
      <ns0:sp>
        <ns0:nvSpPr>
          <ns0:cNvPr id="22" name="">
            <ns1:extLst>
              <ns1:ext uri="{FF2B5EF4-FFF2-40B4-BE49-F238E27FC236}">
                <ns2:creationId id="{566D84AB-55A0-4E50-B56F-892B713ACE98}"/>
              </ns1:ext>
            </ns1:extLst>
          </ns0:cNvPr>
          <ns0:cNvSpPr>
            <ns1:spLocks noGrp="1"/>
          </ns0:cNvSpPr>
          <ns0:nvPr/>
        </ns0:nvSpPr>
        <ns0:spPr>
          <ns1:xfrm>
            <ns1:off x="4448175" y="2324100"/>
            <ns1:ext cx="495300" cy="666750"/>
          </ns1:xfrm>
          <ns1:prstGeom prst="roundRect">
            <ns1:avLst>
              <ns1:gd name="adj" fmla="val 15385"/>
            </ns1:avLst>
          </ns1:prstGeom>
          <ns1:solidFill>
            <ns1:srgbClr val="E9FBF7"/>
          </ns1:solidFill>
          <ns1:ln w="28575">
            <ns1:solidFill>
              <ns1:srgbClr val="22B8A8"/>
            </ns1:solidFill>
            <ns1:prstDash val="solid"/>
          </ns1:ln>
        </ns0:spPr>
      </ns0:sp>
      <ns0:sp>
        <ns0:nvSpPr>
          <ns0:cNvPr id="23" name="">
            <ns1:extLst>
              <ns1:ext uri="{FF2B5EF4-FFF2-40B4-BE49-F238E27FC236}">
                <ns2:creationId id="{62919208-F645-49EE-9114-D1929FFCD9C4}"/>
              </ns1:ext>
            </ns1:extLst>
          </ns0:cNvPr>
          <ns0:cNvSpPr>
            <ns1:spLocks noGrp="1"/>
          </ns0:cNvSpPr>
          <ns0:nvPr/>
        </ns0:nvSpPr>
        <ns0:spPr>
          <ns1:xfrm>
            <ns1:off x="4524375" y="2409825"/>
            <ns1:ext cx="342900" cy="447675"/>
          </ns1:xfrm>
          <ns1:prstGeom prst="roundRect">
            <ns1:avLst>
              <ns1:gd name="adj" fmla="val 22222"/>
            </ns1:avLst>
          </ns1:prstGeom>
          <ns1:solidFill>
            <ns1:srgbClr val="FFFFFF"/>
          </ns1:solidFill>
          <ns1:ln w="9525">
            <ns1:solidFill>
              <ns1:srgbClr val="DCE3ED"/>
            </ns1:solidFill>
            <ns1:prstDash val="solid"/>
          </ns1:ln>
        </ns0:spPr>
      </ns0:sp>
      <ns0:sp>
        <ns0:nvSpPr>
          <ns0:cNvPr id="24" name="">
            <ns1:extLst>
              <ns1:ext uri="{FF2B5EF4-FFF2-40B4-BE49-F238E27FC236}">
                <ns2:creationId id="{58C87743-8E88-41D5-9C3C-872569687101}"/>
              </ns1:ext>
            </ns1:extLst>
          </ns0:cNvPr>
          <ns0:cNvSpPr>
            <ns1:spLocks noGrp="1"/>
          </ns0:cNvSpPr>
          <ns0:nvPr/>
        </ns0:nvSpPr>
        <ns0:spPr>
          <ns1:xfrm>
            <ns1:off x="4638675" y="2886075"/>
            <ns1:ext cx="114300" cy="57150"/>
          </ns1:xfrm>
          <ns1:prstGeom prst="ellipse">
            <ns1:avLst/>
          </ns1:prstGeom>
          <ns1:solidFill>
            <ns1:srgbClr val="22B8A8"/>
          </ns1:solidFill>
          <ns1:ln w="0">
            <ns1:noFill/>
            <ns1:prstDash val="solid"/>
          </ns1:ln>
        </ns0:spPr>
      </ns0:sp>
      <ns0:sp>
        <ns0:nvSpPr>
          <ns0:cNvPr id="25" name="">
            <ns1:extLst>
              <ns1:ext uri="{FF2B5EF4-FFF2-40B4-BE49-F238E27FC236}">
                <ns2:creationId id="{D5B58D0B-5CA6-4501-8FBC-B3235E8E6E19}"/>
              </ns1:ext>
            </ns1:extLst>
          </ns0:cNvPr>
          <ns0:cNvSpPr>
            <ns1:spLocks noGrp="1"/>
          </ns0:cNvSpPr>
          <ns0:nvPr/>
        </ns0:nvSpPr>
        <ns0:spPr>
          <ns1:xfrm>
            <ns1:off x="3629025" y="3076575"/>
            <ns1:ext cx="2133600" cy="400050"/>
          </ns1:xfrm>
          <ns1:prstGeom prst="rect">
            <ns1:avLst/>
          </ns1:prstGeom>
          <ns1:noFill/>
          <ns1:ln w="0">
            <ns1:noFill/>
            <ns1:prstDash val="solid"/>
          </ns1:ln>
        </ns0:spPr>
        <ns0:txBody>
          <ns1:bodyPr lIns="0" tIns="0" rIns="0" bIns="0" anchor="t">
            <ns1:normAutofit fontScale="100000"/>
          </ns1:bodyPr>
          <ns1:lstStyle>
            <ns1:defPPr algn="ctr">
              <ns1:defRPr sz="1125" b="0">
                <ns1:solidFill>
                  <ns1:srgbClr val="536276"/>
                </ns1:solidFill>
                <ns1:latin typeface="Aptos"/>
                <ns1:ea typeface="Aptos"/>
                <ns1:cs typeface="Aptos"/>
              </ns1:defRPr>
            </ns1:defPPr>
            <ns1:lvl1pPr algn="ctr">
              <ns1:defRPr sz="1125" b="0">
                <ns1:solidFill>
                  <ns1:srgbClr val="536276"/>
                </ns1:solidFill>
                <ns1:latin typeface="Aptos"/>
                <ns1:ea typeface="Aptos"/>
                <ns1:cs typeface="Aptos"/>
              </ns1:defRPr>
            </ns1:lvl1pPr>
            <ns1:lvl2pPr algn="ctr">
              <ns1:defRPr sz="1125" b="0">
                <ns1:solidFill>
                  <ns1:srgbClr val="536276"/>
                </ns1:solidFill>
                <ns1:latin typeface="Aptos"/>
                <ns1:ea typeface="Aptos"/>
                <ns1:cs typeface="Aptos"/>
              </ns1:defRPr>
            </ns1:lvl2pPr>
            <ns1:lvl3pPr algn="ctr">
              <ns1:defRPr sz="1125" b="0">
                <ns1:solidFill>
                  <ns1:srgbClr val="536276"/>
                </ns1:solidFill>
                <ns1:latin typeface="Aptos"/>
                <ns1:ea typeface="Aptos"/>
                <ns1:cs typeface="Aptos"/>
              </ns1:defRPr>
            </ns1:lvl3pPr>
            <ns1:lvl4pPr algn="ctr">
              <ns1:defRPr sz="1125" b="0">
                <ns1:solidFill>
                  <ns1:srgbClr val="536276"/>
                </ns1:solidFill>
                <ns1:latin typeface="Aptos"/>
                <ns1:ea typeface="Aptos"/>
                <ns1:cs typeface="Aptos"/>
              </ns1:defRPr>
            </ns1:lvl4pPr>
            <ns1:lvl5pPr algn="ctr">
              <ns1:defRPr sz="1125" b="0">
                <ns1:solidFill>
                  <ns1:srgbClr val="536276"/>
                </ns1:solidFill>
                <ns1:latin typeface="Aptos"/>
                <ns1:ea typeface="Aptos"/>
                <ns1:cs typeface="Aptos"/>
              </ns1:defRPr>
            </ns1:lvl5pPr>
            <ns1:lvl6pPr algn="ctr">
              <ns1:defRPr sz="1125" b="0">
                <ns1:solidFill>
                  <ns1:srgbClr val="536276"/>
                </ns1:solidFill>
                <ns1:latin typeface="Aptos"/>
                <ns1:ea typeface="Aptos"/>
                <ns1:cs typeface="Aptos"/>
              </ns1:defRPr>
            </ns1:lvl6pPr>
            <ns1:lvl7pPr algn="ctr">
              <ns1:defRPr sz="1125" b="0">
                <ns1:solidFill>
                  <ns1:srgbClr val="536276"/>
                </ns1:solidFill>
                <ns1:latin typeface="Aptos"/>
                <ns1:ea typeface="Aptos"/>
                <ns1:cs typeface="Aptos"/>
              </ns1:defRPr>
            </ns1:lvl7pPr>
            <ns1:lvl8pPr algn="ctr">
              <ns1:defRPr sz="1125" b="0">
                <ns1:solidFill>
                  <ns1:srgbClr val="536276"/>
                </ns1:solidFill>
                <ns1:latin typeface="Aptos"/>
                <ns1:ea typeface="Aptos"/>
                <ns1:cs typeface="Aptos"/>
              </ns1:defRPr>
            </ns1:lvl8pPr>
            <ns1:lvl9pPr algn="ctr">
              <ns1:defRPr sz="1125" b="0">
                <ns1:solidFill>
                  <ns1:srgbClr val="536276"/>
                </ns1:solidFill>
                <ns1:latin typeface="Aptos"/>
                <ns1:ea typeface="Aptos"/>
                <ns1:cs typeface="Aptos"/>
              </ns1:defRPr>
            </ns1:lvl9pPr>
          </ns1:lstStyle>
          <ns1:p>
            <ns1:pPr algn="ctr">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El estudiante la guarda en su teléfono.</ns1:t>
            </ns1:r>
          </ns1:p>
        </ns0:txBody>
      </ns0:sp>
      <ns0:sp>
        <ns0:nvSpPr>
          <ns0:cNvPr id="26" name="">
            <ns1:extLst>
              <ns1:ext uri="{FF2B5EF4-FFF2-40B4-BE49-F238E27FC236}">
                <ns2:creationId id="{52B67A96-0DC3-49FD-9DE9-1A4630EFE57C}"/>
              </ns1:ext>
            </ns1:extLst>
          </ns0:cNvPr>
          <ns0:cNvSpPr>
            <ns1:spLocks noGrp="1"/>
          </ns0:cNvSpPr>
          <ns0:nvPr/>
        </ns0:nvSpPr>
        <ns0:spPr>
          <ns1:xfrm>
            <ns1:off x="5972175" y="2543175"/>
            <ns1:ext cx="266700" cy="228600"/>
          </ns1:xfrm>
          <ns1:prstGeom prst="rightArrow">
            <ns1:avLst/>
          </ns1:prstGeom>
          <ns1:solidFill>
            <ns1:srgbClr val="22B8A8"/>
          </ns1:solidFill>
          <ns1:ln w="0">
            <ns1:noFill/>
            <ns1:prstDash val="solid"/>
          </ns1:ln>
        </ns0:spPr>
      </ns0:sp>
      <ns0:sp>
        <ns0:nvSpPr>
          <ns0:cNvPr id="27" name="">
            <ns1:extLst>
              <ns1:ext uri="{FF2B5EF4-FFF2-40B4-BE49-F238E27FC236}">
                <ns2:creationId id="{DA78A70B-AC2E-42D8-8531-11F0D393A2B1}"/>
              </ns1:ext>
            </ns1:extLst>
          </ns0:cNvPr>
          <ns0:cNvSpPr>
            <ns1:spLocks noGrp="1"/>
          </ns0:cNvSpPr>
          <ns0:nvPr/>
        </ns0:nvSpPr>
        <ns0:spPr>
          <ns1:xfrm>
            <ns1:off x="6267450" y="1857375"/>
            <ns1:ext cx="2476500" cy="1714500"/>
          </ns1:xfrm>
          <ns1:prstGeom prst="roundRect">
            <ns1:avLst>
              <ns1:gd name="adj" fmla="val 4444"/>
            </ns1:avLst>
          </ns1:prstGeom>
          <ns1:solidFill>
            <ns1:srgbClr val="FFFFFF"/>
          </ns1:solidFill>
          <ns1:ln w="9525">
            <ns1:solidFill>
              <ns1:srgbClr val="DCE3ED"/>
            </ns1:solidFill>
            <ns1:prstDash val="solid"/>
          </ns1:ln>
        </ns0:spPr>
      </ns0:sp>
      <ns0:sp>
        <ns0:nvSpPr>
          <ns0:cNvPr id="28" name="">
            <ns1:extLst>
              <ns1:ext uri="{FF2B5EF4-FFF2-40B4-BE49-F238E27FC236}">
                <ns2:creationId id="{E593EEA1-B6FF-4EC0-99ED-26AF33CA3C48}"/>
              </ns1:ext>
            </ns1:extLst>
          </ns0:cNvPr>
          <ns0:cNvSpPr>
            <ns1:spLocks noGrp="1"/>
          </ns0:cNvSpPr>
          <ns0:nvPr/>
        </ns0:nvSpPr>
        <ns0:spPr>
          <ns1:xfrm>
            <ns1:off x="6267450" y="1857375"/>
            <ns1:ext cx="76200" cy="1714500"/>
          </ns1:xfrm>
          <ns1:prstGeom prst="roundRect">
            <ns1:avLst>
              <ns1:gd name="adj" fmla="val 50000"/>
            </ns1:avLst>
          </ns1:prstGeom>
          <ns1:solidFill>
            <ns1:srgbClr val="F2B544"/>
          </ns1:solidFill>
          <ns1:ln w="0">
            <ns1:noFill/>
            <ns1:prstDash val="solid"/>
          </ns1:ln>
        </ns0:spPr>
      </ns0:sp>
      <ns0:sp>
        <ns0:nvSpPr>
          <ns0:cNvPr id="29" name="">
            <ns1:extLst>
              <ns1:ext uri="{FF2B5EF4-FFF2-40B4-BE49-F238E27FC236}">
                <ns2:creationId id="{9455E2F0-AFF5-40B8-ABE3-82C5EB20A387}"/>
              </ns1:ext>
            </ns1:extLst>
          </ns0:cNvPr>
          <ns0:cNvSpPr>
            <ns1:spLocks noGrp="1"/>
          </ns0:cNvSpPr>
          <ns0:nvPr/>
        </ns0:nvSpPr>
        <ns0:spPr>
          <ns1:xfrm>
            <ns1:off x="6457950" y="1971675"/>
            <ns1:ext cx="2095500" cy="24765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F2B544"/>
                </ns1:solidFill>
                <ns1:latin typeface="Aptos"/>
                <ns1:ea typeface="Aptos"/>
                <ns1:cs typeface="Aptos"/>
              </ns1:defRPr>
            </ns1:defPPr>
            <ns1:lvl1pPr algn="ctr">
              <ns1:defRPr sz="1425" b="1">
                <ns1:solidFill>
                  <ns1:srgbClr val="F2B544"/>
                </ns1:solidFill>
                <ns1:latin typeface="Aptos"/>
                <ns1:ea typeface="Aptos"/>
                <ns1:cs typeface="Aptos"/>
              </ns1:defRPr>
            </ns1:lvl1pPr>
            <ns1:lvl2pPr algn="ctr">
              <ns1:defRPr sz="1425" b="1">
                <ns1:solidFill>
                  <ns1:srgbClr val="F2B544"/>
                </ns1:solidFill>
                <ns1:latin typeface="Aptos"/>
                <ns1:ea typeface="Aptos"/>
                <ns1:cs typeface="Aptos"/>
              </ns1:defRPr>
            </ns1:lvl2pPr>
            <ns1:lvl3pPr algn="ctr">
              <ns1:defRPr sz="1425" b="1">
                <ns1:solidFill>
                  <ns1:srgbClr val="F2B544"/>
                </ns1:solidFill>
                <ns1:latin typeface="Aptos"/>
                <ns1:ea typeface="Aptos"/>
                <ns1:cs typeface="Aptos"/>
              </ns1:defRPr>
            </ns1:lvl3pPr>
            <ns1:lvl4pPr algn="ctr">
              <ns1:defRPr sz="1425" b="1">
                <ns1:solidFill>
                  <ns1:srgbClr val="F2B544"/>
                </ns1:solidFill>
                <ns1:latin typeface="Aptos"/>
                <ns1:ea typeface="Aptos"/>
                <ns1:cs typeface="Aptos"/>
              </ns1:defRPr>
            </ns1:lvl4pPr>
            <ns1:lvl5pPr algn="ctr">
              <ns1:defRPr sz="1425" b="1">
                <ns1:solidFill>
                  <ns1:srgbClr val="F2B544"/>
                </ns1:solidFill>
                <ns1:latin typeface="Aptos"/>
                <ns1:ea typeface="Aptos"/>
                <ns1:cs typeface="Aptos"/>
              </ns1:defRPr>
            </ns1:lvl5pPr>
            <ns1:lvl6pPr algn="ctr">
              <ns1:defRPr sz="1425" b="1">
                <ns1:solidFill>
                  <ns1:srgbClr val="F2B544"/>
                </ns1:solidFill>
                <ns1:latin typeface="Aptos"/>
                <ns1:ea typeface="Aptos"/>
                <ns1:cs typeface="Aptos"/>
              </ns1:defRPr>
            </ns1:lvl6pPr>
            <ns1:lvl7pPr algn="ctr">
              <ns1:defRPr sz="1425" b="1">
                <ns1:solidFill>
                  <ns1:srgbClr val="F2B544"/>
                </ns1:solidFill>
                <ns1:latin typeface="Aptos"/>
                <ns1:ea typeface="Aptos"/>
                <ns1:cs typeface="Aptos"/>
              </ns1:defRPr>
            </ns1:lvl7pPr>
            <ns1:lvl8pPr algn="ctr">
              <ns1:defRPr sz="1425" b="1">
                <ns1:solidFill>
                  <ns1:srgbClr val="F2B544"/>
                </ns1:solidFill>
                <ns1:latin typeface="Aptos"/>
                <ns1:ea typeface="Aptos"/>
                <ns1:cs typeface="Aptos"/>
              </ns1:defRPr>
            </ns1:lvl8pPr>
            <ns1:lvl9pPr algn="ctr">
              <ns1:defRPr sz="1425" b="1">
                <ns1:solidFill>
                  <ns1:srgbClr val="F2B544"/>
                </ns1:solidFill>
                <ns1:latin typeface="Aptos"/>
                <ns1:ea typeface="Aptos"/>
                <ns1:cs typeface="Aptos"/>
              </ns1:defRPr>
            </ns1:lvl9pPr>
          </ns1:lstStyle>
          <ns1:p>
            <ns1:pPr algn="ctr">
              <ns1:defRPr sz="1425" b="1">
                <ns1:solidFill>
                  <ns1:srgbClr val="F2B544"/>
                </ns1:solidFill>
                <ns1:latin typeface="Aptos"/>
                <ns1:ea typeface="Aptos"/>
                <ns1:cs typeface="Aptos"/>
              </ns1:defRPr>
            </ns1:pPr>
            <ns1:r>
              <ns1:rPr sz="1425" b="1">
                <ns1:solidFill>
                  <ns1:srgbClr val="F2B544"/>
                </ns1:solidFill>
                <ns1:latin typeface="Aptos"/>
                <ns1:ea typeface="Aptos"/>
                <ns1:cs typeface="Aptos"/>
              </ns1:rPr>
              <ns1:t>Presentación</ns1:t>
            </ns1:r>
          </ns1:p>
        </ns0:txBody>
      </ns0:sp>
      <ns0:sp>
        <ns0:nvSpPr>
          <ns0:cNvPr id="30" name="">
            <ns1:extLst>
              <ns1:ext uri="{FF2B5EF4-FFF2-40B4-BE49-F238E27FC236}">
                <ns2:creationId id="{48762618-A721-4AF3-B029-5B34F8369B93}"/>
              </ns1:ext>
            </ns1:extLst>
          </ns0:cNvPr>
          <ns0:cNvSpPr>
            <ns1:spLocks noGrp="1"/>
          </ns0:cNvSpPr>
          <ns0:nvPr/>
        </ns0:nvSpPr>
        <ns0:spPr>
          <ns1:xfrm>
            <ns1:off x="7200900" y="2352675"/>
            <ns1:ext cx="590550" cy="590550"/>
          </ns1:xfrm>
          <ns1:prstGeom prst="roundRect">
            <ns1:avLst>
              <ns1:gd name="adj" fmla="val 12903"/>
            </ns1:avLst>
          </ns1:prstGeom>
          <ns1:solidFill>
            <ns1:srgbClr val="FFFFFF"/>
          </ns1:solidFill>
          <ns1:ln w="19050">
            <ns1:solidFill>
              <ns1:srgbClr val="F2B544"/>
            </ns1:solidFill>
            <ns1:prstDash val="solid"/>
          </ns1:ln>
        </ns0:spPr>
      </ns0:sp>
      <ns0:sp>
        <ns0:nvSpPr>
          <ns0:cNvPr id="31" name="">
            <ns1:extLst>
              <ns1:ext uri="{FF2B5EF4-FFF2-40B4-BE49-F238E27FC236}">
                <ns2:creationId id="{91B9236F-060B-4BB3-9764-76451E47044F}"/>
              </ns1:ext>
            </ns1:extLst>
          </ns0:cNvPr>
          <ns0:cNvSpPr>
            <ns1:spLocks noGrp="1"/>
          </ns0:cNvSpPr>
          <ns0:nvPr/>
        </ns0:nvSpPr>
        <ns0:spPr>
          <ns1:xfrm>
            <ns1:off x="7250113" y="2401888"/>
            <ns1:ext cx="147638" cy="147638"/>
          </ns1:xfrm>
          <ns1:prstGeom prst="roundRect">
            <ns1:avLst>
              <ns1:gd name="adj" fmla="val 50000"/>
            </ns1:avLst>
          </ns1:prstGeom>
          <ns1:solidFill>
            <ns1:srgbClr val="F2B544"/>
          </ns1:solidFill>
          <ns1:ln w="0">
            <ns1:noFill/>
            <ns1:prstDash val="solid"/>
          </ns1:ln>
        </ns0:spPr>
      </ns0:sp>
      <ns0:sp>
        <ns0:nvSpPr>
          <ns0:cNvPr id="32" name="">
            <ns1:extLst>
              <ns1:ext uri="{FF2B5EF4-FFF2-40B4-BE49-F238E27FC236}">
                <ns2:creationId id="{04623224-026F-41BD-AC5B-025936BBAF0F}"/>
              </ns1:ext>
            </ns1:extLst>
          </ns0:cNvPr>
          <ns0:cNvSpPr>
            <ns1:spLocks noGrp="1"/>
          </ns0:cNvSpPr>
          <ns0:nvPr/>
        </ns0:nvSpPr>
        <ns0:spPr>
          <ns1:xfrm>
            <ns1:off x="7282101" y="2433876"/>
            <ns1:ext cx="83661" cy="83661"/>
          </ns1:xfrm>
          <ns1:prstGeom prst="roundRect">
            <ns1:avLst>
              <ns1:gd name="adj" fmla="val 50000"/>
            </ns1:avLst>
          </ns1:prstGeom>
          <ns1:solidFill>
            <ns1:srgbClr val="FFFFFF"/>
          </ns1:solidFill>
          <ns1:ln w="0">
            <ns1:noFill/>
            <ns1:prstDash val="solid"/>
          </ns1:ln>
        </ns0:spPr>
      </ns0:sp>
      <ns0:sp>
        <ns0:nvSpPr>
          <ns0:cNvPr id="33" name="">
            <ns1:extLst>
              <ns1:ext uri="{FF2B5EF4-FFF2-40B4-BE49-F238E27FC236}">
                <ns2:creationId id="{D02420C2-CC41-488A-BB45-BFF3ACD04A1C}"/>
              </ns1:ext>
            </ns1:extLst>
          </ns0:cNvPr>
          <ns0:cNvSpPr>
            <ns1:spLocks noGrp="1"/>
          </ns0:cNvSpPr>
          <ns0:nvPr/>
        </ns0:nvSpPr>
        <ns0:spPr>
          <ns1:xfrm>
            <ns1:off x="7309168" y="2460943"/>
            <ns1:ext cx="29528" cy="29528"/>
          </ns1:xfrm>
          <ns1:prstGeom prst="roundRect">
            <ns1:avLst>
              <ns1:gd name="adj" fmla="val 50000"/>
            </ns1:avLst>
          </ns1:prstGeom>
          <ns1:solidFill>
            <ns1:srgbClr val="F2B544"/>
          </ns1:solidFill>
          <ns1:ln w="0">
            <ns1:noFill/>
            <ns1:prstDash val="solid"/>
          </ns1:ln>
        </ns0:spPr>
      </ns0:sp>
      <ns0:sp>
        <ns0:nvSpPr>
          <ns0:cNvPr id="34" name="">
            <ns1:extLst>
              <ns1:ext uri="{FF2B5EF4-FFF2-40B4-BE49-F238E27FC236}">
                <ns2:creationId id="{62401494-3655-4AA0-9EA7-9B47D0464416}"/>
              </ns1:ext>
            </ns1:extLst>
          </ns0:cNvPr>
          <ns0:cNvSpPr>
            <ns1:spLocks noGrp="1"/>
          </ns0:cNvSpPr>
          <ns0:nvPr/>
        </ns0:nvSpPr>
        <ns0:spPr>
          <ns1:xfrm>
            <ns1:off x="7594600" y="2401888"/>
            <ns1:ext cx="147638" cy="147638"/>
          </ns1:xfrm>
          <ns1:prstGeom prst="roundRect">
            <ns1:avLst>
              <ns1:gd name="adj" fmla="val 50000"/>
            </ns1:avLst>
          </ns1:prstGeom>
          <ns1:solidFill>
            <ns1:srgbClr val="F2B544"/>
          </ns1:solidFill>
          <ns1:ln w="0">
            <ns1:noFill/>
            <ns1:prstDash val="solid"/>
          </ns1:ln>
        </ns0:spPr>
      </ns0:sp>
      <ns0:sp>
        <ns0:nvSpPr>
          <ns0:cNvPr id="35" name="">
            <ns1:extLst>
              <ns1:ext uri="{FF2B5EF4-FFF2-40B4-BE49-F238E27FC236}">
                <ns2:creationId id="{0E1ADC55-22CB-4D61-B46F-84C3E716A4A0}"/>
              </ns1:ext>
            </ns1:extLst>
          </ns0:cNvPr>
          <ns0:cNvSpPr>
            <ns1:spLocks noGrp="1"/>
          </ns0:cNvSpPr>
          <ns0:nvPr/>
        </ns0:nvSpPr>
        <ns0:spPr>
          <ns1:xfrm>
            <ns1:off x="7626588" y="2433876"/>
            <ns1:ext cx="83661" cy="83661"/>
          </ns1:xfrm>
          <ns1:prstGeom prst="roundRect">
            <ns1:avLst>
              <ns1:gd name="adj" fmla="val 50000"/>
            </ns1:avLst>
          </ns1:prstGeom>
          <ns1:solidFill>
            <ns1:srgbClr val="FFFFFF"/>
          </ns1:solidFill>
          <ns1:ln w="0">
            <ns1:noFill/>
            <ns1:prstDash val="solid"/>
          </ns1:ln>
        </ns0:spPr>
      </ns0:sp>
      <ns0:sp>
        <ns0:nvSpPr>
          <ns0:cNvPr id="36" name="">
            <ns1:extLst>
              <ns1:ext uri="{FF2B5EF4-FFF2-40B4-BE49-F238E27FC236}">
                <ns2:creationId id="{EFE85589-9099-438D-B321-B22E3CDF395A}"/>
              </ns1:ext>
            </ns1:extLst>
          </ns0:cNvPr>
          <ns0:cNvSpPr>
            <ns1:spLocks noGrp="1"/>
          </ns0:cNvSpPr>
          <ns0:nvPr/>
        </ns0:nvSpPr>
        <ns0:spPr>
          <ns1:xfrm>
            <ns1:off x="7653655" y="2460943"/>
            <ns1:ext cx="29528" cy="29528"/>
          </ns1:xfrm>
          <ns1:prstGeom prst="roundRect">
            <ns1:avLst>
              <ns1:gd name="adj" fmla="val 50000"/>
            </ns1:avLst>
          </ns1:prstGeom>
          <ns1:solidFill>
            <ns1:srgbClr val="F2B544"/>
          </ns1:solidFill>
          <ns1:ln w="0">
            <ns1:noFill/>
            <ns1:prstDash val="solid"/>
          </ns1:ln>
        </ns0:spPr>
      </ns0:sp>
      <ns0:sp>
        <ns0:nvSpPr>
          <ns0:cNvPr id="37" name="">
            <ns1:extLst>
              <ns1:ext uri="{FF2B5EF4-FFF2-40B4-BE49-F238E27FC236}">
                <ns2:creationId id="{F52072EE-C482-49E8-AEE0-477EDF0BC635}"/>
              </ns1:ext>
            </ns1:extLst>
          </ns0:cNvPr>
          <ns0:cNvSpPr>
            <ns1:spLocks noGrp="1"/>
          </ns0:cNvSpPr>
          <ns0:nvPr/>
        </ns0:nvSpPr>
        <ns0:spPr>
          <ns1:xfrm>
            <ns1:off x="7250113" y="2746375"/>
            <ns1:ext cx="147638" cy="147638"/>
          </ns1:xfrm>
          <ns1:prstGeom prst="roundRect">
            <ns1:avLst>
              <ns1:gd name="adj" fmla="val 50000"/>
            </ns1:avLst>
          </ns1:prstGeom>
          <ns1:solidFill>
            <ns1:srgbClr val="F2B544"/>
          </ns1:solidFill>
          <ns1:ln w="0">
            <ns1:noFill/>
            <ns1:prstDash val="solid"/>
          </ns1:ln>
        </ns0:spPr>
      </ns0:sp>
      <ns0:sp>
        <ns0:nvSpPr>
          <ns0:cNvPr id="38" name="">
            <ns1:extLst>
              <ns1:ext uri="{FF2B5EF4-FFF2-40B4-BE49-F238E27FC236}">
                <ns2:creationId id="{52AFC68C-BC51-4713-B501-B3A489A9FB4A}"/>
              </ns1:ext>
            </ns1:extLst>
          </ns0:cNvPr>
          <ns0:cNvSpPr>
            <ns1:spLocks noGrp="1"/>
          </ns0:cNvSpPr>
          <ns0:nvPr/>
        </ns0:nvSpPr>
        <ns0:spPr>
          <ns1:xfrm>
            <ns1:off x="7282101" y="2778363"/>
            <ns1:ext cx="83661" cy="83661"/>
          </ns1:xfrm>
          <ns1:prstGeom prst="roundRect">
            <ns1:avLst>
              <ns1:gd name="adj" fmla="val 50000"/>
            </ns1:avLst>
          </ns1:prstGeom>
          <ns1:solidFill>
            <ns1:srgbClr val="FFFFFF"/>
          </ns1:solidFill>
          <ns1:ln w="0">
            <ns1:noFill/>
            <ns1:prstDash val="solid"/>
          </ns1:ln>
        </ns0:spPr>
      </ns0:sp>
      <ns0:sp>
        <ns0:nvSpPr>
          <ns0:cNvPr id="39" name="">
            <ns1:extLst>
              <ns1:ext uri="{FF2B5EF4-FFF2-40B4-BE49-F238E27FC236}">
                <ns2:creationId id="{3EAC0027-CE05-414C-B10F-021AF38A3469}"/>
              </ns1:ext>
            </ns1:extLst>
          </ns0:cNvPr>
          <ns0:cNvSpPr>
            <ns1:spLocks noGrp="1"/>
          </ns0:cNvSpPr>
          <ns0:nvPr/>
        </ns0:nvSpPr>
        <ns0:spPr>
          <ns1:xfrm>
            <ns1:off x="7309168" y="2805430"/>
            <ns1:ext cx="29528" cy="29528"/>
          </ns1:xfrm>
          <ns1:prstGeom prst="roundRect">
            <ns1:avLst>
              <ns1:gd name="adj" fmla="val 50000"/>
            </ns1:avLst>
          </ns1:prstGeom>
          <ns1:solidFill>
            <ns1:srgbClr val="F2B544"/>
          </ns1:solidFill>
          <ns1:ln w="0">
            <ns1:noFill/>
            <ns1:prstDash val="solid"/>
          </ns1:ln>
        </ns0:spPr>
      </ns0:sp>
      <ns0:sp>
        <ns0:nvSpPr>
          <ns0:cNvPr id="40" name="">
            <ns1:extLst>
              <ns1:ext uri="{FF2B5EF4-FFF2-40B4-BE49-F238E27FC236}">
                <ns2:creationId id="{D278D00D-BDD8-454F-80F3-FDC7DA936BA7}"/>
              </ns1:ext>
            </ns1:extLst>
          </ns0:cNvPr>
          <ns0:cNvSpPr>
            <ns1:spLocks noGrp="1"/>
          </ns0:cNvSpPr>
          <ns0:nvPr/>
        </ns0:nvSpPr>
        <ns0:spPr>
          <ns1:xfrm>
            <ns1:off x="7496175" y="2598738"/>
            <ns1:ext cx="39370" cy="39370"/>
          </ns1:xfrm>
          <ns1:prstGeom prst="rect">
            <ns1:avLst/>
          </ns1:prstGeom>
          <ns1:solidFill>
            <ns1:srgbClr val="F2B544"/>
          </ns1:solidFill>
          <ns1:ln w="0">
            <ns1:noFill/>
            <ns1:prstDash val="solid"/>
          </ns1:ln>
        </ns0:spPr>
      </ns0:sp>
      <ns0:sp>
        <ns0:nvSpPr>
          <ns0:cNvPr id="41" name="">
            <ns1:extLst>
              <ns1:ext uri="{FF2B5EF4-FFF2-40B4-BE49-F238E27FC236}">
                <ns2:creationId id="{8E25E4C0-62E7-474F-99AB-5F89EE004776}"/>
              </ns1:ext>
            </ns1:extLst>
          </ns0:cNvPr>
          <ns0:cNvSpPr>
            <ns1:spLocks noGrp="1"/>
          </ns0:cNvSpPr>
          <ns0:nvPr/>
        </ns0:nvSpPr>
        <ns0:spPr>
          <ns1:xfrm>
            <ns1:off x="7594600" y="2647950"/>
            <ns1:ext cx="39370" cy="39370"/>
          </ns1:xfrm>
          <ns1:prstGeom prst="rect">
            <ns1:avLst/>
          </ns1:prstGeom>
          <ns1:solidFill>
            <ns1:srgbClr val="F2B544"/>
          </ns1:solidFill>
          <ns1:ln w="0">
            <ns1:noFill/>
            <ns1:prstDash val="solid"/>
          </ns1:ln>
        </ns0:spPr>
      </ns0:sp>
      <ns0:sp>
        <ns0:nvSpPr>
          <ns0:cNvPr id="42" name="">
            <ns1:extLst>
              <ns1:ext uri="{FF2B5EF4-FFF2-40B4-BE49-F238E27FC236}">
                <ns2:creationId id="{A54CF07D-572C-47BF-B900-B41263C0F164}"/>
              </ns1:ext>
            </ns1:extLst>
          </ns0:cNvPr>
          <ns0:cNvSpPr>
            <ns1:spLocks noGrp="1"/>
          </ns0:cNvSpPr>
          <ns0:nvPr/>
        </ns0:nvSpPr>
        <ns0:spPr>
          <ns1:xfrm>
            <ns1:off x="7446963" y="2746375"/>
            <ns1:ext cx="39370" cy="39370"/>
          </ns1:xfrm>
          <ns1:prstGeom prst="rect">
            <ns1:avLst/>
          </ns1:prstGeom>
          <ns1:solidFill>
            <ns1:srgbClr val="F2B544"/>
          </ns1:solidFill>
          <ns1:ln w="0">
            <ns1:noFill/>
            <ns1:prstDash val="solid"/>
          </ns1:ln>
        </ns0:spPr>
      </ns0:sp>
      <ns0:sp>
        <ns0:nvSpPr>
          <ns0:cNvPr id="43" name="">
            <ns1:extLst>
              <ns1:ext uri="{FF2B5EF4-FFF2-40B4-BE49-F238E27FC236}">
                <ns2:creationId id="{949D87F1-DBB6-4893-953E-56B0C70A63CC}"/>
              </ns1:ext>
            </ns1:extLst>
          </ns0:cNvPr>
          <ns0:cNvSpPr>
            <ns1:spLocks noGrp="1"/>
          </ns0:cNvSpPr>
          <ns0:nvPr/>
        </ns0:nvSpPr>
        <ns0:spPr>
          <ns1:xfrm>
            <ns1:off x="7545388" y="2795588"/>
            <ns1:ext cx="39370" cy="39370"/>
          </ns1:xfrm>
          <ns1:prstGeom prst="rect">
            <ns1:avLst/>
          </ns1:prstGeom>
          <ns1:solidFill>
            <ns1:srgbClr val="F2B544"/>
          </ns1:solidFill>
          <ns1:ln w="0">
            <ns1:noFill/>
            <ns1:prstDash val="solid"/>
          </ns1:ln>
        </ns0:spPr>
      </ns0:sp>
      <ns0:sp>
        <ns0:nvSpPr>
          <ns0:cNvPr id="44" name="">
            <ns1:extLst>
              <ns1:ext uri="{FF2B5EF4-FFF2-40B4-BE49-F238E27FC236}">
                <ns2:creationId id="{79BEEFE7-DB17-4843-A492-E3338F260336}"/>
              </ns1:ext>
            </ns1:extLst>
          </ns0:cNvPr>
          <ns0:cNvSpPr>
            <ns1:spLocks noGrp="1"/>
          </ns0:cNvSpPr>
          <ns0:nvPr/>
        </ns0:nvSpPr>
        <ns0:spPr>
          <ns1:xfrm>
            <ns1:off x="7643813" y="2746375"/>
            <ns1:ext cx="39370" cy="39370"/>
          </ns1:xfrm>
          <ns1:prstGeom prst="rect">
            <ns1:avLst/>
          </ns1:prstGeom>
          <ns1:solidFill>
            <ns1:srgbClr val="F2B544"/>
          </ns1:solidFill>
          <ns1:ln w="0">
            <ns1:noFill/>
            <ns1:prstDash val="solid"/>
          </ns1:ln>
        </ns0:spPr>
      </ns0:sp>
      <ns0:sp>
        <ns0:nvSpPr>
          <ns0:cNvPr id="45" name="">
            <ns1:extLst>
              <ns1:ext uri="{FF2B5EF4-FFF2-40B4-BE49-F238E27FC236}">
                <ns2:creationId id="{DF11A4A2-2A3E-4A05-87AF-891E3A26F864}"/>
              </ns1:ext>
            </ns1:extLst>
          </ns0:cNvPr>
          <ns0:cNvSpPr>
            <ns1:spLocks noGrp="1"/>
          </ns0:cNvSpPr>
          <ns0:nvPr/>
        </ns0:nvSpPr>
        <ns0:spPr>
          <ns1:xfrm>
            <ns1:off x="7446963" y="2598738"/>
            <ns1:ext cx="39370" cy="39370"/>
          </ns1:xfrm>
          <ns1:prstGeom prst="rect">
            <ns1:avLst/>
          </ns1:prstGeom>
          <ns1:solidFill>
            <ns1:srgbClr val="F2B544"/>
          </ns1:solidFill>
          <ns1:ln w="0">
            <ns1:noFill/>
            <ns1:prstDash val="solid"/>
          </ns1:ln>
        </ns0:spPr>
      </ns0:sp>
      <ns0:sp>
        <ns0:nvSpPr>
          <ns0:cNvPr id="46" name="">
            <ns1:extLst>
              <ns1:ext uri="{FF2B5EF4-FFF2-40B4-BE49-F238E27FC236}">
                <ns2:creationId id="{8CB630F8-B0AD-40FC-B04F-4458D8030FD3}"/>
              </ns1:ext>
            </ns1:extLst>
          </ns0:cNvPr>
          <ns0:cNvSpPr>
            <ns1:spLocks noGrp="1"/>
          </ns0:cNvSpPr>
          <ns0:nvPr/>
        </ns0:nvSpPr>
        <ns0:spPr>
          <ns1:xfrm>
            <ns1:off x="7643813" y="2598738"/>
            <ns1:ext cx="39370" cy="39370"/>
          </ns1:xfrm>
          <ns1:prstGeom prst="rect">
            <ns1:avLst/>
          </ns1:prstGeom>
          <ns1:solidFill>
            <ns1:srgbClr val="F2B544"/>
          </ns1:solidFill>
          <ns1:ln w="0">
            <ns1:noFill/>
            <ns1:prstDash val="solid"/>
          </ns1:ln>
        </ns0:spPr>
      </ns0:sp>
      <ns0:sp>
        <ns0:nvSpPr>
          <ns0:cNvPr id="47" name="">
            <ns1:extLst>
              <ns1:ext uri="{FF2B5EF4-FFF2-40B4-BE49-F238E27FC236}">
                <ns2:creationId id="{8C17284A-8A6B-485A-8A2E-1270FCCD58B4}"/>
              </ns1:ext>
            </ns1:extLst>
          </ns0:cNvPr>
          <ns0:cNvSpPr>
            <ns1:spLocks noGrp="1"/>
          </ns0:cNvSpPr>
          <ns0:nvPr/>
        </ns0:nvSpPr>
        <ns0:spPr>
          <ns1:xfrm>
            <ns1:off x="7496175" y="2844800"/>
            <ns1:ext cx="39370" cy="39370"/>
          </ns1:xfrm>
          <ns1:prstGeom prst="rect">
            <ns1:avLst/>
          </ns1:prstGeom>
          <ns1:solidFill>
            <ns1:srgbClr val="F2B544"/>
          </ns1:solidFill>
          <ns1:ln w="0">
            <ns1:noFill/>
            <ns1:prstDash val="solid"/>
          </ns1:ln>
        </ns0:spPr>
      </ns0:sp>
      <ns0:sp>
        <ns0:nvSpPr>
          <ns0:cNvPr id="48" name="">
            <ns1:extLst>
              <ns1:ext uri="{FF2B5EF4-FFF2-40B4-BE49-F238E27FC236}">
                <ns2:creationId id="{B05C9B4C-2DD7-48E3-94DF-5E5024FC4FFD}"/>
              </ns1:ext>
            </ns1:extLst>
          </ns0:cNvPr>
          <ns0:cNvSpPr>
            <ns1:spLocks noGrp="1"/>
          </ns0:cNvSpPr>
          <ns0:nvPr/>
        </ns0:nvSpPr>
        <ns0:spPr>
          <ns1:xfrm>
            <ns1:off x="6438900" y="3076575"/>
            <ns1:ext cx="2133600" cy="400050"/>
          </ns1:xfrm>
          <ns1:prstGeom prst="rect">
            <ns1:avLst/>
          </ns1:prstGeom>
          <ns1:noFill/>
          <ns1:ln w="0">
            <ns1:noFill/>
            <ns1:prstDash val="solid"/>
          </ns1:ln>
        </ns0:spPr>
        <ns0:txBody>
          <ns1:bodyPr lIns="0" tIns="0" rIns="0" bIns="0" anchor="t">
            <ns1:normAutofit fontScale="100000"/>
          </ns1:bodyPr>
          <ns1:lstStyle>
            <ns1:defPPr algn="ctr">
              <ns1:defRPr sz="1125" b="0">
                <ns1:solidFill>
                  <ns1:srgbClr val="536276"/>
                </ns1:solidFill>
                <ns1:latin typeface="Aptos"/>
                <ns1:ea typeface="Aptos"/>
                <ns1:cs typeface="Aptos"/>
              </ns1:defRPr>
            </ns1:defPPr>
            <ns1:lvl1pPr algn="ctr">
              <ns1:defRPr sz="1125" b="0">
                <ns1:solidFill>
                  <ns1:srgbClr val="536276"/>
                </ns1:solidFill>
                <ns1:latin typeface="Aptos"/>
                <ns1:ea typeface="Aptos"/>
                <ns1:cs typeface="Aptos"/>
              </ns1:defRPr>
            </ns1:lvl1pPr>
            <ns1:lvl2pPr algn="ctr">
              <ns1:defRPr sz="1125" b="0">
                <ns1:solidFill>
                  <ns1:srgbClr val="536276"/>
                </ns1:solidFill>
                <ns1:latin typeface="Aptos"/>
                <ns1:ea typeface="Aptos"/>
                <ns1:cs typeface="Aptos"/>
              </ns1:defRPr>
            </ns1:lvl2pPr>
            <ns1:lvl3pPr algn="ctr">
              <ns1:defRPr sz="1125" b="0">
                <ns1:solidFill>
                  <ns1:srgbClr val="536276"/>
                </ns1:solidFill>
                <ns1:latin typeface="Aptos"/>
                <ns1:ea typeface="Aptos"/>
                <ns1:cs typeface="Aptos"/>
              </ns1:defRPr>
            </ns1:lvl3pPr>
            <ns1:lvl4pPr algn="ctr">
              <ns1:defRPr sz="1125" b="0">
                <ns1:solidFill>
                  <ns1:srgbClr val="536276"/>
                </ns1:solidFill>
                <ns1:latin typeface="Aptos"/>
                <ns1:ea typeface="Aptos"/>
                <ns1:cs typeface="Aptos"/>
              </ns1:defRPr>
            </ns1:lvl4pPr>
            <ns1:lvl5pPr algn="ctr">
              <ns1:defRPr sz="1125" b="0">
                <ns1:solidFill>
                  <ns1:srgbClr val="536276"/>
                </ns1:solidFill>
                <ns1:latin typeface="Aptos"/>
                <ns1:ea typeface="Aptos"/>
                <ns1:cs typeface="Aptos"/>
              </ns1:defRPr>
            </ns1:lvl5pPr>
            <ns1:lvl6pPr algn="ctr">
              <ns1:defRPr sz="1125" b="0">
                <ns1:solidFill>
                  <ns1:srgbClr val="536276"/>
                </ns1:solidFill>
                <ns1:latin typeface="Aptos"/>
                <ns1:ea typeface="Aptos"/>
                <ns1:cs typeface="Aptos"/>
              </ns1:defRPr>
            </ns1:lvl6pPr>
            <ns1:lvl7pPr algn="ctr">
              <ns1:defRPr sz="1125" b="0">
                <ns1:solidFill>
                  <ns1:srgbClr val="536276"/>
                </ns1:solidFill>
                <ns1:latin typeface="Aptos"/>
                <ns1:ea typeface="Aptos"/>
                <ns1:cs typeface="Aptos"/>
              </ns1:defRPr>
            </ns1:lvl7pPr>
            <ns1:lvl8pPr algn="ctr">
              <ns1:defRPr sz="1125" b="0">
                <ns1:solidFill>
                  <ns1:srgbClr val="536276"/>
                </ns1:solidFill>
                <ns1:latin typeface="Aptos"/>
                <ns1:ea typeface="Aptos"/>
                <ns1:cs typeface="Aptos"/>
              </ns1:defRPr>
            </ns1:lvl8pPr>
            <ns1:lvl9pPr algn="ctr">
              <ns1:defRPr sz="1125" b="0">
                <ns1:solidFill>
                  <ns1:srgbClr val="536276"/>
                </ns1:solidFill>
                <ns1:latin typeface="Aptos"/>
                <ns1:ea typeface="Aptos"/>
                <ns1:cs typeface="Aptos"/>
              </ns1:defRPr>
            </ns1:lvl9pPr>
          </ns1:lstStyle>
          <ns1:p>
            <ns1:pPr algn="ctr">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El verificador pide un dato concreto.</ns1:t>
            </ns1:r>
          </ns1:p>
        </ns0:txBody>
      </ns0:sp>
      <ns0:sp>
        <ns0:nvSpPr>
          <ns0:cNvPr id="49" name="">
            <ns1:extLst>
              <ns1:ext uri="{FF2B5EF4-FFF2-40B4-BE49-F238E27FC236}">
                <ns2:creationId id="{D0A4A8DF-DA9A-4306-99A1-BA5D03823CB2}"/>
              </ns1:ext>
            </ns1:extLst>
          </ns0:cNvPr>
          <ns0:cNvSpPr>
            <ns1:spLocks noGrp="1"/>
          </ns0:cNvSpPr>
          <ns0:nvPr/>
        </ns0:nvSpPr>
        <ns0:spPr>
          <ns1:xfrm>
            <ns1:off x="8782050" y="2543175"/>
            <ns1:ext cx="266700" cy="228600"/>
          </ns1:xfrm>
          <ns1:prstGeom prst="rightArrow">
            <ns1:avLst/>
          </ns1:prstGeom>
          <ns1:solidFill>
            <ns1:srgbClr val="22B8A8"/>
          </ns1:solidFill>
          <ns1:ln w="0">
            <ns1:noFill/>
            <ns1:prstDash val="solid"/>
          </ns1:ln>
        </ns0:spPr>
      </ns0:sp>
      <ns0:sp>
        <ns0:nvSpPr>
          <ns0:cNvPr id="50" name="">
            <ns1:extLst>
              <ns1:ext uri="{FF2B5EF4-FFF2-40B4-BE49-F238E27FC236}">
                <ns2:creationId id="{3AE3866C-7901-4D8D-9651-DA076F048549}"/>
              </ns1:ext>
            </ns1:extLst>
          </ns0:cNvPr>
          <ns0:cNvSpPr>
            <ns1:spLocks noGrp="1"/>
          </ns0:cNvSpPr>
          <ns0:nvPr/>
        </ns0:nvSpPr>
        <ns0:spPr>
          <ns1:xfrm>
            <ns1:off x="9077325" y="1857375"/>
            <ns1:ext cx="2476500" cy="1714500"/>
          </ns1:xfrm>
          <ns1:prstGeom prst="roundRect">
            <ns1:avLst>
              <ns1:gd name="adj" fmla="val 4444"/>
            </ns1:avLst>
          </ns1:prstGeom>
          <ns1:solidFill>
            <ns1:srgbClr val="FFFFFF"/>
          </ns1:solidFill>
          <ns1:ln w="9525">
            <ns1:solidFill>
              <ns1:srgbClr val="DCE3ED"/>
            </ns1:solidFill>
            <ns1:prstDash val="solid"/>
          </ns1:ln>
        </ns0:spPr>
      </ns0:sp>
      <ns0:sp>
        <ns0:nvSpPr>
          <ns0:cNvPr id="51" name="">
            <ns1:extLst>
              <ns1:ext uri="{FF2B5EF4-FFF2-40B4-BE49-F238E27FC236}">
                <ns2:creationId id="{2928F4E8-3E6D-4253-866F-5F13FF35B6B3}"/>
              </ns1:ext>
            </ns1:extLst>
          </ns0:cNvPr>
          <ns0:cNvSpPr>
            <ns1:spLocks noGrp="1"/>
          </ns0:cNvSpPr>
          <ns0:nvPr/>
        </ns0:nvSpPr>
        <ns0:spPr>
          <ns1:xfrm>
            <ns1:off x="9077325" y="1857375"/>
            <ns1:ext cx="76200" cy="1714500"/>
          </ns1:xfrm>
          <ns1:prstGeom prst="roundRect">
            <ns1:avLst>
              <ns1:gd name="adj" fmla="val 50000"/>
            </ns1:avLst>
          </ns1:prstGeom>
          <ns1:solidFill>
            <ns1:srgbClr val="23836E"/>
          </ns1:solidFill>
          <ns1:ln w="0">
            <ns1:noFill/>
            <ns1:prstDash val="solid"/>
          </ns1:ln>
        </ns0:spPr>
      </ns0:sp>
      <ns0:sp>
        <ns0:nvSpPr>
          <ns0:cNvPr id="52" name="">
            <ns1:extLst>
              <ns1:ext uri="{FF2B5EF4-FFF2-40B4-BE49-F238E27FC236}">
                <ns2:creationId id="{E72A2BB7-7056-4884-B1A9-B78F06BC86B0}"/>
              </ns1:ext>
            </ns1:extLst>
          </ns0:cNvPr>
          <ns0:cNvSpPr>
            <ns1:spLocks noGrp="1"/>
          </ns0:cNvSpPr>
          <ns0:nvPr/>
        </ns0:nvSpPr>
        <ns0:spPr>
          <ns1:xfrm>
            <ns1:off x="9267825" y="1971675"/>
            <ns1:ext cx="2095500" cy="24765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23836E"/>
                </ns1:solidFill>
                <ns1:latin typeface="Aptos"/>
                <ns1:ea typeface="Aptos"/>
                <ns1:cs typeface="Aptos"/>
              </ns1:defRPr>
            </ns1:defPPr>
            <ns1:lvl1pPr algn="ctr">
              <ns1:defRPr sz="1425" b="1">
                <ns1:solidFill>
                  <ns1:srgbClr val="23836E"/>
                </ns1:solidFill>
                <ns1:latin typeface="Aptos"/>
                <ns1:ea typeface="Aptos"/>
                <ns1:cs typeface="Aptos"/>
              </ns1:defRPr>
            </ns1:lvl1pPr>
            <ns1:lvl2pPr algn="ctr">
              <ns1:defRPr sz="1425" b="1">
                <ns1:solidFill>
                  <ns1:srgbClr val="23836E"/>
                </ns1:solidFill>
                <ns1:latin typeface="Aptos"/>
                <ns1:ea typeface="Aptos"/>
                <ns1:cs typeface="Aptos"/>
              </ns1:defRPr>
            </ns1:lvl2pPr>
            <ns1:lvl3pPr algn="ctr">
              <ns1:defRPr sz="1425" b="1">
                <ns1:solidFill>
                  <ns1:srgbClr val="23836E"/>
                </ns1:solidFill>
                <ns1:latin typeface="Aptos"/>
                <ns1:ea typeface="Aptos"/>
                <ns1:cs typeface="Aptos"/>
              </ns1:defRPr>
            </ns1:lvl3pPr>
            <ns1:lvl4pPr algn="ctr">
              <ns1:defRPr sz="1425" b="1">
                <ns1:solidFill>
                  <ns1:srgbClr val="23836E"/>
                </ns1:solidFill>
                <ns1:latin typeface="Aptos"/>
                <ns1:ea typeface="Aptos"/>
                <ns1:cs typeface="Aptos"/>
              </ns1:defRPr>
            </ns1:lvl4pPr>
            <ns1:lvl5pPr algn="ctr">
              <ns1:defRPr sz="1425" b="1">
                <ns1:solidFill>
                  <ns1:srgbClr val="23836E"/>
                </ns1:solidFill>
                <ns1:latin typeface="Aptos"/>
                <ns1:ea typeface="Aptos"/>
                <ns1:cs typeface="Aptos"/>
              </ns1:defRPr>
            </ns1:lvl5pPr>
            <ns1:lvl6pPr algn="ctr">
              <ns1:defRPr sz="1425" b="1">
                <ns1:solidFill>
                  <ns1:srgbClr val="23836E"/>
                </ns1:solidFill>
                <ns1:latin typeface="Aptos"/>
                <ns1:ea typeface="Aptos"/>
                <ns1:cs typeface="Aptos"/>
              </ns1:defRPr>
            </ns1:lvl6pPr>
            <ns1:lvl7pPr algn="ctr">
              <ns1:defRPr sz="1425" b="1">
                <ns1:solidFill>
                  <ns1:srgbClr val="23836E"/>
                </ns1:solidFill>
                <ns1:latin typeface="Aptos"/>
                <ns1:ea typeface="Aptos"/>
                <ns1:cs typeface="Aptos"/>
              </ns1:defRPr>
            </ns1:lvl7pPr>
            <ns1:lvl8pPr algn="ctr">
              <ns1:defRPr sz="1425" b="1">
                <ns1:solidFill>
                  <ns1:srgbClr val="23836E"/>
                </ns1:solidFill>
                <ns1:latin typeface="Aptos"/>
                <ns1:ea typeface="Aptos"/>
                <ns1:cs typeface="Aptos"/>
              </ns1:defRPr>
            </ns1:lvl8pPr>
            <ns1:lvl9pPr algn="ctr">
              <ns1:defRPr sz="1425" b="1">
                <ns1:solidFill>
                  <ns1:srgbClr val="23836E"/>
                </ns1:solidFill>
                <ns1:latin typeface="Aptos"/>
                <ns1:ea typeface="Aptos"/>
                <ns1:cs typeface="Aptos"/>
              </ns1:defRPr>
            </ns1:lvl9pPr>
          </ns1:lstStyle>
          <ns1:p>
            <ns1:pPr algn="ctr">
              <ns1:defRPr sz="1425" b="1">
                <ns1:solidFill>
                  <ns1:srgbClr val="23836E"/>
                </ns1:solidFill>
                <ns1:latin typeface="Aptos"/>
                <ns1:ea typeface="Aptos"/>
                <ns1:cs typeface="Aptos"/>
              </ns1:defRPr>
            </ns1:pPr>
            <ns1:r>
              <ns1:rPr sz="1425" b="1">
                <ns1:solidFill>
                  <ns1:srgbClr val="23836E"/>
                </ns1:solidFill>
                <ns1:latin typeface="Aptos"/>
                <ns1:ea typeface="Aptos"/>
                <ns1:cs typeface="Aptos"/>
              </ns1:rPr>
              <ns1:t>Validación</ns1:t>
            </ns1:r>
          </ns1:p>
        </ns0:txBody>
      </ns0:sp>
      <ns0:sp>
        <ns0:nvSpPr>
          <ns0:cNvPr id="53" name="">
            <ns1:extLst>
              <ns1:ext uri="{FF2B5EF4-FFF2-40B4-BE49-F238E27FC236}">
                <ns2:creationId id="{175B2D92-0AE6-42C5-99AD-DBE997A2A99A}"/>
              </ns1:ext>
            </ns1:extLst>
          </ns0:cNvPr>
          <ns0:cNvSpPr>
            <ns1:spLocks noGrp="1"/>
          </ns0:cNvSpPr>
          <ns0:nvPr/>
        </ns0:nvSpPr>
        <ns0:spPr>
          <ns1:xfrm>
            <ns1:off x="9982200" y="2362200"/>
            <ns1:ext cx="438150" cy="438150"/>
          </ns1:xfrm>
          <ns1:prstGeom prst="ellipse">
            <ns1:avLst/>
          </ns1:prstGeom>
          <ns1:noFill/>
          <ns1:ln w="57150">
            <ns1:solidFill>
              <ns1:srgbClr val="23836E"/>
            </ns1:solidFill>
            <ns1:prstDash val="solid"/>
          </ns1:ln>
        </ns0:spPr>
      </ns0:sp>
      <ns0:sp>
        <ns0:nvSpPr>
          <ns0:cNvPr id="54" name="">
            <ns1:extLst>
              <ns1:ext uri="{FF2B5EF4-FFF2-40B4-BE49-F238E27FC236}">
                <ns2:creationId id="{19B3B116-C41A-4F90-B8A2-19D6BF0EC578}"/>
              </ns1:ext>
            </ns1:extLst>
          </ns0:cNvPr>
          <ns0:cNvSpPr>
            <ns1:spLocks noGrp="1"/>
          </ns0:cNvSpPr>
          <ns0:nvPr/>
        </ns0:nvSpPr>
        <ns0:spPr>
          <ns1:xfrm>
            <ns1:off x="10344150" y="2724150"/>
            <ns1:ext cx="304800" cy="76200"/>
          </ns1:xfrm>
          <ns1:prstGeom prst="roundRect">
            <ns1:avLst>
              <ns1:gd name="adj" fmla="val 50000"/>
            </ns1:avLst>
          </ns1:prstGeom>
          <ns1:solidFill>
            <ns1:srgbClr val="23836E"/>
          </ns1:solidFill>
          <ns1:ln w="0">
            <ns1:prstDash val="solid"/>
          </ns1:ln>
        </ns0:spPr>
      </ns0:sp>
      <ns0:sp>
        <ns0:nvSpPr>
          <ns0:cNvPr id="55" name="">
            <ns1:extLst>
              <ns1:ext uri="{FF2B5EF4-FFF2-40B4-BE49-F238E27FC236}">
                <ns2:creationId id="{67731999-AA25-40BB-9FD6-D26DF8DECA58}"/>
              </ns1:ext>
            </ns1:extLst>
          </ns0:cNvPr>
          <ns0:cNvSpPr>
            <ns1:spLocks noGrp="1"/>
          </ns0:cNvSpPr>
          <ns0:nvPr/>
        </ns0:nvSpPr>
        <ns0:spPr>
          <ns1:xfrm>
            <ns1:off x="10534650" y="2771775"/>
            <ns1:ext cx="76200" cy="180975"/>
          </ns1:xfrm>
          <ns1:prstGeom prst="roundRect">
            <ns1:avLst>
              <ns1:gd name="adj" fmla="val 50000"/>
            </ns1:avLst>
          </ns1:prstGeom>
          <ns1:solidFill>
            <ns1:srgbClr val="23836E"/>
          </ns1:solidFill>
          <ns1:ln w="0">
            <ns1:prstDash val="solid"/>
          </ns1:ln>
        </ns0:spPr>
      </ns0:sp>
      <ns0:sp>
        <ns0:nvSpPr>
          <ns0:cNvPr id="56" name="">
            <ns1:extLst>
              <ns1:ext uri="{FF2B5EF4-FFF2-40B4-BE49-F238E27FC236}">
                <ns2:creationId id="{4A4C7020-FD78-4C93-BA20-D97FF7415341}"/>
              </ns1:ext>
            </ns1:extLst>
          </ns0:cNvPr>
          <ns0:cNvSpPr>
            <ns1:spLocks noGrp="1"/>
          </ns0:cNvSpPr>
          <ns0:nvPr/>
        </ns0:nvSpPr>
        <ns0:spPr>
          <ns1:xfrm>
            <ns1:off x="10086975" y="2466975"/>
            <ns1:ext cx="228600" cy="228600"/>
          </ns1:xfrm>
          <ns1:prstGeom prst="ellipse">
            <ns1:avLst/>
          </ns1:prstGeom>
          <ns1:noFill/>
          <ns1:ln w="19050">
            <ns1:solidFill>
              <ns1:srgbClr val="23836E"/>
            </ns1:solidFill>
            <ns1:prstDash val="solid"/>
          </ns1:ln>
        </ns0:spPr>
      </ns0:sp>
      <ns0:sp>
        <ns0:nvSpPr>
          <ns0:cNvPr id="57" name="">
            <ns1:extLst>
              <ns1:ext uri="{FF2B5EF4-FFF2-40B4-BE49-F238E27FC236}">
                <ns2:creationId id="{40D46223-E177-4C0A-8B36-544BC89F1FE6}"/>
              </ns1:ext>
            </ns1:extLst>
          </ns0:cNvPr>
          <ns0:cNvSpPr>
            <ns1:spLocks noGrp="1"/>
          </ns0:cNvSpPr>
          <ns0:nvPr/>
        </ns0:nvSpPr>
        <ns0:spPr>
          <ns1:xfrm flipV="0">
            <ns1:off x="10134600" y="2581275"/>
            <ns1:ext cx="66675" cy="66675"/>
          </ns1:xfrm>
          <ns1:prstGeom prst="line">
            <ns1:avLst/>
          </ns1:prstGeom>
          <ns1:noFill/>
          <ns1:ln w="19050">
            <ns1:solidFill>
              <ns1:srgbClr val="23836E"/>
            </ns1:solidFill>
            <ns1:prstDash val="solid"/>
          </ns1:ln>
        </ns0:spPr>
      </ns0:sp>
      <ns0:sp>
        <ns0:nvSpPr>
          <ns0:cNvPr id="58" name="">
            <ns1:extLst>
              <ns1:ext uri="{FF2B5EF4-FFF2-40B4-BE49-F238E27FC236}">
                <ns2:creationId id="{A255F516-7B56-4195-92F8-0A42FEA5314A}"/>
              </ns1:ext>
            </ns1:extLst>
          </ns0:cNvPr>
          <ns0:cNvSpPr>
            <ns1:spLocks noGrp="1"/>
          </ns0:cNvSpPr>
          <ns0:nvPr/>
        </ns0:nvSpPr>
        <ns0:spPr>
          <ns1:xfrm flipV="1">
            <ns1:off x="10201275" y="2533650"/>
            <ns1:ext cx="95250" cy="114300"/>
          </ns1:xfrm>
          <ns1:prstGeom prst="line">
            <ns1:avLst/>
          </ns1:prstGeom>
          <ns1:noFill/>
          <ns1:ln w="19050">
            <ns1:solidFill>
              <ns1:srgbClr val="23836E"/>
            </ns1:solidFill>
            <ns1:prstDash val="solid"/>
          </ns1:ln>
        </ns0:spPr>
      </ns0:sp>
      <ns0:sp>
        <ns0:nvSpPr>
          <ns0:cNvPr id="59" name="">
            <ns1:extLst>
              <ns1:ext uri="{FF2B5EF4-FFF2-40B4-BE49-F238E27FC236}">
                <ns2:creationId id="{EE1D7909-65F7-4CFD-8049-191D75D59D95}"/>
              </ns1:ext>
            </ns1:extLst>
          </ns0:cNvPr>
          <ns0:cNvSpPr>
            <ns1:spLocks noGrp="1"/>
          </ns0:cNvSpPr>
          <ns0:nvPr/>
        </ns0:nvSpPr>
        <ns0:spPr>
          <ns1:xfrm>
            <ns1:off x="9248775" y="3076575"/>
            <ns1:ext cx="2133600" cy="400050"/>
          </ns1:xfrm>
          <ns1:prstGeom prst="rect">
            <ns1:avLst/>
          </ns1:prstGeom>
          <ns1:noFill/>
          <ns1:ln w="0">
            <ns1:noFill/>
            <ns1:prstDash val="solid"/>
          </ns1:ln>
        </ns0:spPr>
        <ns0:txBody>
          <ns1:bodyPr lIns="0" tIns="0" rIns="0" bIns="0" anchor="t">
            <ns1:normAutofit fontScale="100000"/>
          </ns1:bodyPr>
          <ns1:lstStyle>
            <ns1:defPPr algn="ctr">
              <ns1:defRPr sz="1125" b="0">
                <ns1:solidFill>
                  <ns1:srgbClr val="536276"/>
                </ns1:solidFill>
                <ns1:latin typeface="Aptos"/>
                <ns1:ea typeface="Aptos"/>
                <ns1:cs typeface="Aptos"/>
              </ns1:defRPr>
            </ns1:defPPr>
            <ns1:lvl1pPr algn="ctr">
              <ns1:defRPr sz="1125" b="0">
                <ns1:solidFill>
                  <ns1:srgbClr val="536276"/>
                </ns1:solidFill>
                <ns1:latin typeface="Aptos"/>
                <ns1:ea typeface="Aptos"/>
                <ns1:cs typeface="Aptos"/>
              </ns1:defRPr>
            </ns1:lvl1pPr>
            <ns1:lvl2pPr algn="ctr">
              <ns1:defRPr sz="1125" b="0">
                <ns1:solidFill>
                  <ns1:srgbClr val="536276"/>
                </ns1:solidFill>
                <ns1:latin typeface="Aptos"/>
                <ns1:ea typeface="Aptos"/>
                <ns1:cs typeface="Aptos"/>
              </ns1:defRPr>
            </ns1:lvl2pPr>
            <ns1:lvl3pPr algn="ctr">
              <ns1:defRPr sz="1125" b="0">
                <ns1:solidFill>
                  <ns1:srgbClr val="536276"/>
                </ns1:solidFill>
                <ns1:latin typeface="Aptos"/>
                <ns1:ea typeface="Aptos"/>
                <ns1:cs typeface="Aptos"/>
              </ns1:defRPr>
            </ns1:lvl3pPr>
            <ns1:lvl4pPr algn="ctr">
              <ns1:defRPr sz="1125" b="0">
                <ns1:solidFill>
                  <ns1:srgbClr val="536276"/>
                </ns1:solidFill>
                <ns1:latin typeface="Aptos"/>
                <ns1:ea typeface="Aptos"/>
                <ns1:cs typeface="Aptos"/>
              </ns1:defRPr>
            </ns1:lvl4pPr>
            <ns1:lvl5pPr algn="ctr">
              <ns1:defRPr sz="1125" b="0">
                <ns1:solidFill>
                  <ns1:srgbClr val="536276"/>
                </ns1:solidFill>
                <ns1:latin typeface="Aptos"/>
                <ns1:ea typeface="Aptos"/>
                <ns1:cs typeface="Aptos"/>
              </ns1:defRPr>
            </ns1:lvl5pPr>
            <ns1:lvl6pPr algn="ctr">
              <ns1:defRPr sz="1125" b="0">
                <ns1:solidFill>
                  <ns1:srgbClr val="536276"/>
                </ns1:solidFill>
                <ns1:latin typeface="Aptos"/>
                <ns1:ea typeface="Aptos"/>
                <ns1:cs typeface="Aptos"/>
              </ns1:defRPr>
            </ns1:lvl6pPr>
            <ns1:lvl7pPr algn="ctr">
              <ns1:defRPr sz="1125" b="0">
                <ns1:solidFill>
                  <ns1:srgbClr val="536276"/>
                </ns1:solidFill>
                <ns1:latin typeface="Aptos"/>
                <ns1:ea typeface="Aptos"/>
                <ns1:cs typeface="Aptos"/>
              </ns1:defRPr>
            </ns1:lvl7pPr>
            <ns1:lvl8pPr algn="ctr">
              <ns1:defRPr sz="1125" b="0">
                <ns1:solidFill>
                  <ns1:srgbClr val="536276"/>
                </ns1:solidFill>
                <ns1:latin typeface="Aptos"/>
                <ns1:ea typeface="Aptos"/>
                <ns1:cs typeface="Aptos"/>
              </ns1:defRPr>
            </ns1:lvl8pPr>
            <ns1:lvl9pPr algn="ctr">
              <ns1:defRPr sz="1125" b="0">
                <ns1:solidFill>
                  <ns1:srgbClr val="536276"/>
                </ns1:solidFill>
                <ns1:latin typeface="Aptos"/>
                <ns1:ea typeface="Aptos"/>
                <ns1:cs typeface="Aptos"/>
              </ns1:defRPr>
            </ns1:lvl9pPr>
          </ns1:lstStyle>
          <ns1:p>
            <ns1:pPr algn="ctr">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La API comprueba la firma, el titular y el estado.</ns1:t>
            </ns1:r>
          </ns1:p>
        </ns0:txBody>
      </ns0:sp>
      <ns0:sp>
        <ns0:nvSpPr>
          <ns0:cNvPr id="60" name="">
            <ns1:extLst>
              <ns1:ext uri="{FF2B5EF4-FFF2-40B4-BE49-F238E27FC236}">
                <ns2:creationId id="{8C6A0D0F-AC07-4D5D-902A-67A84C13A4AB}"/>
              </ns1:ext>
            </ns1:extLst>
          </ns0:cNvPr>
          <ns0:cNvSpPr>
            <ns1:spLocks noGrp="1"/>
          </ns0:cNvSpPr>
          <ns0:nvPr/>
        </ns0:nvSpPr>
        <ns0:spPr>
          <ns1:xfrm>
            <ns1:off x="762000" y="4095750"/>
            <ns1:ext cx="1238250" cy="26670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23836E"/>
                </ns1:solidFill>
                <ns1:latin typeface="Aptos"/>
                <ns1:ea typeface="Aptos"/>
                <ns1:cs typeface="Aptos"/>
              </ns1:defRPr>
            </ns1:defPPr>
            <ns1:lvl1pPr algn="l">
              <ns1:defRPr sz="1350" b="1">
                <ns1:solidFill>
                  <ns1:srgbClr val="23836E"/>
                </ns1:solidFill>
                <ns1:latin typeface="Aptos"/>
                <ns1:ea typeface="Aptos"/>
                <ns1:cs typeface="Aptos"/>
              </ns1:defRPr>
            </ns1:lvl1pPr>
            <ns1:lvl2pPr algn="l">
              <ns1:defRPr sz="1350" b="1">
                <ns1:solidFill>
                  <ns1:srgbClr val="23836E"/>
                </ns1:solidFill>
                <ns1:latin typeface="Aptos"/>
                <ns1:ea typeface="Aptos"/>
                <ns1:cs typeface="Aptos"/>
              </ns1:defRPr>
            </ns1:lvl2pPr>
            <ns1:lvl3pPr algn="l">
              <ns1:defRPr sz="1350" b="1">
                <ns1:solidFill>
                  <ns1:srgbClr val="23836E"/>
                </ns1:solidFill>
                <ns1:latin typeface="Aptos"/>
                <ns1:ea typeface="Aptos"/>
                <ns1:cs typeface="Aptos"/>
              </ns1:defRPr>
            </ns1:lvl3pPr>
            <ns1:lvl4pPr algn="l">
              <ns1:defRPr sz="1350" b="1">
                <ns1:solidFill>
                  <ns1:srgbClr val="23836E"/>
                </ns1:solidFill>
                <ns1:latin typeface="Aptos"/>
                <ns1:ea typeface="Aptos"/>
                <ns1:cs typeface="Aptos"/>
              </ns1:defRPr>
            </ns1:lvl4pPr>
            <ns1:lvl5pPr algn="l">
              <ns1:defRPr sz="1350" b="1">
                <ns1:solidFill>
                  <ns1:srgbClr val="23836E"/>
                </ns1:solidFill>
                <ns1:latin typeface="Aptos"/>
                <ns1:ea typeface="Aptos"/>
                <ns1:cs typeface="Aptos"/>
              </ns1:defRPr>
            </ns1:lvl5pPr>
            <ns1:lvl6pPr algn="l">
              <ns1:defRPr sz="1350" b="1">
                <ns1:solidFill>
                  <ns1:srgbClr val="23836E"/>
                </ns1:solidFill>
                <ns1:latin typeface="Aptos"/>
                <ns1:ea typeface="Aptos"/>
                <ns1:cs typeface="Aptos"/>
              </ns1:defRPr>
            </ns1:lvl6pPr>
            <ns1:lvl7pPr algn="l">
              <ns1:defRPr sz="1350" b="1">
                <ns1:solidFill>
                  <ns1:srgbClr val="23836E"/>
                </ns1:solidFill>
                <ns1:latin typeface="Aptos"/>
                <ns1:ea typeface="Aptos"/>
                <ns1:cs typeface="Aptos"/>
              </ns1:defRPr>
            </ns1:lvl7pPr>
            <ns1:lvl8pPr algn="l">
              <ns1:defRPr sz="1350" b="1">
                <ns1:solidFill>
                  <ns1:srgbClr val="23836E"/>
                </ns1:solidFill>
                <ns1:latin typeface="Aptos"/>
                <ns1:ea typeface="Aptos"/>
                <ns1:cs typeface="Aptos"/>
              </ns1:defRPr>
            </ns1:lvl8pPr>
            <ns1:lvl9pPr algn="l">
              <ns1:defRPr sz="1350" b="1">
                <ns1:solidFill>
                  <ns1:srgbClr val="23836E"/>
                </ns1:solidFill>
                <ns1:latin typeface="Aptos"/>
                <ns1:ea typeface="Aptos"/>
                <ns1:cs typeface="Aptos"/>
              </ns1:defRPr>
            </ns1:lvl9pPr>
          </ns1:lstStyle>
          <ns1:p>
            <ns1:pPr algn="l">
              <ns1:defRPr sz="1350" b="1">
                <ns1:solidFill>
                  <ns1:srgbClr val="23836E"/>
                </ns1:solidFill>
                <ns1:latin typeface="Aptos"/>
                <ns1:ea typeface="Aptos"/>
                <ns1:cs typeface="Aptos"/>
              </ns1:defRPr>
            </ns1:pPr>
            <ns1:r>
              <ns1:rPr sz="1350" b="1">
                <ns1:solidFill>
                  <ns1:srgbClr val="23836E"/>
                </ns1:solidFill>
                <ns1:latin typeface="Aptos"/>
                <ns1:ea typeface="Aptos"/>
                <ns1:cs typeface="Aptos"/>
              </ns1:rPr>
              <ns1:t>Incluye</ns1:t>
            </ns1:r>
          </ns1:p>
        </ns0:txBody>
      </ns0:sp>
      <ns0:sp>
        <ns0:nvSpPr>
          <ns0:cNvPr id="61" name="">
            <ns1:extLst>
              <ns1:ext uri="{FF2B5EF4-FFF2-40B4-BE49-F238E27FC236}">
                <ns2:creationId id="{E43EBA11-4E15-42FC-A524-4270831D3889}"/>
              </ns1:ext>
            </ns1:extLst>
          </ns0:cNvPr>
          <ns0:cNvSpPr>
            <ns1:spLocks noGrp="1"/>
          </ns0:cNvSpPr>
          <ns0:nvPr/>
        </ns0:nvSpPr>
        <ns0:spPr>
          <ns1:xfrm>
            <ns1:off x="762000" y="4562475"/>
            <ns1:ext cx="114300" cy="114300"/>
          </ns1:xfrm>
          <ns1:prstGeom prst="ellipse">
            <ns1:avLst/>
          </ns1:prstGeom>
          <ns1:solidFill>
            <ns1:srgbClr val="22B8A8"/>
          </ns1:solidFill>
          <ns1:ln w="0">
            <ns1:noFill/>
            <ns1:prstDash val="solid"/>
          </ns1:ln>
        </ns0:spPr>
      </ns0:sp>
      <ns0:sp>
        <ns0:nvSpPr>
          <ns0:cNvPr id="62" name="">
            <ns1:extLst>
              <ns1:ext uri="{FF2B5EF4-FFF2-40B4-BE49-F238E27FC236}">
                <ns2:creationId id="{12B22914-73F3-4219-9308-BC2949609E25}"/>
              </ns1:ext>
            </ns1:extLst>
          </ns0:cNvPr>
          <ns0:cNvSpPr>
            <ns1:spLocks noGrp="1"/>
          </ns0:cNvSpPr>
          <ns0:nvPr/>
        </ns0:nvSpPr>
        <ns0:spPr>
          <ns1:xfrm>
            <ns1:off x="1028700" y="4486275"/>
            <ns1:ext cx="4829175" cy="571500"/>
          </ns1:xfrm>
          <ns1:prstGeom prst="rect">
            <ns1:avLst/>
          </ns1:prstGeom>
          <ns1:noFill/>
          <ns1:ln w="0">
            <ns1:noFill/>
            <ns1:prstDash val="solid"/>
          </ns1:ln>
        </ns0:spPr>
        <ns0:txBody>
          <ns1:bodyPr lIns="0" tIns="0" rIns="0" bIns="0" anchor="t">
            <ns1:normAutofit fontScale="100000"/>
          </ns1:bodyPr>
          <ns1:lstStyle>
            <ns1:defPPr algn="l">
              <ns1:defRPr sz="1425" b="0">
                <ns1:solidFill>
                  <ns1:srgbClr val="182230"/>
                </ns1:solidFill>
                <ns1:latin typeface="Aptos"/>
                <ns1:ea typeface="Aptos"/>
                <ns1:cs typeface="Aptos"/>
              </ns1:defRPr>
            </ns1:defPPr>
            <ns1:lvl1pPr algn="l">
              <ns1:defRPr sz="1425" b="0">
                <ns1:solidFill>
                  <ns1:srgbClr val="182230"/>
                </ns1:solidFill>
                <ns1:latin typeface="Aptos"/>
                <ns1:ea typeface="Aptos"/>
                <ns1:cs typeface="Aptos"/>
              </ns1:defRPr>
            </ns1:lvl1pPr>
            <ns1:lvl2pPr algn="l">
              <ns1:defRPr sz="1425" b="0">
                <ns1:solidFill>
                  <ns1:srgbClr val="182230"/>
                </ns1:solidFill>
                <ns1:latin typeface="Aptos"/>
                <ns1:ea typeface="Aptos"/>
                <ns1:cs typeface="Aptos"/>
              </ns1:defRPr>
            </ns1:lvl2pPr>
            <ns1:lvl3pPr algn="l">
              <ns1:defRPr sz="1425" b="0">
                <ns1:solidFill>
                  <ns1:srgbClr val="182230"/>
                </ns1:solidFill>
                <ns1:latin typeface="Aptos"/>
                <ns1:ea typeface="Aptos"/>
                <ns1:cs typeface="Aptos"/>
              </ns1:defRPr>
            </ns1:lvl3pPr>
            <ns1:lvl4pPr algn="l">
              <ns1:defRPr sz="1425" b="0">
                <ns1:solidFill>
                  <ns1:srgbClr val="182230"/>
                </ns1:solidFill>
                <ns1:latin typeface="Aptos"/>
                <ns1:ea typeface="Aptos"/>
                <ns1:cs typeface="Aptos"/>
              </ns1:defRPr>
            </ns1:lvl4pPr>
            <ns1:lvl5pPr algn="l">
              <ns1:defRPr sz="1425" b="0">
                <ns1:solidFill>
                  <ns1:srgbClr val="182230"/>
                </ns1:solidFill>
                <ns1:latin typeface="Aptos"/>
                <ns1:ea typeface="Aptos"/>
                <ns1:cs typeface="Aptos"/>
              </ns1:defRPr>
            </ns1:lvl5pPr>
            <ns1:lvl6pPr algn="l">
              <ns1:defRPr sz="1425" b="0">
                <ns1:solidFill>
                  <ns1:srgbClr val="182230"/>
                </ns1:solidFill>
                <ns1:latin typeface="Aptos"/>
                <ns1:ea typeface="Aptos"/>
                <ns1:cs typeface="Aptos"/>
              </ns1:defRPr>
            </ns1:lvl6pPr>
            <ns1:lvl7pPr algn="l">
              <ns1:defRPr sz="1425" b="0">
                <ns1:solidFill>
                  <ns1:srgbClr val="182230"/>
                </ns1:solidFill>
                <ns1:latin typeface="Aptos"/>
                <ns1:ea typeface="Aptos"/>
                <ns1:cs typeface="Aptos"/>
              </ns1:defRPr>
            </ns1:lvl7pPr>
            <ns1:lvl8pPr algn="l">
              <ns1:defRPr sz="1425" b="0">
                <ns1:solidFill>
                  <ns1:srgbClr val="182230"/>
                </ns1:solidFill>
                <ns1:latin typeface="Aptos"/>
                <ns1:ea typeface="Aptos"/>
                <ns1:cs typeface="Aptos"/>
              </ns1:defRPr>
            </ns1:lvl8pPr>
            <ns1:lvl9pPr algn="l">
              <ns1:defRPr sz="1425" b="0">
                <ns1:solidFill>
                  <ns1:srgbClr val="182230"/>
                </ns1:solidFill>
                <ns1:latin typeface="Aptos"/>
                <ns1:ea typeface="Aptos"/>
                <ns1:cs typeface="Aptos"/>
              </ns1:defRPr>
            </ns1:lvl9pPr>
          </ns1:lstStyle>
          <ns1:p>
            <ns1:pPr algn="l">
              <ns1:defRPr sz="1425" b="0">
                <ns1:solidFill>
                  <ns1:srgbClr val="182230"/>
                </ns1:solidFill>
                <ns1:latin typeface="Aptos"/>
                <ns1:ea typeface="Aptos"/>
                <ns1:cs typeface="Aptos"/>
              </ns1:defRPr>
            </ns1:pPr>
            <ns1:r>
              <ns1:rPr sz="1425" b="0">
                <ns1:solidFill>
                  <ns1:srgbClr val="182230"/>
                </ns1:solidFill>
                <ns1:latin typeface="Aptos"/>
                <ns1:ea typeface="Aptos"/>
                <ns1:cs typeface="Aptos"/>
              </ns1:rPr>
              <ns1:t>Notas, materias, regularidad, biblioteca y gimnasio</ns1:t>
            </ns1:r>
          </ns1:p>
        </ns0:txBody>
      </ns0:sp>
      <ns0:sp>
        <ns0:nvSpPr>
          <ns0:cNvPr id="63" name="">
            <ns1:extLst>
              <ns1:ext uri="{FF2B5EF4-FFF2-40B4-BE49-F238E27FC236}">
                <ns2:creationId id="{E7A47AA7-BFD7-4226-AA37-43D3318AEC03}"/>
              </ns1:ext>
            </ns1:extLst>
          </ns0:cNvPr>
          <ns0:cNvSpPr>
            <ns1:spLocks noGrp="1"/>
          </ns0:cNvSpPr>
          <ns0:nvPr/>
        </ns0:nvSpPr>
        <ns0:spPr>
          <ns1:xfrm>
            <ns1:off x="762000" y="5172075"/>
            <ns1:ext cx="114300" cy="114300"/>
          </ns1:xfrm>
          <ns1:prstGeom prst="ellipse">
            <ns1:avLst/>
          </ns1:prstGeom>
          <ns1:solidFill>
            <ns1:srgbClr val="22B8A8"/>
          </ns1:solidFill>
          <ns1:ln w="0">
            <ns1:noFill/>
            <ns1:prstDash val="solid"/>
          </ns1:ln>
        </ns0:spPr>
      </ns0:sp>
      <ns0:sp>
        <ns0:nvSpPr>
          <ns0:cNvPr id="64" name="">
            <ns1:extLst>
              <ns1:ext uri="{FF2B5EF4-FFF2-40B4-BE49-F238E27FC236}">
                <ns2:creationId id="{0EBEE881-55B6-4BDE-A920-2B4C35002749}"/>
              </ns1:ext>
            </ns1:extLst>
          </ns0:cNvPr>
          <ns0:cNvSpPr>
            <ns1:spLocks noGrp="1"/>
          </ns0:cNvSpPr>
          <ns0:nvPr/>
        </ns0:nvSpPr>
        <ns0:spPr>
          <ns1:xfrm>
            <ns1:off x="1028700" y="5095875"/>
            <ns1:ext cx="4829175" cy="571500"/>
          </ns1:xfrm>
          <ns1:prstGeom prst="rect">
            <ns1:avLst/>
          </ns1:prstGeom>
          <ns1:noFill/>
          <ns1:ln w="0">
            <ns1:noFill/>
            <ns1:prstDash val="solid"/>
          </ns1:ln>
        </ns0:spPr>
        <ns0:txBody>
          <ns1:bodyPr lIns="0" tIns="0" rIns="0" bIns="0" anchor="t">
            <ns1:normAutofit fontScale="100000"/>
          </ns1:bodyPr>
          <ns1:lstStyle>
            <ns1:defPPr algn="l">
              <ns1:defRPr sz="1425" b="0">
                <ns1:solidFill>
                  <ns1:srgbClr val="182230"/>
                </ns1:solidFill>
                <ns1:latin typeface="Aptos"/>
                <ns1:ea typeface="Aptos"/>
                <ns1:cs typeface="Aptos"/>
              </ns1:defRPr>
            </ns1:defPPr>
            <ns1:lvl1pPr algn="l">
              <ns1:defRPr sz="1425" b="0">
                <ns1:solidFill>
                  <ns1:srgbClr val="182230"/>
                </ns1:solidFill>
                <ns1:latin typeface="Aptos"/>
                <ns1:ea typeface="Aptos"/>
                <ns1:cs typeface="Aptos"/>
              </ns1:defRPr>
            </ns1:lvl1pPr>
            <ns1:lvl2pPr algn="l">
              <ns1:defRPr sz="1425" b="0">
                <ns1:solidFill>
                  <ns1:srgbClr val="182230"/>
                </ns1:solidFill>
                <ns1:latin typeface="Aptos"/>
                <ns1:ea typeface="Aptos"/>
                <ns1:cs typeface="Aptos"/>
              </ns1:defRPr>
            </ns1:lvl2pPr>
            <ns1:lvl3pPr algn="l">
              <ns1:defRPr sz="1425" b="0">
                <ns1:solidFill>
                  <ns1:srgbClr val="182230"/>
                </ns1:solidFill>
                <ns1:latin typeface="Aptos"/>
                <ns1:ea typeface="Aptos"/>
                <ns1:cs typeface="Aptos"/>
              </ns1:defRPr>
            </ns1:lvl3pPr>
            <ns1:lvl4pPr algn="l">
              <ns1:defRPr sz="1425" b="0">
                <ns1:solidFill>
                  <ns1:srgbClr val="182230"/>
                </ns1:solidFill>
                <ns1:latin typeface="Aptos"/>
                <ns1:ea typeface="Aptos"/>
                <ns1:cs typeface="Aptos"/>
              </ns1:defRPr>
            </ns1:lvl4pPr>
            <ns1:lvl5pPr algn="l">
              <ns1:defRPr sz="1425" b="0">
                <ns1:solidFill>
                  <ns1:srgbClr val="182230"/>
                </ns1:solidFill>
                <ns1:latin typeface="Aptos"/>
                <ns1:ea typeface="Aptos"/>
                <ns1:cs typeface="Aptos"/>
              </ns1:defRPr>
            </ns1:lvl5pPr>
            <ns1:lvl6pPr algn="l">
              <ns1:defRPr sz="1425" b="0">
                <ns1:solidFill>
                  <ns1:srgbClr val="182230"/>
                </ns1:solidFill>
                <ns1:latin typeface="Aptos"/>
                <ns1:ea typeface="Aptos"/>
                <ns1:cs typeface="Aptos"/>
              </ns1:defRPr>
            </ns1:lvl6pPr>
            <ns1:lvl7pPr algn="l">
              <ns1:defRPr sz="1425" b="0">
                <ns1:solidFill>
                  <ns1:srgbClr val="182230"/>
                </ns1:solidFill>
                <ns1:latin typeface="Aptos"/>
                <ns1:ea typeface="Aptos"/>
                <ns1:cs typeface="Aptos"/>
              </ns1:defRPr>
            </ns1:lvl7pPr>
            <ns1:lvl8pPr algn="l">
              <ns1:defRPr sz="1425" b="0">
                <ns1:solidFill>
                  <ns1:srgbClr val="182230"/>
                </ns1:solidFill>
                <ns1:latin typeface="Aptos"/>
                <ns1:ea typeface="Aptos"/>
                <ns1:cs typeface="Aptos"/>
              </ns1:defRPr>
            </ns1:lvl8pPr>
            <ns1:lvl9pPr algn="l">
              <ns1:defRPr sz="1425" b="0">
                <ns1:solidFill>
                  <ns1:srgbClr val="182230"/>
                </ns1:solidFill>
                <ns1:latin typeface="Aptos"/>
                <ns1:ea typeface="Aptos"/>
                <ns1:cs typeface="Aptos"/>
              </ns1:defRPr>
            </ns1:lvl9pPr>
          </ns1:lstStyle>
          <ns1:p>
            <ns1:pPr algn="l">
              <ns1:defRPr sz="1425" b="0">
                <ns1:solidFill>
                  <ns1:srgbClr val="182230"/>
                </ns1:solidFill>
                <ns1:latin typeface="Aptos"/>
                <ns1:ea typeface="Aptos"/>
                <ns1:cs typeface="Aptos"/>
              </ns1:defRPr>
            </ns1:pPr>
            <ns1:r>
              <ns1:rPr sz="1425" b="0">
                <ns1:solidFill>
                  <ns1:srgbClr val="182230"/>
                </ns1:solidFill>
                <ns1:latin typeface="Aptos"/>
                <ns1:ea typeface="Aptos"/>
                <ns1:cs typeface="Aptos"/>
              </ns1:rPr>
              <ns1:t>También registra asistencia y permite descargar una planilla.</ns1:t>
            </ns1:r>
          </ns1:p>
        </ns0:txBody>
      </ns0:sp>
      <ns0:sp>
        <ns0:nvSpPr>
          <ns0:cNvPr id="65" name="">
            <ns1:extLst>
              <ns1:ext uri="{FF2B5EF4-FFF2-40B4-BE49-F238E27FC236}">
                <ns2:creationId id="{FF4CA4B7-C392-4F4E-B207-34E726E88D5E}"/>
              </ns1:ext>
            </ns1:extLst>
          </ns0:cNvPr>
          <ns0:cNvSpPr>
            <ns1:spLocks noGrp="1"/>
          </ns0:cNvSpPr>
          <ns0:nvPr/>
        </ns0:nvSpPr>
        <ns0:spPr>
          <ns1:xfrm>
            <ns1:off x="6334125" y="4095750"/>
            <ns1:ext cx="2857500" cy="26670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D95757"/>
                </ns1:solidFill>
                <ns1:latin typeface="Aptos"/>
                <ns1:ea typeface="Aptos"/>
                <ns1:cs typeface="Aptos"/>
              </ns1:defRPr>
            </ns1:defPPr>
            <ns1:lvl1pPr algn="l">
              <ns1:defRPr sz="1350" b="1">
                <ns1:solidFill>
                  <ns1:srgbClr val="D95757"/>
                </ns1:solidFill>
                <ns1:latin typeface="Aptos"/>
                <ns1:ea typeface="Aptos"/>
                <ns1:cs typeface="Aptos"/>
              </ns1:defRPr>
            </ns1:lvl1pPr>
            <ns1:lvl2pPr algn="l">
              <ns1:defRPr sz="1350" b="1">
                <ns1:solidFill>
                  <ns1:srgbClr val="D95757"/>
                </ns1:solidFill>
                <ns1:latin typeface="Aptos"/>
                <ns1:ea typeface="Aptos"/>
                <ns1:cs typeface="Aptos"/>
              </ns1:defRPr>
            </ns1:lvl2pPr>
            <ns1:lvl3pPr algn="l">
              <ns1:defRPr sz="1350" b="1">
                <ns1:solidFill>
                  <ns1:srgbClr val="D95757"/>
                </ns1:solidFill>
                <ns1:latin typeface="Aptos"/>
                <ns1:ea typeface="Aptos"/>
                <ns1:cs typeface="Aptos"/>
              </ns1:defRPr>
            </ns1:lvl3pPr>
            <ns1:lvl4pPr algn="l">
              <ns1:defRPr sz="1350" b="1">
                <ns1:solidFill>
                  <ns1:srgbClr val="D95757"/>
                </ns1:solidFill>
                <ns1:latin typeface="Aptos"/>
                <ns1:ea typeface="Aptos"/>
                <ns1:cs typeface="Aptos"/>
              </ns1:defRPr>
            </ns1:lvl4pPr>
            <ns1:lvl5pPr algn="l">
              <ns1:defRPr sz="1350" b="1">
                <ns1:solidFill>
                  <ns1:srgbClr val="D95757"/>
                </ns1:solidFill>
                <ns1:latin typeface="Aptos"/>
                <ns1:ea typeface="Aptos"/>
                <ns1:cs typeface="Aptos"/>
              </ns1:defRPr>
            </ns1:lvl5pPr>
            <ns1:lvl6pPr algn="l">
              <ns1:defRPr sz="1350" b="1">
                <ns1:solidFill>
                  <ns1:srgbClr val="D95757"/>
                </ns1:solidFill>
                <ns1:latin typeface="Aptos"/>
                <ns1:ea typeface="Aptos"/>
                <ns1:cs typeface="Aptos"/>
              </ns1:defRPr>
            </ns1:lvl6pPr>
            <ns1:lvl7pPr algn="l">
              <ns1:defRPr sz="1350" b="1">
                <ns1:solidFill>
                  <ns1:srgbClr val="D95757"/>
                </ns1:solidFill>
                <ns1:latin typeface="Aptos"/>
                <ns1:ea typeface="Aptos"/>
                <ns1:cs typeface="Aptos"/>
              </ns1:defRPr>
            </ns1:lvl7pPr>
            <ns1:lvl8pPr algn="l">
              <ns1:defRPr sz="1350" b="1">
                <ns1:solidFill>
                  <ns1:srgbClr val="D95757"/>
                </ns1:solidFill>
                <ns1:latin typeface="Aptos"/>
                <ns1:ea typeface="Aptos"/>
                <ns1:cs typeface="Aptos"/>
              </ns1:defRPr>
            </ns1:lvl8pPr>
            <ns1:lvl9pPr algn="l">
              <ns1:defRPr sz="1350" b="1">
                <ns1:solidFill>
                  <ns1:srgbClr val="D95757"/>
                </ns1:solidFill>
                <ns1:latin typeface="Aptos"/>
                <ns1:ea typeface="Aptos"/>
                <ns1:cs typeface="Aptos"/>
              </ns1:defRPr>
            </ns1:lvl9pPr>
          </ns1:lstStyle>
          <ns1:p>
            <ns1:pPr algn="l">
              <ns1:defRPr sz="1350" b="1">
                <ns1:solidFill>
                  <ns1:srgbClr val="D95757"/>
                </ns1:solidFill>
                <ns1:latin typeface="Aptos"/>
                <ns1:ea typeface="Aptos"/>
                <ns1:cs typeface="Aptos"/>
              </ns1:defRPr>
            </ns1:pPr>
            <ns1:r>
              <ns1:rPr sz="1350" b="1">
                <ns1:solidFill>
                  <ns1:srgbClr val="D95757"/>
                </ns1:solidFill>
                <ns1:latin typeface="Aptos"/>
                <ns1:ea typeface="Aptos"/>
                <ns1:cs typeface="Aptos"/>
              </ns1:rPr>
              <ns1:t>Límites actuales</ns1:t>
            </ns1:r>
          </ns1:p>
        </ns0:txBody>
      </ns0:sp>
      <ns0:sp>
        <ns0:nvSpPr>
          <ns0:cNvPr id="66" name="">
            <ns1:extLst>
              <ns1:ext uri="{FF2B5EF4-FFF2-40B4-BE49-F238E27FC236}">
                <ns2:creationId id="{67E525ED-1055-4EB3-A9A6-9F4138297EBE}"/>
              </ns1:ext>
            </ns1:extLst>
          </ns0:cNvPr>
          <ns0:cNvSpPr>
            <ns1:spLocks noGrp="1"/>
          </ns0:cNvSpPr>
          <ns0:nvPr/>
        </ns0:nvSpPr>
        <ns0:spPr>
          <ns1:xfrm>
            <ns1:off x="6334125" y="4562475"/>
            <ns1:ext cx="114300" cy="114300"/>
          </ns1:xfrm>
          <ns1:prstGeom prst="ellipse">
            <ns1:avLst/>
          </ns1:prstGeom>
          <ns1:solidFill>
            <ns1:srgbClr val="22B8A8"/>
          </ns1:solidFill>
          <ns1:ln w="0">
            <ns1:noFill/>
            <ns1:prstDash val="solid"/>
          </ns1:ln>
        </ns0:spPr>
      </ns0:sp>
      <ns0:sp>
        <ns0:nvSpPr>
          <ns0:cNvPr id="67" name="">
            <ns1:extLst>
              <ns1:ext uri="{FF2B5EF4-FFF2-40B4-BE49-F238E27FC236}">
                <ns2:creationId id="{9113A765-9719-4719-A600-A0104D7AA80C}"/>
              </ns1:ext>
            </ns1:extLst>
          </ns0:cNvPr>
          <ns0:cNvSpPr>
            <ns1:spLocks noGrp="1"/>
          </ns0:cNvSpPr>
          <ns0:nvPr/>
        </ns0:nvSpPr>
        <ns0:spPr>
          <ns1:xfrm>
            <ns1:off x="6600825" y="4486275"/>
            <ns1:ext cx="4781550" cy="457200"/>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182230"/>
                </ns1:solidFill>
                <ns1:latin typeface="Aptos"/>
                <ns1:ea typeface="Aptos"/>
                <ns1:cs typeface="Aptos"/>
              </ns1:defRPr>
            </ns1:defPPr>
            <ns1:lvl1pPr algn="l">
              <ns1:defRPr sz="1350" b="0">
                <ns1:solidFill>
                  <ns1:srgbClr val="182230"/>
                </ns1:solidFill>
                <ns1:latin typeface="Aptos"/>
                <ns1:ea typeface="Aptos"/>
                <ns1:cs typeface="Aptos"/>
              </ns1:defRPr>
            </ns1:lvl1pPr>
            <ns1:lvl2pPr algn="l">
              <ns1:defRPr sz="1350" b="0">
                <ns1:solidFill>
                  <ns1:srgbClr val="182230"/>
                </ns1:solidFill>
                <ns1:latin typeface="Aptos"/>
                <ns1:ea typeface="Aptos"/>
                <ns1:cs typeface="Aptos"/>
              </ns1:defRPr>
            </ns1:lvl2pPr>
            <ns1:lvl3pPr algn="l">
              <ns1:defRPr sz="1350" b="0">
                <ns1:solidFill>
                  <ns1:srgbClr val="182230"/>
                </ns1:solidFill>
                <ns1:latin typeface="Aptos"/>
                <ns1:ea typeface="Aptos"/>
                <ns1:cs typeface="Aptos"/>
              </ns1:defRPr>
            </ns1:lvl3pPr>
            <ns1:lvl4pPr algn="l">
              <ns1:defRPr sz="1350" b="0">
                <ns1:solidFill>
                  <ns1:srgbClr val="182230"/>
                </ns1:solidFill>
                <ns1:latin typeface="Aptos"/>
                <ns1:ea typeface="Aptos"/>
                <ns1:cs typeface="Aptos"/>
              </ns1:defRPr>
            </ns1:lvl4pPr>
            <ns1:lvl5pPr algn="l">
              <ns1:defRPr sz="1350" b="0">
                <ns1:solidFill>
                  <ns1:srgbClr val="182230"/>
                </ns1:solidFill>
                <ns1:latin typeface="Aptos"/>
                <ns1:ea typeface="Aptos"/>
                <ns1:cs typeface="Aptos"/>
              </ns1:defRPr>
            </ns1:lvl5pPr>
            <ns1:lvl6pPr algn="l">
              <ns1:defRPr sz="1350" b="0">
                <ns1:solidFill>
                  <ns1:srgbClr val="182230"/>
                </ns1:solidFill>
                <ns1:latin typeface="Aptos"/>
                <ns1:ea typeface="Aptos"/>
                <ns1:cs typeface="Aptos"/>
              </ns1:defRPr>
            </ns1:lvl6pPr>
            <ns1:lvl7pPr algn="l">
              <ns1:defRPr sz="1350" b="0">
                <ns1:solidFill>
                  <ns1:srgbClr val="182230"/>
                </ns1:solidFill>
                <ns1:latin typeface="Aptos"/>
                <ns1:ea typeface="Aptos"/>
                <ns1:cs typeface="Aptos"/>
              </ns1:defRPr>
            </ns1:lvl7pPr>
            <ns1:lvl8pPr algn="l">
              <ns1:defRPr sz="1350" b="0">
                <ns1:solidFill>
                  <ns1:srgbClr val="182230"/>
                </ns1:solidFill>
                <ns1:latin typeface="Aptos"/>
                <ns1:ea typeface="Aptos"/>
                <ns1:cs typeface="Aptos"/>
              </ns1:defRPr>
            </ns1:lvl8pPr>
            <ns1:lvl9pPr algn="l">
              <ns1:defRPr sz="1350" b="0">
                <ns1:solidFill>
                  <ns1:srgbClr val="182230"/>
                </ns1:solidFill>
                <ns1:latin typeface="Aptos"/>
                <ns1:ea typeface="Aptos"/>
                <ns1:cs typeface="Aptos"/>
              </ns1:defRPr>
            </ns1:lvl9pPr>
          </ns1:lstStyle>
          <ns1:p>
            <ns1:pPr algn="l">
              <ns1:defRPr sz="1350" b="0">
                <ns1:solidFill>
                  <ns1:srgbClr val="182230"/>
                </ns1:solidFill>
                <ns1:latin typeface="Aptos"/>
                <ns1:ea typeface="Aptos"/>
                <ns1:cs typeface="Aptos"/>
              </ns1:defRPr>
            </ns1:pPr>
            <ns1:r>
              <ns1:rPr sz="1350" b="0">
                <ns1:solidFill>
                  <ns1:srgbClr val="182230"/>
                </ns1:solidFill>
                <ns1:latin typeface="Aptos"/>
                <ns1:ea typeface="Aptos"/>
                <ns1:cs typeface="Aptos"/>
              </ns1:rPr>
              <ns1:t>Los perfiles y datos son de prueba.</ns1:t>
            </ns1:r>
          </ns1:p>
        </ns0:txBody>
      </ns0:sp>
      <ns0:sp>
        <ns0:nvSpPr>
          <ns0:cNvPr id="68" name="">
            <ns1:extLst>
              <ns1:ext uri="{FF2B5EF4-FFF2-40B4-BE49-F238E27FC236}">
                <ns2:creationId id="{A67C66CA-D1D0-4BD5-9841-E309B762363E}"/>
              </ns1:ext>
            </ns1:extLst>
          </ns0:cNvPr>
          <ns0:cNvSpPr>
            <ns1:spLocks noGrp="1"/>
          </ns0:cNvSpPr>
          <ns0:nvPr/>
        </ns0:nvSpPr>
        <ns0:spPr>
          <ns1:xfrm>
            <ns1:off x="6334125" y="5057775"/>
            <ns1:ext cx="114300" cy="114300"/>
          </ns1:xfrm>
          <ns1:prstGeom prst="ellipse">
            <ns1:avLst/>
          </ns1:prstGeom>
          <ns1:solidFill>
            <ns1:srgbClr val="22B8A8"/>
          </ns1:solidFill>
          <ns1:ln w="0">
            <ns1:noFill/>
            <ns1:prstDash val="solid"/>
          </ns1:ln>
        </ns0:spPr>
      </ns0:sp>
      <ns0:sp>
        <ns0:nvSpPr>
          <ns0:cNvPr id="69" name="">
            <ns1:extLst>
              <ns1:ext uri="{FF2B5EF4-FFF2-40B4-BE49-F238E27FC236}">
                <ns2:creationId id="{08F4C737-3E6F-4830-B31D-A201F38C9535}"/>
              </ns1:ext>
            </ns1:extLst>
          </ns0:cNvPr>
          <ns0:cNvSpPr>
            <ns1:spLocks noGrp="1"/>
          </ns0:cNvSpPr>
          <ns0:nvPr/>
        </ns0:nvSpPr>
        <ns0:spPr>
          <ns1:xfrm>
            <ns1:off x="6600825" y="4981575"/>
            <ns1:ext cx="4781550" cy="457200"/>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182230"/>
                </ns1:solidFill>
                <ns1:latin typeface="Aptos"/>
                <ns1:ea typeface="Aptos"/>
                <ns1:cs typeface="Aptos"/>
              </ns1:defRPr>
            </ns1:defPPr>
            <ns1:lvl1pPr algn="l">
              <ns1:defRPr sz="1350" b="0">
                <ns1:solidFill>
                  <ns1:srgbClr val="182230"/>
                </ns1:solidFill>
                <ns1:latin typeface="Aptos"/>
                <ns1:ea typeface="Aptos"/>
                <ns1:cs typeface="Aptos"/>
              </ns1:defRPr>
            </ns1:lvl1pPr>
            <ns1:lvl2pPr algn="l">
              <ns1:defRPr sz="1350" b="0">
                <ns1:solidFill>
                  <ns1:srgbClr val="182230"/>
                </ns1:solidFill>
                <ns1:latin typeface="Aptos"/>
                <ns1:ea typeface="Aptos"/>
                <ns1:cs typeface="Aptos"/>
              </ns1:defRPr>
            </ns1:lvl2pPr>
            <ns1:lvl3pPr algn="l">
              <ns1:defRPr sz="1350" b="0">
                <ns1:solidFill>
                  <ns1:srgbClr val="182230"/>
                </ns1:solidFill>
                <ns1:latin typeface="Aptos"/>
                <ns1:ea typeface="Aptos"/>
                <ns1:cs typeface="Aptos"/>
              </ns1:defRPr>
            </ns1:lvl3pPr>
            <ns1:lvl4pPr algn="l">
              <ns1:defRPr sz="1350" b="0">
                <ns1:solidFill>
                  <ns1:srgbClr val="182230"/>
                </ns1:solidFill>
                <ns1:latin typeface="Aptos"/>
                <ns1:ea typeface="Aptos"/>
                <ns1:cs typeface="Aptos"/>
              </ns1:defRPr>
            </ns1:lvl4pPr>
            <ns1:lvl5pPr algn="l">
              <ns1:defRPr sz="1350" b="0">
                <ns1:solidFill>
                  <ns1:srgbClr val="182230"/>
                </ns1:solidFill>
                <ns1:latin typeface="Aptos"/>
                <ns1:ea typeface="Aptos"/>
                <ns1:cs typeface="Aptos"/>
              </ns1:defRPr>
            </ns1:lvl5pPr>
            <ns1:lvl6pPr algn="l">
              <ns1:defRPr sz="1350" b="0">
                <ns1:solidFill>
                  <ns1:srgbClr val="182230"/>
                </ns1:solidFill>
                <ns1:latin typeface="Aptos"/>
                <ns1:ea typeface="Aptos"/>
                <ns1:cs typeface="Aptos"/>
              </ns1:defRPr>
            </ns1:lvl6pPr>
            <ns1:lvl7pPr algn="l">
              <ns1:defRPr sz="1350" b="0">
                <ns1:solidFill>
                  <ns1:srgbClr val="182230"/>
                </ns1:solidFill>
                <ns1:latin typeface="Aptos"/>
                <ns1:ea typeface="Aptos"/>
                <ns1:cs typeface="Aptos"/>
              </ns1:defRPr>
            </ns1:lvl7pPr>
            <ns1:lvl8pPr algn="l">
              <ns1:defRPr sz="1350" b="0">
                <ns1:solidFill>
                  <ns1:srgbClr val="182230"/>
                </ns1:solidFill>
                <ns1:latin typeface="Aptos"/>
                <ns1:ea typeface="Aptos"/>
                <ns1:cs typeface="Aptos"/>
              </ns1:defRPr>
            </ns1:lvl8pPr>
            <ns1:lvl9pPr algn="l">
              <ns1:defRPr sz="1350" b="0">
                <ns1:solidFill>
                  <ns1:srgbClr val="182230"/>
                </ns1:solidFill>
                <ns1:latin typeface="Aptos"/>
                <ns1:ea typeface="Aptos"/>
                <ns1:cs typeface="Aptos"/>
              </ns1:defRPr>
            </ns1:lvl9pPr>
          </ns1:lstStyle>
          <ns1:p>
            <ns1:pPr algn="l">
              <ns1:defRPr sz="1350" b="0">
                <ns1:solidFill>
                  <ns1:srgbClr val="182230"/>
                </ns1:solidFill>
                <ns1:latin typeface="Aptos"/>
                <ns1:ea typeface="Aptos"/>
                <ns1:cs typeface="Aptos"/>
              </ns1:defRPr>
            </ns1:pPr>
            <ns1:r>
              <ns1:rPr sz="1350" b="0">
                <ns1:solidFill>
                  <ns1:srgbClr val="182230"/>
                </ns1:solidFill>
                <ns1:latin typeface="Aptos"/>
                <ns1:ea typeface="Aptos"/>
                <ns1:cs typeface="Aptos"/>
              </ns1:rPr>
              <ns1:t>La API local debe estar disponible para consultar revocaciones.</ns1:t>
            </ns1:r>
          </ns1:p>
        </ns0:txBody>
      </ns0:sp>
      <ns0:sp>
        <ns0:nvSpPr>
          <ns0:cNvPr id="70" name="">
            <ns1:extLst>
              <ns1:ext uri="{FF2B5EF4-FFF2-40B4-BE49-F238E27FC236}">
                <ns2:creationId id="{07ABC6B9-F6E1-4DD1-8ACB-53CFBE47325C}"/>
              </ns1:ext>
            </ns1:extLst>
          </ns0:cNvPr>
          <ns0:cNvSpPr>
            <ns1:spLocks noGrp="1"/>
          </ns0:cNvSpPr>
          <ns0:nvPr/>
        </ns0:nvSpPr>
        <ns0:spPr>
          <ns1:xfrm>
            <ns1:off x="6334125" y="5553075"/>
            <ns1:ext cx="114300" cy="114300"/>
          </ns1:xfrm>
          <ns1:prstGeom prst="ellipse">
            <ns1:avLst/>
          </ns1:prstGeom>
          <ns1:solidFill>
            <ns1:srgbClr val="22B8A8"/>
          </ns1:solidFill>
          <ns1:ln w="0">
            <ns1:noFill/>
            <ns1:prstDash val="solid"/>
          </ns1:ln>
        </ns0:spPr>
      </ns0:sp>
      <ns0:sp>
        <ns0:nvSpPr>
          <ns0:cNvPr id="71" name="">
            <ns1:extLst>
              <ns1:ext uri="{FF2B5EF4-FFF2-40B4-BE49-F238E27FC236}">
                <ns2:creationId id="{3178871A-8129-4802-947E-5276559F72FA}"/>
              </ns1:ext>
            </ns1:extLst>
          </ns0:cNvPr>
          <ns0:cNvSpPr>
            <ns1:spLocks noGrp="1"/>
          </ns0:cNvSpPr>
          <ns0:nvPr/>
        </ns0:nvSpPr>
        <ns0:spPr>
          <ns1:xfrm>
            <ns1:off x="6600825" y="5476875"/>
            <ns1:ext cx="4781550" cy="457200"/>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182230"/>
                </ns1:solidFill>
                <ns1:latin typeface="Aptos"/>
                <ns1:ea typeface="Aptos"/>
                <ns1:cs typeface="Aptos"/>
              </ns1:defRPr>
            </ns1:defPPr>
            <ns1:lvl1pPr algn="l">
              <ns1:defRPr sz="1350" b="0">
                <ns1:solidFill>
                  <ns1:srgbClr val="182230"/>
                </ns1:solidFill>
                <ns1:latin typeface="Aptos"/>
                <ns1:ea typeface="Aptos"/>
                <ns1:cs typeface="Aptos"/>
              </ns1:defRPr>
            </ns1:lvl1pPr>
            <ns1:lvl2pPr algn="l">
              <ns1:defRPr sz="1350" b="0">
                <ns1:solidFill>
                  <ns1:srgbClr val="182230"/>
                </ns1:solidFill>
                <ns1:latin typeface="Aptos"/>
                <ns1:ea typeface="Aptos"/>
                <ns1:cs typeface="Aptos"/>
              </ns1:defRPr>
            </ns1:lvl2pPr>
            <ns1:lvl3pPr algn="l">
              <ns1:defRPr sz="1350" b="0">
                <ns1:solidFill>
                  <ns1:srgbClr val="182230"/>
                </ns1:solidFill>
                <ns1:latin typeface="Aptos"/>
                <ns1:ea typeface="Aptos"/>
                <ns1:cs typeface="Aptos"/>
              </ns1:defRPr>
            </ns1:lvl3pPr>
            <ns1:lvl4pPr algn="l">
              <ns1:defRPr sz="1350" b="0">
                <ns1:solidFill>
                  <ns1:srgbClr val="182230"/>
                </ns1:solidFill>
                <ns1:latin typeface="Aptos"/>
                <ns1:ea typeface="Aptos"/>
                <ns1:cs typeface="Aptos"/>
              </ns1:defRPr>
            </ns1:lvl4pPr>
            <ns1:lvl5pPr algn="l">
              <ns1:defRPr sz="1350" b="0">
                <ns1:solidFill>
                  <ns1:srgbClr val="182230"/>
                </ns1:solidFill>
                <ns1:latin typeface="Aptos"/>
                <ns1:ea typeface="Aptos"/>
                <ns1:cs typeface="Aptos"/>
              </ns1:defRPr>
            </ns1:lvl5pPr>
            <ns1:lvl6pPr algn="l">
              <ns1:defRPr sz="1350" b="0">
                <ns1:solidFill>
                  <ns1:srgbClr val="182230"/>
                </ns1:solidFill>
                <ns1:latin typeface="Aptos"/>
                <ns1:ea typeface="Aptos"/>
                <ns1:cs typeface="Aptos"/>
              </ns1:defRPr>
            </ns1:lvl6pPr>
            <ns1:lvl7pPr algn="l">
              <ns1:defRPr sz="1350" b="0">
                <ns1:solidFill>
                  <ns1:srgbClr val="182230"/>
                </ns1:solidFill>
                <ns1:latin typeface="Aptos"/>
                <ns1:ea typeface="Aptos"/>
                <ns1:cs typeface="Aptos"/>
              </ns1:defRPr>
            </ns1:lvl7pPr>
            <ns1:lvl8pPr algn="l">
              <ns1:defRPr sz="1350" b="0">
                <ns1:solidFill>
                  <ns1:srgbClr val="182230"/>
                </ns1:solidFill>
                <ns1:latin typeface="Aptos"/>
                <ns1:ea typeface="Aptos"/>
                <ns1:cs typeface="Aptos"/>
              </ns1:defRPr>
            </ns1:lvl8pPr>
            <ns1:lvl9pPr algn="l">
              <ns1:defRPr sz="1350" b="0">
                <ns1:solidFill>
                  <ns1:srgbClr val="182230"/>
                </ns1:solidFill>
                <ns1:latin typeface="Aptos"/>
                <ns1:ea typeface="Aptos"/>
                <ns1:cs typeface="Aptos"/>
              </ns1:defRPr>
            </ns1:lvl9pPr>
          </ns1:lstStyle>
          <ns1:p>
            <ns1:pPr algn="l">
              <ns1:defRPr sz="1350" b="0">
                <ns1:solidFill>
                  <ns1:srgbClr val="182230"/>
                </ns1:solidFill>
                <ns1:latin typeface="Aptos"/>
                <ns1:ea typeface="Aptos"/>
                <ns1:cs typeface="Aptos"/>
              </ns1:defRPr>
            </ns1:pPr>
            <ns1:r>
              <ns1:rPr sz="1350" b="0">
                <ns1:solidFill>
                  <ns1:srgbClr val="182230"/>
                </ns1:solidFill>
                <ns1:latin typeface="Aptos"/>
                <ns1:ea typeface="Aptos"/>
                <ns1:cs typeface="Aptos"/>
              </ns1:rPr>
              <ns1:t>El formato es propio; no está certificado para interoperar con otros sistemas.</ns1:t>
            </ns1:r>
          </ns1:p>
        </ns0:txBody>
      </ns0:sp>
    </ns0:spTree>
    <ns0:extLst>
      <ns0:ext uri="{BB962C8B-B14F-4D97-AF65-F5344CB8AC3E}">
        <ns3:creationId val="797256271"/>
      </ns0:ext>
    </ns0:extLst>
  </ns0:cSld>
</ns0:sld>
</file>

<file path=ppt/slides/slide1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53" name="">
            <ns1:extLst>
              <ns1:ext uri="{FF2B5EF4-FFF2-40B4-BE49-F238E27FC236}">
                <ns2:creationId id="{3A7C7004-5367-4760-9C35-63750EEF5569}"/>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FLUJO FUNCIONAL</ns1:t>
            </ns1:r>
          </ns1:p>
        </ns0:txBody>
      </ns0:sp>
      <ns0:sp>
        <ns0:nvSpPr>
          <ns0:cNvPr id="2" name="">
            <ns1:extLst>
              <ns1:ext uri="{FF2B5EF4-FFF2-40B4-BE49-F238E27FC236}">
                <ns2:creationId id="{A595BD7D-936B-49FC-B8A0-1542D1F175C2}"/>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2:30</ns1:t>
            </ns1:r>
          </ns1:p>
        </ns0:txBody>
      </ns0:sp>
      <ns0:sp>
        <ns0:nvSpPr>
          <ns0:cNvPr id="3" name="">
            <ns1:extLst>
              <ns1:ext uri="{FF2B5EF4-FFF2-40B4-BE49-F238E27FC236}">
                <ns2:creationId id="{3FA98892-DED8-4D20-9047-45E34DFBE6DA}"/>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Tres participantes y una decisión del estudiante</ns1:t>
            </ns1:r>
          </ns1:p>
        </ns0:txBody>
      </ns0:sp>
      <ns0:sp>
        <ns0:nvSpPr>
          <ns0:cNvPr id="4" name="">
            <ns1:extLst>
              <ns1:ext uri="{FF2B5EF4-FFF2-40B4-BE49-F238E27FC236}">
                <ns2:creationId id="{4E375D04-5DFB-4D1D-A07C-E4BEF12E6B76}"/>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E2D7168F-1D89-479C-B784-5578B1DAAB98}"/>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1B50A6D4-CFD9-46E0-B058-0715457C1B48}"/>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11</ns1:t>
            </ns1:r>
          </ns1:p>
        </ns0:txBody>
      </ns0:sp>
      <ns0:sp>
        <ns0:nvSpPr>
          <ns0:cNvPr id="7" name="">
            <ns1:extLst>
              <ns1:ext uri="{FF2B5EF4-FFF2-40B4-BE49-F238E27FC236}">
                <ns2:creationId id="{A6197F28-5DD4-4C5A-823B-3F90CABA2299}"/>
              </ns1:ext>
            </ns1:extLst>
          </ns0:cNvPr>
          <ns0:cNvSpPr>
            <ns1:spLocks noGrp="1"/>
          </ns0:cNvSpPr>
          <ns0:nvPr/>
        </ns0:nvSpPr>
        <ns0:spPr>
          <ns1:xfrm>
            <ns1:off x="904875" y="1714500"/>
            <ns1:ext cx="2857500" cy="1028700"/>
          </ns1:xfrm>
          <ns1:prstGeom prst="roundRect">
            <ns1:avLst>
              <ns1:gd name="adj" fmla="val 7407"/>
            </ns1:avLst>
          </ns1:prstGeom>
          <ns1:solidFill>
            <ns1:srgbClr val="E8EDFF"/>
          </ns1:solidFill>
          <ns1:ln w="0">
            <ns1:noFill/>
            <ns1:prstDash val="solid"/>
          </ns1:ln>
        </ns0:spPr>
      </ns0:sp>
      <ns0:sp>
        <ns0:nvSpPr>
          <ns0:cNvPr id="8" name="">
            <ns1:extLst>
              <ns1:ext uri="{FF2B5EF4-FFF2-40B4-BE49-F238E27FC236}">
                <ns2:creationId id="{CBAC1C95-8031-45F8-93FA-94D5E6B49CB2}"/>
              </ns1:ext>
            </ns1:extLst>
          </ns0:cNvPr>
          <ns0:cNvSpPr>
            <ns1:spLocks noGrp="1"/>
          </ns0:cNvSpPr>
          <ns0:nvPr/>
        </ns0:nvSpPr>
        <ns0:spPr>
          <ns1:xfrm>
            <ns1:off x="1095375" y="1905000"/>
            <ns1:ext cx="609600" cy="228600"/>
          </ns1:xfrm>
          <ns1:prstGeom prst="triangle">
            <ns1:avLst/>
          </ns1:prstGeom>
          <ns1:solidFill>
            <ns1:srgbClr val="2846A0"/>
          </ns1:solidFill>
          <ns1:ln w="0">
            <ns1:noFill/>
            <ns1:prstDash val="solid"/>
          </ns1:ln>
        </ns0:spPr>
      </ns0:sp>
      <ns0:sp>
        <ns0:nvSpPr>
          <ns0:cNvPr id="9" name="">
            <ns1:extLst>
              <ns1:ext uri="{FF2B5EF4-FFF2-40B4-BE49-F238E27FC236}">
                <ns2:creationId id="{A2303F77-DDE1-4366-8819-CD485CF864E7}"/>
              </ns1:ext>
            </ns1:extLst>
          </ns0:cNvPr>
          <ns0:cNvSpPr>
            <ns1:spLocks noGrp="1"/>
          </ns0:cNvSpPr>
          <ns0:nvPr/>
        </ns0:nvSpPr>
        <ns0:spPr>
          <ns1:xfrm>
            <ns1:off x="1143000" y="2133600"/>
            <ns1:ext cx="514350" cy="47625"/>
          </ns1:xfrm>
          <ns1:prstGeom prst="rect">
            <ns1:avLst/>
          </ns1:prstGeom>
          <ns1:solidFill>
            <ns1:srgbClr val="2846A0"/>
          </ns1:solidFill>
          <ns1:ln w="0">
            <ns1:noFill/>
            <ns1:prstDash val="solid"/>
          </ns1:ln>
        </ns0:spPr>
      </ns0:sp>
      <ns0:sp>
        <ns0:nvSpPr>
          <ns0:cNvPr id="10" name="">
            <ns1:extLst>
              <ns1:ext uri="{FF2B5EF4-FFF2-40B4-BE49-F238E27FC236}">
                <ns2:creationId id="{D5D25FE3-2B02-4CED-9699-946DB6DE49A7}"/>
              </ns1:ext>
            </ns1:extLst>
          </ns0:cNvPr>
          <ns0:cNvSpPr>
            <ns1:spLocks noGrp="1"/>
          </ns0:cNvSpPr>
          <ns0:nvPr/>
        </ns0:nvSpPr>
        <ns0:spPr>
          <ns1:xfrm>
            <ns1:off x="1190625" y="2200275"/>
            <ns1:ext cx="57150" cy="295275"/>
          </ns1:xfrm>
          <ns1:prstGeom prst="roundRect">
            <ns1:avLst>
              <ns1:gd name="adj" fmla="val 50000"/>
            </ns1:avLst>
          </ns1:prstGeom>
          <ns1:solidFill>
            <ns1:srgbClr val="2846A0"/>
          </ns1:solidFill>
          <ns1:ln w="0">
            <ns1:prstDash val="solid"/>
          </ns1:ln>
        </ns0:spPr>
      </ns0:sp>
      <ns0:sp>
        <ns0:nvSpPr>
          <ns0:cNvPr id="11" name="">
            <ns1:extLst>
              <ns1:ext uri="{FF2B5EF4-FFF2-40B4-BE49-F238E27FC236}">
                <ns2:creationId id="{BC7DE771-DC9C-475A-874F-C0419732DAB8}"/>
              </ns1:ext>
            </ns1:extLst>
          </ns0:cNvPr>
          <ns0:cNvSpPr>
            <ns1:spLocks noGrp="1"/>
          </ns0:cNvSpPr>
          <ns0:nvPr/>
        </ns0:nvSpPr>
        <ns0:spPr>
          <ns1:xfrm>
            <ns1:off x="1323975" y="2200275"/>
            <ns1:ext cx="57150" cy="295275"/>
          </ns1:xfrm>
          <ns1:prstGeom prst="roundRect">
            <ns1:avLst>
              <ns1:gd name="adj" fmla="val 50000"/>
            </ns1:avLst>
          </ns1:prstGeom>
          <ns1:solidFill>
            <ns1:srgbClr val="2846A0"/>
          </ns1:solidFill>
          <ns1:ln w="0">
            <ns1:prstDash val="solid"/>
          </ns1:ln>
        </ns0:spPr>
      </ns0:sp>
      <ns0:sp>
        <ns0:nvSpPr>
          <ns0:cNvPr id="12" name="">
            <ns1:extLst>
              <ns1:ext uri="{FF2B5EF4-FFF2-40B4-BE49-F238E27FC236}">
                <ns2:creationId id="{998BCB61-18DF-45EC-AD01-C12E86778923}"/>
              </ns1:ext>
            </ns1:extLst>
          </ns0:cNvPr>
          <ns0:cNvSpPr>
            <ns1:spLocks noGrp="1"/>
          </ns0:cNvSpPr>
          <ns0:nvPr/>
        </ns0:nvSpPr>
        <ns0:spPr>
          <ns1:xfrm>
            <ns1:off x="1457325" y="2200275"/>
            <ns1:ext cx="57150" cy="295275"/>
          </ns1:xfrm>
          <ns1:prstGeom prst="roundRect">
            <ns1:avLst>
              <ns1:gd name="adj" fmla="val 50000"/>
            </ns1:avLst>
          </ns1:prstGeom>
          <ns1:solidFill>
            <ns1:srgbClr val="2846A0"/>
          </ns1:solidFill>
          <ns1:ln w="0">
            <ns1:prstDash val="solid"/>
          </ns1:ln>
        </ns0:spPr>
      </ns0:sp>
      <ns0:sp>
        <ns0:nvSpPr>
          <ns0:cNvPr id="13" name="">
            <ns1:extLst>
              <ns1:ext uri="{FF2B5EF4-FFF2-40B4-BE49-F238E27FC236}">
                <ns2:creationId id="{01891CEF-CBD1-40CD-AD14-3DB6CACDB77F}"/>
              </ns1:ext>
            </ns1:extLst>
          </ns0:cNvPr>
          <ns0:cNvSpPr>
            <ns1:spLocks noGrp="1"/>
          </ns0:cNvSpPr>
          <ns0:nvPr/>
        </ns0:nvSpPr>
        <ns0:spPr>
          <ns1:xfrm>
            <ns1:off x="1590675" y="2200275"/>
            <ns1:ext cx="57150" cy="295275"/>
          </ns1:xfrm>
          <ns1:prstGeom prst="roundRect">
            <ns1:avLst>
              <ns1:gd name="adj" fmla="val 50000"/>
            </ns1:avLst>
          </ns1:prstGeom>
          <ns1:solidFill>
            <ns1:srgbClr val="2846A0"/>
          </ns1:solidFill>
          <ns1:ln w="0">
            <ns1:prstDash val="solid"/>
          </ns1:ln>
        </ns0:spPr>
      </ns0:sp>
      <ns0:sp>
        <ns0:nvSpPr>
          <ns0:cNvPr id="14" name="">
            <ns1:extLst>
              <ns1:ext uri="{FF2B5EF4-FFF2-40B4-BE49-F238E27FC236}">
                <ns2:creationId id="{BE24A601-B0FE-42E1-90A7-42EBDC198783}"/>
              </ns1:ext>
            </ns1:extLst>
          </ns0:cNvPr>
          <ns0:cNvSpPr>
            <ns1:spLocks noGrp="1"/>
          </ns0:cNvSpPr>
          <ns0:nvPr/>
        </ns0:nvSpPr>
        <ns0:spPr>
          <ns1:xfrm>
            <ns1:off x="1114425" y="2505075"/>
            <ns1:ext cx="571500" cy="47625"/>
          </ns1:xfrm>
          <ns1:prstGeom prst="rect">
            <ns1:avLst/>
          </ns1:prstGeom>
          <ns1:solidFill>
            <ns1:srgbClr val="2846A0"/>
          </ns1:solidFill>
          <ns1:ln w="0">
            <ns1:noFill/>
            <ns1:prstDash val="solid"/>
          </ns1:ln>
        </ns0:spPr>
      </ns0:sp>
      <ns0:sp>
        <ns0:nvSpPr>
          <ns0:cNvPr id="15" name="">
            <ns1:extLst>
              <ns1:ext uri="{FF2B5EF4-FFF2-40B4-BE49-F238E27FC236}">
                <ns2:creationId id="{68B30DE7-B42D-42B2-AEA7-4EC80054FDD9}"/>
              </ns1:ext>
            </ns1:extLst>
          </ns0:cNvPr>
          <ns0:cNvSpPr>
            <ns1:spLocks noGrp="1"/>
          </ns0:cNvSpPr>
          <ns0:nvPr/>
        </ns0:nvSpPr>
        <ns0:spPr>
          <ns1:xfrm>
            <ns1:off x="1857375" y="1876425"/>
            <ns1:ext cx="1752600" cy="247650"/>
          </ns1:xfrm>
          <ns1:prstGeom prst="rect">
            <ns1:avLst/>
          </ns1:prstGeom>
          <ns1:noFill/>
          <ns1:ln w="0">
            <ns1:noFill/>
            <ns1:prstDash val="solid"/>
          </ns1:ln>
        </ns0:spPr>
        <ns0:txBody>
          <ns1:bodyPr lIns="0" tIns="0" rIns="0" bIns="0" anchor="ctr">
            <ns1:normAutofit fontScale="100000"/>
          </ns1:bodyPr>
          <ns1:lstStyle>
            <ns1:defPPr algn="l">
              <ns1:defRPr sz="1125" b="1">
                <ns1:solidFill>
                  <ns1:srgbClr val="2846A0"/>
                </ns1:solidFill>
                <ns1:latin typeface="Aptos"/>
                <ns1:ea typeface="Aptos"/>
                <ns1:cs typeface="Aptos"/>
              </ns1:defRPr>
            </ns1:defPPr>
            <ns1:lvl1pPr algn="l">
              <ns1:defRPr sz="1125" b="1">
                <ns1:solidFill>
                  <ns1:srgbClr val="2846A0"/>
                </ns1:solidFill>
                <ns1:latin typeface="Aptos"/>
                <ns1:ea typeface="Aptos"/>
                <ns1:cs typeface="Aptos"/>
              </ns1:defRPr>
            </ns1:lvl1pPr>
            <ns1:lvl2pPr algn="l">
              <ns1:defRPr sz="1125" b="1">
                <ns1:solidFill>
                  <ns1:srgbClr val="2846A0"/>
                </ns1:solidFill>
                <ns1:latin typeface="Aptos"/>
                <ns1:ea typeface="Aptos"/>
                <ns1:cs typeface="Aptos"/>
              </ns1:defRPr>
            </ns1:lvl2pPr>
            <ns1:lvl3pPr algn="l">
              <ns1:defRPr sz="1125" b="1">
                <ns1:solidFill>
                  <ns1:srgbClr val="2846A0"/>
                </ns1:solidFill>
                <ns1:latin typeface="Aptos"/>
                <ns1:ea typeface="Aptos"/>
                <ns1:cs typeface="Aptos"/>
              </ns1:defRPr>
            </ns1:lvl3pPr>
            <ns1:lvl4pPr algn="l">
              <ns1:defRPr sz="1125" b="1">
                <ns1:solidFill>
                  <ns1:srgbClr val="2846A0"/>
                </ns1:solidFill>
                <ns1:latin typeface="Aptos"/>
                <ns1:ea typeface="Aptos"/>
                <ns1:cs typeface="Aptos"/>
              </ns1:defRPr>
            </ns1:lvl4pPr>
            <ns1:lvl5pPr algn="l">
              <ns1:defRPr sz="1125" b="1">
                <ns1:solidFill>
                  <ns1:srgbClr val="2846A0"/>
                </ns1:solidFill>
                <ns1:latin typeface="Aptos"/>
                <ns1:ea typeface="Aptos"/>
                <ns1:cs typeface="Aptos"/>
              </ns1:defRPr>
            </ns1:lvl5pPr>
            <ns1:lvl6pPr algn="l">
              <ns1:defRPr sz="1125" b="1">
                <ns1:solidFill>
                  <ns1:srgbClr val="2846A0"/>
                </ns1:solidFill>
                <ns1:latin typeface="Aptos"/>
                <ns1:ea typeface="Aptos"/>
                <ns1:cs typeface="Aptos"/>
              </ns1:defRPr>
            </ns1:lvl6pPr>
            <ns1:lvl7pPr algn="l">
              <ns1:defRPr sz="1125" b="1">
                <ns1:solidFill>
                  <ns1:srgbClr val="2846A0"/>
                </ns1:solidFill>
                <ns1:latin typeface="Aptos"/>
                <ns1:ea typeface="Aptos"/>
                <ns1:cs typeface="Aptos"/>
              </ns1:defRPr>
            </ns1:lvl7pPr>
            <ns1:lvl8pPr algn="l">
              <ns1:defRPr sz="1125" b="1">
                <ns1:solidFill>
                  <ns1:srgbClr val="2846A0"/>
                </ns1:solidFill>
                <ns1:latin typeface="Aptos"/>
                <ns1:ea typeface="Aptos"/>
                <ns1:cs typeface="Aptos"/>
              </ns1:defRPr>
            </ns1:lvl8pPr>
            <ns1:lvl9pPr algn="l">
              <ns1:defRPr sz="1125" b="1">
                <ns1:solidFill>
                  <ns1:srgbClr val="2846A0"/>
                </ns1:solidFill>
                <ns1:latin typeface="Aptos"/>
                <ns1:ea typeface="Aptos"/>
                <ns1:cs typeface="Aptos"/>
              </ns1:defRPr>
            </ns1:lvl9pPr>
          </ns1:lstStyle>
          <ns1:p>
            <ns1:pPr algn="l">
              <ns1:defRPr sz="1125" b="1">
                <ns1:solidFill>
                  <ns1:srgbClr val="2846A0"/>
                </ns1:solidFill>
                <ns1:latin typeface="Aptos"/>
                <ns1:ea typeface="Aptos"/>
                <ns1:cs typeface="Aptos"/>
              </ns1:defRPr>
            </ns1:pPr>
            <ns1:r>
              <ns1:rPr sz="1125" b="1">
                <ns1:solidFill>
                  <ns1:srgbClr val="2846A0"/>
                </ns1:solidFill>
                <ns1:latin typeface="Aptos"/>
                <ns1:ea typeface="Aptos"/>
                <ns1:cs typeface="Aptos"/>
              </ns1:rPr>
              <ns1:t>INSTITUCIÓN</ns1:t>
            </ns1:r>
          </ns1:p>
        </ns0:txBody>
      </ns0:sp>
      <ns0:sp>
        <ns0:nvSpPr>
          <ns0:cNvPr id="16" name="">
            <ns1:extLst>
              <ns1:ext uri="{FF2B5EF4-FFF2-40B4-BE49-F238E27FC236}">
                <ns2:creationId id="{3AC46893-1374-4CFE-828A-FADF9BF59812}"/>
              </ns1:ext>
            </ns1:extLst>
          </ns0:cNvPr>
          <ns0:cNvSpPr>
            <ns1:spLocks noGrp="1"/>
          </ns0:cNvSpPr>
          <ns0:nvPr/>
        </ns0:nvSpPr>
        <ns0:spPr>
          <ns1:xfrm>
            <ns1:off x="1857375" y="2171700"/>
            <ns1:ext cx="1752600" cy="4000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172554"/>
                </ns1:solidFill>
                <ns1:latin typeface="Aptos"/>
                <ns1:ea typeface="Aptos"/>
                <ns1:cs typeface="Aptos"/>
              </ns1:defRPr>
            </ns1:defPPr>
            <ns1:lvl1pPr algn="l">
              <ns1:defRPr sz="1425" b="1">
                <ns1:solidFill>
                  <ns1:srgbClr val="172554"/>
                </ns1:solidFill>
                <ns1:latin typeface="Aptos"/>
                <ns1:ea typeface="Aptos"/>
                <ns1:cs typeface="Aptos"/>
              </ns1:defRPr>
            </ns1:lvl1pPr>
            <ns1:lvl2pPr algn="l">
              <ns1:defRPr sz="1425" b="1">
                <ns1:solidFill>
                  <ns1:srgbClr val="172554"/>
                </ns1:solidFill>
                <ns1:latin typeface="Aptos"/>
                <ns1:ea typeface="Aptos"/>
                <ns1:cs typeface="Aptos"/>
              </ns1:defRPr>
            </ns1:lvl2pPr>
            <ns1:lvl3pPr algn="l">
              <ns1:defRPr sz="1425" b="1">
                <ns1:solidFill>
                  <ns1:srgbClr val="172554"/>
                </ns1:solidFill>
                <ns1:latin typeface="Aptos"/>
                <ns1:ea typeface="Aptos"/>
                <ns1:cs typeface="Aptos"/>
              </ns1:defRPr>
            </ns1:lvl3pPr>
            <ns1:lvl4pPr algn="l">
              <ns1:defRPr sz="1425" b="1">
                <ns1:solidFill>
                  <ns1:srgbClr val="172554"/>
                </ns1:solidFill>
                <ns1:latin typeface="Aptos"/>
                <ns1:ea typeface="Aptos"/>
                <ns1:cs typeface="Aptos"/>
              </ns1:defRPr>
            </ns1:lvl4pPr>
            <ns1:lvl5pPr algn="l">
              <ns1:defRPr sz="1425" b="1">
                <ns1:solidFill>
                  <ns1:srgbClr val="172554"/>
                </ns1:solidFill>
                <ns1:latin typeface="Aptos"/>
                <ns1:ea typeface="Aptos"/>
                <ns1:cs typeface="Aptos"/>
              </ns1:defRPr>
            </ns1:lvl5pPr>
            <ns1:lvl6pPr algn="l">
              <ns1:defRPr sz="1425" b="1">
                <ns1:solidFill>
                  <ns1:srgbClr val="172554"/>
                </ns1:solidFill>
                <ns1:latin typeface="Aptos"/>
                <ns1:ea typeface="Aptos"/>
                <ns1:cs typeface="Aptos"/>
              </ns1:defRPr>
            </ns1:lvl6pPr>
            <ns1:lvl7pPr algn="l">
              <ns1:defRPr sz="1425" b="1">
                <ns1:solidFill>
                  <ns1:srgbClr val="172554"/>
                </ns1:solidFill>
                <ns1:latin typeface="Aptos"/>
                <ns1:ea typeface="Aptos"/>
                <ns1:cs typeface="Aptos"/>
              </ns1:defRPr>
            </ns1:lvl7pPr>
            <ns1:lvl8pPr algn="l">
              <ns1:defRPr sz="1425" b="1">
                <ns1:solidFill>
                  <ns1:srgbClr val="172554"/>
                </ns1:solidFill>
                <ns1:latin typeface="Aptos"/>
                <ns1:ea typeface="Aptos"/>
                <ns1:cs typeface="Aptos"/>
              </ns1:defRPr>
            </ns1:lvl8pPr>
            <ns1:lvl9pPr algn="l">
              <ns1:defRPr sz="1425" b="1">
                <ns1:solidFill>
                  <ns1:srgbClr val="172554"/>
                </ns1:solidFill>
                <ns1:latin typeface="Aptos"/>
                <ns1:ea typeface="Aptos"/>
                <ns1:cs typeface="Aptos"/>
              </ns1:defRPr>
            </ns1:lvl9pPr>
          </ns1:lstStyle>
          <ns1:p>
            <ns1:pPr algn="l">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Emite y puede revocar</ns1:t>
            </ns1:r>
          </ns1:p>
        </ns0:txBody>
      </ns0:sp>
      <ns0:sp>
        <ns0:nvSpPr>
          <ns0:cNvPr id="17" name="">
            <ns1:extLst>
              <ns1:ext uri="{FF2B5EF4-FFF2-40B4-BE49-F238E27FC236}">
                <ns2:creationId id="{4888ECB3-25EC-4A9C-AAB5-62C84E7ECCCA}"/>
              </ns1:ext>
            </ns1:extLst>
          </ns0:cNvPr>
          <ns0:cNvSpPr>
            <ns1:spLocks noGrp="1"/>
          </ns0:cNvSpPr>
          <ns0:nvPr/>
        </ns0:nvSpPr>
        <ns0:spPr>
          <ns1:xfrm>
            <ns1:off x="4714875" y="1714500"/>
            <ns1:ext cx="2857500" cy="1028700"/>
          </ns1:xfrm>
          <ns1:prstGeom prst="roundRect">
            <ns1:avLst>
              <ns1:gd name="adj" fmla="val 7407"/>
            </ns1:avLst>
          </ns1:prstGeom>
          <ns1:solidFill>
            <ns1:srgbClr val="D9F5F0"/>
          </ns1:solidFill>
          <ns1:ln w="0">
            <ns1:noFill/>
            <ns1:prstDash val="solid"/>
          </ns1:ln>
        </ns0:spPr>
      </ns0:sp>
      <ns0:sp>
        <ns0:nvSpPr>
          <ns0:cNvPr id="18" name="">
            <ns1:extLst>
              <ns1:ext uri="{FF2B5EF4-FFF2-40B4-BE49-F238E27FC236}">
                <ns2:creationId id="{E1DAB7A1-9FF1-4A9D-B5B2-13BA5D1851ED}"/>
              </ns1:ext>
            </ns1:extLst>
          </ns0:cNvPr>
          <ns0:cNvSpPr>
            <ns1:spLocks noGrp="1"/>
          </ns0:cNvSpPr>
          <ns0:nvPr/>
        </ns0:nvSpPr>
        <ns0:spPr>
          <ns1:xfrm>
            <ns1:off x="5057775" y="1914525"/>
            <ns1:ext cx="266700" cy="266700"/>
          </ns1:xfrm>
          <ns1:prstGeom prst="ellipse">
            <ns1:avLst/>
          </ns1:prstGeom>
          <ns1:solidFill>
            <ns1:srgbClr val="23836E"/>
          </ns1:solidFill>
          <ns1:ln w="0">
            <ns1:noFill/>
            <ns1:prstDash val="solid"/>
          </ns1:ln>
        </ns0:spPr>
      </ns0:sp>
      <ns0:sp>
        <ns0:nvSpPr>
          <ns0:cNvPr id="19" name="">
            <ns1:extLst>
              <ns1:ext uri="{FF2B5EF4-FFF2-40B4-BE49-F238E27FC236}">
                <ns2:creationId id="{813E865B-4CAA-4CD6-8A44-7B3C078D77DF}"/>
              </ns1:ext>
            </ns1:extLst>
          </ns0:cNvPr>
          <ns0:cNvSpPr>
            <ns1:spLocks noGrp="1"/>
          </ns0:cNvSpPr>
          <ns0:nvPr/>
        </ns0:nvSpPr>
        <ns0:spPr>
          <ns1:xfrm>
            <ns1:off x="4933950" y="2209800"/>
            <ns1:ext cx="514350" cy="333375"/>
          </ns1:xfrm>
          <ns1:prstGeom prst="ellipse">
            <ns1:avLst/>
          </ns1:prstGeom>
          <ns1:solidFill>
            <ns1:srgbClr val="23836E"/>
          </ns1:solidFill>
          <ns1:ln w="0">
            <ns1:noFill/>
            <ns1:prstDash val="solid"/>
          </ns1:ln>
        </ns0:spPr>
      </ns0:sp>
      <ns0:sp>
        <ns0:nvSpPr>
          <ns0:cNvPr id="20" name="">
            <ns1:extLst>
              <ns1:ext uri="{FF2B5EF4-FFF2-40B4-BE49-F238E27FC236}">
                <ns2:creationId id="{D9FE61B8-B096-42CE-A113-C63685FF3773}"/>
              </ns1:ext>
            </ns1:extLst>
          </ns0:cNvPr>
          <ns0:cNvSpPr>
            <ns1:spLocks noGrp="1"/>
          </ns0:cNvSpPr>
          <ns0:nvPr/>
        </ns0:nvSpPr>
        <ns0:spPr>
          <ns1:xfrm>
            <ns1:off x="5667375" y="1876425"/>
            <ns1:ext cx="1752600" cy="247650"/>
          </ns1:xfrm>
          <ns1:prstGeom prst="rect">
            <ns1:avLst/>
          </ns1:prstGeom>
          <ns1:noFill/>
          <ns1:ln w="0">
            <ns1:noFill/>
            <ns1:prstDash val="solid"/>
          </ns1:ln>
        </ns0:spPr>
        <ns0:txBody>
          <ns1:bodyPr lIns="0" tIns="0" rIns="0" bIns="0" anchor="ctr">
            <ns1:normAutofit fontScale="100000"/>
          </ns1:bodyPr>
          <ns1:lstStyle>
            <ns1:defPPr algn="l">
              <ns1:defRPr sz="1125" b="1">
                <ns1:solidFill>
                  <ns1:srgbClr val="23836E"/>
                </ns1:solidFill>
                <ns1:latin typeface="Aptos"/>
                <ns1:ea typeface="Aptos"/>
                <ns1:cs typeface="Aptos"/>
              </ns1:defRPr>
            </ns1:defPPr>
            <ns1:lvl1pPr algn="l">
              <ns1:defRPr sz="1125" b="1">
                <ns1:solidFill>
                  <ns1:srgbClr val="23836E"/>
                </ns1:solidFill>
                <ns1:latin typeface="Aptos"/>
                <ns1:ea typeface="Aptos"/>
                <ns1:cs typeface="Aptos"/>
              </ns1:defRPr>
            </ns1:lvl1pPr>
            <ns1:lvl2pPr algn="l">
              <ns1:defRPr sz="1125" b="1">
                <ns1:solidFill>
                  <ns1:srgbClr val="23836E"/>
                </ns1:solidFill>
                <ns1:latin typeface="Aptos"/>
                <ns1:ea typeface="Aptos"/>
                <ns1:cs typeface="Aptos"/>
              </ns1:defRPr>
            </ns1:lvl2pPr>
            <ns1:lvl3pPr algn="l">
              <ns1:defRPr sz="1125" b="1">
                <ns1:solidFill>
                  <ns1:srgbClr val="23836E"/>
                </ns1:solidFill>
                <ns1:latin typeface="Aptos"/>
                <ns1:ea typeface="Aptos"/>
                <ns1:cs typeface="Aptos"/>
              </ns1:defRPr>
            </ns1:lvl3pPr>
            <ns1:lvl4pPr algn="l">
              <ns1:defRPr sz="1125" b="1">
                <ns1:solidFill>
                  <ns1:srgbClr val="23836E"/>
                </ns1:solidFill>
                <ns1:latin typeface="Aptos"/>
                <ns1:ea typeface="Aptos"/>
                <ns1:cs typeface="Aptos"/>
              </ns1:defRPr>
            </ns1:lvl4pPr>
            <ns1:lvl5pPr algn="l">
              <ns1:defRPr sz="1125" b="1">
                <ns1:solidFill>
                  <ns1:srgbClr val="23836E"/>
                </ns1:solidFill>
                <ns1:latin typeface="Aptos"/>
                <ns1:ea typeface="Aptos"/>
                <ns1:cs typeface="Aptos"/>
              </ns1:defRPr>
            </ns1:lvl5pPr>
            <ns1:lvl6pPr algn="l">
              <ns1:defRPr sz="1125" b="1">
                <ns1:solidFill>
                  <ns1:srgbClr val="23836E"/>
                </ns1:solidFill>
                <ns1:latin typeface="Aptos"/>
                <ns1:ea typeface="Aptos"/>
                <ns1:cs typeface="Aptos"/>
              </ns1:defRPr>
            </ns1:lvl6pPr>
            <ns1:lvl7pPr algn="l">
              <ns1:defRPr sz="1125" b="1">
                <ns1:solidFill>
                  <ns1:srgbClr val="23836E"/>
                </ns1:solidFill>
                <ns1:latin typeface="Aptos"/>
                <ns1:ea typeface="Aptos"/>
                <ns1:cs typeface="Aptos"/>
              </ns1:defRPr>
            </ns1:lvl7pPr>
            <ns1:lvl8pPr algn="l">
              <ns1:defRPr sz="1125" b="1">
                <ns1:solidFill>
                  <ns1:srgbClr val="23836E"/>
                </ns1:solidFill>
                <ns1:latin typeface="Aptos"/>
                <ns1:ea typeface="Aptos"/>
                <ns1:cs typeface="Aptos"/>
              </ns1:defRPr>
            </ns1:lvl8pPr>
            <ns1:lvl9pPr algn="l">
              <ns1:defRPr sz="1125" b="1">
                <ns1:solidFill>
                  <ns1:srgbClr val="23836E"/>
                </ns1:solidFill>
                <ns1:latin typeface="Aptos"/>
                <ns1:ea typeface="Aptos"/>
                <ns1:cs typeface="Aptos"/>
              </ns1:defRPr>
            </ns1:lvl9pPr>
          </ns1:lstStyle>
          <ns1:p>
            <ns1:pPr algn="l">
              <ns1:defRPr sz="1125" b="1">
                <ns1:solidFill>
                  <ns1:srgbClr val="23836E"/>
                </ns1:solidFill>
                <ns1:latin typeface="Aptos"/>
                <ns1:ea typeface="Aptos"/>
                <ns1:cs typeface="Aptos"/>
              </ns1:defRPr>
            </ns1:pPr>
            <ns1:r>
              <ns1:rPr sz="1125" b="1">
                <ns1:solidFill>
                  <ns1:srgbClr val="23836E"/>
                </ns1:solidFill>
                <ns1:latin typeface="Aptos"/>
                <ns1:ea typeface="Aptos"/>
                <ns1:cs typeface="Aptos"/>
              </ns1:rPr>
              <ns1:t>ESTUDIANTE</ns1:t>
            </ns1:r>
          </ns1:p>
        </ns0:txBody>
      </ns0:sp>
      <ns0:sp>
        <ns0:nvSpPr>
          <ns0:cNvPr id="21" name="">
            <ns1:extLst>
              <ns1:ext uri="{FF2B5EF4-FFF2-40B4-BE49-F238E27FC236}">
                <ns2:creationId id="{02B6DB56-9AD9-4887-9C07-4CC273AF1749}"/>
              </ns1:ext>
            </ns1:extLst>
          </ns0:cNvPr>
          <ns0:cNvSpPr>
            <ns1:spLocks noGrp="1"/>
          </ns0:cNvSpPr>
          <ns0:nvPr/>
        </ns0:nvSpPr>
        <ns0:spPr>
          <ns1:xfrm>
            <ns1:off x="5667375" y="2171700"/>
            <ns1:ext cx="1752600" cy="4000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172554"/>
                </ns1:solidFill>
                <ns1:latin typeface="Aptos"/>
                <ns1:ea typeface="Aptos"/>
                <ns1:cs typeface="Aptos"/>
              </ns1:defRPr>
            </ns1:defPPr>
            <ns1:lvl1pPr algn="l">
              <ns1:defRPr sz="1425" b="1">
                <ns1:solidFill>
                  <ns1:srgbClr val="172554"/>
                </ns1:solidFill>
                <ns1:latin typeface="Aptos"/>
                <ns1:ea typeface="Aptos"/>
                <ns1:cs typeface="Aptos"/>
              </ns1:defRPr>
            </ns1:lvl1pPr>
            <ns1:lvl2pPr algn="l">
              <ns1:defRPr sz="1425" b="1">
                <ns1:solidFill>
                  <ns1:srgbClr val="172554"/>
                </ns1:solidFill>
                <ns1:latin typeface="Aptos"/>
                <ns1:ea typeface="Aptos"/>
                <ns1:cs typeface="Aptos"/>
              </ns1:defRPr>
            </ns1:lvl2pPr>
            <ns1:lvl3pPr algn="l">
              <ns1:defRPr sz="1425" b="1">
                <ns1:solidFill>
                  <ns1:srgbClr val="172554"/>
                </ns1:solidFill>
                <ns1:latin typeface="Aptos"/>
                <ns1:ea typeface="Aptos"/>
                <ns1:cs typeface="Aptos"/>
              </ns1:defRPr>
            </ns1:lvl3pPr>
            <ns1:lvl4pPr algn="l">
              <ns1:defRPr sz="1425" b="1">
                <ns1:solidFill>
                  <ns1:srgbClr val="172554"/>
                </ns1:solidFill>
                <ns1:latin typeface="Aptos"/>
                <ns1:ea typeface="Aptos"/>
                <ns1:cs typeface="Aptos"/>
              </ns1:defRPr>
            </ns1:lvl4pPr>
            <ns1:lvl5pPr algn="l">
              <ns1:defRPr sz="1425" b="1">
                <ns1:solidFill>
                  <ns1:srgbClr val="172554"/>
                </ns1:solidFill>
                <ns1:latin typeface="Aptos"/>
                <ns1:ea typeface="Aptos"/>
                <ns1:cs typeface="Aptos"/>
              </ns1:defRPr>
            </ns1:lvl5pPr>
            <ns1:lvl6pPr algn="l">
              <ns1:defRPr sz="1425" b="1">
                <ns1:solidFill>
                  <ns1:srgbClr val="172554"/>
                </ns1:solidFill>
                <ns1:latin typeface="Aptos"/>
                <ns1:ea typeface="Aptos"/>
                <ns1:cs typeface="Aptos"/>
              </ns1:defRPr>
            </ns1:lvl6pPr>
            <ns1:lvl7pPr algn="l">
              <ns1:defRPr sz="1425" b="1">
                <ns1:solidFill>
                  <ns1:srgbClr val="172554"/>
                </ns1:solidFill>
                <ns1:latin typeface="Aptos"/>
                <ns1:ea typeface="Aptos"/>
                <ns1:cs typeface="Aptos"/>
              </ns1:defRPr>
            </ns1:lvl7pPr>
            <ns1:lvl8pPr algn="l">
              <ns1:defRPr sz="1425" b="1">
                <ns1:solidFill>
                  <ns1:srgbClr val="172554"/>
                </ns1:solidFill>
                <ns1:latin typeface="Aptos"/>
                <ns1:ea typeface="Aptos"/>
                <ns1:cs typeface="Aptos"/>
              </ns1:defRPr>
            </ns1:lvl8pPr>
            <ns1:lvl9pPr algn="l">
              <ns1:defRPr sz="1425" b="1">
                <ns1:solidFill>
                  <ns1:srgbClr val="172554"/>
                </ns1:solidFill>
                <ns1:latin typeface="Aptos"/>
                <ns1:ea typeface="Aptos"/>
                <ns1:cs typeface="Aptos"/>
              </ns1:defRPr>
            </ns1:lvl9pPr>
          </ns1:lstStyle>
          <ns1:p>
            <ns1:pPr algn="l">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Guarda la credencial y decide</ns1:t>
            </ns1:r>
          </ns1:p>
        </ns0:txBody>
      </ns0:sp>
      <ns0:sp>
        <ns0:nvSpPr>
          <ns0:cNvPr id="22" name="">
            <ns1:extLst>
              <ns1:ext uri="{FF2B5EF4-FFF2-40B4-BE49-F238E27FC236}">
                <ns2:creationId id="{8121B7C9-3113-440A-AB22-BDFF13C7979F}"/>
              </ns1:ext>
            </ns1:extLst>
          </ns0:cNvPr>
          <ns0:cNvSpPr>
            <ns1:spLocks noGrp="1"/>
          </ns0:cNvSpPr>
          <ns0:nvPr/>
        </ns0:nvSpPr>
        <ns0:spPr>
          <ns1:xfrm>
            <ns1:off x="8524875" y="1714500"/>
            <ns1:ext cx="2857500" cy="1028700"/>
          </ns1:xfrm>
          <ns1:prstGeom prst="roundRect">
            <ns1:avLst>
              <ns1:gd name="adj" fmla="val 7407"/>
            </ns1:avLst>
          </ns1:prstGeom>
          <ns1:solidFill>
            <ns1:srgbClr val="FFF2D8"/>
          </ns1:solidFill>
          <ns1:ln w="0">
            <ns1:noFill/>
            <ns1:prstDash val="solid"/>
          </ns1:ln>
        </ns0:spPr>
      </ns0:sp>
      <ns0:sp>
        <ns0:nvSpPr>
          <ns0:cNvPr id="23" name="">
            <ns1:extLst>
              <ns1:ext uri="{FF2B5EF4-FFF2-40B4-BE49-F238E27FC236}">
                <ns2:creationId id="{638EB113-D0E9-4FDD-9F84-8AC1032E11B9}"/>
              </ns1:ext>
            </ns1:extLst>
          </ns0:cNvPr>
          <ns0:cNvSpPr>
            <ns1:spLocks noGrp="1"/>
          </ns0:cNvSpPr>
          <ns0:nvPr/>
        </ns0:nvSpPr>
        <ns0:spPr>
          <ns1:xfrm>
            <ns1:off x="8686800" y="1943100"/>
            <ns1:ext cx="438150" cy="438150"/>
          </ns1:xfrm>
          <ns1:prstGeom prst="ellipse">
            <ns1:avLst/>
          </ns1:prstGeom>
          <ns1:noFill/>
          <ns1:ln w="57150">
            <ns1:solidFill>
              <ns1:srgbClr val="9A6500"/>
            </ns1:solidFill>
            <ns1:prstDash val="solid"/>
          </ns1:ln>
        </ns0:spPr>
      </ns0:sp>
      <ns0:sp>
        <ns0:nvSpPr>
          <ns0:cNvPr id="24" name="">
            <ns1:extLst>
              <ns1:ext uri="{FF2B5EF4-FFF2-40B4-BE49-F238E27FC236}">
                <ns2:creationId id="{CF32C4CB-7F02-4184-95B4-EEA45D7B3F6F}"/>
              </ns1:ext>
            </ns1:extLst>
          </ns0:cNvPr>
          <ns0:cNvSpPr>
            <ns1:spLocks noGrp="1"/>
          </ns0:cNvSpPr>
          <ns0:nvPr/>
        </ns0:nvSpPr>
        <ns0:spPr>
          <ns1:xfrm>
            <ns1:off x="9048750" y="2305050"/>
            <ns1:ext cx="304800" cy="76200"/>
          </ns1:xfrm>
          <ns1:prstGeom prst="roundRect">
            <ns1:avLst>
              <ns1:gd name="adj" fmla="val 50000"/>
            </ns1:avLst>
          </ns1:prstGeom>
          <ns1:solidFill>
            <ns1:srgbClr val="9A6500"/>
          </ns1:solidFill>
          <ns1:ln w="0">
            <ns1:prstDash val="solid"/>
          </ns1:ln>
        </ns0:spPr>
      </ns0:sp>
      <ns0:sp>
        <ns0:nvSpPr>
          <ns0:cNvPr id="25" name="">
            <ns1:extLst>
              <ns1:ext uri="{FF2B5EF4-FFF2-40B4-BE49-F238E27FC236}">
                <ns2:creationId id="{35A72543-3B07-4A26-9296-E93E3F1C4653}"/>
              </ns1:ext>
            </ns1:extLst>
          </ns0:cNvPr>
          <ns0:cNvSpPr>
            <ns1:spLocks noGrp="1"/>
          </ns0:cNvSpPr>
          <ns0:nvPr/>
        </ns0:nvSpPr>
        <ns0:spPr>
          <ns1:xfrm>
            <ns1:off x="9239250" y="2352675"/>
            <ns1:ext cx="76200" cy="180975"/>
          </ns1:xfrm>
          <ns1:prstGeom prst="roundRect">
            <ns1:avLst>
              <ns1:gd name="adj" fmla="val 50000"/>
            </ns1:avLst>
          </ns1:prstGeom>
          <ns1:solidFill>
            <ns1:srgbClr val="9A6500"/>
          </ns1:solidFill>
          <ns1:ln w="0">
            <ns1:prstDash val="solid"/>
          </ns1:ln>
        </ns0:spPr>
      </ns0:sp>
      <ns0:sp>
        <ns0:nvSpPr>
          <ns0:cNvPr id="26" name="">
            <ns1:extLst>
              <ns1:ext uri="{FF2B5EF4-FFF2-40B4-BE49-F238E27FC236}">
                <ns2:creationId id="{5CC59EB1-D7A1-41F1-A675-008A94E26852}"/>
              </ns1:ext>
            </ns1:extLst>
          </ns0:cNvPr>
          <ns0:cNvSpPr>
            <ns1:spLocks noGrp="1"/>
          </ns0:cNvSpPr>
          <ns0:nvPr/>
        </ns0:nvSpPr>
        <ns0:spPr>
          <ns1:xfrm>
            <ns1:off x="9477375" y="1876425"/>
            <ns1:ext cx="1752600" cy="247650"/>
          </ns1:xfrm>
          <ns1:prstGeom prst="rect">
            <ns1:avLst/>
          </ns1:prstGeom>
          <ns1:noFill/>
          <ns1:ln w="0">
            <ns1:noFill/>
            <ns1:prstDash val="solid"/>
          </ns1:ln>
        </ns0:spPr>
        <ns0:txBody>
          <ns1:bodyPr lIns="0" tIns="0" rIns="0" bIns="0" anchor="ctr">
            <ns1:normAutofit fontScale="100000"/>
          </ns1:bodyPr>
          <ns1:lstStyle>
            <ns1:defPPr algn="l">
              <ns1:defRPr sz="1125" b="1">
                <ns1:solidFill>
                  <ns1:srgbClr val="9A6500"/>
                </ns1:solidFill>
                <ns1:latin typeface="Aptos"/>
                <ns1:ea typeface="Aptos"/>
                <ns1:cs typeface="Aptos"/>
              </ns1:defRPr>
            </ns1:defPPr>
            <ns1:lvl1pPr algn="l">
              <ns1:defRPr sz="1125" b="1">
                <ns1:solidFill>
                  <ns1:srgbClr val="9A6500"/>
                </ns1:solidFill>
                <ns1:latin typeface="Aptos"/>
                <ns1:ea typeface="Aptos"/>
                <ns1:cs typeface="Aptos"/>
              </ns1:defRPr>
            </ns1:lvl1pPr>
            <ns1:lvl2pPr algn="l">
              <ns1:defRPr sz="1125" b="1">
                <ns1:solidFill>
                  <ns1:srgbClr val="9A6500"/>
                </ns1:solidFill>
                <ns1:latin typeface="Aptos"/>
                <ns1:ea typeface="Aptos"/>
                <ns1:cs typeface="Aptos"/>
              </ns1:defRPr>
            </ns1:lvl2pPr>
            <ns1:lvl3pPr algn="l">
              <ns1:defRPr sz="1125" b="1">
                <ns1:solidFill>
                  <ns1:srgbClr val="9A6500"/>
                </ns1:solidFill>
                <ns1:latin typeface="Aptos"/>
                <ns1:ea typeface="Aptos"/>
                <ns1:cs typeface="Aptos"/>
              </ns1:defRPr>
            </ns1:lvl3pPr>
            <ns1:lvl4pPr algn="l">
              <ns1:defRPr sz="1125" b="1">
                <ns1:solidFill>
                  <ns1:srgbClr val="9A6500"/>
                </ns1:solidFill>
                <ns1:latin typeface="Aptos"/>
                <ns1:ea typeface="Aptos"/>
                <ns1:cs typeface="Aptos"/>
              </ns1:defRPr>
            </ns1:lvl4pPr>
            <ns1:lvl5pPr algn="l">
              <ns1:defRPr sz="1125" b="1">
                <ns1:solidFill>
                  <ns1:srgbClr val="9A6500"/>
                </ns1:solidFill>
                <ns1:latin typeface="Aptos"/>
                <ns1:ea typeface="Aptos"/>
                <ns1:cs typeface="Aptos"/>
              </ns1:defRPr>
            </ns1:lvl5pPr>
            <ns1:lvl6pPr algn="l">
              <ns1:defRPr sz="1125" b="1">
                <ns1:solidFill>
                  <ns1:srgbClr val="9A6500"/>
                </ns1:solidFill>
                <ns1:latin typeface="Aptos"/>
                <ns1:ea typeface="Aptos"/>
                <ns1:cs typeface="Aptos"/>
              </ns1:defRPr>
            </ns1:lvl6pPr>
            <ns1:lvl7pPr algn="l">
              <ns1:defRPr sz="1125" b="1">
                <ns1:solidFill>
                  <ns1:srgbClr val="9A6500"/>
                </ns1:solidFill>
                <ns1:latin typeface="Aptos"/>
                <ns1:ea typeface="Aptos"/>
                <ns1:cs typeface="Aptos"/>
              </ns1:defRPr>
            </ns1:lvl7pPr>
            <ns1:lvl8pPr algn="l">
              <ns1:defRPr sz="1125" b="1">
                <ns1:solidFill>
                  <ns1:srgbClr val="9A6500"/>
                </ns1:solidFill>
                <ns1:latin typeface="Aptos"/>
                <ns1:ea typeface="Aptos"/>
                <ns1:cs typeface="Aptos"/>
              </ns1:defRPr>
            </ns1:lvl8pPr>
            <ns1:lvl9pPr algn="l">
              <ns1:defRPr sz="1125" b="1">
                <ns1:solidFill>
                  <ns1:srgbClr val="9A6500"/>
                </ns1:solidFill>
                <ns1:latin typeface="Aptos"/>
                <ns1:ea typeface="Aptos"/>
                <ns1:cs typeface="Aptos"/>
              </ns1:defRPr>
            </ns1:lvl9pPr>
          </ns1:lstStyle>
          <ns1:p>
            <ns1:pPr algn="l">
              <ns1:defRPr sz="1125" b="1">
                <ns1:solidFill>
                  <ns1:srgbClr val="9A6500"/>
                </ns1:solidFill>
                <ns1:latin typeface="Aptos"/>
                <ns1:ea typeface="Aptos"/>
                <ns1:cs typeface="Aptos"/>
              </ns1:defRPr>
            </ns1:pPr>
            <ns1:r>
              <ns1:rPr sz="1125" b="1">
                <ns1:solidFill>
                  <ns1:srgbClr val="9A6500"/>
                </ns1:solidFill>
                <ns1:latin typeface="Aptos"/>
                <ns1:ea typeface="Aptos"/>
                <ns1:cs typeface="Aptos"/>
              </ns1:rPr>
              <ns1:t>VERIFICADOR</ns1:t>
            </ns1:r>
          </ns1:p>
        </ns0:txBody>
      </ns0:sp>
      <ns0:sp>
        <ns0:nvSpPr>
          <ns0:cNvPr id="27" name="">
            <ns1:extLst>
              <ns1:ext uri="{FF2B5EF4-FFF2-40B4-BE49-F238E27FC236}">
                <ns2:creationId id="{7E2E5FF9-60C6-46A1-A5AA-E7191374D919}"/>
              </ns1:ext>
            </ns1:extLst>
          </ns0:cNvPr>
          <ns0:cNvSpPr>
            <ns1:spLocks noGrp="1"/>
          </ns0:cNvSpPr>
          <ns0:nvPr/>
        </ns0:nvSpPr>
        <ns0:spPr>
          <ns1:xfrm>
            <ns1:off x="9477375" y="2171700"/>
            <ns1:ext cx="1752600" cy="4000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172554"/>
                </ns1:solidFill>
                <ns1:latin typeface="Aptos"/>
                <ns1:ea typeface="Aptos"/>
                <ns1:cs typeface="Aptos"/>
              </ns1:defRPr>
            </ns1:defPPr>
            <ns1:lvl1pPr algn="l">
              <ns1:defRPr sz="1425" b="1">
                <ns1:solidFill>
                  <ns1:srgbClr val="172554"/>
                </ns1:solidFill>
                <ns1:latin typeface="Aptos"/>
                <ns1:ea typeface="Aptos"/>
                <ns1:cs typeface="Aptos"/>
              </ns1:defRPr>
            </ns1:lvl1pPr>
            <ns1:lvl2pPr algn="l">
              <ns1:defRPr sz="1425" b="1">
                <ns1:solidFill>
                  <ns1:srgbClr val="172554"/>
                </ns1:solidFill>
                <ns1:latin typeface="Aptos"/>
                <ns1:ea typeface="Aptos"/>
                <ns1:cs typeface="Aptos"/>
              </ns1:defRPr>
            </ns1:lvl2pPr>
            <ns1:lvl3pPr algn="l">
              <ns1:defRPr sz="1425" b="1">
                <ns1:solidFill>
                  <ns1:srgbClr val="172554"/>
                </ns1:solidFill>
                <ns1:latin typeface="Aptos"/>
                <ns1:ea typeface="Aptos"/>
                <ns1:cs typeface="Aptos"/>
              </ns1:defRPr>
            </ns1:lvl3pPr>
            <ns1:lvl4pPr algn="l">
              <ns1:defRPr sz="1425" b="1">
                <ns1:solidFill>
                  <ns1:srgbClr val="172554"/>
                </ns1:solidFill>
                <ns1:latin typeface="Aptos"/>
                <ns1:ea typeface="Aptos"/>
                <ns1:cs typeface="Aptos"/>
              </ns1:defRPr>
            </ns1:lvl4pPr>
            <ns1:lvl5pPr algn="l">
              <ns1:defRPr sz="1425" b="1">
                <ns1:solidFill>
                  <ns1:srgbClr val="172554"/>
                </ns1:solidFill>
                <ns1:latin typeface="Aptos"/>
                <ns1:ea typeface="Aptos"/>
                <ns1:cs typeface="Aptos"/>
              </ns1:defRPr>
            </ns1:lvl5pPr>
            <ns1:lvl6pPr algn="l">
              <ns1:defRPr sz="1425" b="1">
                <ns1:solidFill>
                  <ns1:srgbClr val="172554"/>
                </ns1:solidFill>
                <ns1:latin typeface="Aptos"/>
                <ns1:ea typeface="Aptos"/>
                <ns1:cs typeface="Aptos"/>
              </ns1:defRPr>
            </ns1:lvl6pPr>
            <ns1:lvl7pPr algn="l">
              <ns1:defRPr sz="1425" b="1">
                <ns1:solidFill>
                  <ns1:srgbClr val="172554"/>
                </ns1:solidFill>
                <ns1:latin typeface="Aptos"/>
                <ns1:ea typeface="Aptos"/>
                <ns1:cs typeface="Aptos"/>
              </ns1:defRPr>
            </ns1:lvl7pPr>
            <ns1:lvl8pPr algn="l">
              <ns1:defRPr sz="1425" b="1">
                <ns1:solidFill>
                  <ns1:srgbClr val="172554"/>
                </ns1:solidFill>
                <ns1:latin typeface="Aptos"/>
                <ns1:ea typeface="Aptos"/>
                <ns1:cs typeface="Aptos"/>
              </ns1:defRPr>
            </ns1:lvl8pPr>
            <ns1:lvl9pPr algn="l">
              <ns1:defRPr sz="1425" b="1">
                <ns1:solidFill>
                  <ns1:srgbClr val="172554"/>
                </ns1:solidFill>
                <ns1:latin typeface="Aptos"/>
                <ns1:ea typeface="Aptos"/>
                <ns1:cs typeface="Aptos"/>
              </ns1:defRPr>
            </ns1:lvl9pPr>
          </ns1:lstStyle>
          <ns1:p>
            <ns1:pPr algn="l">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Pide un dato y recibe el resultado</ns1:t>
            </ns1:r>
          </ns1:p>
        </ns0:txBody>
      </ns0:sp>
      <ns0:sp>
        <ns0:nvSpPr>
          <ns0:cNvPr id="28" name="">
            <ns1:extLst>
              <ns1:ext uri="{FF2B5EF4-FFF2-40B4-BE49-F238E27FC236}">
                <ns2:creationId id="{5B823A3B-F5E5-488E-8395-3F12845AF2D0}"/>
              </ns1:ext>
            </ns1:extLst>
          </ns0:cNvPr>
          <ns0:cNvSpPr>
            <ns1:spLocks noGrp="1"/>
          </ns0:cNvSpPr>
          <ns0:nvPr/>
        </ns0:nvSpPr>
        <ns0:spPr>
          <ns1:xfrm>
            <ns1:off x="1304925" y="3381375"/>
            <ns1:ext cx="457200" cy="457200"/>
          </ns1:xfrm>
          <ns1:prstGeom prst="ellipse">
            <ns1:avLst/>
          </ns1:prstGeom>
          <ns1:solidFill>
            <ns1:srgbClr val="2846A0"/>
          </ns1:solidFill>
          <ns1:ln w="0">
            <ns1:noFill/>
            <ns1:prstDash val="solid"/>
          </ns1:ln>
        </ns0:spPr>
      </ns0:sp>
      <ns0:sp>
        <ns0:nvSpPr>
          <ns0:cNvPr id="29" name="">
            <ns1:extLst>
              <ns1:ext uri="{FF2B5EF4-FFF2-40B4-BE49-F238E27FC236}">
                <ns2:creationId id="{35E2E835-5E31-4079-AECC-A305D0DCB5FB}"/>
              </ns1:ext>
            </ns1:extLst>
          </ns0:cNvPr>
          <ns0:cNvSpPr>
            <ns1:spLocks noGrp="1"/>
          </ns0:cNvSpPr>
          <ns0:nvPr/>
        </ns0:nvSpPr>
        <ns0:spPr>
          <ns1:xfrm>
            <ns1:off x="1304925" y="3381375"/>
            <ns1:ext cx="457200" cy="4572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FFFFFF"/>
                </ns1:solidFill>
                <ns1:latin typeface="Aptos"/>
                <ns1:ea typeface="Aptos"/>
                <ns1:cs typeface="Aptos"/>
              </ns1:defRPr>
            </ns1:defPPr>
            <ns1:lvl1pPr algn="ctr">
              <ns1:defRPr sz="1500" b="1">
                <ns1:solidFill>
                  <ns1:srgbClr val="FFFFFF"/>
                </ns1:solidFill>
                <ns1:latin typeface="Aptos"/>
                <ns1:ea typeface="Aptos"/>
                <ns1:cs typeface="Aptos"/>
              </ns1:defRPr>
            </ns1:lvl1pPr>
            <ns1:lvl2pPr algn="ctr">
              <ns1:defRPr sz="1500" b="1">
                <ns1:solidFill>
                  <ns1:srgbClr val="FFFFFF"/>
                </ns1:solidFill>
                <ns1:latin typeface="Aptos"/>
                <ns1:ea typeface="Aptos"/>
                <ns1:cs typeface="Aptos"/>
              </ns1:defRPr>
            </ns1:lvl2pPr>
            <ns1:lvl3pPr algn="ctr">
              <ns1:defRPr sz="1500" b="1">
                <ns1:solidFill>
                  <ns1:srgbClr val="FFFFFF"/>
                </ns1:solidFill>
                <ns1:latin typeface="Aptos"/>
                <ns1:ea typeface="Aptos"/>
                <ns1:cs typeface="Aptos"/>
              </ns1:defRPr>
            </ns1:lvl3pPr>
            <ns1:lvl4pPr algn="ctr">
              <ns1:defRPr sz="1500" b="1">
                <ns1:solidFill>
                  <ns1:srgbClr val="FFFFFF"/>
                </ns1:solidFill>
                <ns1:latin typeface="Aptos"/>
                <ns1:ea typeface="Aptos"/>
                <ns1:cs typeface="Aptos"/>
              </ns1:defRPr>
            </ns1:lvl4pPr>
            <ns1:lvl5pPr algn="ctr">
              <ns1:defRPr sz="1500" b="1">
                <ns1:solidFill>
                  <ns1:srgbClr val="FFFFFF"/>
                </ns1:solidFill>
                <ns1:latin typeface="Aptos"/>
                <ns1:ea typeface="Aptos"/>
                <ns1:cs typeface="Aptos"/>
              </ns1:defRPr>
            </ns1:lvl5pPr>
            <ns1:lvl6pPr algn="ctr">
              <ns1:defRPr sz="1500" b="1">
                <ns1:solidFill>
                  <ns1:srgbClr val="FFFFFF"/>
                </ns1:solidFill>
                <ns1:latin typeface="Aptos"/>
                <ns1:ea typeface="Aptos"/>
                <ns1:cs typeface="Aptos"/>
              </ns1:defRPr>
            </ns1:lvl6pPr>
            <ns1:lvl7pPr algn="ctr">
              <ns1:defRPr sz="1500" b="1">
                <ns1:solidFill>
                  <ns1:srgbClr val="FFFFFF"/>
                </ns1:solidFill>
                <ns1:latin typeface="Aptos"/>
                <ns1:ea typeface="Aptos"/>
                <ns1:cs typeface="Aptos"/>
              </ns1:defRPr>
            </ns1:lvl7pPr>
            <ns1:lvl8pPr algn="ctr">
              <ns1:defRPr sz="1500" b="1">
                <ns1:solidFill>
                  <ns1:srgbClr val="FFFFFF"/>
                </ns1:solidFill>
                <ns1:latin typeface="Aptos"/>
                <ns1:ea typeface="Aptos"/>
                <ns1:cs typeface="Aptos"/>
              </ns1:defRPr>
            </ns1:lvl8pPr>
            <ns1:lvl9pPr algn="ctr">
              <ns1:defRPr sz="1500" b="1">
                <ns1:solidFill>
                  <ns1:srgbClr val="FFFFFF"/>
                </ns1:solidFill>
                <ns1:latin typeface="Aptos"/>
                <ns1:ea typeface="Aptos"/>
                <ns1:cs typeface="Aptos"/>
              </ns1:defRPr>
            </ns1:lvl9pPr>
          </ns1:lstStyle>
          <ns1:p>
            <ns1:pPr algn="ctr">
              <ns1:defRPr sz="1500" b="1">
                <ns1:solidFill>
                  <ns1:srgbClr val="FFFFFF"/>
                </ns1:solidFill>
                <ns1:latin typeface="Aptos"/>
                <ns1:ea typeface="Aptos"/>
                <ns1:cs typeface="Aptos"/>
              </ns1:defRPr>
            </ns1:pPr>
            <ns1:r>
              <ns1:rPr sz="1500" b="1">
                <ns1:solidFill>
                  <ns1:srgbClr val="FFFFFF"/>
                </ns1:solidFill>
                <ns1:latin typeface="Aptos"/>
                <ns1:ea typeface="Aptos"/>
                <ns1:cs typeface="Aptos"/>
              </ns1:rPr>
              <ns1:t>1</ns1:t>
            </ns1:r>
          </ns1:p>
        </ns0:txBody>
      </ns0:sp>
      <ns0:sp>
        <ns0:nvSpPr>
          <ns0:cNvPr id="30" name="">
            <ns1:extLst>
              <ns1:ext uri="{FF2B5EF4-FFF2-40B4-BE49-F238E27FC236}">
                <ns2:creationId id="{F56B7732-DE16-4F35-B958-70593536B048}"/>
              </ns1:ext>
            </ns1:extLst>
          </ns0:cNvPr>
          <ns0:cNvSpPr>
            <ns1:spLocks noGrp="1"/>
          </ns0:cNvSpPr>
          <ns0:nvPr/>
        </ns0:nvSpPr>
        <ns0:spPr>
          <ns1:xfrm>
            <ns1:off x="657225" y="3981450"/>
            <ns1:ext cx="1790700" cy="428625"/>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82230"/>
                </ns1:solidFill>
                <ns1:latin typeface="Aptos"/>
                <ns1:ea typeface="Aptos"/>
                <ns1:cs typeface="Aptos"/>
              </ns1:defRPr>
            </ns1:defPPr>
            <ns1:lvl1pPr algn="ctr">
              <ns1:defRPr sz="1200" b="1">
                <ns1:solidFill>
                  <ns1:srgbClr val="182230"/>
                </ns1:solidFill>
                <ns1:latin typeface="Aptos"/>
                <ns1:ea typeface="Aptos"/>
                <ns1:cs typeface="Aptos"/>
              </ns1:defRPr>
            </ns1:lvl1pPr>
            <ns1:lvl2pPr algn="ctr">
              <ns1:defRPr sz="1200" b="1">
                <ns1:solidFill>
                  <ns1:srgbClr val="182230"/>
                </ns1:solidFill>
                <ns1:latin typeface="Aptos"/>
                <ns1:ea typeface="Aptos"/>
                <ns1:cs typeface="Aptos"/>
              </ns1:defRPr>
            </ns1:lvl2pPr>
            <ns1:lvl3pPr algn="ctr">
              <ns1:defRPr sz="1200" b="1">
                <ns1:solidFill>
                  <ns1:srgbClr val="182230"/>
                </ns1:solidFill>
                <ns1:latin typeface="Aptos"/>
                <ns1:ea typeface="Aptos"/>
                <ns1:cs typeface="Aptos"/>
              </ns1:defRPr>
            </ns1:lvl3pPr>
            <ns1:lvl4pPr algn="ctr">
              <ns1:defRPr sz="1200" b="1">
                <ns1:solidFill>
                  <ns1:srgbClr val="182230"/>
                </ns1:solidFill>
                <ns1:latin typeface="Aptos"/>
                <ns1:ea typeface="Aptos"/>
                <ns1:cs typeface="Aptos"/>
              </ns1:defRPr>
            </ns1:lvl4pPr>
            <ns1:lvl5pPr algn="ctr">
              <ns1:defRPr sz="1200" b="1">
                <ns1:solidFill>
                  <ns1:srgbClr val="182230"/>
                </ns1:solidFill>
                <ns1:latin typeface="Aptos"/>
                <ns1:ea typeface="Aptos"/>
                <ns1:cs typeface="Aptos"/>
              </ns1:defRPr>
            </ns1:lvl5pPr>
            <ns1:lvl6pPr algn="ctr">
              <ns1:defRPr sz="1200" b="1">
                <ns1:solidFill>
                  <ns1:srgbClr val="182230"/>
                </ns1:solidFill>
                <ns1:latin typeface="Aptos"/>
                <ns1:ea typeface="Aptos"/>
                <ns1:cs typeface="Aptos"/>
              </ns1:defRPr>
            </ns1:lvl6pPr>
            <ns1:lvl7pPr algn="ctr">
              <ns1:defRPr sz="1200" b="1">
                <ns1:solidFill>
                  <ns1:srgbClr val="182230"/>
                </ns1:solidFill>
                <ns1:latin typeface="Aptos"/>
                <ns1:ea typeface="Aptos"/>
                <ns1:cs typeface="Aptos"/>
              </ns1:defRPr>
            </ns1:lvl7pPr>
            <ns1:lvl8pPr algn="ctr">
              <ns1:defRPr sz="1200" b="1">
                <ns1:solidFill>
                  <ns1:srgbClr val="182230"/>
                </ns1:solidFill>
                <ns1:latin typeface="Aptos"/>
                <ns1:ea typeface="Aptos"/>
                <ns1:cs typeface="Aptos"/>
              </ns1:defRPr>
            </ns1:lvl8pPr>
            <ns1:lvl9pPr algn="ctr">
              <ns1:defRPr sz="1200" b="1">
                <ns1:solidFill>
                  <ns1:srgbClr val="182230"/>
                </ns1:solidFill>
                <ns1:latin typeface="Aptos"/>
                <ns1:ea typeface="Aptos"/>
                <ns1:cs typeface="Aptos"/>
              </ns1:defRPr>
            </ns1:lvl9pPr>
          </ns1:lstStyle>
          <ns1:p>
            <ns1:pPr algn="ctr">
              <ns1:defRPr sz="1200" b="1">
                <ns1:solidFill>
                  <ns1:srgbClr val="182230"/>
                </ns1:solidFill>
                <ns1:latin typeface="Aptos"/>
                <ns1:ea typeface="Aptos"/>
                <ns1:cs typeface="Aptos"/>
              </ns1:defRPr>
            </ns1:pPr>
            <ns1:r>
              <ns1:rPr sz="1200" b="1">
                <ns1:solidFill>
                  <ns1:srgbClr val="182230"/>
                </ns1:solidFill>
                <ns1:latin typeface="Aptos"/>
                <ns1:ea typeface="Aptos"/>
                <ns1:cs typeface="Aptos"/>
              </ns1:rPr>
              <ns1:t>La institución crea y firma</ns1:t>
            </ns1:r>
          </ns1:p>
        </ns0:txBody>
      </ns0:sp>
      <ns0:sp>
        <ns0:nvSpPr>
          <ns0:cNvPr id="31" name="">
            <ns1:extLst>
              <ns1:ext uri="{FF2B5EF4-FFF2-40B4-BE49-F238E27FC236}">
                <ns2:creationId id="{406D0CFA-D0DD-430B-AF63-352F4C04D3F8}"/>
              </ns1:ext>
            </ns1:extLst>
          </ns0:cNvPr>
          <ns0:cNvSpPr>
            <ns1:spLocks noGrp="1"/>
          </ns0:cNvSpPr>
          <ns0:nvPr/>
        </ns0:nvSpPr>
        <ns0:spPr>
          <ns1:xfrm flipV="0">
            <ns1:off x="1809750" y="3609975"/>
            <ns1:ext cx="866775" cy="9525"/>
          </ns1:xfrm>
          <ns1:prstGeom prst="line">
            <ns1:avLst/>
          </ns1:prstGeom>
          <ns1:noFill/>
          <ns1:ln w="19050">
            <ns1:solidFill>
              <ns1:srgbClr val="2846A0"/>
            </ns1:solidFill>
            <ns1:prstDash val="solid"/>
          </ns1:ln>
        </ns0:spPr>
      </ns0:sp>
      <ns0:sp>
        <ns0:nvSpPr>
          <ns0:cNvPr id="32" name="">
            <ns1:extLst>
              <ns1:ext uri="{FF2B5EF4-FFF2-40B4-BE49-F238E27FC236}">
                <ns2:creationId id="{88F96147-6568-4121-821C-5E44388EC535}"/>
              </ns1:ext>
            </ns1:extLst>
          </ns0:cNvPr>
          <ns0:cNvSpPr>
            <ns1:spLocks noGrp="1"/>
          </ns0:cNvSpPr>
          <ns0:nvPr/>
        </ns0:nvSpPr>
        <ns0:spPr>
          <ns1:xfrm>
            <ns1:off x="2590800" y="3552825"/>
            <ns1:ext cx="190500" cy="114300"/>
          </ns1:xfrm>
          <ns1:prstGeom prst="rightArrow">
            <ns1:avLst/>
          </ns1:prstGeom>
          <ns1:solidFill>
            <ns1:srgbClr val="2846A0"/>
          </ns1:solidFill>
          <ns1:ln w="0">
            <ns1:noFill/>
            <ns1:prstDash val="solid"/>
          </ns1:ln>
        </ns0:spPr>
      </ns0:sp>
      <ns0:sp>
        <ns0:nvSpPr>
          <ns0:cNvPr id="33" name="">
            <ns1:extLst>
              <ns1:ext uri="{FF2B5EF4-FFF2-40B4-BE49-F238E27FC236}">
                <ns2:creationId id="{7005CF33-7D64-4ED1-AA1F-B29DAE64D742}"/>
              </ns1:ext>
            </ns1:extLst>
          </ns0:cNvPr>
          <ns0:cNvSpPr>
            <ns1:spLocks noGrp="1"/>
          </ns0:cNvSpPr>
          <ns0:nvPr/>
        </ns0:nvSpPr>
        <ns0:spPr>
          <ns1:xfrm>
            <ns1:off x="3543300" y="3381375"/>
            <ns1:ext cx="457200" cy="457200"/>
          </ns1:xfrm>
          <ns1:prstGeom prst="ellipse">
            <ns1:avLst/>
          </ns1:prstGeom>
          <ns1:solidFill>
            <ns1:srgbClr val="22B8A8"/>
          </ns1:solidFill>
          <ns1:ln w="0">
            <ns1:noFill/>
            <ns1:prstDash val="solid"/>
          </ns1:ln>
        </ns0:spPr>
      </ns0:sp>
      <ns0:sp>
        <ns0:nvSpPr>
          <ns0:cNvPr id="34" name="">
            <ns1:extLst>
              <ns1:ext uri="{FF2B5EF4-FFF2-40B4-BE49-F238E27FC236}">
                <ns2:creationId id="{60A9BC66-9795-43DA-90D7-ADEAEC47898C}"/>
              </ns1:ext>
            </ns1:extLst>
          </ns0:cNvPr>
          <ns0:cNvSpPr>
            <ns1:spLocks noGrp="1"/>
          </ns0:cNvSpPr>
          <ns0:nvPr/>
        </ns0:nvSpPr>
        <ns0:spPr>
          <ns1:xfrm>
            <ns1:off x="3543300" y="3381375"/>
            <ns1:ext cx="457200" cy="4572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FFFFFF"/>
                </ns1:solidFill>
                <ns1:latin typeface="Aptos"/>
                <ns1:ea typeface="Aptos"/>
                <ns1:cs typeface="Aptos"/>
              </ns1:defRPr>
            </ns1:defPPr>
            <ns1:lvl1pPr algn="ctr">
              <ns1:defRPr sz="1500" b="1">
                <ns1:solidFill>
                  <ns1:srgbClr val="FFFFFF"/>
                </ns1:solidFill>
                <ns1:latin typeface="Aptos"/>
                <ns1:ea typeface="Aptos"/>
                <ns1:cs typeface="Aptos"/>
              </ns1:defRPr>
            </ns1:lvl1pPr>
            <ns1:lvl2pPr algn="ctr">
              <ns1:defRPr sz="1500" b="1">
                <ns1:solidFill>
                  <ns1:srgbClr val="FFFFFF"/>
                </ns1:solidFill>
                <ns1:latin typeface="Aptos"/>
                <ns1:ea typeface="Aptos"/>
                <ns1:cs typeface="Aptos"/>
              </ns1:defRPr>
            </ns1:lvl2pPr>
            <ns1:lvl3pPr algn="ctr">
              <ns1:defRPr sz="1500" b="1">
                <ns1:solidFill>
                  <ns1:srgbClr val="FFFFFF"/>
                </ns1:solidFill>
                <ns1:latin typeface="Aptos"/>
                <ns1:ea typeface="Aptos"/>
                <ns1:cs typeface="Aptos"/>
              </ns1:defRPr>
            </ns1:lvl3pPr>
            <ns1:lvl4pPr algn="ctr">
              <ns1:defRPr sz="1500" b="1">
                <ns1:solidFill>
                  <ns1:srgbClr val="FFFFFF"/>
                </ns1:solidFill>
                <ns1:latin typeface="Aptos"/>
                <ns1:ea typeface="Aptos"/>
                <ns1:cs typeface="Aptos"/>
              </ns1:defRPr>
            </ns1:lvl4pPr>
            <ns1:lvl5pPr algn="ctr">
              <ns1:defRPr sz="1500" b="1">
                <ns1:solidFill>
                  <ns1:srgbClr val="FFFFFF"/>
                </ns1:solidFill>
                <ns1:latin typeface="Aptos"/>
                <ns1:ea typeface="Aptos"/>
                <ns1:cs typeface="Aptos"/>
              </ns1:defRPr>
            </ns1:lvl5pPr>
            <ns1:lvl6pPr algn="ctr">
              <ns1:defRPr sz="1500" b="1">
                <ns1:solidFill>
                  <ns1:srgbClr val="FFFFFF"/>
                </ns1:solidFill>
                <ns1:latin typeface="Aptos"/>
                <ns1:ea typeface="Aptos"/>
                <ns1:cs typeface="Aptos"/>
              </ns1:defRPr>
            </ns1:lvl6pPr>
            <ns1:lvl7pPr algn="ctr">
              <ns1:defRPr sz="1500" b="1">
                <ns1:solidFill>
                  <ns1:srgbClr val="FFFFFF"/>
                </ns1:solidFill>
                <ns1:latin typeface="Aptos"/>
                <ns1:ea typeface="Aptos"/>
                <ns1:cs typeface="Aptos"/>
              </ns1:defRPr>
            </ns1:lvl7pPr>
            <ns1:lvl8pPr algn="ctr">
              <ns1:defRPr sz="1500" b="1">
                <ns1:solidFill>
                  <ns1:srgbClr val="FFFFFF"/>
                </ns1:solidFill>
                <ns1:latin typeface="Aptos"/>
                <ns1:ea typeface="Aptos"/>
                <ns1:cs typeface="Aptos"/>
              </ns1:defRPr>
            </ns1:lvl8pPr>
            <ns1:lvl9pPr algn="ctr">
              <ns1:defRPr sz="1500" b="1">
                <ns1:solidFill>
                  <ns1:srgbClr val="FFFFFF"/>
                </ns1:solidFill>
                <ns1:latin typeface="Aptos"/>
                <ns1:ea typeface="Aptos"/>
                <ns1:cs typeface="Aptos"/>
              </ns1:defRPr>
            </ns1:lvl9pPr>
          </ns1:lstStyle>
          <ns1:p>
            <ns1:pPr algn="ctr">
              <ns1:defRPr sz="1500" b="1">
                <ns1:solidFill>
                  <ns1:srgbClr val="FFFFFF"/>
                </ns1:solidFill>
                <ns1:latin typeface="Aptos"/>
                <ns1:ea typeface="Aptos"/>
                <ns1:cs typeface="Aptos"/>
              </ns1:defRPr>
            </ns1:pPr>
            <ns1:r>
              <ns1:rPr sz="1500" b="1">
                <ns1:solidFill>
                  <ns1:srgbClr val="FFFFFF"/>
                </ns1:solidFill>
                <ns1:latin typeface="Aptos"/>
                <ns1:ea typeface="Aptos"/>
                <ns1:cs typeface="Aptos"/>
              </ns1:rPr>
              <ns1:t>2</ns1:t>
            </ns1:r>
          </ns1:p>
        </ns0:txBody>
      </ns0:sp>
      <ns0:sp>
        <ns0:nvSpPr>
          <ns0:cNvPr id="35" name="">
            <ns1:extLst>
              <ns1:ext uri="{FF2B5EF4-FFF2-40B4-BE49-F238E27FC236}">
                <ns2:creationId id="{472B7136-023B-4147-993E-B6AB2929225D}"/>
              </ns1:ext>
            </ns1:extLst>
          </ns0:cNvPr>
          <ns0:cNvSpPr>
            <ns1:spLocks noGrp="1"/>
          </ns0:cNvSpPr>
          <ns0:nvPr/>
        </ns0:nvSpPr>
        <ns0:spPr>
          <ns1:xfrm>
            <ns1:off x="2895600" y="3981450"/>
            <ns1:ext cx="1790700" cy="428625"/>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82230"/>
                </ns1:solidFill>
                <ns1:latin typeface="Aptos"/>
                <ns1:ea typeface="Aptos"/>
                <ns1:cs typeface="Aptos"/>
              </ns1:defRPr>
            </ns1:defPPr>
            <ns1:lvl1pPr algn="ctr">
              <ns1:defRPr sz="1200" b="1">
                <ns1:solidFill>
                  <ns1:srgbClr val="182230"/>
                </ns1:solidFill>
                <ns1:latin typeface="Aptos"/>
                <ns1:ea typeface="Aptos"/>
                <ns1:cs typeface="Aptos"/>
              </ns1:defRPr>
            </ns1:lvl1pPr>
            <ns1:lvl2pPr algn="ctr">
              <ns1:defRPr sz="1200" b="1">
                <ns1:solidFill>
                  <ns1:srgbClr val="182230"/>
                </ns1:solidFill>
                <ns1:latin typeface="Aptos"/>
                <ns1:ea typeface="Aptos"/>
                <ns1:cs typeface="Aptos"/>
              </ns1:defRPr>
            </ns1:lvl2pPr>
            <ns1:lvl3pPr algn="ctr">
              <ns1:defRPr sz="1200" b="1">
                <ns1:solidFill>
                  <ns1:srgbClr val="182230"/>
                </ns1:solidFill>
                <ns1:latin typeface="Aptos"/>
                <ns1:ea typeface="Aptos"/>
                <ns1:cs typeface="Aptos"/>
              </ns1:defRPr>
            </ns1:lvl3pPr>
            <ns1:lvl4pPr algn="ctr">
              <ns1:defRPr sz="1200" b="1">
                <ns1:solidFill>
                  <ns1:srgbClr val="182230"/>
                </ns1:solidFill>
                <ns1:latin typeface="Aptos"/>
                <ns1:ea typeface="Aptos"/>
                <ns1:cs typeface="Aptos"/>
              </ns1:defRPr>
            </ns1:lvl4pPr>
            <ns1:lvl5pPr algn="ctr">
              <ns1:defRPr sz="1200" b="1">
                <ns1:solidFill>
                  <ns1:srgbClr val="182230"/>
                </ns1:solidFill>
                <ns1:latin typeface="Aptos"/>
                <ns1:ea typeface="Aptos"/>
                <ns1:cs typeface="Aptos"/>
              </ns1:defRPr>
            </ns1:lvl5pPr>
            <ns1:lvl6pPr algn="ctr">
              <ns1:defRPr sz="1200" b="1">
                <ns1:solidFill>
                  <ns1:srgbClr val="182230"/>
                </ns1:solidFill>
                <ns1:latin typeface="Aptos"/>
                <ns1:ea typeface="Aptos"/>
                <ns1:cs typeface="Aptos"/>
              </ns1:defRPr>
            </ns1:lvl6pPr>
            <ns1:lvl7pPr algn="ctr">
              <ns1:defRPr sz="1200" b="1">
                <ns1:solidFill>
                  <ns1:srgbClr val="182230"/>
                </ns1:solidFill>
                <ns1:latin typeface="Aptos"/>
                <ns1:ea typeface="Aptos"/>
                <ns1:cs typeface="Aptos"/>
              </ns1:defRPr>
            </ns1:lvl7pPr>
            <ns1:lvl8pPr algn="ctr">
              <ns1:defRPr sz="1200" b="1">
                <ns1:solidFill>
                  <ns1:srgbClr val="182230"/>
                </ns1:solidFill>
                <ns1:latin typeface="Aptos"/>
                <ns1:ea typeface="Aptos"/>
                <ns1:cs typeface="Aptos"/>
              </ns1:defRPr>
            </ns1:lvl8pPr>
            <ns1:lvl9pPr algn="ctr">
              <ns1:defRPr sz="1200" b="1">
                <ns1:solidFill>
                  <ns1:srgbClr val="182230"/>
                </ns1:solidFill>
                <ns1:latin typeface="Aptos"/>
                <ns1:ea typeface="Aptos"/>
                <ns1:cs typeface="Aptos"/>
              </ns1:defRPr>
            </ns1:lvl9pPr>
          </ns1:lstStyle>
          <ns1:p>
            <ns1:pPr algn="ctr">
              <ns1:defRPr sz="1200" b="1">
                <ns1:solidFill>
                  <ns1:srgbClr val="182230"/>
                </ns1:solidFill>
                <ns1:latin typeface="Aptos"/>
                <ns1:ea typeface="Aptos"/>
                <ns1:cs typeface="Aptos"/>
              </ns1:defRPr>
            </ns1:pPr>
            <ns1:r>
              <ns1:rPr sz="1200" b="1">
                <ns1:solidFill>
                  <ns1:srgbClr val="182230"/>
                </ns1:solidFill>
                <ns1:latin typeface="Aptos"/>
                <ns1:ea typeface="Aptos"/>
                <ns1:cs typeface="Aptos"/>
              </ns1:rPr>
              <ns1:t>El estudiante escanea el QR</ns1:t>
            </ns1:r>
          </ns1:p>
        </ns0:txBody>
      </ns0:sp>
      <ns0:sp>
        <ns0:nvSpPr>
          <ns0:cNvPr id="36" name="">
            <ns1:extLst>
              <ns1:ext uri="{FF2B5EF4-FFF2-40B4-BE49-F238E27FC236}">
                <ns2:creationId id="{DF1A2CAE-E5F3-4A85-8749-F0AD03A45DF1}"/>
              </ns1:ext>
            </ns1:extLst>
          </ns0:cNvPr>
          <ns0:cNvSpPr>
            <ns1:spLocks noGrp="1"/>
          </ns0:cNvSpPr>
          <ns0:nvPr/>
        </ns0:nvSpPr>
        <ns0:spPr>
          <ns1:xfrm flipV="0">
            <ns1:off x="4048125" y="3609975"/>
            <ns1:ext cx="866775" cy="9525"/>
          </ns1:xfrm>
          <ns1:prstGeom prst="line">
            <ns1:avLst/>
          </ns1:prstGeom>
          <ns1:noFill/>
          <ns1:ln w="19050">
            <ns1:solidFill>
              <ns1:srgbClr val="2846A0"/>
            </ns1:solidFill>
            <ns1:prstDash val="solid"/>
          </ns1:ln>
        </ns0:spPr>
      </ns0:sp>
      <ns0:sp>
        <ns0:nvSpPr>
          <ns0:cNvPr id="37" name="">
            <ns1:extLst>
              <ns1:ext uri="{FF2B5EF4-FFF2-40B4-BE49-F238E27FC236}">
                <ns2:creationId id="{765C6506-5B8D-4FDC-BFCA-3D24ACB177E1}"/>
              </ns1:ext>
            </ns1:extLst>
          </ns0:cNvPr>
          <ns0:cNvSpPr>
            <ns1:spLocks noGrp="1"/>
          </ns0:cNvSpPr>
          <ns0:nvPr/>
        </ns0:nvSpPr>
        <ns0:spPr>
          <ns1:xfrm>
            <ns1:off x="4829175" y="3552825"/>
            <ns1:ext cx="190500" cy="114300"/>
          </ns1:xfrm>
          <ns1:prstGeom prst="rightArrow">
            <ns1:avLst/>
          </ns1:prstGeom>
          <ns1:solidFill>
            <ns1:srgbClr val="2846A0"/>
          </ns1:solidFill>
          <ns1:ln w="0">
            <ns1:noFill/>
            <ns1:prstDash val="solid"/>
          </ns1:ln>
        </ns0:spPr>
      </ns0:sp>
      <ns0:sp>
        <ns0:nvSpPr>
          <ns0:cNvPr id="38" name="">
            <ns1:extLst>
              <ns1:ext uri="{FF2B5EF4-FFF2-40B4-BE49-F238E27FC236}">
                <ns2:creationId id="{5A3782A8-A311-45FF-8AFD-317347103199}"/>
              </ns1:ext>
            </ns1:extLst>
          </ns0:cNvPr>
          <ns0:cNvSpPr>
            <ns1:spLocks noGrp="1"/>
          </ns0:cNvSpPr>
          <ns0:nvPr/>
        </ns0:nvSpPr>
        <ns0:spPr>
          <ns1:xfrm>
            <ns1:off x="5781675" y="3381375"/>
            <ns1:ext cx="457200" cy="457200"/>
          </ns1:xfrm>
          <ns1:prstGeom prst="ellipse">
            <ns1:avLst/>
          </ns1:prstGeom>
          <ns1:solidFill>
            <ns1:srgbClr val="22B8A8"/>
          </ns1:solidFill>
          <ns1:ln w="0">
            <ns1:noFill/>
            <ns1:prstDash val="solid"/>
          </ns1:ln>
        </ns0:spPr>
      </ns0:sp>
      <ns0:sp>
        <ns0:nvSpPr>
          <ns0:cNvPr id="39" name="">
            <ns1:extLst>
              <ns1:ext uri="{FF2B5EF4-FFF2-40B4-BE49-F238E27FC236}">
                <ns2:creationId id="{38D735C1-4E0E-4776-AF2F-BF5C2264C4A5}"/>
              </ns1:ext>
            </ns1:extLst>
          </ns0:cNvPr>
          <ns0:cNvSpPr>
            <ns1:spLocks noGrp="1"/>
          </ns0:cNvSpPr>
          <ns0:nvPr/>
        </ns0:nvSpPr>
        <ns0:spPr>
          <ns1:xfrm>
            <ns1:off x="5781675" y="3381375"/>
            <ns1:ext cx="457200" cy="4572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FFFFFF"/>
                </ns1:solidFill>
                <ns1:latin typeface="Aptos"/>
                <ns1:ea typeface="Aptos"/>
                <ns1:cs typeface="Aptos"/>
              </ns1:defRPr>
            </ns1:defPPr>
            <ns1:lvl1pPr algn="ctr">
              <ns1:defRPr sz="1500" b="1">
                <ns1:solidFill>
                  <ns1:srgbClr val="FFFFFF"/>
                </ns1:solidFill>
                <ns1:latin typeface="Aptos"/>
                <ns1:ea typeface="Aptos"/>
                <ns1:cs typeface="Aptos"/>
              </ns1:defRPr>
            </ns1:lvl1pPr>
            <ns1:lvl2pPr algn="ctr">
              <ns1:defRPr sz="1500" b="1">
                <ns1:solidFill>
                  <ns1:srgbClr val="FFFFFF"/>
                </ns1:solidFill>
                <ns1:latin typeface="Aptos"/>
                <ns1:ea typeface="Aptos"/>
                <ns1:cs typeface="Aptos"/>
              </ns1:defRPr>
            </ns1:lvl2pPr>
            <ns1:lvl3pPr algn="ctr">
              <ns1:defRPr sz="1500" b="1">
                <ns1:solidFill>
                  <ns1:srgbClr val="FFFFFF"/>
                </ns1:solidFill>
                <ns1:latin typeface="Aptos"/>
                <ns1:ea typeface="Aptos"/>
                <ns1:cs typeface="Aptos"/>
              </ns1:defRPr>
            </ns1:lvl3pPr>
            <ns1:lvl4pPr algn="ctr">
              <ns1:defRPr sz="1500" b="1">
                <ns1:solidFill>
                  <ns1:srgbClr val="FFFFFF"/>
                </ns1:solidFill>
                <ns1:latin typeface="Aptos"/>
                <ns1:ea typeface="Aptos"/>
                <ns1:cs typeface="Aptos"/>
              </ns1:defRPr>
            </ns1:lvl4pPr>
            <ns1:lvl5pPr algn="ctr">
              <ns1:defRPr sz="1500" b="1">
                <ns1:solidFill>
                  <ns1:srgbClr val="FFFFFF"/>
                </ns1:solidFill>
                <ns1:latin typeface="Aptos"/>
                <ns1:ea typeface="Aptos"/>
                <ns1:cs typeface="Aptos"/>
              </ns1:defRPr>
            </ns1:lvl5pPr>
            <ns1:lvl6pPr algn="ctr">
              <ns1:defRPr sz="1500" b="1">
                <ns1:solidFill>
                  <ns1:srgbClr val="FFFFFF"/>
                </ns1:solidFill>
                <ns1:latin typeface="Aptos"/>
                <ns1:ea typeface="Aptos"/>
                <ns1:cs typeface="Aptos"/>
              </ns1:defRPr>
            </ns1:lvl6pPr>
            <ns1:lvl7pPr algn="ctr">
              <ns1:defRPr sz="1500" b="1">
                <ns1:solidFill>
                  <ns1:srgbClr val="FFFFFF"/>
                </ns1:solidFill>
                <ns1:latin typeface="Aptos"/>
                <ns1:ea typeface="Aptos"/>
                <ns1:cs typeface="Aptos"/>
              </ns1:defRPr>
            </ns1:lvl7pPr>
            <ns1:lvl8pPr algn="ctr">
              <ns1:defRPr sz="1500" b="1">
                <ns1:solidFill>
                  <ns1:srgbClr val="FFFFFF"/>
                </ns1:solidFill>
                <ns1:latin typeface="Aptos"/>
                <ns1:ea typeface="Aptos"/>
                <ns1:cs typeface="Aptos"/>
              </ns1:defRPr>
            </ns1:lvl8pPr>
            <ns1:lvl9pPr algn="ctr">
              <ns1:defRPr sz="1500" b="1">
                <ns1:solidFill>
                  <ns1:srgbClr val="FFFFFF"/>
                </ns1:solidFill>
                <ns1:latin typeface="Aptos"/>
                <ns1:ea typeface="Aptos"/>
                <ns1:cs typeface="Aptos"/>
              </ns1:defRPr>
            </ns1:lvl9pPr>
          </ns1:lstStyle>
          <ns1:p>
            <ns1:pPr algn="ctr">
              <ns1:defRPr sz="1500" b="1">
                <ns1:solidFill>
                  <ns1:srgbClr val="FFFFFF"/>
                </ns1:solidFill>
                <ns1:latin typeface="Aptos"/>
                <ns1:ea typeface="Aptos"/>
                <ns1:cs typeface="Aptos"/>
              </ns1:defRPr>
            </ns1:pPr>
            <ns1:r>
              <ns1:rPr sz="1500" b="1">
                <ns1:solidFill>
                  <ns1:srgbClr val="FFFFFF"/>
                </ns1:solidFill>
                <ns1:latin typeface="Aptos"/>
                <ns1:ea typeface="Aptos"/>
                <ns1:cs typeface="Aptos"/>
              </ns1:rPr>
              <ns1:t>3</ns1:t>
            </ns1:r>
          </ns1:p>
        </ns0:txBody>
      </ns0:sp>
      <ns0:sp>
        <ns0:nvSpPr>
          <ns0:cNvPr id="40" name="">
            <ns1:extLst>
              <ns1:ext uri="{FF2B5EF4-FFF2-40B4-BE49-F238E27FC236}">
                <ns2:creationId id="{5D59E118-DC04-40A2-B56D-D79FEA900767}"/>
              </ns1:ext>
            </ns1:extLst>
          </ns0:cNvPr>
          <ns0:cNvSpPr>
            <ns1:spLocks noGrp="1"/>
          </ns0:cNvSpPr>
          <ns0:nvPr/>
        </ns0:nvSpPr>
        <ns0:spPr>
          <ns1:xfrm>
            <ns1:off x="5133975" y="3981450"/>
            <ns1:ext cx="1790700" cy="428625"/>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82230"/>
                </ns1:solidFill>
                <ns1:latin typeface="Aptos"/>
                <ns1:ea typeface="Aptos"/>
                <ns1:cs typeface="Aptos"/>
              </ns1:defRPr>
            </ns1:defPPr>
            <ns1:lvl1pPr algn="ctr">
              <ns1:defRPr sz="1200" b="1">
                <ns1:solidFill>
                  <ns1:srgbClr val="182230"/>
                </ns1:solidFill>
                <ns1:latin typeface="Aptos"/>
                <ns1:ea typeface="Aptos"/>
                <ns1:cs typeface="Aptos"/>
              </ns1:defRPr>
            </ns1:lvl1pPr>
            <ns1:lvl2pPr algn="ctr">
              <ns1:defRPr sz="1200" b="1">
                <ns1:solidFill>
                  <ns1:srgbClr val="182230"/>
                </ns1:solidFill>
                <ns1:latin typeface="Aptos"/>
                <ns1:ea typeface="Aptos"/>
                <ns1:cs typeface="Aptos"/>
              </ns1:defRPr>
            </ns1:lvl2pPr>
            <ns1:lvl3pPr algn="ctr">
              <ns1:defRPr sz="1200" b="1">
                <ns1:solidFill>
                  <ns1:srgbClr val="182230"/>
                </ns1:solidFill>
                <ns1:latin typeface="Aptos"/>
                <ns1:ea typeface="Aptos"/>
                <ns1:cs typeface="Aptos"/>
              </ns1:defRPr>
            </ns1:lvl3pPr>
            <ns1:lvl4pPr algn="ctr">
              <ns1:defRPr sz="1200" b="1">
                <ns1:solidFill>
                  <ns1:srgbClr val="182230"/>
                </ns1:solidFill>
                <ns1:latin typeface="Aptos"/>
                <ns1:ea typeface="Aptos"/>
                <ns1:cs typeface="Aptos"/>
              </ns1:defRPr>
            </ns1:lvl4pPr>
            <ns1:lvl5pPr algn="ctr">
              <ns1:defRPr sz="1200" b="1">
                <ns1:solidFill>
                  <ns1:srgbClr val="182230"/>
                </ns1:solidFill>
                <ns1:latin typeface="Aptos"/>
                <ns1:ea typeface="Aptos"/>
                <ns1:cs typeface="Aptos"/>
              </ns1:defRPr>
            </ns1:lvl5pPr>
            <ns1:lvl6pPr algn="ctr">
              <ns1:defRPr sz="1200" b="1">
                <ns1:solidFill>
                  <ns1:srgbClr val="182230"/>
                </ns1:solidFill>
                <ns1:latin typeface="Aptos"/>
                <ns1:ea typeface="Aptos"/>
                <ns1:cs typeface="Aptos"/>
              </ns1:defRPr>
            </ns1:lvl6pPr>
            <ns1:lvl7pPr algn="ctr">
              <ns1:defRPr sz="1200" b="1">
                <ns1:solidFill>
                  <ns1:srgbClr val="182230"/>
                </ns1:solidFill>
                <ns1:latin typeface="Aptos"/>
                <ns1:ea typeface="Aptos"/>
                <ns1:cs typeface="Aptos"/>
              </ns1:defRPr>
            </ns1:lvl7pPr>
            <ns1:lvl8pPr algn="ctr">
              <ns1:defRPr sz="1200" b="1">
                <ns1:solidFill>
                  <ns1:srgbClr val="182230"/>
                </ns1:solidFill>
                <ns1:latin typeface="Aptos"/>
                <ns1:ea typeface="Aptos"/>
                <ns1:cs typeface="Aptos"/>
              </ns1:defRPr>
            </ns1:lvl8pPr>
            <ns1:lvl9pPr algn="ctr">
              <ns1:defRPr sz="1200" b="1">
                <ns1:solidFill>
                  <ns1:srgbClr val="182230"/>
                </ns1:solidFill>
                <ns1:latin typeface="Aptos"/>
                <ns1:ea typeface="Aptos"/>
                <ns1:cs typeface="Aptos"/>
              </ns1:defRPr>
            </ns1:lvl9pPr>
          </ns1:lstStyle>
          <ns1:p>
            <ns1:pPr algn="ctr">
              <ns1:defRPr sz="1200" b="1">
                <ns1:solidFill>
                  <ns1:srgbClr val="182230"/>
                </ns1:solidFill>
                <ns1:latin typeface="Aptos"/>
                <ns1:ea typeface="Aptos"/>
                <ns1:cs typeface="Aptos"/>
              </ns1:defRPr>
            </ns1:pPr>
            <ns1:r>
              <ns1:rPr sz="1200" b="1">
                <ns1:solidFill>
                  <ns1:srgbClr val="182230"/>
                </ns1:solidFill>
                <ns1:latin typeface="Aptos"/>
                <ns1:ea typeface="Aptos"/>
                <ns1:cs typeface="Aptos"/>
              </ns1:rPr>
              <ns1:t>Revisa qué le piden</ns1:t>
            </ns1:r>
          </ns1:p>
        </ns0:txBody>
      </ns0:sp>
      <ns0:sp>
        <ns0:nvSpPr>
          <ns0:cNvPr id="41" name="">
            <ns1:extLst>
              <ns1:ext uri="{FF2B5EF4-FFF2-40B4-BE49-F238E27FC236}">
                <ns2:creationId id="{A2DED972-58A1-4C5F-8C12-48CCD1F22BBF}"/>
              </ns1:ext>
            </ns1:extLst>
          </ns0:cNvPr>
          <ns0:cNvSpPr>
            <ns1:spLocks noGrp="1"/>
          </ns0:cNvSpPr>
          <ns0:nvPr/>
        </ns0:nvSpPr>
        <ns0:spPr>
          <ns1:xfrm flipV="0">
            <ns1:off x="6286500" y="3609975"/>
            <ns1:ext cx="866775" cy="9525"/>
          </ns1:xfrm>
          <ns1:prstGeom prst="line">
            <ns1:avLst/>
          </ns1:prstGeom>
          <ns1:noFill/>
          <ns1:ln w="19050">
            <ns1:solidFill>
              <ns1:srgbClr val="2846A0"/>
            </ns1:solidFill>
            <ns1:prstDash val="solid"/>
          </ns1:ln>
        </ns0:spPr>
      </ns0:sp>
      <ns0:sp>
        <ns0:nvSpPr>
          <ns0:cNvPr id="42" name="">
            <ns1:extLst>
              <ns1:ext uri="{FF2B5EF4-FFF2-40B4-BE49-F238E27FC236}">
                <ns2:creationId id="{C1A93F44-7CE6-4B52-B415-5B902127A42D}"/>
              </ns1:ext>
            </ns1:extLst>
          </ns0:cNvPr>
          <ns0:cNvSpPr>
            <ns1:spLocks noGrp="1"/>
          </ns0:cNvSpPr>
          <ns0:nvPr/>
        </ns0:nvSpPr>
        <ns0:spPr>
          <ns1:xfrm>
            <ns1:off x="7067550" y="3552825"/>
            <ns1:ext cx="190500" cy="114300"/>
          </ns1:xfrm>
          <ns1:prstGeom prst="rightArrow">
            <ns1:avLst/>
          </ns1:prstGeom>
          <ns1:solidFill>
            <ns1:srgbClr val="2846A0"/>
          </ns1:solidFill>
          <ns1:ln w="0">
            <ns1:noFill/>
            <ns1:prstDash val="solid"/>
          </ns1:ln>
        </ns0:spPr>
      </ns0:sp>
      <ns0:sp>
        <ns0:nvSpPr>
          <ns0:cNvPr id="43" name="">
            <ns1:extLst>
              <ns1:ext uri="{FF2B5EF4-FFF2-40B4-BE49-F238E27FC236}">
                <ns2:creationId id="{C75130C1-0806-4792-8C7D-00B0A0E294AB}"/>
              </ns1:ext>
            </ns1:extLst>
          </ns0:cNvPr>
          <ns0:cNvSpPr>
            <ns1:spLocks noGrp="1"/>
          </ns0:cNvSpPr>
          <ns0:nvPr/>
        </ns0:nvSpPr>
        <ns0:spPr>
          <ns1:xfrm>
            <ns1:off x="8020050" y="3381375"/>
            <ns1:ext cx="457200" cy="457200"/>
          </ns1:xfrm>
          <ns1:prstGeom prst="ellipse">
            <ns1:avLst/>
          </ns1:prstGeom>
          <ns1:solidFill>
            <ns1:srgbClr val="F2B544"/>
          </ns1:solidFill>
          <ns1:ln w="0">
            <ns1:noFill/>
            <ns1:prstDash val="solid"/>
          </ns1:ln>
        </ns0:spPr>
      </ns0:sp>
      <ns0:sp>
        <ns0:nvSpPr>
          <ns0:cNvPr id="44" name="">
            <ns1:extLst>
              <ns1:ext uri="{FF2B5EF4-FFF2-40B4-BE49-F238E27FC236}">
                <ns2:creationId id="{7BF72F90-D50D-41A3-8026-87588CDF1856}"/>
              </ns1:ext>
            </ns1:extLst>
          </ns0:cNvPr>
          <ns0:cNvSpPr>
            <ns1:spLocks noGrp="1"/>
          </ns0:cNvSpPr>
          <ns0:nvPr/>
        </ns0:nvSpPr>
        <ns0:spPr>
          <ns1:xfrm>
            <ns1:off x="8020050" y="3381375"/>
            <ns1:ext cx="457200" cy="4572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FFFFFF"/>
                </ns1:solidFill>
                <ns1:latin typeface="Aptos"/>
                <ns1:ea typeface="Aptos"/>
                <ns1:cs typeface="Aptos"/>
              </ns1:defRPr>
            </ns1:defPPr>
            <ns1:lvl1pPr algn="ctr">
              <ns1:defRPr sz="1500" b="1">
                <ns1:solidFill>
                  <ns1:srgbClr val="FFFFFF"/>
                </ns1:solidFill>
                <ns1:latin typeface="Aptos"/>
                <ns1:ea typeface="Aptos"/>
                <ns1:cs typeface="Aptos"/>
              </ns1:defRPr>
            </ns1:lvl1pPr>
            <ns1:lvl2pPr algn="ctr">
              <ns1:defRPr sz="1500" b="1">
                <ns1:solidFill>
                  <ns1:srgbClr val="FFFFFF"/>
                </ns1:solidFill>
                <ns1:latin typeface="Aptos"/>
                <ns1:ea typeface="Aptos"/>
                <ns1:cs typeface="Aptos"/>
              </ns1:defRPr>
            </ns1:lvl2pPr>
            <ns1:lvl3pPr algn="ctr">
              <ns1:defRPr sz="1500" b="1">
                <ns1:solidFill>
                  <ns1:srgbClr val="FFFFFF"/>
                </ns1:solidFill>
                <ns1:latin typeface="Aptos"/>
                <ns1:ea typeface="Aptos"/>
                <ns1:cs typeface="Aptos"/>
              </ns1:defRPr>
            </ns1:lvl3pPr>
            <ns1:lvl4pPr algn="ctr">
              <ns1:defRPr sz="1500" b="1">
                <ns1:solidFill>
                  <ns1:srgbClr val="FFFFFF"/>
                </ns1:solidFill>
                <ns1:latin typeface="Aptos"/>
                <ns1:ea typeface="Aptos"/>
                <ns1:cs typeface="Aptos"/>
              </ns1:defRPr>
            </ns1:lvl4pPr>
            <ns1:lvl5pPr algn="ctr">
              <ns1:defRPr sz="1500" b="1">
                <ns1:solidFill>
                  <ns1:srgbClr val="FFFFFF"/>
                </ns1:solidFill>
                <ns1:latin typeface="Aptos"/>
                <ns1:ea typeface="Aptos"/>
                <ns1:cs typeface="Aptos"/>
              </ns1:defRPr>
            </ns1:lvl5pPr>
            <ns1:lvl6pPr algn="ctr">
              <ns1:defRPr sz="1500" b="1">
                <ns1:solidFill>
                  <ns1:srgbClr val="FFFFFF"/>
                </ns1:solidFill>
                <ns1:latin typeface="Aptos"/>
                <ns1:ea typeface="Aptos"/>
                <ns1:cs typeface="Aptos"/>
              </ns1:defRPr>
            </ns1:lvl6pPr>
            <ns1:lvl7pPr algn="ctr">
              <ns1:defRPr sz="1500" b="1">
                <ns1:solidFill>
                  <ns1:srgbClr val="FFFFFF"/>
                </ns1:solidFill>
                <ns1:latin typeface="Aptos"/>
                <ns1:ea typeface="Aptos"/>
                <ns1:cs typeface="Aptos"/>
              </ns1:defRPr>
            </ns1:lvl7pPr>
            <ns1:lvl8pPr algn="ctr">
              <ns1:defRPr sz="1500" b="1">
                <ns1:solidFill>
                  <ns1:srgbClr val="FFFFFF"/>
                </ns1:solidFill>
                <ns1:latin typeface="Aptos"/>
                <ns1:ea typeface="Aptos"/>
                <ns1:cs typeface="Aptos"/>
              </ns1:defRPr>
            </ns1:lvl8pPr>
            <ns1:lvl9pPr algn="ctr">
              <ns1:defRPr sz="1500" b="1">
                <ns1:solidFill>
                  <ns1:srgbClr val="FFFFFF"/>
                </ns1:solidFill>
                <ns1:latin typeface="Aptos"/>
                <ns1:ea typeface="Aptos"/>
                <ns1:cs typeface="Aptos"/>
              </ns1:defRPr>
            </ns1:lvl9pPr>
          </ns1:lstStyle>
          <ns1:p>
            <ns1:pPr algn="ctr">
              <ns1:defRPr sz="1500" b="1">
                <ns1:solidFill>
                  <ns1:srgbClr val="FFFFFF"/>
                </ns1:solidFill>
                <ns1:latin typeface="Aptos"/>
                <ns1:ea typeface="Aptos"/>
                <ns1:cs typeface="Aptos"/>
              </ns1:defRPr>
            </ns1:pPr>
            <ns1:r>
              <ns1:rPr sz="1500" b="1">
                <ns1:solidFill>
                  <ns1:srgbClr val="FFFFFF"/>
                </ns1:solidFill>
                <ns1:latin typeface="Aptos"/>
                <ns1:ea typeface="Aptos"/>
                <ns1:cs typeface="Aptos"/>
              </ns1:rPr>
              <ns1:t>4</ns1:t>
            </ns1:r>
          </ns1:p>
        </ns0:txBody>
      </ns0:sp>
      <ns0:sp>
        <ns0:nvSpPr>
          <ns0:cNvPr id="45" name="">
            <ns1:extLst>
              <ns1:ext uri="{FF2B5EF4-FFF2-40B4-BE49-F238E27FC236}">
                <ns2:creationId id="{4D18B027-C730-4D23-B497-9491EA0E7625}"/>
              </ns1:ext>
            </ns1:extLst>
          </ns0:cNvPr>
          <ns0:cNvSpPr>
            <ns1:spLocks noGrp="1"/>
          </ns0:cNvSpPr>
          <ns0:nvPr/>
        </ns0:nvSpPr>
        <ns0:spPr>
          <ns1:xfrm>
            <ns1:off x="7372350" y="3981450"/>
            <ns1:ext cx="1790700" cy="428625"/>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82230"/>
                </ns1:solidFill>
                <ns1:latin typeface="Aptos"/>
                <ns1:ea typeface="Aptos"/>
                <ns1:cs typeface="Aptos"/>
              </ns1:defRPr>
            </ns1:defPPr>
            <ns1:lvl1pPr algn="ctr">
              <ns1:defRPr sz="1200" b="1">
                <ns1:solidFill>
                  <ns1:srgbClr val="182230"/>
                </ns1:solidFill>
                <ns1:latin typeface="Aptos"/>
                <ns1:ea typeface="Aptos"/>
                <ns1:cs typeface="Aptos"/>
              </ns1:defRPr>
            </ns1:lvl1pPr>
            <ns1:lvl2pPr algn="ctr">
              <ns1:defRPr sz="1200" b="1">
                <ns1:solidFill>
                  <ns1:srgbClr val="182230"/>
                </ns1:solidFill>
                <ns1:latin typeface="Aptos"/>
                <ns1:ea typeface="Aptos"/>
                <ns1:cs typeface="Aptos"/>
              </ns1:defRPr>
            </ns1:lvl2pPr>
            <ns1:lvl3pPr algn="ctr">
              <ns1:defRPr sz="1200" b="1">
                <ns1:solidFill>
                  <ns1:srgbClr val="182230"/>
                </ns1:solidFill>
                <ns1:latin typeface="Aptos"/>
                <ns1:ea typeface="Aptos"/>
                <ns1:cs typeface="Aptos"/>
              </ns1:defRPr>
            </ns1:lvl3pPr>
            <ns1:lvl4pPr algn="ctr">
              <ns1:defRPr sz="1200" b="1">
                <ns1:solidFill>
                  <ns1:srgbClr val="182230"/>
                </ns1:solidFill>
                <ns1:latin typeface="Aptos"/>
                <ns1:ea typeface="Aptos"/>
                <ns1:cs typeface="Aptos"/>
              </ns1:defRPr>
            </ns1:lvl4pPr>
            <ns1:lvl5pPr algn="ctr">
              <ns1:defRPr sz="1200" b="1">
                <ns1:solidFill>
                  <ns1:srgbClr val="182230"/>
                </ns1:solidFill>
                <ns1:latin typeface="Aptos"/>
                <ns1:ea typeface="Aptos"/>
                <ns1:cs typeface="Aptos"/>
              </ns1:defRPr>
            </ns1:lvl5pPr>
            <ns1:lvl6pPr algn="ctr">
              <ns1:defRPr sz="1200" b="1">
                <ns1:solidFill>
                  <ns1:srgbClr val="182230"/>
                </ns1:solidFill>
                <ns1:latin typeface="Aptos"/>
                <ns1:ea typeface="Aptos"/>
                <ns1:cs typeface="Aptos"/>
              </ns1:defRPr>
            </ns1:lvl6pPr>
            <ns1:lvl7pPr algn="ctr">
              <ns1:defRPr sz="1200" b="1">
                <ns1:solidFill>
                  <ns1:srgbClr val="182230"/>
                </ns1:solidFill>
                <ns1:latin typeface="Aptos"/>
                <ns1:ea typeface="Aptos"/>
                <ns1:cs typeface="Aptos"/>
              </ns1:defRPr>
            </ns1:lvl7pPr>
            <ns1:lvl8pPr algn="ctr">
              <ns1:defRPr sz="1200" b="1">
                <ns1:solidFill>
                  <ns1:srgbClr val="182230"/>
                </ns1:solidFill>
                <ns1:latin typeface="Aptos"/>
                <ns1:ea typeface="Aptos"/>
                <ns1:cs typeface="Aptos"/>
              </ns1:defRPr>
            </ns1:lvl8pPr>
            <ns1:lvl9pPr algn="ctr">
              <ns1:defRPr sz="1200" b="1">
                <ns1:solidFill>
                  <ns1:srgbClr val="182230"/>
                </ns1:solidFill>
                <ns1:latin typeface="Aptos"/>
                <ns1:ea typeface="Aptos"/>
                <ns1:cs typeface="Aptos"/>
              </ns1:defRPr>
            </ns1:lvl9pPr>
          </ns1:lstStyle>
          <ns1:p>
            <ns1:pPr algn="ctr">
              <ns1:defRPr sz="1200" b="1">
                <ns1:solidFill>
                  <ns1:srgbClr val="182230"/>
                </ns1:solidFill>
                <ns1:latin typeface="Aptos"/>
                <ns1:ea typeface="Aptos"/>
                <ns1:cs typeface="Aptos"/>
              </ns1:defRPr>
            </ns1:pPr>
            <ns1:r>
              <ns1:rPr sz="1200" b="1">
                <ns1:solidFill>
                  <ns1:srgbClr val="182230"/>
                </ns1:solidFill>
                <ns1:latin typeface="Aptos"/>
                <ns1:ea typeface="Aptos"/>
                <ns1:cs typeface="Aptos"/>
              </ns1:rPr>
              <ns1:t>Acepta o rechaza</ns1:t>
            </ns1:r>
          </ns1:p>
        </ns0:txBody>
      </ns0:sp>
      <ns0:sp>
        <ns0:nvSpPr>
          <ns0:cNvPr id="46" name="">
            <ns1:extLst>
              <ns1:ext uri="{FF2B5EF4-FFF2-40B4-BE49-F238E27FC236}">
                <ns2:creationId id="{1237CD61-C1E0-4E9E-A698-DEEAE9382593}"/>
              </ns1:ext>
            </ns1:extLst>
          </ns0:cNvPr>
          <ns0:cNvSpPr>
            <ns1:spLocks noGrp="1"/>
          </ns0:cNvSpPr>
          <ns0:nvPr/>
        </ns0:nvSpPr>
        <ns0:spPr>
          <ns1:xfrm flipV="0">
            <ns1:off x="8524875" y="3609975"/>
            <ns1:ext cx="866775" cy="9525"/>
          </ns1:xfrm>
          <ns1:prstGeom prst="line">
            <ns1:avLst/>
          </ns1:prstGeom>
          <ns1:noFill/>
          <ns1:ln w="19050">
            <ns1:solidFill>
              <ns1:srgbClr val="2846A0"/>
            </ns1:solidFill>
            <ns1:prstDash val="solid"/>
          </ns1:ln>
        </ns0:spPr>
      </ns0:sp>
      <ns0:sp>
        <ns0:nvSpPr>
          <ns0:cNvPr id="47" name="">
            <ns1:extLst>
              <ns1:ext uri="{FF2B5EF4-FFF2-40B4-BE49-F238E27FC236}">
                <ns2:creationId id="{6AF7FBE7-777C-4A53-8CA2-CF1A9C56FFDB}"/>
              </ns1:ext>
            </ns1:extLst>
          </ns0:cNvPr>
          <ns0:cNvSpPr>
            <ns1:spLocks noGrp="1"/>
          </ns0:cNvSpPr>
          <ns0:nvPr/>
        </ns0:nvSpPr>
        <ns0:spPr>
          <ns1:xfrm>
            <ns1:off x="9305925" y="3552825"/>
            <ns1:ext cx="190500" cy="114300"/>
          </ns1:xfrm>
          <ns1:prstGeom prst="rightArrow">
            <ns1:avLst/>
          </ns1:prstGeom>
          <ns1:solidFill>
            <ns1:srgbClr val="2846A0"/>
          </ns1:solidFill>
          <ns1:ln w="0">
            <ns1:noFill/>
            <ns1:prstDash val="solid"/>
          </ns1:ln>
        </ns0:spPr>
      </ns0:sp>
      <ns0:sp>
        <ns0:nvSpPr>
          <ns0:cNvPr id="48" name="">
            <ns1:extLst>
              <ns1:ext uri="{FF2B5EF4-FFF2-40B4-BE49-F238E27FC236}">
                <ns2:creationId id="{A42208C7-7873-4838-A006-E1475EDA4D3F}"/>
              </ns1:ext>
            </ns1:extLst>
          </ns0:cNvPr>
          <ns0:cNvSpPr>
            <ns1:spLocks noGrp="1"/>
          </ns0:cNvSpPr>
          <ns0:nvPr/>
        </ns0:nvSpPr>
        <ns0:spPr>
          <ns1:xfrm>
            <ns1:off x="10258425" y="3381375"/>
            <ns1:ext cx="457200" cy="457200"/>
          </ns1:xfrm>
          <ns1:prstGeom prst="ellipse">
            <ns1:avLst/>
          </ns1:prstGeom>
          <ns1:solidFill>
            <ns1:srgbClr val="172554"/>
          </ns1:solidFill>
          <ns1:ln w="0">
            <ns1:noFill/>
            <ns1:prstDash val="solid"/>
          </ns1:ln>
        </ns0:spPr>
      </ns0:sp>
      <ns0:sp>
        <ns0:nvSpPr>
          <ns0:cNvPr id="49" name="">
            <ns1:extLst>
              <ns1:ext uri="{FF2B5EF4-FFF2-40B4-BE49-F238E27FC236}">
                <ns2:creationId id="{0A134C58-AF90-48EC-970D-7843C2CB98BD}"/>
              </ns1:ext>
            </ns1:extLst>
          </ns0:cNvPr>
          <ns0:cNvSpPr>
            <ns1:spLocks noGrp="1"/>
          </ns0:cNvSpPr>
          <ns0:nvPr/>
        </ns0:nvSpPr>
        <ns0:spPr>
          <ns1:xfrm>
            <ns1:off x="10258425" y="3381375"/>
            <ns1:ext cx="457200" cy="457200"/>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FFFFFF"/>
                </ns1:solidFill>
                <ns1:latin typeface="Aptos"/>
                <ns1:ea typeface="Aptos"/>
                <ns1:cs typeface="Aptos"/>
              </ns1:defRPr>
            </ns1:defPPr>
            <ns1:lvl1pPr algn="ctr">
              <ns1:defRPr sz="1500" b="1">
                <ns1:solidFill>
                  <ns1:srgbClr val="FFFFFF"/>
                </ns1:solidFill>
                <ns1:latin typeface="Aptos"/>
                <ns1:ea typeface="Aptos"/>
                <ns1:cs typeface="Aptos"/>
              </ns1:defRPr>
            </ns1:lvl1pPr>
            <ns1:lvl2pPr algn="ctr">
              <ns1:defRPr sz="1500" b="1">
                <ns1:solidFill>
                  <ns1:srgbClr val="FFFFFF"/>
                </ns1:solidFill>
                <ns1:latin typeface="Aptos"/>
                <ns1:ea typeface="Aptos"/>
                <ns1:cs typeface="Aptos"/>
              </ns1:defRPr>
            </ns1:lvl2pPr>
            <ns1:lvl3pPr algn="ctr">
              <ns1:defRPr sz="1500" b="1">
                <ns1:solidFill>
                  <ns1:srgbClr val="FFFFFF"/>
                </ns1:solidFill>
                <ns1:latin typeface="Aptos"/>
                <ns1:ea typeface="Aptos"/>
                <ns1:cs typeface="Aptos"/>
              </ns1:defRPr>
            </ns1:lvl3pPr>
            <ns1:lvl4pPr algn="ctr">
              <ns1:defRPr sz="1500" b="1">
                <ns1:solidFill>
                  <ns1:srgbClr val="FFFFFF"/>
                </ns1:solidFill>
                <ns1:latin typeface="Aptos"/>
                <ns1:ea typeface="Aptos"/>
                <ns1:cs typeface="Aptos"/>
              </ns1:defRPr>
            </ns1:lvl4pPr>
            <ns1:lvl5pPr algn="ctr">
              <ns1:defRPr sz="1500" b="1">
                <ns1:solidFill>
                  <ns1:srgbClr val="FFFFFF"/>
                </ns1:solidFill>
                <ns1:latin typeface="Aptos"/>
                <ns1:ea typeface="Aptos"/>
                <ns1:cs typeface="Aptos"/>
              </ns1:defRPr>
            </ns1:lvl5pPr>
            <ns1:lvl6pPr algn="ctr">
              <ns1:defRPr sz="1500" b="1">
                <ns1:solidFill>
                  <ns1:srgbClr val="FFFFFF"/>
                </ns1:solidFill>
                <ns1:latin typeface="Aptos"/>
                <ns1:ea typeface="Aptos"/>
                <ns1:cs typeface="Aptos"/>
              </ns1:defRPr>
            </ns1:lvl6pPr>
            <ns1:lvl7pPr algn="ctr">
              <ns1:defRPr sz="1500" b="1">
                <ns1:solidFill>
                  <ns1:srgbClr val="FFFFFF"/>
                </ns1:solidFill>
                <ns1:latin typeface="Aptos"/>
                <ns1:ea typeface="Aptos"/>
                <ns1:cs typeface="Aptos"/>
              </ns1:defRPr>
            </ns1:lvl7pPr>
            <ns1:lvl8pPr algn="ctr">
              <ns1:defRPr sz="1500" b="1">
                <ns1:solidFill>
                  <ns1:srgbClr val="FFFFFF"/>
                </ns1:solidFill>
                <ns1:latin typeface="Aptos"/>
                <ns1:ea typeface="Aptos"/>
                <ns1:cs typeface="Aptos"/>
              </ns1:defRPr>
            </ns1:lvl8pPr>
            <ns1:lvl9pPr algn="ctr">
              <ns1:defRPr sz="1500" b="1">
                <ns1:solidFill>
                  <ns1:srgbClr val="FFFFFF"/>
                </ns1:solidFill>
                <ns1:latin typeface="Aptos"/>
                <ns1:ea typeface="Aptos"/>
                <ns1:cs typeface="Aptos"/>
              </ns1:defRPr>
            </ns1:lvl9pPr>
          </ns1:lstStyle>
          <ns1:p>
            <ns1:pPr algn="ctr">
              <ns1:defRPr sz="1500" b="1">
                <ns1:solidFill>
                  <ns1:srgbClr val="FFFFFF"/>
                </ns1:solidFill>
                <ns1:latin typeface="Aptos"/>
                <ns1:ea typeface="Aptos"/>
                <ns1:cs typeface="Aptos"/>
              </ns1:defRPr>
            </ns1:pPr>
            <ns1:r>
              <ns1:rPr sz="1500" b="1">
                <ns1:solidFill>
                  <ns1:srgbClr val="FFFFFF"/>
                </ns1:solidFill>
                <ns1:latin typeface="Aptos"/>
                <ns1:ea typeface="Aptos"/>
                <ns1:cs typeface="Aptos"/>
              </ns1:rPr>
              <ns1:t>5</ns1:t>
            </ns1:r>
          </ns1:p>
        </ns0:txBody>
      </ns0:sp>
      <ns0:sp>
        <ns0:nvSpPr>
          <ns0:cNvPr id="50" name="">
            <ns1:extLst>
              <ns1:ext uri="{FF2B5EF4-FFF2-40B4-BE49-F238E27FC236}">
                <ns2:creationId id="{A46F06FA-9B80-486D-BAAE-E084BB9351CA}"/>
              </ns1:ext>
            </ns1:extLst>
          </ns0:cNvPr>
          <ns0:cNvSpPr>
            <ns1:spLocks noGrp="1"/>
          </ns0:cNvSpPr>
          <ns0:nvPr/>
        </ns0:nvSpPr>
        <ns0:spPr>
          <ns1:xfrm>
            <ns1:off x="9610725" y="3981450"/>
            <ns1:ext cx="1790700" cy="428625"/>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82230"/>
                </ns1:solidFill>
                <ns1:latin typeface="Aptos"/>
                <ns1:ea typeface="Aptos"/>
                <ns1:cs typeface="Aptos"/>
              </ns1:defRPr>
            </ns1:defPPr>
            <ns1:lvl1pPr algn="ctr">
              <ns1:defRPr sz="1200" b="1">
                <ns1:solidFill>
                  <ns1:srgbClr val="182230"/>
                </ns1:solidFill>
                <ns1:latin typeface="Aptos"/>
                <ns1:ea typeface="Aptos"/>
                <ns1:cs typeface="Aptos"/>
              </ns1:defRPr>
            </ns1:lvl1pPr>
            <ns1:lvl2pPr algn="ctr">
              <ns1:defRPr sz="1200" b="1">
                <ns1:solidFill>
                  <ns1:srgbClr val="182230"/>
                </ns1:solidFill>
                <ns1:latin typeface="Aptos"/>
                <ns1:ea typeface="Aptos"/>
                <ns1:cs typeface="Aptos"/>
              </ns1:defRPr>
            </ns1:lvl2pPr>
            <ns1:lvl3pPr algn="ctr">
              <ns1:defRPr sz="1200" b="1">
                <ns1:solidFill>
                  <ns1:srgbClr val="182230"/>
                </ns1:solidFill>
                <ns1:latin typeface="Aptos"/>
                <ns1:ea typeface="Aptos"/>
                <ns1:cs typeface="Aptos"/>
              </ns1:defRPr>
            </ns1:lvl3pPr>
            <ns1:lvl4pPr algn="ctr">
              <ns1:defRPr sz="1200" b="1">
                <ns1:solidFill>
                  <ns1:srgbClr val="182230"/>
                </ns1:solidFill>
                <ns1:latin typeface="Aptos"/>
                <ns1:ea typeface="Aptos"/>
                <ns1:cs typeface="Aptos"/>
              </ns1:defRPr>
            </ns1:lvl4pPr>
            <ns1:lvl5pPr algn="ctr">
              <ns1:defRPr sz="1200" b="1">
                <ns1:solidFill>
                  <ns1:srgbClr val="182230"/>
                </ns1:solidFill>
                <ns1:latin typeface="Aptos"/>
                <ns1:ea typeface="Aptos"/>
                <ns1:cs typeface="Aptos"/>
              </ns1:defRPr>
            </ns1:lvl5pPr>
            <ns1:lvl6pPr algn="ctr">
              <ns1:defRPr sz="1200" b="1">
                <ns1:solidFill>
                  <ns1:srgbClr val="182230"/>
                </ns1:solidFill>
                <ns1:latin typeface="Aptos"/>
                <ns1:ea typeface="Aptos"/>
                <ns1:cs typeface="Aptos"/>
              </ns1:defRPr>
            </ns1:lvl6pPr>
            <ns1:lvl7pPr algn="ctr">
              <ns1:defRPr sz="1200" b="1">
                <ns1:solidFill>
                  <ns1:srgbClr val="182230"/>
                </ns1:solidFill>
                <ns1:latin typeface="Aptos"/>
                <ns1:ea typeface="Aptos"/>
                <ns1:cs typeface="Aptos"/>
              </ns1:defRPr>
            </ns1:lvl7pPr>
            <ns1:lvl8pPr algn="ctr">
              <ns1:defRPr sz="1200" b="1">
                <ns1:solidFill>
                  <ns1:srgbClr val="182230"/>
                </ns1:solidFill>
                <ns1:latin typeface="Aptos"/>
                <ns1:ea typeface="Aptos"/>
                <ns1:cs typeface="Aptos"/>
              </ns1:defRPr>
            </ns1:lvl8pPr>
            <ns1:lvl9pPr algn="ctr">
              <ns1:defRPr sz="1200" b="1">
                <ns1:solidFill>
                  <ns1:srgbClr val="182230"/>
                </ns1:solidFill>
                <ns1:latin typeface="Aptos"/>
                <ns1:ea typeface="Aptos"/>
                <ns1:cs typeface="Aptos"/>
              </ns1:defRPr>
            </ns1:lvl9pPr>
          </ns1:lstStyle>
          <ns1:p>
            <ns1:pPr algn="ctr">
              <ns1:defRPr sz="1200" b="1">
                <ns1:solidFill>
                  <ns1:srgbClr val="182230"/>
                </ns1:solidFill>
                <ns1:latin typeface="Aptos"/>
                <ns1:ea typeface="Aptos"/>
                <ns1:cs typeface="Aptos"/>
              </ns1:defRPr>
            </ns1:pPr>
            <ns1:r>
              <ns1:rPr sz="1200" b="1">
                <ns1:solidFill>
                  <ns1:srgbClr val="182230"/>
                </ns1:solidFill>
                <ns1:latin typeface="Aptos"/>
                <ns1:ea typeface="Aptos"/>
                <ns1:cs typeface="Aptos"/>
              </ns1:rPr>
              <ns1:t>La API comprueba los datos</ns1:t>
            </ns1:r>
          </ns1:p>
        </ns0:txBody>
      </ns0:sp>
      <ns0:sp>
        <ns0:nvSpPr>
          <ns0:cNvPr id="51" name="">
            <ns1:extLst>
              <ns1:ext uri="{FF2B5EF4-FFF2-40B4-BE49-F238E27FC236}">
                <ns2:creationId id="{EEA27541-505D-496A-8922-3F1E03B5277F}"/>
              </ns1:ext>
            </ns1:extLst>
          </ns0:cNvPr>
          <ns0:cNvSpPr>
            <ns1:spLocks noGrp="1"/>
          </ns0:cNvSpPr>
          <ns0:nvPr/>
        </ns0:nvSpPr>
        <ns0:spPr>
          <ns1:xfrm>
            <ns1:off x="1333500" y="4953000"/>
            <ns1:ext cx="9525000" cy="742950"/>
          </ns1:xfrm>
          <ns1:prstGeom prst="roundRect">
            <ns1:avLst>
              <ns1:gd name="adj" fmla="val 10256"/>
            </ns1:avLst>
          </ns1:prstGeom>
          <ns1:solidFill>
            <ns1:srgbClr val="172554"/>
          </ns1:solidFill>
          <ns1:ln w="0">
            <ns1:noFill/>
            <ns1:prstDash val="solid"/>
          </ns1:ln>
        </ns0:spPr>
      </ns0:sp>
      <ns0:sp>
        <ns0:nvSpPr>
          <ns0:cNvPr id="52" name="">
            <ns1:extLst>
              <ns1:ext uri="{FF2B5EF4-FFF2-40B4-BE49-F238E27FC236}">
                <ns2:creationId id="{C8101846-399F-4B0A-9E22-44003AE3E9E9}"/>
              </ns1:ext>
            </ns1:extLst>
          </ns0:cNvPr>
          <ns0:cNvSpPr>
            <ns1:spLocks noGrp="1"/>
          </ns0:cNvSpPr>
          <ns0:nvPr/>
        </ns0:nvSpPr>
        <ns0:spPr>
          <ns1:xfrm>
            <ns1:off x="1619250" y="5095875"/>
            <ns1:ext cx="8953500" cy="457200"/>
          </ns1:xfrm>
          <ns1:prstGeom prst="rect">
            <ns1:avLst/>
          </ns1:prstGeom>
          <ns1:noFill/>
          <ns1:ln w="0">
            <ns1:noFill/>
            <ns1:prstDash val="solid"/>
          </ns1:ln>
        </ns0:spPr>
        <ns0:txBody>
          <ns1:bodyPr lIns="0" tIns="0" rIns="0" bIns="0" anchor="ctr">
            <ns1:normAutofit fontScale="100000"/>
          </ns1:bodyPr>
          <ns1:lstStyle>
            <ns1:defPPr algn="ctr">
              <ns1:defRPr sz="1575" b="1">
                <ns1:solidFill>
                  <ns1:srgbClr val="FFFFFF"/>
                </ns1:solidFill>
                <ns1:latin typeface="Aptos"/>
                <ns1:ea typeface="Aptos"/>
                <ns1:cs typeface="Aptos"/>
              </ns1:defRPr>
            </ns1:defPPr>
            <ns1:lvl1pPr algn="ctr">
              <ns1:defRPr sz="1575" b="1">
                <ns1:solidFill>
                  <ns1:srgbClr val="FFFFFF"/>
                </ns1:solidFill>
                <ns1:latin typeface="Aptos"/>
                <ns1:ea typeface="Aptos"/>
                <ns1:cs typeface="Aptos"/>
              </ns1:defRPr>
            </ns1:lvl1pPr>
            <ns1:lvl2pPr algn="ctr">
              <ns1:defRPr sz="1575" b="1">
                <ns1:solidFill>
                  <ns1:srgbClr val="FFFFFF"/>
                </ns1:solidFill>
                <ns1:latin typeface="Aptos"/>
                <ns1:ea typeface="Aptos"/>
                <ns1:cs typeface="Aptos"/>
              </ns1:defRPr>
            </ns1:lvl2pPr>
            <ns1:lvl3pPr algn="ctr">
              <ns1:defRPr sz="1575" b="1">
                <ns1:solidFill>
                  <ns1:srgbClr val="FFFFFF"/>
                </ns1:solidFill>
                <ns1:latin typeface="Aptos"/>
                <ns1:ea typeface="Aptos"/>
                <ns1:cs typeface="Aptos"/>
              </ns1:defRPr>
            </ns1:lvl3pPr>
            <ns1:lvl4pPr algn="ctr">
              <ns1:defRPr sz="1575" b="1">
                <ns1:solidFill>
                  <ns1:srgbClr val="FFFFFF"/>
                </ns1:solidFill>
                <ns1:latin typeface="Aptos"/>
                <ns1:ea typeface="Aptos"/>
                <ns1:cs typeface="Aptos"/>
              </ns1:defRPr>
            </ns1:lvl4pPr>
            <ns1:lvl5pPr algn="ctr">
              <ns1:defRPr sz="1575" b="1">
                <ns1:solidFill>
                  <ns1:srgbClr val="FFFFFF"/>
                </ns1:solidFill>
                <ns1:latin typeface="Aptos"/>
                <ns1:ea typeface="Aptos"/>
                <ns1:cs typeface="Aptos"/>
              </ns1:defRPr>
            </ns1:lvl5pPr>
            <ns1:lvl6pPr algn="ctr">
              <ns1:defRPr sz="1575" b="1">
                <ns1:solidFill>
                  <ns1:srgbClr val="FFFFFF"/>
                </ns1:solidFill>
                <ns1:latin typeface="Aptos"/>
                <ns1:ea typeface="Aptos"/>
                <ns1:cs typeface="Aptos"/>
              </ns1:defRPr>
            </ns1:lvl6pPr>
            <ns1:lvl7pPr algn="ctr">
              <ns1:defRPr sz="1575" b="1">
                <ns1:solidFill>
                  <ns1:srgbClr val="FFFFFF"/>
                </ns1:solidFill>
                <ns1:latin typeface="Aptos"/>
                <ns1:ea typeface="Aptos"/>
                <ns1:cs typeface="Aptos"/>
              </ns1:defRPr>
            </ns1:lvl7pPr>
            <ns1:lvl8pPr algn="ctr">
              <ns1:defRPr sz="1575" b="1">
                <ns1:solidFill>
                  <ns1:srgbClr val="FFFFFF"/>
                </ns1:solidFill>
                <ns1:latin typeface="Aptos"/>
                <ns1:ea typeface="Aptos"/>
                <ns1:cs typeface="Aptos"/>
              </ns1:defRPr>
            </ns1:lvl8pPr>
            <ns1:lvl9pPr algn="ctr">
              <ns1:defRPr sz="1575" b="1">
                <ns1:solidFill>
                  <ns1:srgbClr val="FFFFFF"/>
                </ns1:solidFill>
                <ns1:latin typeface="Aptos"/>
                <ns1:ea typeface="Aptos"/>
                <ns1:cs typeface="Aptos"/>
              </ns1:defRPr>
            </ns1:lvl9pPr>
          </ns1:lstStyle>
          <ns1:p>
            <ns1:pPr algn="ctr">
              <ns1:defRPr sz="1575" b="1">
                <ns1:solidFill>
                  <ns1:srgbClr val="FFFFFF"/>
                </ns1:solidFill>
                <ns1:latin typeface="Aptos"/>
                <ns1:ea typeface="Aptos"/>
                <ns1:cs typeface="Aptos"/>
              </ns1:defRPr>
            </ns1:pPr>
            <ns1:r>
              <ns1:rPr sz="1575" b="1">
                <ns1:solidFill>
                  <ns1:srgbClr val="FFFFFF"/>
                </ns1:solidFill>
                <ns1:latin typeface="Aptos"/>
                <ns1:ea typeface="Aptos"/>
                <ns1:cs typeface="Aptos"/>
              </ns1:rPr>
              <ns1:t>El QR solo lleva un código temporal. La nota está dentro de la credencial firmada.</ns1:t>
            </ns1:r>
          </ns1:p>
        </ns0:txBody>
      </ns0:sp>
    </ns0:spTree>
    <ns0:extLst>
      <ns0:ext uri="{BB962C8B-B14F-4D97-AF65-F5344CB8AC3E}">
        <ns3:creationId val="369558919"/>
      </ns0:ext>
    </ns0:extLst>
  </ns0:cSld>
</ns0:sld>
</file>

<file path=ppt/slides/slide1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29" name="">
            <ns1:extLst>
              <ns1:ext uri="{FF2B5EF4-FFF2-40B4-BE49-F238E27FC236}">
                <ns2:creationId id="{11257459-BADC-48C5-8BE0-4D83563ADA9A}"/>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TECNOLOGÍA</ns1:t>
            </ns1:r>
          </ns1:p>
        </ns0:txBody>
      </ns0:sp>
      <ns0:sp>
        <ns0:nvSpPr>
          <ns0:cNvPr id="2" name="">
            <ns1:extLst>
              <ns1:ext uri="{FF2B5EF4-FFF2-40B4-BE49-F238E27FC236}">
                <ns2:creationId id="{E056078D-4759-4DBD-A726-1A0B8DFAC217}"/>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2:30</ns1:t>
            </ns1:r>
          </ns1:p>
        </ns0:txBody>
      </ns0:sp>
      <ns0:sp>
        <ns0:nvSpPr>
          <ns0:cNvPr id="3" name="">
            <ns1:extLst>
              <ns1:ext uri="{FF2B5EF4-FFF2-40B4-BE49-F238E27FC236}">
                <ns2:creationId id="{3A267E3B-89F9-44BD-84B8-721C0B2CF559}"/>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Cómo se conectan la aplicación y el servidor</ns1:t>
            </ns1:r>
          </ns1:p>
        </ns0:txBody>
      </ns0:sp>
      <ns0:sp>
        <ns0:nvSpPr>
          <ns0:cNvPr id="4" name="">
            <ns1:extLst>
              <ns1:ext uri="{FF2B5EF4-FFF2-40B4-BE49-F238E27FC236}">
                <ns2:creationId id="{368A206C-C2EC-4FC3-B4AB-448F90C64E38}"/>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FE67C5DA-FA64-48FB-A219-55B2601E4E17}"/>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F3F8F6EE-1291-48C7-90D1-AD953F44F807}"/>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12</ns1:t>
            </ns1:r>
          </ns1:p>
        </ns0:txBody>
      </ns0:sp>
      <ns0:sp>
        <ns0:nvSpPr>
          <ns0:cNvPr id="7" name="">
            <ns1:extLst>
              <ns1:ext uri="{FF2B5EF4-FFF2-40B4-BE49-F238E27FC236}">
                <ns2:creationId id="{A47C7173-F0AD-4064-966A-A2D851BAE4FB}"/>
              </ns1:ext>
            </ns1:extLst>
          </ns0:cNvPr>
          <ns0:cNvSpPr>
            <ns1:spLocks noGrp="1"/>
          </ns0:cNvSpPr>
          <ns0:nvPr/>
        </ns0:nvSpPr>
        <ns0:spPr>
          <ns1:xfrm>
            <ns1:off x="714375" y="1714500"/>
            <ns1:ext cx="3095625" cy="1333500"/>
          </ns1:xfrm>
          <ns1:prstGeom prst="roundRect">
            <ns1:avLst>
              <ns1:gd name="adj" fmla="val 5714"/>
            </ns1:avLst>
          </ns1:prstGeom>
          <ns1:solidFill>
            <ns1:srgbClr val="FFFFFF"/>
          </ns1:solidFill>
          <ns1:ln w="9525">
            <ns1:solidFill>
              <ns1:srgbClr val="DCE3ED"/>
            </ns1:solidFill>
            <ns1:prstDash val="solid"/>
          </ns1:ln>
        </ns0:spPr>
      </ns0:sp>
      <ns0:sp>
        <ns0:nvSpPr>
          <ns0:cNvPr id="8" name="">
            <ns1:extLst>
              <ns1:ext uri="{FF2B5EF4-FFF2-40B4-BE49-F238E27FC236}">
                <ns2:creationId id="{F9C83C4E-148B-4018-94C4-BF1DEA22B8C7}"/>
              </ns1:ext>
            </ns1:extLst>
          </ns0:cNvPr>
          <ns0:cNvSpPr>
            <ns1:spLocks noGrp="1"/>
          </ns0:cNvSpPr>
          <ns0:nvPr/>
        </ns0:nvSpPr>
        <ns0:spPr>
          <ns1:xfrm>
            <ns1:off x="714375" y="1714500"/>
            <ns1:ext cx="76200" cy="1333500"/>
          </ns1:xfrm>
          <ns1:prstGeom prst="roundRect">
            <ns1:avLst>
              <ns1:gd name="adj" fmla="val 50000"/>
            </ns1:avLst>
          </ns1:prstGeom>
          <ns1:solidFill>
            <ns1:srgbClr val="2846A0"/>
          </ns1:solidFill>
          <ns1:ln w="0">
            <ns1:noFill/>
            <ns1:prstDash val="solid"/>
          </ns1:ln>
        </ns0:spPr>
      </ns0:sp>
      <ns0:sp>
        <ns0:nvSpPr>
          <ns0:cNvPr id="9" name="">
            <ns1:extLst>
              <ns1:ext uri="{FF2B5EF4-FFF2-40B4-BE49-F238E27FC236}">
                <ns2:creationId id="{FD69C1EB-326E-434B-8C83-10B4A1DFEFA1}"/>
              </ns1:ext>
            </ns1:extLst>
          </ns0:cNvPr>
          <ns0:cNvSpPr>
            <ns1:spLocks noGrp="1"/>
          </ns0:cNvSpPr>
          <ns0:nvPr/>
        </ns0:nvSpPr>
        <ns0:spPr>
          <ns1:xfrm>
            <ns1:off x="923925" y="1847850"/>
            <ns1:ext cx="2733675"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2846A0"/>
                </ns1:solidFill>
                <ns1:latin typeface="Aptos"/>
                <ns1:ea typeface="Aptos"/>
                <ns1:cs typeface="Aptos"/>
              </ns1:defRPr>
            </ns1:defPPr>
            <ns1:lvl1pPr algn="l">
              <ns1:defRPr sz="1500" b="1">
                <ns1:solidFill>
                  <ns1:srgbClr val="2846A0"/>
                </ns1:solidFill>
                <ns1:latin typeface="Aptos"/>
                <ns1:ea typeface="Aptos"/>
                <ns1:cs typeface="Aptos"/>
              </ns1:defRPr>
            </ns1:lvl1pPr>
            <ns1:lvl2pPr algn="l">
              <ns1:defRPr sz="1500" b="1">
                <ns1:solidFill>
                  <ns1:srgbClr val="2846A0"/>
                </ns1:solidFill>
                <ns1:latin typeface="Aptos"/>
                <ns1:ea typeface="Aptos"/>
                <ns1:cs typeface="Aptos"/>
              </ns1:defRPr>
            </ns1:lvl2pPr>
            <ns1:lvl3pPr algn="l">
              <ns1:defRPr sz="1500" b="1">
                <ns1:solidFill>
                  <ns1:srgbClr val="2846A0"/>
                </ns1:solidFill>
                <ns1:latin typeface="Aptos"/>
                <ns1:ea typeface="Aptos"/>
                <ns1:cs typeface="Aptos"/>
              </ns1:defRPr>
            </ns1:lvl3pPr>
            <ns1:lvl4pPr algn="l">
              <ns1:defRPr sz="1500" b="1">
                <ns1:solidFill>
                  <ns1:srgbClr val="2846A0"/>
                </ns1:solidFill>
                <ns1:latin typeface="Aptos"/>
                <ns1:ea typeface="Aptos"/>
                <ns1:cs typeface="Aptos"/>
              </ns1:defRPr>
            </ns1:lvl4pPr>
            <ns1:lvl5pPr algn="l">
              <ns1:defRPr sz="1500" b="1">
                <ns1:solidFill>
                  <ns1:srgbClr val="2846A0"/>
                </ns1:solidFill>
                <ns1:latin typeface="Aptos"/>
                <ns1:ea typeface="Aptos"/>
                <ns1:cs typeface="Aptos"/>
              </ns1:defRPr>
            </ns1:lvl5pPr>
            <ns1:lvl6pPr algn="l">
              <ns1:defRPr sz="1500" b="1">
                <ns1:solidFill>
                  <ns1:srgbClr val="2846A0"/>
                </ns1:solidFill>
                <ns1:latin typeface="Aptos"/>
                <ns1:ea typeface="Aptos"/>
                <ns1:cs typeface="Aptos"/>
              </ns1:defRPr>
            </ns1:lvl6pPr>
            <ns1:lvl7pPr algn="l">
              <ns1:defRPr sz="1500" b="1">
                <ns1:solidFill>
                  <ns1:srgbClr val="2846A0"/>
                </ns1:solidFill>
                <ns1:latin typeface="Aptos"/>
                <ns1:ea typeface="Aptos"/>
                <ns1:cs typeface="Aptos"/>
              </ns1:defRPr>
            </ns1:lvl7pPr>
            <ns1:lvl8pPr algn="l">
              <ns1:defRPr sz="1500" b="1">
                <ns1:solidFill>
                  <ns1:srgbClr val="2846A0"/>
                </ns1:solidFill>
                <ns1:latin typeface="Aptos"/>
                <ns1:ea typeface="Aptos"/>
                <ns1:cs typeface="Aptos"/>
              </ns1:defRPr>
            </ns1:lvl8pPr>
            <ns1:lvl9pPr algn="l">
              <ns1:defRPr sz="1500" b="1">
                <ns1:solidFill>
                  <ns1:srgbClr val="2846A0"/>
                </ns1:solidFill>
                <ns1:latin typeface="Aptos"/>
                <ns1:ea typeface="Aptos"/>
                <ns1:cs typeface="Aptos"/>
              </ns1:defRPr>
            </ns1:lvl9pPr>
          </ns1:lstStyle>
          <ns1:p>
            <ns1:pPr algn="l">
              <ns1:defRPr sz="1500" b="1">
                <ns1:solidFill>
                  <ns1:srgbClr val="2846A0"/>
                </ns1:solidFill>
                <ns1:latin typeface="Aptos"/>
                <ns1:ea typeface="Aptos"/>
                <ns1:cs typeface="Aptos"/>
              </ns1:defRPr>
            </ns1:pPr>
            <ns1:r>
              <ns1:rPr sz="1500" b="1">
                <ns1:solidFill>
                  <ns1:srgbClr val="2846A0"/>
                </ns1:solidFill>
                <ns1:latin typeface="Aptos"/>
                <ns1:ea typeface="Aptos"/>
                <ns1:cs typeface="Aptos"/>
              </ns1:rPr>
              <ns1:t>PWA React + TypeScript</ns1:t>
            </ns1:r>
          </ns1:p>
        </ns0:txBody>
      </ns0:sp>
      <ns0:sp>
        <ns0:nvSpPr>
          <ns0:cNvPr id="10" name="">
            <ns1:extLst>
              <ns1:ext uri="{FF2B5EF4-FFF2-40B4-BE49-F238E27FC236}">
                <ns2:creationId id="{790542B2-0A4D-498E-8CF7-89A91359DD56}"/>
              </ns1:ext>
            </ns1:extLst>
          </ns0:cNvPr>
          <ns0:cNvSpPr>
            <ns1:spLocks noGrp="1"/>
          </ns0:cNvSpPr>
          <ns0:nvPr/>
        </ns0:nvSpPr>
        <ns0:spPr>
          <ns1:xfrm>
            <ns1:off x="923925" y="2171700"/>
            <ns1:ext cx="2733675" cy="80010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La misma aplicación para los tres roles.</ns1:t>
            </ns1:r>
          </ns1:p>
        </ns0:txBody>
      </ns0:sp>
      <ns0:sp>
        <ns0:nvSpPr>
          <ns0:cNvPr id="11" name="">
            <ns1:extLst>
              <ns1:ext uri="{FF2B5EF4-FFF2-40B4-BE49-F238E27FC236}">
                <ns2:creationId id="{46D1885A-9AD6-48E8-8360-361D59D46F5D}"/>
              </ns1:ext>
            </ns1:extLst>
          </ns0:cNvPr>
          <ns0:cNvSpPr>
            <ns1:spLocks noGrp="1"/>
          </ns0:cNvSpPr>
          <ns0:nvPr/>
        </ns0:nvSpPr>
        <ns0:spPr>
          <ns1:xfrm>
            <ns1:off x="714375" y="3619500"/>
            <ns1:ext cx="3095625" cy="1333500"/>
          </ns1:xfrm>
          <ns1:prstGeom prst="roundRect">
            <ns1:avLst>
              <ns1:gd name="adj" fmla="val 5714"/>
            </ns1:avLst>
          </ns1:prstGeom>
          <ns1:solidFill>
            <ns1:srgbClr val="FFFFFF"/>
          </ns1:solidFill>
          <ns1:ln w="9525">
            <ns1:solidFill>
              <ns1:srgbClr val="DCE3ED"/>
            </ns1:solidFill>
            <ns1:prstDash val="solid"/>
          </ns1:ln>
        </ns0:spPr>
      </ns0:sp>
      <ns0:sp>
        <ns0:nvSpPr>
          <ns0:cNvPr id="12" name="">
            <ns1:extLst>
              <ns1:ext uri="{FF2B5EF4-FFF2-40B4-BE49-F238E27FC236}">
                <ns2:creationId id="{DFB13237-AFB9-41BA-8F99-4A955C371C77}"/>
              </ns1:ext>
            </ns1:extLst>
          </ns0:cNvPr>
          <ns0:cNvSpPr>
            <ns1:spLocks noGrp="1"/>
          </ns0:cNvSpPr>
          <ns0:nvPr/>
        </ns0:nvSpPr>
        <ns0:spPr>
          <ns1:xfrm>
            <ns1:off x="714375" y="3619500"/>
            <ns1:ext cx="76200" cy="1333500"/>
          </ns1:xfrm>
          <ns1:prstGeom prst="roundRect">
            <ns1:avLst>
              <ns1:gd name="adj" fmla="val 50000"/>
            </ns1:avLst>
          </ns1:prstGeom>
          <ns1:solidFill>
            <ns1:srgbClr val="22B8A8"/>
          </ns1:solidFill>
          <ns1:ln w="0">
            <ns1:noFill/>
            <ns1:prstDash val="solid"/>
          </ns1:ln>
        </ns0:spPr>
      </ns0:sp>
      <ns0:sp>
        <ns0:nvSpPr>
          <ns0:cNvPr id="13" name="">
            <ns1:extLst>
              <ns1:ext uri="{FF2B5EF4-FFF2-40B4-BE49-F238E27FC236}">
                <ns2:creationId id="{2240899E-AFAF-480F-A2BB-89700B677446}"/>
              </ns1:ext>
            </ns1:extLst>
          </ns0:cNvPr>
          <ns0:cNvSpPr>
            <ns1:spLocks noGrp="1"/>
          </ns0:cNvSpPr>
          <ns0:nvPr/>
        </ns0:nvSpPr>
        <ns0:spPr>
          <ns1:xfrm>
            <ns1:off x="923925" y="3752850"/>
            <ns1:ext cx="2733675"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22B8A8"/>
                </ns1:solidFill>
                <ns1:latin typeface="Aptos"/>
                <ns1:ea typeface="Aptos"/>
                <ns1:cs typeface="Aptos"/>
              </ns1:defRPr>
            </ns1:defPPr>
            <ns1:lvl1pPr algn="l">
              <ns1:defRPr sz="1500" b="1">
                <ns1:solidFill>
                  <ns1:srgbClr val="22B8A8"/>
                </ns1:solidFill>
                <ns1:latin typeface="Aptos"/>
                <ns1:ea typeface="Aptos"/>
                <ns1:cs typeface="Aptos"/>
              </ns1:defRPr>
            </ns1:lvl1pPr>
            <ns1:lvl2pPr algn="l">
              <ns1:defRPr sz="1500" b="1">
                <ns1:solidFill>
                  <ns1:srgbClr val="22B8A8"/>
                </ns1:solidFill>
                <ns1:latin typeface="Aptos"/>
                <ns1:ea typeface="Aptos"/>
                <ns1:cs typeface="Aptos"/>
              </ns1:defRPr>
            </ns1:lvl2pPr>
            <ns1:lvl3pPr algn="l">
              <ns1:defRPr sz="1500" b="1">
                <ns1:solidFill>
                  <ns1:srgbClr val="22B8A8"/>
                </ns1:solidFill>
                <ns1:latin typeface="Aptos"/>
                <ns1:ea typeface="Aptos"/>
                <ns1:cs typeface="Aptos"/>
              </ns1:defRPr>
            </ns1:lvl3pPr>
            <ns1:lvl4pPr algn="l">
              <ns1:defRPr sz="1500" b="1">
                <ns1:solidFill>
                  <ns1:srgbClr val="22B8A8"/>
                </ns1:solidFill>
                <ns1:latin typeface="Aptos"/>
                <ns1:ea typeface="Aptos"/>
                <ns1:cs typeface="Aptos"/>
              </ns1:defRPr>
            </ns1:lvl4pPr>
            <ns1:lvl5pPr algn="l">
              <ns1:defRPr sz="1500" b="1">
                <ns1:solidFill>
                  <ns1:srgbClr val="22B8A8"/>
                </ns1:solidFill>
                <ns1:latin typeface="Aptos"/>
                <ns1:ea typeface="Aptos"/>
                <ns1:cs typeface="Aptos"/>
              </ns1:defRPr>
            </ns1:lvl5pPr>
            <ns1:lvl6pPr algn="l">
              <ns1:defRPr sz="1500" b="1">
                <ns1:solidFill>
                  <ns1:srgbClr val="22B8A8"/>
                </ns1:solidFill>
                <ns1:latin typeface="Aptos"/>
                <ns1:ea typeface="Aptos"/>
                <ns1:cs typeface="Aptos"/>
              </ns1:defRPr>
            </ns1:lvl6pPr>
            <ns1:lvl7pPr algn="l">
              <ns1:defRPr sz="1500" b="1">
                <ns1:solidFill>
                  <ns1:srgbClr val="22B8A8"/>
                </ns1:solidFill>
                <ns1:latin typeface="Aptos"/>
                <ns1:ea typeface="Aptos"/>
                <ns1:cs typeface="Aptos"/>
              </ns1:defRPr>
            </ns1:lvl7pPr>
            <ns1:lvl8pPr algn="l">
              <ns1:defRPr sz="1500" b="1">
                <ns1:solidFill>
                  <ns1:srgbClr val="22B8A8"/>
                </ns1:solidFill>
                <ns1:latin typeface="Aptos"/>
                <ns1:ea typeface="Aptos"/>
                <ns1:cs typeface="Aptos"/>
              </ns1:defRPr>
            </ns1:lvl8pPr>
            <ns1:lvl9pPr algn="l">
              <ns1:defRPr sz="1500" b="1">
                <ns1:solidFill>
                  <ns1:srgbClr val="22B8A8"/>
                </ns1:solidFill>
                <ns1:latin typeface="Aptos"/>
                <ns1:ea typeface="Aptos"/>
                <ns1:cs typeface="Aptos"/>
              </ns1:defRPr>
            </ns1:lvl9pPr>
          </ns1:lstStyle>
          <ns1:p>
            <ns1:pPr algn="l">
              <ns1:defRPr sz="1500" b="1">
                <ns1:solidFill>
                  <ns1:srgbClr val="22B8A8"/>
                </ns1:solidFill>
                <ns1:latin typeface="Aptos"/>
                <ns1:ea typeface="Aptos"/>
                <ns1:cs typeface="Aptos"/>
              </ns1:defRPr>
            </ns1:pPr>
            <ns1:r>
              <ns1:rPr sz="1500" b="1">
                <ns1:solidFill>
                  <ns1:srgbClr val="22B8A8"/>
                </ns1:solidFill>
                <ns1:latin typeface="Aptos"/>
                <ns1:ea typeface="Aptos"/>
                <ns1:cs typeface="Aptos"/>
              </ns1:rPr>
              <ns1:t>Android</ns1:t>
            </ns1:r>
          </ns1:p>
        </ns0:txBody>
      </ns0:sp>
      <ns0:sp>
        <ns0:nvSpPr>
          <ns0:cNvPr id="14" name="">
            <ns1:extLst>
              <ns1:ext uri="{FF2B5EF4-FFF2-40B4-BE49-F238E27FC236}">
                <ns2:creationId id="{5A2B534E-9B97-4F16-92AB-2D88E4ED7503}"/>
              </ns1:ext>
            </ns1:extLst>
          </ns0:cNvPr>
          <ns0:cNvSpPr>
            <ns1:spLocks noGrp="1"/>
          </ns0:cNvSpPr>
          <ns0:nvPr/>
        </ns0:nvSpPr>
        <ns0:spPr>
          <ns1:xfrm>
            <ns1:off x="923925" y="4076700"/>
            <ns1:ext cx="2733675" cy="80010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Cámara · almacenamiento local · herramientas de seguridad</ns1:t>
            </ns1:r>
          </ns1:p>
        </ns0:txBody>
      </ns0:sp>
      <ns0:sp>
        <ns0:nvSpPr>
          <ns0:cNvPr id="15" name="">
            <ns1:extLst>
              <ns1:ext uri="{FF2B5EF4-FFF2-40B4-BE49-F238E27FC236}">
                <ns2:creationId id="{8E23BCAD-43D6-46CF-8A23-564366A4CFE3}"/>
              </ns1:ext>
            </ns1:extLst>
          </ns0:cNvPr>
          <ns0:cNvSpPr>
            <ns1:spLocks noGrp="1"/>
          </ns0:cNvSpPr>
          <ns0:nvPr/>
        </ns0:nvSpPr>
        <ns0:spPr>
          <ns1:xfrm>
            <ns1:off x="4953000" y="2619375"/>
            <ns1:ext cx="3048000" cy="1524000"/>
          </ns1:xfrm>
          <ns1:prstGeom prst="roundRect">
            <ns1:avLst>
              <ns1:gd name="adj" fmla="val 5000"/>
            </ns1:avLst>
          </ns1:prstGeom>
          <ns1:solidFill>
            <ns1:srgbClr val="FFFFFF"/>
          </ns1:solidFill>
          <ns1:ln w="9525">
            <ns1:solidFill>
              <ns1:srgbClr val="DCE3ED"/>
            </ns1:solidFill>
            <ns1:prstDash val="solid"/>
          </ns1:ln>
        </ns0:spPr>
      </ns0:sp>
      <ns0:sp>
        <ns0:nvSpPr>
          <ns0:cNvPr id="16" name="">
            <ns1:extLst>
              <ns1:ext uri="{FF2B5EF4-FFF2-40B4-BE49-F238E27FC236}">
                <ns2:creationId id="{52CFA4A8-303C-46B6-9F87-4CB12FC97323}"/>
              </ns1:ext>
            </ns1:extLst>
          </ns0:cNvPr>
          <ns0:cNvSpPr>
            <ns1:spLocks noGrp="1"/>
          </ns0:cNvSpPr>
          <ns0:nvPr/>
        </ns0:nvSpPr>
        <ns0:spPr>
          <ns1:xfrm>
            <ns1:off x="4953000" y="2619375"/>
            <ns1:ext cx="76200" cy="1524000"/>
          </ns1:xfrm>
          <ns1:prstGeom prst="roundRect">
            <ns1:avLst>
              <ns1:gd name="adj" fmla="val 50000"/>
            </ns1:avLst>
          </ns1:prstGeom>
          <ns1:solidFill>
            <ns1:srgbClr val="172554"/>
          </ns1:solidFill>
          <ns1:ln w="0">
            <ns1:noFill/>
            <ns1:prstDash val="solid"/>
          </ns1:ln>
        </ns0:spPr>
      </ns0:sp>
      <ns0:sp>
        <ns0:nvSpPr>
          <ns0:cNvPr id="17" name="">
            <ns1:extLst>
              <ns1:ext uri="{FF2B5EF4-FFF2-40B4-BE49-F238E27FC236}">
                <ns2:creationId id="{AA0BC0C8-E1BE-4ED4-9B67-AACFF43CDFF3}"/>
              </ns1:ext>
            </ns1:extLst>
          </ns0:cNvPr>
          <ns0:cNvSpPr>
            <ns1:spLocks noGrp="1"/>
          </ns0:cNvSpPr>
          <ns0:nvPr/>
        </ns0:nvSpPr>
        <ns0:spPr>
          <ns1:xfrm>
            <ns1:off x="5162550" y="2752725"/>
            <ns1:ext cx="2686050"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172554"/>
                </ns1:solidFill>
                <ns1:latin typeface="Aptos"/>
                <ns1:ea typeface="Aptos"/>
                <ns1:cs typeface="Aptos"/>
              </ns1:defRPr>
            </ns1:defPPr>
            <ns1:lvl1pPr algn="l">
              <ns1:defRPr sz="1500" b="1">
                <ns1:solidFill>
                  <ns1:srgbClr val="172554"/>
                </ns1:solidFill>
                <ns1:latin typeface="Aptos"/>
                <ns1:ea typeface="Aptos"/>
                <ns1:cs typeface="Aptos"/>
              </ns1:defRPr>
            </ns1:lvl1pPr>
            <ns1:lvl2pPr algn="l">
              <ns1:defRPr sz="1500" b="1">
                <ns1:solidFill>
                  <ns1:srgbClr val="172554"/>
                </ns1:solidFill>
                <ns1:latin typeface="Aptos"/>
                <ns1:ea typeface="Aptos"/>
                <ns1:cs typeface="Aptos"/>
              </ns1:defRPr>
            </ns1:lvl2pPr>
            <ns1:lvl3pPr algn="l">
              <ns1:defRPr sz="1500" b="1">
                <ns1:solidFill>
                  <ns1:srgbClr val="172554"/>
                </ns1:solidFill>
                <ns1:latin typeface="Aptos"/>
                <ns1:ea typeface="Aptos"/>
                <ns1:cs typeface="Aptos"/>
              </ns1:defRPr>
            </ns1:lvl3pPr>
            <ns1:lvl4pPr algn="l">
              <ns1:defRPr sz="1500" b="1">
                <ns1:solidFill>
                  <ns1:srgbClr val="172554"/>
                </ns1:solidFill>
                <ns1:latin typeface="Aptos"/>
                <ns1:ea typeface="Aptos"/>
                <ns1:cs typeface="Aptos"/>
              </ns1:defRPr>
            </ns1:lvl4pPr>
            <ns1:lvl5pPr algn="l">
              <ns1:defRPr sz="1500" b="1">
                <ns1:solidFill>
                  <ns1:srgbClr val="172554"/>
                </ns1:solidFill>
                <ns1:latin typeface="Aptos"/>
                <ns1:ea typeface="Aptos"/>
                <ns1:cs typeface="Aptos"/>
              </ns1:defRPr>
            </ns1:lvl5pPr>
            <ns1:lvl6pPr algn="l">
              <ns1:defRPr sz="1500" b="1">
                <ns1:solidFill>
                  <ns1:srgbClr val="172554"/>
                </ns1:solidFill>
                <ns1:latin typeface="Aptos"/>
                <ns1:ea typeface="Aptos"/>
                <ns1:cs typeface="Aptos"/>
              </ns1:defRPr>
            </ns1:lvl6pPr>
            <ns1:lvl7pPr algn="l">
              <ns1:defRPr sz="1500" b="1">
                <ns1:solidFill>
                  <ns1:srgbClr val="172554"/>
                </ns1:solidFill>
                <ns1:latin typeface="Aptos"/>
                <ns1:ea typeface="Aptos"/>
                <ns1:cs typeface="Aptos"/>
              </ns1:defRPr>
            </ns1:lvl7pPr>
            <ns1:lvl8pPr algn="l">
              <ns1:defRPr sz="1500" b="1">
                <ns1:solidFill>
                  <ns1:srgbClr val="172554"/>
                </ns1:solidFill>
                <ns1:latin typeface="Aptos"/>
                <ns1:ea typeface="Aptos"/>
                <ns1:cs typeface="Aptos"/>
              </ns1:defRPr>
            </ns1:lvl8pPr>
            <ns1:lvl9pPr algn="l">
              <ns1:defRPr sz="1500" b="1">
                <ns1:solidFill>
                  <ns1:srgbClr val="172554"/>
                </ns1:solidFill>
                <ns1:latin typeface="Aptos"/>
                <ns1:ea typeface="Aptos"/>
                <ns1:cs typeface="Aptos"/>
              </ns1:defRPr>
            </ns1:lvl9pPr>
          </ns1:lstStyle>
          <ns1:p>
            <ns1:pPr algn="l">
              <ns1:defRPr sz="1500" b="1">
                <ns1:solidFill>
                  <ns1:srgbClr val="172554"/>
                </ns1:solidFill>
                <ns1:latin typeface="Aptos"/>
                <ns1:ea typeface="Aptos"/>
                <ns1:cs typeface="Aptos"/>
              </ns1:defRPr>
            </ns1:pPr>
            <ns1:r>
              <ns1:rPr sz="1500" b="1">
                <ns1:solidFill>
                  <ns1:srgbClr val="172554"/>
                </ns1:solidFill>
                <ns1:latin typeface="Aptos"/>
                <ns1:ea typeface="Aptos"/>
                <ns1:cs typeface="Aptos"/>
              </ns1:rPr>
              <ns1:t>API Fastify + Node.js</ns1:t>
            </ns1:r>
          </ns1:p>
        </ns0:txBody>
      </ns0:sp>
      <ns0:sp>
        <ns0:nvSpPr>
          <ns0:cNvPr id="18" name="">
            <ns1:extLst>
              <ns1:ext uri="{FF2B5EF4-FFF2-40B4-BE49-F238E27FC236}">
                <ns2:creationId id="{36B86586-5FD2-42B3-A1EC-E06280E8D1EA}"/>
              </ns1:ext>
            </ns1:extLst>
          </ns0:cNvPr>
          <ns0:cNvSpPr>
            <ns1:spLocks noGrp="1"/>
          </ns0:cNvSpPr>
          <ns0:nvPr/>
        </ns0:nvSpPr>
        <ns0:spPr>
          <ns1:xfrm>
            <ns1:off x="5162550" y="3076575"/>
            <ns1:ext cx="2686050" cy="99060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Controla permisos, reglas y firmas.</ns1:t>
            </ns1:r>
          </ns1:p>
        </ns0:txBody>
      </ns0:sp>
      <ns0:sp>
        <ns0:nvSpPr>
          <ns0:cNvPr id="19" name="">
            <ns1:extLst>
              <ns1:ext uri="{FF2B5EF4-FFF2-40B4-BE49-F238E27FC236}">
                <ns2:creationId id="{DD586146-BD0F-4D90-A152-138325E5709D}"/>
              </ns1:ext>
            </ns1:extLst>
          </ns0:cNvPr>
          <ns0:cNvSpPr>
            <ns1:spLocks noGrp="1"/>
          </ns0:cNvSpPr>
          <ns0:nvPr/>
        </ns0:nvSpPr>
        <ns0:spPr>
          <ns1:xfrm>
            <ns1:off x="8810625" y="2619375"/>
            <ns1:ext cx="2667000" cy="1524000"/>
          </ns1:xfrm>
          <ns1:prstGeom prst="roundRect">
            <ns1:avLst>
              <ns1:gd name="adj" fmla="val 5000"/>
            </ns1:avLst>
          </ns1:prstGeom>
          <ns1:solidFill>
            <ns1:srgbClr val="FFFFFF"/>
          </ns1:solidFill>
          <ns1:ln w="9525">
            <ns1:solidFill>
              <ns1:srgbClr val="DCE3ED"/>
            </ns1:solidFill>
            <ns1:prstDash val="solid"/>
          </ns1:ln>
        </ns0:spPr>
      </ns0:sp>
      <ns0:sp>
        <ns0:nvSpPr>
          <ns0:cNvPr id="20" name="">
            <ns1:extLst>
              <ns1:ext uri="{FF2B5EF4-FFF2-40B4-BE49-F238E27FC236}">
                <ns2:creationId id="{65A5ADC8-00A8-4205-BBC7-53EE66AFF9F5}"/>
              </ns1:ext>
            </ns1:extLst>
          </ns0:cNvPr>
          <ns0:cNvSpPr>
            <ns1:spLocks noGrp="1"/>
          </ns0:cNvSpPr>
          <ns0:nvPr/>
        </ns0:nvSpPr>
        <ns0:spPr>
          <ns1:xfrm>
            <ns1:off x="8810625" y="2619375"/>
            <ns1:ext cx="76200" cy="1524000"/>
          </ns1:xfrm>
          <ns1:prstGeom prst="roundRect">
            <ns1:avLst>
              <ns1:gd name="adj" fmla="val 50000"/>
            </ns1:avLst>
          </ns1:prstGeom>
          <ns1:solidFill>
            <ns1:srgbClr val="F2B544"/>
          </ns1:solidFill>
          <ns1:ln w="0">
            <ns1:noFill/>
            <ns1:prstDash val="solid"/>
          </ns1:ln>
        </ns0:spPr>
      </ns0:sp>
      <ns0:sp>
        <ns0:nvSpPr>
          <ns0:cNvPr id="21" name="">
            <ns1:extLst>
              <ns1:ext uri="{FF2B5EF4-FFF2-40B4-BE49-F238E27FC236}">
                <ns2:creationId id="{AD1EF5CD-F8D4-48E9-8E96-B58303BCADC9}"/>
              </ns1:ext>
            </ns1:extLst>
          </ns0:cNvPr>
          <ns0:cNvSpPr>
            <ns1:spLocks noGrp="1"/>
          </ns0:cNvSpPr>
          <ns0:nvPr/>
        </ns0:nvSpPr>
        <ns0:spPr>
          <ns1:xfrm>
            <ns1:off x="9020175" y="2752725"/>
            <ns1:ext cx="2305050"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F2B544"/>
                </ns1:solidFill>
                <ns1:latin typeface="Aptos"/>
                <ns1:ea typeface="Aptos"/>
                <ns1:cs typeface="Aptos"/>
              </ns1:defRPr>
            </ns1:defPPr>
            <ns1:lvl1pPr algn="l">
              <ns1:defRPr sz="1500" b="1">
                <ns1:solidFill>
                  <ns1:srgbClr val="F2B544"/>
                </ns1:solidFill>
                <ns1:latin typeface="Aptos"/>
                <ns1:ea typeface="Aptos"/>
                <ns1:cs typeface="Aptos"/>
              </ns1:defRPr>
            </ns1:lvl1pPr>
            <ns1:lvl2pPr algn="l">
              <ns1:defRPr sz="1500" b="1">
                <ns1:solidFill>
                  <ns1:srgbClr val="F2B544"/>
                </ns1:solidFill>
                <ns1:latin typeface="Aptos"/>
                <ns1:ea typeface="Aptos"/>
                <ns1:cs typeface="Aptos"/>
              </ns1:defRPr>
            </ns1:lvl2pPr>
            <ns1:lvl3pPr algn="l">
              <ns1:defRPr sz="1500" b="1">
                <ns1:solidFill>
                  <ns1:srgbClr val="F2B544"/>
                </ns1:solidFill>
                <ns1:latin typeface="Aptos"/>
                <ns1:ea typeface="Aptos"/>
                <ns1:cs typeface="Aptos"/>
              </ns1:defRPr>
            </ns1:lvl3pPr>
            <ns1:lvl4pPr algn="l">
              <ns1:defRPr sz="1500" b="1">
                <ns1:solidFill>
                  <ns1:srgbClr val="F2B544"/>
                </ns1:solidFill>
                <ns1:latin typeface="Aptos"/>
                <ns1:ea typeface="Aptos"/>
                <ns1:cs typeface="Aptos"/>
              </ns1:defRPr>
            </ns1:lvl4pPr>
            <ns1:lvl5pPr algn="l">
              <ns1:defRPr sz="1500" b="1">
                <ns1:solidFill>
                  <ns1:srgbClr val="F2B544"/>
                </ns1:solidFill>
                <ns1:latin typeface="Aptos"/>
                <ns1:ea typeface="Aptos"/>
                <ns1:cs typeface="Aptos"/>
              </ns1:defRPr>
            </ns1:lvl5pPr>
            <ns1:lvl6pPr algn="l">
              <ns1:defRPr sz="1500" b="1">
                <ns1:solidFill>
                  <ns1:srgbClr val="F2B544"/>
                </ns1:solidFill>
                <ns1:latin typeface="Aptos"/>
                <ns1:ea typeface="Aptos"/>
                <ns1:cs typeface="Aptos"/>
              </ns1:defRPr>
            </ns1:lvl6pPr>
            <ns1:lvl7pPr algn="l">
              <ns1:defRPr sz="1500" b="1">
                <ns1:solidFill>
                  <ns1:srgbClr val="F2B544"/>
                </ns1:solidFill>
                <ns1:latin typeface="Aptos"/>
                <ns1:ea typeface="Aptos"/>
                <ns1:cs typeface="Aptos"/>
              </ns1:defRPr>
            </ns1:lvl7pPr>
            <ns1:lvl8pPr algn="l">
              <ns1:defRPr sz="1500" b="1">
                <ns1:solidFill>
                  <ns1:srgbClr val="F2B544"/>
                </ns1:solidFill>
                <ns1:latin typeface="Aptos"/>
                <ns1:ea typeface="Aptos"/>
                <ns1:cs typeface="Aptos"/>
              </ns1:defRPr>
            </ns1:lvl8pPr>
            <ns1:lvl9pPr algn="l">
              <ns1:defRPr sz="1500" b="1">
                <ns1:solidFill>
                  <ns1:srgbClr val="F2B544"/>
                </ns1:solidFill>
                <ns1:latin typeface="Aptos"/>
                <ns1:ea typeface="Aptos"/>
                <ns1:cs typeface="Aptos"/>
              </ns1:defRPr>
            </ns1:lvl9pPr>
          </ns1:lstStyle>
          <ns1:p>
            <ns1:pPr algn="l">
              <ns1:defRPr sz="1500" b="1">
                <ns1:solidFill>
                  <ns1:srgbClr val="F2B544"/>
                </ns1:solidFill>
                <ns1:latin typeface="Aptos"/>
                <ns1:ea typeface="Aptos"/>
                <ns1:cs typeface="Aptos"/>
              </ns1:defRPr>
            </ns1:pPr>
            <ns1:r>
              <ns1:rPr sz="1500" b="1">
                <ns1:solidFill>
                  <ns1:srgbClr val="F2B544"/>
                </ns1:solidFill>
                <ns1:latin typeface="Aptos"/>
                <ns1:ea typeface="Aptos"/>
                <ns1:cs typeface="Aptos"/>
              </ns1:rPr>
              <ns1:t>SQLite</ns1:t>
            </ns1:r>
          </ns1:p>
        </ns0:txBody>
      </ns0:sp>
      <ns0:sp>
        <ns0:nvSpPr>
          <ns0:cNvPr id="22" name="">
            <ns1:extLst>
              <ns1:ext uri="{FF2B5EF4-FFF2-40B4-BE49-F238E27FC236}">
                <ns2:creationId id="{83F2933F-7EC4-4F68-9DEC-31C2F797ED74}"/>
              </ns1:ext>
            </ns1:extLst>
          </ns0:cNvPr>
          <ns0:cNvSpPr>
            <ns1:spLocks noGrp="1"/>
          </ns0:cNvSpPr>
          <ns0:nvPr/>
        </ns0:nvSpPr>
        <ns0:spPr>
          <ns1:xfrm>
            <ns1:off x="9020175" y="3076575"/>
            <ns1:ext cx="2305050" cy="99060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Guarda cuentas, credenciales, estados y asistencias.</ns1:t>
            </ns1:r>
          </ns1:p>
        </ns0:txBody>
      </ns0:sp>
      <ns0:sp>
        <ns0:nvSpPr>
          <ns0:cNvPr id="23" name="">
            <ns1:extLst>
              <ns1:ext uri="{FF2B5EF4-FFF2-40B4-BE49-F238E27FC236}">
                <ns2:creationId id="{E5B6B40C-3904-42E6-86E6-CEC1067B3F63}"/>
              </ns1:ext>
            </ns1:extLst>
          </ns0:cNvPr>
          <ns0:cNvSpPr>
            <ns1:spLocks noGrp="1"/>
          </ns0:cNvSpPr>
          <ns0:nvPr/>
        </ns0:nvSpPr>
        <ns0:spPr>
          <ns1:xfrm flipV="0">
            <ns1:off x="3810000" y="2343150"/>
            <ns1:ext cx="1143000" cy="657225"/>
          </ns1:xfrm>
          <ns1:prstGeom prst="line">
            <ns1:avLst/>
          </ns1:prstGeom>
          <ns1:noFill/>
          <ns1:ln w="28575">
            <ns1:solidFill>
              <ns1:srgbClr val="22B8A8"/>
            </ns1:solidFill>
            <ns1:prstDash val="solid"/>
          </ns1:ln>
        </ns0:spPr>
      </ns0:sp>
      <ns0:sp>
        <ns0:nvSpPr>
          <ns0:cNvPr id="24" name="">
            <ns1:extLst>
              <ns1:ext uri="{FF2B5EF4-FFF2-40B4-BE49-F238E27FC236}">
                <ns2:creationId id="{31B4D40E-E8ED-4DFA-B237-19C3939EC2F0}"/>
              </ns1:ext>
            </ns1:extLst>
          </ns0:cNvPr>
          <ns0:cNvSpPr>
            <ns1:spLocks noGrp="1"/>
          </ns0:cNvSpPr>
          <ns0:nvPr/>
        </ns0:nvSpPr>
        <ns0:spPr>
          <ns1:xfrm flipV="1">
            <ns1:off x="3810000" y="3714750"/>
            <ns1:ext cx="1143000" cy="571500"/>
          </ns1:xfrm>
          <ns1:prstGeom prst="line">
            <ns1:avLst/>
          </ns1:prstGeom>
          <ns1:noFill/>
          <ns1:ln w="28575">
            <ns1:solidFill>
              <ns1:srgbClr val="22B8A8"/>
            </ns1:solidFill>
            <ns1:prstDash val="solid"/>
          </ns1:ln>
        </ns0:spPr>
      </ns0:sp>
      <ns0:sp>
        <ns0:nvSpPr>
          <ns0:cNvPr id="25" name="">
            <ns1:extLst>
              <ns1:ext uri="{FF2B5EF4-FFF2-40B4-BE49-F238E27FC236}">
                <ns2:creationId id="{F5E36890-CC1E-4C12-B609-71D5CC7ED781}"/>
              </ns1:ext>
            </ns1:extLst>
          </ns0:cNvPr>
          <ns0:cNvSpPr>
            <ns1:spLocks noGrp="1"/>
          </ns0:cNvSpPr>
          <ns0:nvPr/>
        </ns0:nvSpPr>
        <ns0:spPr>
          <ns1:xfrm flipV="0">
            <ns1:off x="8001000" y="3371850"/>
            <ns1:ext cx="809625" cy="9525"/>
          </ns1:xfrm>
          <ns1:prstGeom prst="line">
            <ns1:avLst/>
          </ns1:prstGeom>
          <ns1:noFill/>
          <ns1:ln w="28575">
            <ns1:solidFill>
              <ns1:srgbClr val="2846A0"/>
            </ns1:solidFill>
            <ns1:prstDash val="solid"/>
          </ns1:ln>
        </ns0:spPr>
      </ns0:sp>
      <ns0:sp>
        <ns0:nvSpPr>
          <ns0:cNvPr id="26" name="">
            <ns1:extLst>
              <ns1:ext uri="{FF2B5EF4-FFF2-40B4-BE49-F238E27FC236}">
                <ns2:creationId id="{D043868A-EED5-48AD-9DA9-B0083F86F1AA}"/>
              </ns1:ext>
            </ns1:extLst>
          </ns0:cNvPr>
          <ns0:cNvSpPr>
            <ns1:spLocks noGrp="1"/>
          </ns0:cNvSpPr>
          <ns0:nvPr/>
        </ns0:nvSpPr>
        <ns0:spPr>
          <ns1:xfrm>
            <ns1:off x="857250" y="5105400"/>
            <ns1:ext cx="10477500" cy="24765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536276"/>
                </ns1:solidFill>
                <ns1:latin typeface="Aptos"/>
                <ns1:ea typeface="Aptos"/>
                <ns1:cs typeface="Aptos"/>
              </ns1:defRPr>
            </ns1:defPPr>
            <ns1:lvl1pPr algn="ctr">
              <ns1:defRPr sz="1200" b="1">
                <ns1:solidFill>
                  <ns1:srgbClr val="536276"/>
                </ns1:solidFill>
                <ns1:latin typeface="Aptos"/>
                <ns1:ea typeface="Aptos"/>
                <ns1:cs typeface="Aptos"/>
              </ns1:defRPr>
            </ns1:lvl1pPr>
            <ns1:lvl2pPr algn="ctr">
              <ns1:defRPr sz="1200" b="1">
                <ns1:solidFill>
                  <ns1:srgbClr val="536276"/>
                </ns1:solidFill>
                <ns1:latin typeface="Aptos"/>
                <ns1:ea typeface="Aptos"/>
                <ns1:cs typeface="Aptos"/>
              </ns1:defRPr>
            </ns1:lvl2pPr>
            <ns1:lvl3pPr algn="ctr">
              <ns1:defRPr sz="1200" b="1">
                <ns1:solidFill>
                  <ns1:srgbClr val="536276"/>
                </ns1:solidFill>
                <ns1:latin typeface="Aptos"/>
                <ns1:ea typeface="Aptos"/>
                <ns1:cs typeface="Aptos"/>
              </ns1:defRPr>
            </ns1:lvl3pPr>
            <ns1:lvl4pPr algn="ctr">
              <ns1:defRPr sz="1200" b="1">
                <ns1:solidFill>
                  <ns1:srgbClr val="536276"/>
                </ns1:solidFill>
                <ns1:latin typeface="Aptos"/>
                <ns1:ea typeface="Aptos"/>
                <ns1:cs typeface="Aptos"/>
              </ns1:defRPr>
            </ns1:lvl4pPr>
            <ns1:lvl5pPr algn="ctr">
              <ns1:defRPr sz="1200" b="1">
                <ns1:solidFill>
                  <ns1:srgbClr val="536276"/>
                </ns1:solidFill>
                <ns1:latin typeface="Aptos"/>
                <ns1:ea typeface="Aptos"/>
                <ns1:cs typeface="Aptos"/>
              </ns1:defRPr>
            </ns1:lvl5pPr>
            <ns1:lvl6pPr algn="ctr">
              <ns1:defRPr sz="1200" b="1">
                <ns1:solidFill>
                  <ns1:srgbClr val="536276"/>
                </ns1:solidFill>
                <ns1:latin typeface="Aptos"/>
                <ns1:ea typeface="Aptos"/>
                <ns1:cs typeface="Aptos"/>
              </ns1:defRPr>
            </ns1:lvl6pPr>
            <ns1:lvl7pPr algn="ctr">
              <ns1:defRPr sz="1200" b="1">
                <ns1:solidFill>
                  <ns1:srgbClr val="536276"/>
                </ns1:solidFill>
                <ns1:latin typeface="Aptos"/>
                <ns1:ea typeface="Aptos"/>
                <ns1:cs typeface="Aptos"/>
              </ns1:defRPr>
            </ns1:lvl7pPr>
            <ns1:lvl8pPr algn="ctr">
              <ns1:defRPr sz="1200" b="1">
                <ns1:solidFill>
                  <ns1:srgbClr val="536276"/>
                </ns1:solidFill>
                <ns1:latin typeface="Aptos"/>
                <ns1:ea typeface="Aptos"/>
                <ns1:cs typeface="Aptos"/>
              </ns1:defRPr>
            </ns1:lvl8pPr>
            <ns1:lvl9pPr algn="ctr">
              <ns1:defRPr sz="1200" b="1">
                <ns1:solidFill>
                  <ns1:srgbClr val="536276"/>
                </ns1:solidFill>
                <ns1:latin typeface="Aptos"/>
                <ns1:ea typeface="Aptos"/>
                <ns1:cs typeface="Aptos"/>
              </ns1:defRPr>
            </ns1:lvl9pPr>
          </ns1:lstStyle>
          <ns1:p>
            <ns1:pPr algn="ctr">
              <ns1:defRPr sz="1200" b="1">
                <ns1:solidFill>
                  <ns1:srgbClr val="536276"/>
                </ns1:solidFill>
                <ns1:latin typeface="Aptos"/>
                <ns1:ea typeface="Aptos"/>
                <ns1:cs typeface="Aptos"/>
              </ns1:defRPr>
            </ns1:pPr>
            <ns1:r>
              <ns1:rPr sz="1200" b="1">
                <ns1:solidFill>
                  <ns1:srgbClr val="536276"/>
                </ns1:solidFill>
                <ns1:latin typeface="Aptos"/>
                <ns1:ea typeface="Aptos"/>
                <ns1:cs typeface="Aptos"/>
              </ns1:rPr>
              <ns1:t>Aplicación ⇄ API: datos y solicitudes  ·  API ⇄ SQLite: información guardada</ns1:t>
            </ns1:r>
          </ns1:p>
        </ns0:txBody>
      </ns0:sp>
      <ns0:sp>
        <ns0:nvSpPr>
          <ns0:cNvPr id="27" name="">
            <ns1:extLst>
              <ns1:ext uri="{FF2B5EF4-FFF2-40B4-BE49-F238E27FC236}">
                <ns2:creationId id="{CC603ADE-CB65-4686-BDBD-0ED6E256F9D4}"/>
              </ns1:ext>
            </ns1:extLst>
          </ns0:cNvPr>
          <ns0:cNvSpPr>
            <ns1:spLocks noGrp="1"/>
          </ns0:cNvSpPr>
          <ns0:nvPr/>
        </ns0:nvSpPr>
        <ns0:spPr>
          <ns1:xfrm>
            <ns1:off x="1809750" y="5505450"/>
            <ns1:ext cx="8572500" cy="523875"/>
          </ns1:xfrm>
          <ns1:prstGeom prst="roundRect">
            <ns1:avLst>
              <ns1:gd name="adj" fmla="val 14545"/>
            </ns1:avLst>
          </ns1:prstGeom>
          <ns1:solidFill>
            <ns1:srgbClr val="FFF2D8"/>
          </ns1:solidFill>
          <ns1:ln w="0">
            <ns1:noFill/>
            <ns1:prstDash val="solid"/>
          </ns1:ln>
        </ns0:spPr>
      </ns0:sp>
      <ns0:sp>
        <ns0:nvSpPr>
          <ns0:cNvPr id="28" name="">
            <ns1:extLst>
              <ns1:ext uri="{FF2B5EF4-FFF2-40B4-BE49-F238E27FC236}">
                <ns2:creationId id="{27E401CE-8B1B-4638-8CE5-8CA8605CBE64}"/>
              </ns1:ext>
            </ns1:extLst>
          </ns0:cNvPr>
          <ns0:cNvSpPr>
            <ns1:spLocks noGrp="1"/>
          </ns0:cNvSpPr>
          <ns0:nvPr/>
        </ns0:nvSpPr>
        <ns0:spPr>
          <ns1:xfrm>
            <ns1:off x="2095500" y="5610225"/>
            <ns1:ext cx="8001000" cy="28575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775109"/>
                </ns1:solidFill>
                <ns1:latin typeface="Aptos"/>
                <ns1:ea typeface="Aptos"/>
                <ns1:cs typeface="Aptos"/>
              </ns1:defRPr>
            </ns1:defPPr>
            <ns1:lvl1pPr algn="ctr">
              <ns1:defRPr sz="1425" b="1">
                <ns1:solidFill>
                  <ns1:srgbClr val="775109"/>
                </ns1:solidFill>
                <ns1:latin typeface="Aptos"/>
                <ns1:ea typeface="Aptos"/>
                <ns1:cs typeface="Aptos"/>
              </ns1:defRPr>
            </ns1:lvl1pPr>
            <ns1:lvl2pPr algn="ctr">
              <ns1:defRPr sz="1425" b="1">
                <ns1:solidFill>
                  <ns1:srgbClr val="775109"/>
                </ns1:solidFill>
                <ns1:latin typeface="Aptos"/>
                <ns1:ea typeface="Aptos"/>
                <ns1:cs typeface="Aptos"/>
              </ns1:defRPr>
            </ns1:lvl2pPr>
            <ns1:lvl3pPr algn="ctr">
              <ns1:defRPr sz="1425" b="1">
                <ns1:solidFill>
                  <ns1:srgbClr val="775109"/>
                </ns1:solidFill>
                <ns1:latin typeface="Aptos"/>
                <ns1:ea typeface="Aptos"/>
                <ns1:cs typeface="Aptos"/>
              </ns1:defRPr>
            </ns1:lvl3pPr>
            <ns1:lvl4pPr algn="ctr">
              <ns1:defRPr sz="1425" b="1">
                <ns1:solidFill>
                  <ns1:srgbClr val="775109"/>
                </ns1:solidFill>
                <ns1:latin typeface="Aptos"/>
                <ns1:ea typeface="Aptos"/>
                <ns1:cs typeface="Aptos"/>
              </ns1:defRPr>
            </ns1:lvl4pPr>
            <ns1:lvl5pPr algn="ctr">
              <ns1:defRPr sz="1425" b="1">
                <ns1:solidFill>
                  <ns1:srgbClr val="775109"/>
                </ns1:solidFill>
                <ns1:latin typeface="Aptos"/>
                <ns1:ea typeface="Aptos"/>
                <ns1:cs typeface="Aptos"/>
              </ns1:defRPr>
            </ns1:lvl5pPr>
            <ns1:lvl6pPr algn="ctr">
              <ns1:defRPr sz="1425" b="1">
                <ns1:solidFill>
                  <ns1:srgbClr val="775109"/>
                </ns1:solidFill>
                <ns1:latin typeface="Aptos"/>
                <ns1:ea typeface="Aptos"/>
                <ns1:cs typeface="Aptos"/>
              </ns1:defRPr>
            </ns1:lvl6pPr>
            <ns1:lvl7pPr algn="ctr">
              <ns1:defRPr sz="1425" b="1">
                <ns1:solidFill>
                  <ns1:srgbClr val="775109"/>
                </ns1:solidFill>
                <ns1:latin typeface="Aptos"/>
                <ns1:ea typeface="Aptos"/>
                <ns1:cs typeface="Aptos"/>
              </ns1:defRPr>
            </ns1:lvl7pPr>
            <ns1:lvl8pPr algn="ctr">
              <ns1:defRPr sz="1425" b="1">
                <ns1:solidFill>
                  <ns1:srgbClr val="775109"/>
                </ns1:solidFill>
                <ns1:latin typeface="Aptos"/>
                <ns1:ea typeface="Aptos"/>
                <ns1:cs typeface="Aptos"/>
              </ns1:defRPr>
            </ns1:lvl8pPr>
            <ns1:lvl9pPr algn="ctr">
              <ns1:defRPr sz="1425" b="1">
                <ns1:solidFill>
                  <ns1:srgbClr val="775109"/>
                </ns1:solidFill>
                <ns1:latin typeface="Aptos"/>
                <ns1:ea typeface="Aptos"/>
                <ns1:cs typeface="Aptos"/>
              </ns1:defRPr>
            </ns1:lvl9pPr>
          </ns1:lstStyle>
          <ns1:p>
            <ns1:pPr algn="ctr">
              <ns1:defRPr sz="1425" b="1">
                <ns1:solidFill>
                  <ns1:srgbClr val="775109"/>
                </ns1:solidFill>
                <ns1:latin typeface="Aptos"/>
                <ns1:ea typeface="Aptos"/>
                <ns1:cs typeface="Aptos"/>
              </ns1:defRPr>
            </ns1:pPr>
            <ns1:r>
              <ns1:rPr sz="1425" b="1">
                <ns1:solidFill>
                  <ns1:srgbClr val="775109"/>
                </ns1:solidFill>
                <ns1:latin typeface="Aptos"/>
                <ns1:ea typeface="Aptos"/>
                <ns1:cs typeface="Aptos"/>
              </ns1:rPr>
              <ns1:t>Los teléfonos pueden usar la red local sin Internet. La API de la Mac sigue siendo necesaria para verificar.</ns1:t>
            </ns1:r>
          </ns1:p>
        </ns0:txBody>
      </ns0:sp>
    </ns0:spTree>
    <ns0:extLst>
      <ns0:ext uri="{BB962C8B-B14F-4D97-AF65-F5344CB8AC3E}">
        <ns3:creationId val="1280290027"/>
      </ns0:ext>
    </ns0:extLst>
  </ns0:cSld>
</ns0:sld>
</file>

<file path=ppt/slides/slide1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65" name="">
            <ns1:extLst>
              <ns1:ext uri="{FF2B5EF4-FFF2-40B4-BE49-F238E27FC236}">
                <ns2:creationId id="{BDD8ABEE-EC31-4099-BB09-368FFFE57169}"/>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IMPLEMENTACIÓN · INTEGRIDAD</ns1:t>
            </ns1:r>
          </ns1:p>
        </ns0:txBody>
      </ns0:sp>
      <ns0:sp>
        <ns0:nvSpPr>
          <ns0:cNvPr id="2" name="">
            <ns1:extLst>
              <ns1:ext uri="{FF2B5EF4-FFF2-40B4-BE49-F238E27FC236}">
                <ns2:creationId id="{43F120DD-2FE3-461D-97FB-E4D434EB7AA9}"/>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2:30</ns1:t>
            </ns1:r>
          </ns1:p>
        </ns0:txBody>
      </ns0:sp>
      <ns0:sp>
        <ns0:nvSpPr>
          <ns0:cNvPr id="3" name="">
            <ns1:extLst>
              <ns1:ext uri="{FF2B5EF4-FFF2-40B4-BE49-F238E27FC236}">
                <ns2:creationId id="{E450510B-50D2-42C6-8FD1-6CE84F8C1F35}"/>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El servidor ordena los datos antes de firmarlos</ns1:t>
            </ns1:r>
          </ns1:p>
        </ns0:txBody>
      </ns0:sp>
      <ns0:sp>
        <ns0:nvSpPr>
          <ns0:cNvPr id="4" name="">
            <ns1:extLst>
              <ns1:ext uri="{FF2B5EF4-FFF2-40B4-BE49-F238E27FC236}">
                <ns2:creationId id="{80B4280B-0FE6-44EA-BDAC-16196F09EF03}"/>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BA087CE7-DA2E-4CA0-AC05-BD92F707185C}"/>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C87F4DF9-EBF9-4156-8EE6-BE9C5B35A191}"/>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13</ns1:t>
            </ns1:r>
          </ns1:p>
        </ns0:txBody>
      </ns0:sp>
      <ns0:sp>
        <ns0:nvSpPr>
          <ns0:cNvPr id="7" name="">
            <ns1:extLst>
              <ns1:ext uri="{FF2B5EF4-FFF2-40B4-BE49-F238E27FC236}">
                <ns2:creationId id="{AD3A01C8-D96F-409A-B67C-AD1873D64376}"/>
              </ns1:ext>
            </ns1:extLst>
          </ns0:cNvPr>
          <ns0:cNvSpPr>
            <ns1:spLocks noGrp="1"/>
          </ns0:cNvSpPr>
          <ns0:nvPr/>
        </ns0:nvSpPr>
        <ns0:spPr>
          <ns1:xfrm>
            <ns1:off x="685800" y="1666875"/>
            <ns1:ext cx="6667500" cy="3381375"/>
          </ns1:xfrm>
          <ns1:prstGeom prst="roundRect">
            <ns1:avLst>
              <ns1:gd name="adj" fmla="val 2254"/>
            </ns1:avLst>
          </ns1:prstGeom>
          <ns1:solidFill>
            <ns1:srgbClr val="0D1728"/>
          </ns1:solidFill>
          <ns1:ln w="11430">
            <ns1:solidFill>
              <ns1:srgbClr val="26354C"/>
            </ns1:solidFill>
            <ns1:prstDash val="solid"/>
          </ns1:ln>
        </ns0:spPr>
      </ns0:sp>
      <ns0:sp>
        <ns0:nvSpPr>
          <ns0:cNvPr id="8" name="">
            <ns1:extLst>
              <ns1:ext uri="{FF2B5EF4-FFF2-40B4-BE49-F238E27FC236}">
                <ns2:creationId id="{A6C216B1-D094-43AA-BC98-58B393166B13}"/>
              </ns1:ext>
            </ns1:extLst>
          </ns0:cNvPr>
          <ns0:cNvSpPr>
            <ns1:spLocks noGrp="1"/>
          </ns0:cNvSpPr>
          <ns0:nvPr/>
        </ns0:nvSpPr>
        <ns0:spPr>
          <ns1:xfrm>
            <ns1:off x="685800" y="1666875"/>
            <ns1:ext cx="6667500" cy="400050"/>
          </ns1:xfrm>
          <ns1:prstGeom prst="roundRect">
            <ns1:avLst>
              <ns1:gd name="adj" fmla="val 19048"/>
            </ns1:avLst>
          </ns1:prstGeom>
          <ns1:solidFill>
            <ns1:srgbClr val="1B2940"/>
          </ns1:solidFill>
          <ns1:ln w="0">
            <ns1:noFill/>
            <ns1:prstDash val="solid"/>
          </ns1:ln>
        </ns0:spPr>
      </ns0:sp>
      <ns0:sp>
        <ns0:nvSpPr>
          <ns0:cNvPr id="9" name="">
            <ns1:extLst>
              <ns1:ext uri="{FF2B5EF4-FFF2-40B4-BE49-F238E27FC236}">
                <ns2:creationId id="{7DD908F8-33D9-4C27-8168-69BE622094D6}"/>
              </ns1:ext>
            </ns1:extLst>
          </ns0:cNvPr>
          <ns0:cNvSpPr>
            <ns1:spLocks noGrp="1"/>
          </ns0:cNvSpPr>
          <ns0:nvPr/>
        </ns0:nvSpPr>
        <ns0:spPr>
          <ns1:xfrm>
            <ns1:off x="847725" y="1800225"/>
            <ns1:ext cx="123825" cy="123825"/>
          </ns1:xfrm>
          <ns1:prstGeom prst="ellipse">
            <ns1:avLst/>
          </ns1:prstGeom>
          <ns1:solidFill>
            <ns1:srgbClr val="FF5F57"/>
          </ns1:solidFill>
          <ns1:ln w="0">
            <ns1:noFill/>
            <ns1:prstDash val="solid"/>
          </ns1:ln>
        </ns0:spPr>
      </ns0:sp>
      <ns0:sp>
        <ns0:nvSpPr>
          <ns0:cNvPr id="10" name="">
            <ns1:extLst>
              <ns1:ext uri="{FF2B5EF4-FFF2-40B4-BE49-F238E27FC236}">
                <ns2:creationId id="{A173C34F-7B31-46D5-9B0B-2C3853E68237}"/>
              </ns1:ext>
            </ns1:extLst>
          </ns0:cNvPr>
          <ns0:cNvSpPr>
            <ns1:spLocks noGrp="1"/>
          </ns0:cNvSpPr>
          <ns0:nvPr/>
        </ns0:nvSpPr>
        <ns0:spPr>
          <ns1:xfrm>
            <ns1:off x="1047750" y="1800225"/>
            <ns1:ext cx="123825" cy="123825"/>
          </ns1:xfrm>
          <ns1:prstGeom prst="ellipse">
            <ns1:avLst/>
          </ns1:prstGeom>
          <ns1:solidFill>
            <ns1:srgbClr val="FEBC2E"/>
          </ns1:solidFill>
          <ns1:ln w="0">
            <ns1:noFill/>
            <ns1:prstDash val="solid"/>
          </ns1:ln>
        </ns0:spPr>
      </ns0:sp>
      <ns0:sp>
        <ns0:nvSpPr>
          <ns0:cNvPr id="11" name="">
            <ns1:extLst>
              <ns1:ext uri="{FF2B5EF4-FFF2-40B4-BE49-F238E27FC236}">
                <ns2:creationId id="{38F2F3BF-D940-463D-9717-B645A787AFBD}"/>
              </ns1:ext>
            </ns1:extLst>
          </ns0:cNvPr>
          <ns0:cNvSpPr>
            <ns1:spLocks noGrp="1"/>
          </ns0:cNvSpPr>
          <ns0:nvPr/>
        </ns0:nvSpPr>
        <ns0:spPr>
          <ns1:xfrm>
            <ns1:off x="1247775" y="1800225"/>
            <ns1:ext cx="123825" cy="123825"/>
          </ns1:xfrm>
          <ns1:prstGeom prst="ellipse">
            <ns1:avLst/>
          </ns1:prstGeom>
          <ns1:solidFill>
            <ns1:srgbClr val="28C840"/>
          </ns1:solidFill>
          <ns1:ln w="0">
            <ns1:noFill/>
            <ns1:prstDash val="solid"/>
          </ns1:ln>
        </ns0:spPr>
      </ns0:sp>
      <ns0:sp>
        <ns0:nvSpPr>
          <ns0:cNvPr id="12" name="">
            <ns1:extLst>
              <ns1:ext uri="{FF2B5EF4-FFF2-40B4-BE49-F238E27FC236}">
                <ns2:creationId id="{06931432-4898-448B-AE6B-A4A0900A8281}"/>
              </ns1:ext>
            </ns1:extLst>
          </ns0:cNvPr>
          <ns0:cNvSpPr>
            <ns1:spLocks noGrp="1"/>
          </ns0:cNvSpPr>
          <ns0:nvPr/>
        </ns0:nvSpPr>
        <ns0:spPr>
          <ns1:xfrm>
            <ns1:off x="1752600" y="1743075"/>
            <ns1:ext cx="4533900" cy="23812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CFD8E8"/>
                </ns1:solidFill>
                <ns1:latin typeface="Aptos"/>
                <ns1:ea typeface="Aptos"/>
                <ns1:cs typeface="Aptos"/>
              </ns1:defRPr>
            </ns1:defPPr>
            <ns1:lvl1pPr algn="ctr">
              <ns1:defRPr sz="975" b="1">
                <ns1:solidFill>
                  <ns1:srgbClr val="CFD8E8"/>
                </ns1:solidFill>
                <ns1:latin typeface="Aptos"/>
                <ns1:ea typeface="Aptos"/>
                <ns1:cs typeface="Aptos"/>
              </ns1:defRPr>
            </ns1:lvl1pPr>
            <ns1:lvl2pPr algn="ctr">
              <ns1:defRPr sz="975" b="1">
                <ns1:solidFill>
                  <ns1:srgbClr val="CFD8E8"/>
                </ns1:solidFill>
                <ns1:latin typeface="Aptos"/>
                <ns1:ea typeface="Aptos"/>
                <ns1:cs typeface="Aptos"/>
              </ns1:defRPr>
            </ns1:lvl2pPr>
            <ns1:lvl3pPr algn="ctr">
              <ns1:defRPr sz="975" b="1">
                <ns1:solidFill>
                  <ns1:srgbClr val="CFD8E8"/>
                </ns1:solidFill>
                <ns1:latin typeface="Aptos"/>
                <ns1:ea typeface="Aptos"/>
                <ns1:cs typeface="Aptos"/>
              </ns1:defRPr>
            </ns1:lvl3pPr>
            <ns1:lvl4pPr algn="ctr">
              <ns1:defRPr sz="975" b="1">
                <ns1:solidFill>
                  <ns1:srgbClr val="CFD8E8"/>
                </ns1:solidFill>
                <ns1:latin typeface="Aptos"/>
                <ns1:ea typeface="Aptos"/>
                <ns1:cs typeface="Aptos"/>
              </ns1:defRPr>
            </ns1:lvl4pPr>
            <ns1:lvl5pPr algn="ctr">
              <ns1:defRPr sz="975" b="1">
                <ns1:solidFill>
                  <ns1:srgbClr val="CFD8E8"/>
                </ns1:solidFill>
                <ns1:latin typeface="Aptos"/>
                <ns1:ea typeface="Aptos"/>
                <ns1:cs typeface="Aptos"/>
              </ns1:defRPr>
            </ns1:lvl5pPr>
            <ns1:lvl6pPr algn="ctr">
              <ns1:defRPr sz="975" b="1">
                <ns1:solidFill>
                  <ns1:srgbClr val="CFD8E8"/>
                </ns1:solidFill>
                <ns1:latin typeface="Aptos"/>
                <ns1:ea typeface="Aptos"/>
                <ns1:cs typeface="Aptos"/>
              </ns1:defRPr>
            </ns1:lvl6pPr>
            <ns1:lvl7pPr algn="ctr">
              <ns1:defRPr sz="975" b="1">
                <ns1:solidFill>
                  <ns1:srgbClr val="CFD8E8"/>
                </ns1:solidFill>
                <ns1:latin typeface="Aptos"/>
                <ns1:ea typeface="Aptos"/>
                <ns1:cs typeface="Aptos"/>
              </ns1:defRPr>
            </ns1:lvl7pPr>
            <ns1:lvl8pPr algn="ctr">
              <ns1:defRPr sz="975" b="1">
                <ns1:solidFill>
                  <ns1:srgbClr val="CFD8E8"/>
                </ns1:solidFill>
                <ns1:latin typeface="Aptos"/>
                <ns1:ea typeface="Aptos"/>
                <ns1:cs typeface="Aptos"/>
              </ns1:defRPr>
            </ns1:lvl8pPr>
            <ns1:lvl9pPr algn="ctr">
              <ns1:defRPr sz="975" b="1">
                <ns1:solidFill>
                  <ns1:srgbClr val="CFD8E8"/>
                </ns1:solidFill>
                <ns1:latin typeface="Aptos"/>
                <ns1:ea typeface="Aptos"/>
                <ns1:cs typeface="Aptos"/>
              </ns1:defRPr>
            </ns1:lvl9pPr>
          </ns1:lstStyle>
          <ns1:p>
            <ns1:pPr algn="ctr">
              <ns1:defRPr sz="975" b="1">
                <ns1:solidFill>
                  <ns1:srgbClr val="CFD8E8"/>
                </ns1:solidFill>
                <ns1:latin typeface="Aptos"/>
                <ns1:ea typeface="Aptos"/>
                <ns1:cs typeface="Aptos"/>
              </ns1:defRPr>
            </ns1:pPr>
            <ns1:r>
              <ns1:rPr sz="975" b="1">
                <ns1:solidFill>
                  <ns1:srgbClr val="CFD8E8"/>
                </ns1:solidFill>
                <ns1:latin typeface="Aptos"/>
                <ns1:ea typeface="Aptos"/>
                <ns1:cs typeface="Aptos"/>
              </ns1:rPr>
              <ns1:t>server/index.ts</ns1:t>
            </ns1:r>
          </ns1:p>
        </ns0:txBody>
      </ns0:sp>
      <ns0:sp>
        <ns0:nvSpPr>
          <ns0:cNvPr id="13" name="">
            <ns1:extLst>
              <ns1:ext uri="{FF2B5EF4-FFF2-40B4-BE49-F238E27FC236}">
                <ns2:creationId id="{6C05C6CE-3D4E-4C0F-B511-C36618114EC1}"/>
              </ns1:ext>
            </ns1:extLst>
          </ns0:cNvPr>
          <ns0:cNvSpPr>
            <ns1:spLocks noGrp="1"/>
          </ns0:cNvSpPr>
          <ns0:nvPr/>
        </ns0:nvSpPr>
        <ns0:spPr>
          <ns1:xfrm>
            <ns1:off x="6867525" y="1743075"/>
            <ns1:ext cx="323850" cy="247650"/>
          </ns1:xfrm>
          <ns1:prstGeom prst="roundRect">
            <ns1:avLst>
              <ns1:gd name="adj" fmla="val 30769"/>
            </ns1:avLst>
          </ns1:prstGeom>
          <ns1:solidFill>
            <ns1:srgbClr val="2A3A52"/>
          </ns1:solidFill>
          <ns1:ln w="0">
            <ns1:noFill/>
            <ns1:prstDash val="solid"/>
          </ns1:ln>
        </ns0:spPr>
      </ns0:sp>
      <ns0:sp>
        <ns0:nvSpPr>
          <ns0:cNvPr id="14" name="">
            <ns1:extLst>
              <ns1:ext uri="{FF2B5EF4-FFF2-40B4-BE49-F238E27FC236}">
                <ns2:creationId id="{2A27B619-704D-4133-8B87-D7B07F90C314}"/>
              </ns1:ext>
            </ns1:extLst>
          </ns0:cNvPr>
          <ns0:cNvSpPr>
            <ns1:spLocks noGrp="1"/>
          </ns0:cNvSpPr>
          <ns0:nvPr/>
        </ns0:nvSpPr>
        <ns0:spPr>
          <ns1:xfrm>
            <ns1:off x="6867525" y="1743075"/>
            <ns1:ext cx="323850" cy="247650"/>
          </ns1:xfrm>
          <ns1:prstGeom prst="rect">
            <ns1:avLst/>
          </ns1:prstGeom>
          <ns1:noFill/>
          <ns1:ln w="0">
            <ns1:noFill/>
            <ns1:prstDash val="solid"/>
          </ns1:ln>
        </ns0:spPr>
        <ns0:txBody>
          <ns1:bodyPr lIns="0" tIns="0" rIns="0" bIns="0" anchor="ctr">
            <ns1:normAutofit fontScale="100000"/>
          </ns1:bodyPr>
          <ns1:lstStyle>
            <ns1:defPPr algn="ctr">
              <ns1:defRPr sz="900" b="1">
                <ns1:solidFill>
                  <ns1:srgbClr val="B9C9E0"/>
                </ns1:solidFill>
                <ns1:latin typeface="Aptos"/>
                <ns1:ea typeface="Aptos"/>
                <ns1:cs typeface="Aptos"/>
              </ns1:defRPr>
            </ns1:defPPr>
            <ns1:lvl1pPr algn="ctr">
              <ns1:defRPr sz="900" b="1">
                <ns1:solidFill>
                  <ns1:srgbClr val="B9C9E0"/>
                </ns1:solidFill>
                <ns1:latin typeface="Aptos"/>
                <ns1:ea typeface="Aptos"/>
                <ns1:cs typeface="Aptos"/>
              </ns1:defRPr>
            </ns1:lvl1pPr>
            <ns1:lvl2pPr algn="ctr">
              <ns1:defRPr sz="900" b="1">
                <ns1:solidFill>
                  <ns1:srgbClr val="B9C9E0"/>
                </ns1:solidFill>
                <ns1:latin typeface="Aptos"/>
                <ns1:ea typeface="Aptos"/>
                <ns1:cs typeface="Aptos"/>
              </ns1:defRPr>
            </ns1:lvl2pPr>
            <ns1:lvl3pPr algn="ctr">
              <ns1:defRPr sz="900" b="1">
                <ns1:solidFill>
                  <ns1:srgbClr val="B9C9E0"/>
                </ns1:solidFill>
                <ns1:latin typeface="Aptos"/>
                <ns1:ea typeface="Aptos"/>
                <ns1:cs typeface="Aptos"/>
              </ns1:defRPr>
            </ns1:lvl3pPr>
            <ns1:lvl4pPr algn="ctr">
              <ns1:defRPr sz="900" b="1">
                <ns1:solidFill>
                  <ns1:srgbClr val="B9C9E0"/>
                </ns1:solidFill>
                <ns1:latin typeface="Aptos"/>
                <ns1:ea typeface="Aptos"/>
                <ns1:cs typeface="Aptos"/>
              </ns1:defRPr>
            </ns1:lvl4pPr>
            <ns1:lvl5pPr algn="ctr">
              <ns1:defRPr sz="900" b="1">
                <ns1:solidFill>
                  <ns1:srgbClr val="B9C9E0"/>
                </ns1:solidFill>
                <ns1:latin typeface="Aptos"/>
                <ns1:ea typeface="Aptos"/>
                <ns1:cs typeface="Aptos"/>
              </ns1:defRPr>
            </ns1:lvl5pPr>
            <ns1:lvl6pPr algn="ctr">
              <ns1:defRPr sz="900" b="1">
                <ns1:solidFill>
                  <ns1:srgbClr val="B9C9E0"/>
                </ns1:solidFill>
                <ns1:latin typeface="Aptos"/>
                <ns1:ea typeface="Aptos"/>
                <ns1:cs typeface="Aptos"/>
              </ns1:defRPr>
            </ns1:lvl6pPr>
            <ns1:lvl7pPr algn="ctr">
              <ns1:defRPr sz="900" b="1">
                <ns1:solidFill>
                  <ns1:srgbClr val="B9C9E0"/>
                </ns1:solidFill>
                <ns1:latin typeface="Aptos"/>
                <ns1:ea typeface="Aptos"/>
                <ns1:cs typeface="Aptos"/>
              </ns1:defRPr>
            </ns1:lvl7pPr>
            <ns1:lvl8pPr algn="ctr">
              <ns1:defRPr sz="900" b="1">
                <ns1:solidFill>
                  <ns1:srgbClr val="B9C9E0"/>
                </ns1:solidFill>
                <ns1:latin typeface="Aptos"/>
                <ns1:ea typeface="Aptos"/>
                <ns1:cs typeface="Aptos"/>
              </ns1:defRPr>
            </ns1:lvl8pPr>
            <ns1:lvl9pPr algn="ctr">
              <ns1:defRPr sz="900" b="1">
                <ns1:solidFill>
                  <ns1:srgbClr val="B9C9E0"/>
                </ns1:solidFill>
                <ns1:latin typeface="Aptos"/>
                <ns1:ea typeface="Aptos"/>
                <ns1:cs typeface="Aptos"/>
              </ns1:defRPr>
            </ns1:lvl9pPr>
          </ns1:lstStyle>
          <ns1:p>
            <ns1:pPr algn="ctr">
              <ns1:defRPr sz="900" b="1">
                <ns1:solidFill>
                  <ns1:srgbClr val="B9C9E0"/>
                </ns1:solidFill>
                <ns1:latin typeface="Aptos"/>
                <ns1:ea typeface="Aptos"/>
                <ns1:cs typeface="Aptos"/>
              </ns1:defRPr>
            </ns1:pPr>
            <ns1:r>
              <ns1:rPr sz="900" b="1">
                <ns1:solidFill>
                  <ns1:srgbClr val="B9C9E0"/>
                </ns1:solidFill>
                <ns1:latin typeface="Aptos"/>
                <ns1:ea typeface="Aptos"/>
                <ns1:cs typeface="Aptos"/>
              </ns1:rPr>
              <ns1:t>TS</ns1:t>
            </ns1:r>
          </ns1:p>
        </ns0:txBody>
      </ns0:sp>
      <ns0:sp>
        <ns0:nvSpPr>
          <ns0:cNvPr id="15" name="">
            <ns1:extLst>
              <ns1:ext uri="{FF2B5EF4-FFF2-40B4-BE49-F238E27FC236}">
                <ns2:creationId id="{4368A0CC-1570-45F1-A489-27F528F61127}"/>
              </ns1:ext>
            </ns1:extLst>
          </ns0:cNvPr>
          <ns0:cNvSpPr>
            <ns1:spLocks noGrp="1"/>
          </ns0:cNvSpPr>
          <ns0:nvPr/>
        </ns0:nvSpPr>
        <ns0:spPr>
          <ns1:xfrm>
            <ns1:off x="1123950" y="2162175"/>
            <ns1:ext cx="6115050" cy="219075"/>
          </ns1:xfrm>
          <ns1:prstGeom prst="rect">
            <ns1:avLst/>
          </ns1:prstGeom>
          <ns1:solidFill>
            <ns1:srgbClr val="15243A"/>
          </ns1:solidFill>
          <ns1:ln w="0">
            <ns1:noFill/>
            <ns1:prstDash val="solid"/>
          </ns1:ln>
        </ns0:spPr>
      </ns0:sp>
      <ns0:sp>
        <ns0:nvSpPr>
          <ns0:cNvPr id="16" name="">
            <ns1:extLst>
              <ns1:ext uri="{FF2B5EF4-FFF2-40B4-BE49-F238E27FC236}">
                <ns2:creationId id="{E5238E00-5C9D-4E00-9276-FBD580C1417A}"/>
              </ns1:ext>
            </ns1:extLst>
          </ns0:cNvPr>
          <ns0:cNvSpPr>
            <ns1:spLocks noGrp="1"/>
          </ns0:cNvSpPr>
          <ns0:nvPr/>
        </ns0:nvSpPr>
        <ns0:spPr>
          <ns1:xfrm>
            <ns1:off x="800100" y="2171700"/>
            <ns1:ext cx="247650" cy="219075"/>
          </ns1:xfrm>
          <ns1:prstGeom prst="rect">
            <ns1:avLst/>
          </ns1:prstGeom>
          <ns1:noFill/>
          <ns1:ln w="0">
            <ns1:noFill/>
            <ns1:prstDash val="solid"/>
          </ns1:ln>
        </ns0:spPr>
        <ns0:txBody>
          <ns1:bodyPr lIns="0" tIns="0" rIns="0" bIns="0" anchor="ctr">
            <ns1:normAutofit fontScale="100000"/>
          </ns1:bodyPr>
          <ns1:lstStyle>
            <ns1:defPPr algn="r">
              <ns1:defRPr sz="1267" b="0">
                <ns1:solidFill>
                  <ns1:srgbClr val="647791"/>
                </ns1:solidFill>
                <ns1:latin typeface="Aptos"/>
                <ns1:ea typeface="Aptos"/>
                <ns1:cs typeface="Aptos"/>
              </ns1:defRPr>
            </ns1:defPPr>
            <ns1:lvl1pPr algn="r">
              <ns1:defRPr sz="1267" b="0">
                <ns1:solidFill>
                  <ns1:srgbClr val="647791"/>
                </ns1:solidFill>
                <ns1:latin typeface="Aptos"/>
                <ns1:ea typeface="Aptos"/>
                <ns1:cs typeface="Aptos"/>
              </ns1:defRPr>
            </ns1:lvl1pPr>
            <ns1:lvl2pPr algn="r">
              <ns1:defRPr sz="1267" b="0">
                <ns1:solidFill>
                  <ns1:srgbClr val="647791"/>
                </ns1:solidFill>
                <ns1:latin typeface="Aptos"/>
                <ns1:ea typeface="Aptos"/>
                <ns1:cs typeface="Aptos"/>
              </ns1:defRPr>
            </ns1:lvl2pPr>
            <ns1:lvl3pPr algn="r">
              <ns1:defRPr sz="1267" b="0">
                <ns1:solidFill>
                  <ns1:srgbClr val="647791"/>
                </ns1:solidFill>
                <ns1:latin typeface="Aptos"/>
                <ns1:ea typeface="Aptos"/>
                <ns1:cs typeface="Aptos"/>
              </ns1:defRPr>
            </ns1:lvl3pPr>
            <ns1:lvl4pPr algn="r">
              <ns1:defRPr sz="1267" b="0">
                <ns1:solidFill>
                  <ns1:srgbClr val="647791"/>
                </ns1:solidFill>
                <ns1:latin typeface="Aptos"/>
                <ns1:ea typeface="Aptos"/>
                <ns1:cs typeface="Aptos"/>
              </ns1:defRPr>
            </ns1:lvl4pPr>
            <ns1:lvl5pPr algn="r">
              <ns1:defRPr sz="1267" b="0">
                <ns1:solidFill>
                  <ns1:srgbClr val="647791"/>
                </ns1:solidFill>
                <ns1:latin typeface="Aptos"/>
                <ns1:ea typeface="Aptos"/>
                <ns1:cs typeface="Aptos"/>
              </ns1:defRPr>
            </ns1:lvl5pPr>
            <ns1:lvl6pPr algn="r">
              <ns1:defRPr sz="1267" b="0">
                <ns1:solidFill>
                  <ns1:srgbClr val="647791"/>
                </ns1:solidFill>
                <ns1:latin typeface="Aptos"/>
                <ns1:ea typeface="Aptos"/>
                <ns1:cs typeface="Aptos"/>
              </ns1:defRPr>
            </ns1:lvl6pPr>
            <ns1:lvl7pPr algn="r">
              <ns1:defRPr sz="1267" b="0">
                <ns1:solidFill>
                  <ns1:srgbClr val="647791"/>
                </ns1:solidFill>
                <ns1:latin typeface="Aptos"/>
                <ns1:ea typeface="Aptos"/>
                <ns1:cs typeface="Aptos"/>
              </ns1:defRPr>
            </ns1:lvl7pPr>
            <ns1:lvl8pPr algn="r">
              <ns1:defRPr sz="1267" b="0">
                <ns1:solidFill>
                  <ns1:srgbClr val="647791"/>
                </ns1:solidFill>
                <ns1:latin typeface="Aptos"/>
                <ns1:ea typeface="Aptos"/>
                <ns1:cs typeface="Aptos"/>
              </ns1:defRPr>
            </ns1:lvl8pPr>
            <ns1:lvl9pPr algn="r">
              <ns1:defRPr sz="1267" b="0">
                <ns1:solidFill>
                  <ns1:srgbClr val="647791"/>
                </ns1:solidFill>
                <ns1:latin typeface="Aptos"/>
                <ns1:ea typeface="Aptos"/>
                <ns1:cs typeface="Aptos"/>
              </ns1:defRPr>
            </ns1:lvl9pPr>
          </ns1:lstStyle>
          <ns1:p>
            <ns1:pPr algn="r">
              <ns1:defRPr sz="1267" b="0">
                <ns1:solidFill>
                  <ns1:srgbClr val="647791"/>
                </ns1:solidFill>
                <ns1:latin typeface="Aptos"/>
                <ns1:ea typeface="Aptos"/>
                <ns1:cs typeface="Aptos"/>
              </ns1:defRPr>
            </ns1:pPr>
            <ns1:r>
              <ns1:rPr sz="1267" b="0">
                <ns1:solidFill>
                  <ns1:srgbClr val="647791"/>
                </ns1:solidFill>
                <ns1:latin typeface="Aptos"/>
                <ns1:ea typeface="Aptos"/>
                <ns1:cs typeface="Aptos"/>
              </ns1:rPr>
              <ns1:t>01</ns1:t>
            </ns1:r>
          </ns1:p>
        </ns0:txBody>
      </ns0:sp>
      <ns0:sp>
        <ns0:nvSpPr>
          <ns0:cNvPr id="17" name="Código editable">
            <ns1:extLst>
              <ns1:ext uri="{FF2B5EF4-FFF2-40B4-BE49-F238E27FC236}">
                <ns2:creationId id="{0E52DEB1-8E88-49F7-A96C-0C5603286714}"/>
              </ns1:ext>
            </ns1:extLst>
          </ns0:cNvPr>
          <ns0:cNvSpPr>
            <ns1:spLocks noGrp="1"/>
          </ns0:cNvSpPr>
          <ns0:nvPr/>
        </ns0:nvSpPr>
        <ns0:spPr>
          <ns1:xfrm>
            <ns1:off x="1171575" y="2171700"/>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C792EA"/>
                </ns1:solidFill>
                <ns1:latin typeface="Menlo"/>
                <ns1:ea typeface="Menlo"/>
                <ns1:cs typeface="Menlo"/>
              </ns1:rPr>
              <ns1:t>function</ns1:t>
            </ns1: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canonicalize</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value</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 </ns1:t>
            </ns1:r>
            <ns1:r>
              <ns1:rPr sz="1267">
                <ns1:solidFill>
                  <ns1:srgbClr val="82D3F2"/>
                </ns1:solidFill>
                <ns1:latin typeface="Menlo"/>
                <ns1:ea typeface="Menlo"/>
                <ns1:cs typeface="Menlo"/>
              </ns1:rPr>
              <ns1:t>CredentialPayload</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ns1:t>
            </ns1:r>
          </ns1:p>
        </ns0:txBody>
      </ns0:sp>
      <ns0:sp>
        <ns0:nvSpPr>
          <ns0:cNvPr id="18" name="">
            <ns1:extLst>
              <ns1:ext uri="{FF2B5EF4-FFF2-40B4-BE49-F238E27FC236}">
                <ns2:creationId id="{BD237C1D-A05D-484E-BBF7-A1D9B21C652C}"/>
              </ns1:ext>
            </ns1:extLst>
          </ns0:cNvPr>
          <ns0:cNvSpPr>
            <ns1:spLocks noGrp="1"/>
          </ns0:cNvSpPr>
          <ns0:nvPr/>
        </ns0:nvSpPr>
        <ns0:spPr>
          <ns1:xfrm>
            <ns1:off x="1123950" y="2381250"/>
            <ns1:ext cx="6115050" cy="219075"/>
          </ns1:xfrm>
          <ns1:prstGeom prst="rect">
            <ns1:avLst/>
          </ns1:prstGeom>
          <ns1:solidFill>
            <ns1:srgbClr val="15243A"/>
          </ns1:solidFill>
          <ns1:ln w="0">
            <ns1:noFill/>
            <ns1:prstDash val="solid"/>
          </ns1:ln>
        </ns0:spPr>
      </ns0:sp>
      <ns0:sp>
        <ns0:nvSpPr>
          <ns0:cNvPr id="19" name="">
            <ns1:extLst>
              <ns1:ext uri="{FF2B5EF4-FFF2-40B4-BE49-F238E27FC236}">
                <ns2:creationId id="{1CD418BC-930A-40CA-A015-89DFE8976CB9}"/>
              </ns1:ext>
            </ns1:extLst>
          </ns0:cNvPr>
          <ns0:cNvSpPr>
            <ns1:spLocks noGrp="1"/>
          </ns0:cNvSpPr>
          <ns0:nvPr/>
        </ns0:nvSpPr>
        <ns0:spPr>
          <ns1:xfrm>
            <ns1:off x="733425" y="2390775"/>
            <ns1:ext cx="190500" cy="219075"/>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02</ns1:t>
            </ns1:r>
          </ns1:p>
        </ns0:txBody>
      </ns0:sp>
      <ns0:sp>
        <ns0:nvSpPr>
          <ns0:cNvPr id="20" name="">
            <ns1:extLst>
              <ns1:ext uri="{FF2B5EF4-FFF2-40B4-BE49-F238E27FC236}">
                <ns2:creationId id="{CD740C4D-36F8-4E0C-91FB-00680E854B95}"/>
              </ns1:ext>
            </ns1:extLst>
          </ns0:cNvPr>
          <ns0:cNvSpPr>
            <ns1:spLocks noGrp="1"/>
          </ns0:cNvSpPr>
          <ns0:nvPr/>
        </ns0:nvSpPr>
        <ns0:spPr>
          <ns1:xfrm>
            <ns1:off x="1123950" y="2381250"/>
            <ns1:ext cx="28575" cy="219075"/>
          </ns1:xfrm>
          <ns1:prstGeom prst="rect">
            <ns1:avLst/>
          </ns1:prstGeom>
          <ns1:solidFill>
            <ns1:srgbClr val="22B8A8"/>
          </ns1:solidFill>
          <ns1:ln w="0">
            <ns1:noFill/>
            <ns1:prstDash val="solid"/>
          </ns1:ln>
        </ns0:spPr>
      </ns0:sp>
      <ns0:sp>
        <ns0:nvSpPr>
          <ns0:cNvPr id="21" name="">
            <ns1:extLst>
              <ns1:ext uri="{FF2B5EF4-FFF2-40B4-BE49-F238E27FC236}">
                <ns2:creationId id="{9941E1C9-68EA-4DDC-A0DC-7C51890434E8}"/>
              </ns1:ext>
            </ns1:extLst>
          </ns0:cNvPr>
          <ns0:cNvSpPr>
            <ns1:spLocks noGrp="1"/>
          </ns0:cNvSpPr>
          <ns0:nvPr/>
        </ns0:nvSpPr>
        <ns0:spPr>
          <ns1:xfrm>
            <ns1:off x="962025" y="2409825"/>
            <ns1:ext cx="171450" cy="171450"/>
          </ns1:xfrm>
          <ns1:prstGeom prst="ellipse">
            <ns1:avLst/>
          </ns1:prstGeom>
          <ns1:solidFill>
            <ns1:srgbClr val="22B8A8"/>
          </ns1:solidFill>
          <ns1:ln w="0">
            <ns1:noFill/>
            <ns1:prstDash val="solid"/>
          </ns1:ln>
        </ns0:spPr>
      </ns0:sp>
      <ns0:sp>
        <ns0:nvSpPr>
          <ns0:cNvPr id="22" name="">
            <ns1:extLst>
              <ns1:ext uri="{FF2B5EF4-FFF2-40B4-BE49-F238E27FC236}">
                <ns2:creationId id="{C3617D95-DEDD-4268-9744-B7C34C9E4CB5}"/>
              </ns1:ext>
            </ns1:extLst>
          </ns0:cNvPr>
          <ns0:cNvSpPr>
            <ns1:spLocks noGrp="1"/>
          </ns0:cNvSpPr>
          <ns0:nvPr/>
        </ns0:nvSpPr>
        <ns0:spPr>
          <ns1:xfrm>
            <ns1:off x="962025" y="2409825"/>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1</ns1:t>
            </ns1:r>
          </ns1:p>
        </ns0:txBody>
      </ns0:sp>
      <ns0:sp>
        <ns0:nvSpPr>
          <ns0:cNvPr id="23" name="Código editable">
            <ns1:extLst>
              <ns1:ext uri="{FF2B5EF4-FFF2-40B4-BE49-F238E27FC236}">
                <ns2:creationId id="{2A1366AA-55BC-4FEF-B5BD-8A2DECAC3134}"/>
              </ns1:ext>
            </ns1:extLst>
          </ns0:cNvPr>
          <ns0:cNvSpPr>
            <ns1:spLocks noGrp="1"/>
          </ns0:cNvSpPr>
          <ns0:nvPr/>
        </ns0:nvSpPr>
        <ns0:spPr>
          <ns1:xfrm>
            <ns1:off x="1171575" y="2390775"/>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E6EDF7"/>
                </ns1:solidFill>
                <ns1:latin typeface="Menlo"/>
                <ns1:ea typeface="Menlo"/>
                <ns1:cs typeface="Menlo"/>
              </ns1:rPr>
              <ns1:t>  </ns1:t>
            </ns1:r>
            <ns1:r>
              <ns1:rPr sz="1267">
                <ns1:solidFill>
                  <ns1:srgbClr val="72839B"/>
                </ns1:solidFill>
                <ns1:latin typeface="Menlo"/>
                <ns1:ea typeface="Menlo"/>
                <ns1:cs typeface="Menlo"/>
              </ns1:rPr>
              <ns1:t>// Orden fijo: los mismos datos producen los mismos bytes</ns1:t>
            </ns1:r>
          </ns1:p>
        </ns0:txBody>
      </ns0:sp>
      <ns0:sp>
        <ns0:nvSpPr>
          <ns0:cNvPr id="24" name="">
            <ns1:extLst>
              <ns1:ext uri="{FF2B5EF4-FFF2-40B4-BE49-F238E27FC236}">
                <ns2:creationId id="{3F19E9E9-5521-41CD-9A2E-CEDDC204B9F5}"/>
              </ns1:ext>
            </ns1:extLst>
          </ns0:cNvPr>
          <ns0:cNvSpPr>
            <ns1:spLocks noGrp="1"/>
          </ns0:cNvSpPr>
          <ns0:nvPr/>
        </ns0:nvSpPr>
        <ns0:spPr>
          <ns1:xfrm>
            <ns1:off x="800100" y="2609850"/>
            <ns1:ext cx="247650" cy="219075"/>
          </ns1:xfrm>
          <ns1:prstGeom prst="rect">
            <ns1:avLst/>
          </ns1:prstGeom>
          <ns1:noFill/>
          <ns1:ln w="0">
            <ns1:noFill/>
            <ns1:prstDash val="solid"/>
          </ns1:ln>
        </ns0:spPr>
        <ns0:txBody>
          <ns1:bodyPr lIns="0" tIns="0" rIns="0" bIns="0" anchor="ctr">
            <ns1:normAutofit fontScale="100000"/>
          </ns1:bodyPr>
          <ns1:lstStyle>
            <ns1:defPPr algn="r">
              <ns1:defRPr sz="1267" b="0">
                <ns1:solidFill>
                  <ns1:srgbClr val="647791"/>
                </ns1:solidFill>
                <ns1:latin typeface="Aptos"/>
                <ns1:ea typeface="Aptos"/>
                <ns1:cs typeface="Aptos"/>
              </ns1:defRPr>
            </ns1:defPPr>
            <ns1:lvl1pPr algn="r">
              <ns1:defRPr sz="1267" b="0">
                <ns1:solidFill>
                  <ns1:srgbClr val="647791"/>
                </ns1:solidFill>
                <ns1:latin typeface="Aptos"/>
                <ns1:ea typeface="Aptos"/>
                <ns1:cs typeface="Aptos"/>
              </ns1:defRPr>
            </ns1:lvl1pPr>
            <ns1:lvl2pPr algn="r">
              <ns1:defRPr sz="1267" b="0">
                <ns1:solidFill>
                  <ns1:srgbClr val="647791"/>
                </ns1:solidFill>
                <ns1:latin typeface="Aptos"/>
                <ns1:ea typeface="Aptos"/>
                <ns1:cs typeface="Aptos"/>
              </ns1:defRPr>
            </ns1:lvl2pPr>
            <ns1:lvl3pPr algn="r">
              <ns1:defRPr sz="1267" b="0">
                <ns1:solidFill>
                  <ns1:srgbClr val="647791"/>
                </ns1:solidFill>
                <ns1:latin typeface="Aptos"/>
                <ns1:ea typeface="Aptos"/>
                <ns1:cs typeface="Aptos"/>
              </ns1:defRPr>
            </ns1:lvl3pPr>
            <ns1:lvl4pPr algn="r">
              <ns1:defRPr sz="1267" b="0">
                <ns1:solidFill>
                  <ns1:srgbClr val="647791"/>
                </ns1:solidFill>
                <ns1:latin typeface="Aptos"/>
                <ns1:ea typeface="Aptos"/>
                <ns1:cs typeface="Aptos"/>
              </ns1:defRPr>
            </ns1:lvl4pPr>
            <ns1:lvl5pPr algn="r">
              <ns1:defRPr sz="1267" b="0">
                <ns1:solidFill>
                  <ns1:srgbClr val="647791"/>
                </ns1:solidFill>
                <ns1:latin typeface="Aptos"/>
                <ns1:ea typeface="Aptos"/>
                <ns1:cs typeface="Aptos"/>
              </ns1:defRPr>
            </ns1:lvl5pPr>
            <ns1:lvl6pPr algn="r">
              <ns1:defRPr sz="1267" b="0">
                <ns1:solidFill>
                  <ns1:srgbClr val="647791"/>
                </ns1:solidFill>
                <ns1:latin typeface="Aptos"/>
                <ns1:ea typeface="Aptos"/>
                <ns1:cs typeface="Aptos"/>
              </ns1:defRPr>
            </ns1:lvl6pPr>
            <ns1:lvl7pPr algn="r">
              <ns1:defRPr sz="1267" b="0">
                <ns1:solidFill>
                  <ns1:srgbClr val="647791"/>
                </ns1:solidFill>
                <ns1:latin typeface="Aptos"/>
                <ns1:ea typeface="Aptos"/>
                <ns1:cs typeface="Aptos"/>
              </ns1:defRPr>
            </ns1:lvl7pPr>
            <ns1:lvl8pPr algn="r">
              <ns1:defRPr sz="1267" b="0">
                <ns1:solidFill>
                  <ns1:srgbClr val="647791"/>
                </ns1:solidFill>
                <ns1:latin typeface="Aptos"/>
                <ns1:ea typeface="Aptos"/>
                <ns1:cs typeface="Aptos"/>
              </ns1:defRPr>
            </ns1:lvl8pPr>
            <ns1:lvl9pPr algn="r">
              <ns1:defRPr sz="1267" b="0">
                <ns1:solidFill>
                  <ns1:srgbClr val="647791"/>
                </ns1:solidFill>
                <ns1:latin typeface="Aptos"/>
                <ns1:ea typeface="Aptos"/>
                <ns1:cs typeface="Aptos"/>
              </ns1:defRPr>
            </ns1:lvl9pPr>
          </ns1:lstStyle>
          <ns1:p>
            <ns1:pPr algn="r">
              <ns1:defRPr sz="1267" b="0">
                <ns1:solidFill>
                  <ns1:srgbClr val="647791"/>
                </ns1:solidFill>
                <ns1:latin typeface="Aptos"/>
                <ns1:ea typeface="Aptos"/>
                <ns1:cs typeface="Aptos"/>
              </ns1:defRPr>
            </ns1:pPr>
            <ns1:r>
              <ns1:rPr sz="1267" b="0">
                <ns1:solidFill>
                  <ns1:srgbClr val="647791"/>
                </ns1:solidFill>
                <ns1:latin typeface="Aptos"/>
                <ns1:ea typeface="Aptos"/>
                <ns1:cs typeface="Aptos"/>
              </ns1:rPr>
              <ns1:t>03</ns1:t>
            </ns1:r>
          </ns1:p>
        </ns0:txBody>
      </ns0:sp>
      <ns0:sp>
        <ns0:nvSpPr>
          <ns0:cNvPr id="25" name="Código editable">
            <ns1:extLst>
              <ns1:ext uri="{FF2B5EF4-FFF2-40B4-BE49-F238E27FC236}">
                <ns2:creationId id="{C93CA58B-9938-498A-B0AE-A6CD4A0868EA}"/>
              </ns1:ext>
            </ns1:extLst>
          </ns0:cNvPr>
          <ns0:cNvSpPr>
            <ns1:spLocks noGrp="1"/>
          </ns0:cNvSpPr>
          <ns0:nvPr/>
        </ns0:nvSpPr>
        <ns0:spPr>
          <ns1:xfrm>
            <ns1:off x="1171575" y="2609850"/>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E6EDF7"/>
                </ns1:solidFill>
                <ns1:latin typeface="Menlo"/>
                <ns1:ea typeface="Menlo"/>
                <ns1:cs typeface="Menlo"/>
              </ns1:rPr>
              <ns1:t>  </ns1:t>
            </ns1:r>
            <ns1:r>
              <ns1:rPr sz="1267">
                <ns1:solidFill>
                  <ns1:srgbClr val="C792EA"/>
                </ns1:solidFill>
                <ns1:latin typeface="Menlo"/>
                <ns1:ea typeface="Menlo"/>
                <ns1:cs typeface="Menlo"/>
              </ns1:rPr>
              <ns1:t>return</ns1:t>
            </ns1:r>
            <ns1:r>
              <ns1:rPr sz="1267">
                <ns1:solidFill>
                  <ns1:srgbClr val="E6EDF7"/>
                </ns1:solidFill>
                <ns1:latin typeface="Menlo"/>
                <ns1:ea typeface="Menlo"/>
                <ns1:cs typeface="Menlo"/>
              </ns1:rPr>
              <ns1:t> </ns1:t>
            </ns1:r>
            <ns1:r>
              <ns1:rPr sz="1267">
                <ns1:solidFill>
                  <ns1:srgbClr val="82D3F2"/>
                </ns1:solidFill>
                <ns1:latin typeface="Menlo"/>
                <ns1:ea typeface="Menlo"/>
                <ns1:cs typeface="Menlo"/>
              </ns1:rPr>
              <ns1:t>JSON</ns1:t>
            </ns1:r>
            <ns1:r>
              <ns1:rPr sz="1267">
                <ns1:solidFill>
                  <ns1:srgbClr val="E6EDF7"/>
                </ns1:solidFill>
                <ns1:latin typeface="Menlo"/>
                <ns1:ea typeface="Menlo"/>
                <ns1:cs typeface="Menlo"/>
              </ns1:rPr>
              <ns1:t>.</ns1:t>
            </ns1:r>
            <ns1:r>
              <ns1:rPr sz="1267">
                <ns1:solidFill>
                  <ns1:srgbClr val="F6C177"/>
                </ns1:solidFill>
                <ns1:latin typeface="Menlo"/>
                <ns1:ea typeface="Menlo"/>
                <ns1:cs typeface="Menlo"/>
              </ns1:rPr>
              <ns1:t>stringify</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ns1:t>
            </ns1:r>
          </ns1:p>
        </ns0:txBody>
      </ns0:sp>
      <ns0:sp>
        <ns0:nvSpPr>
          <ns0:cNvPr id="26" name="">
            <ns1:extLst>
              <ns1:ext uri="{FF2B5EF4-FFF2-40B4-BE49-F238E27FC236}">
                <ns2:creationId id="{4C44F1DC-544B-4309-B89D-1F3C0617B4AA}"/>
              </ns1:ext>
            </ns1:extLst>
          </ns0:cNvPr>
          <ns0:cNvSpPr>
            <ns1:spLocks noGrp="1"/>
          </ns0:cNvSpPr>
          <ns0:nvPr/>
        </ns0:nvSpPr>
        <ns0:spPr>
          <ns1:xfrm>
            <ns1:off x="1123950" y="2819400"/>
            <ns1:ext cx="6115050" cy="219075"/>
          </ns1:xfrm>
          <ns1:prstGeom prst="rect">
            <ns1:avLst/>
          </ns1:prstGeom>
          <ns1:solidFill>
            <ns1:srgbClr val="15243A"/>
          </ns1:solidFill>
          <ns1:ln w="0">
            <ns1:noFill/>
            <ns1:prstDash val="solid"/>
          </ns1:ln>
        </ns0:spPr>
      </ns0:sp>
      <ns0:sp>
        <ns0:nvSpPr>
          <ns0:cNvPr id="27" name="">
            <ns1:extLst>
              <ns1:ext uri="{FF2B5EF4-FFF2-40B4-BE49-F238E27FC236}">
                <ns2:creationId id="{A5719C62-21A3-4EBA-B29D-E4A5153E9807}"/>
              </ns1:ext>
            </ns1:extLst>
          </ns0:cNvPr>
          <ns0:cNvSpPr>
            <ns1:spLocks noGrp="1"/>
          </ns0:cNvSpPr>
          <ns0:nvPr/>
        </ns0:nvSpPr>
        <ns0:spPr>
          <ns1:xfrm>
            <ns1:off x="733425" y="2828925"/>
            <ns1:ext cx="190500" cy="219075"/>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04</ns1:t>
            </ns1:r>
          </ns1:p>
        </ns0:txBody>
      </ns0:sp>
      <ns0:sp>
        <ns0:nvSpPr>
          <ns0:cNvPr id="28" name="">
            <ns1:extLst>
              <ns1:ext uri="{FF2B5EF4-FFF2-40B4-BE49-F238E27FC236}">
                <ns2:creationId id="{8A17127D-8A5D-45D4-96C9-C147481A74CB}"/>
              </ns1:ext>
            </ns1:extLst>
          </ns0:cNvPr>
          <ns0:cNvSpPr>
            <ns1:spLocks noGrp="1"/>
          </ns0:cNvSpPr>
          <ns0:nvPr/>
        </ns0:nvSpPr>
        <ns0:spPr>
          <ns1:xfrm>
            <ns1:off x="1123950" y="2819400"/>
            <ns1:ext cx="28575" cy="219075"/>
          </ns1:xfrm>
          <ns1:prstGeom prst="rect">
            <ns1:avLst/>
          </ns1:prstGeom>
          <ns1:solidFill>
            <ns1:srgbClr val="2846A0"/>
          </ns1:solidFill>
          <ns1:ln w="0">
            <ns1:noFill/>
            <ns1:prstDash val="solid"/>
          </ns1:ln>
        </ns0:spPr>
      </ns0:sp>
      <ns0:sp>
        <ns0:nvSpPr>
          <ns0:cNvPr id="29" name="">
            <ns1:extLst>
              <ns1:ext uri="{FF2B5EF4-FFF2-40B4-BE49-F238E27FC236}">
                <ns2:creationId id="{CFA458F4-050A-404E-8954-96DD9150B3B2}"/>
              </ns1:ext>
            </ns1:extLst>
          </ns0:cNvPr>
          <ns0:cNvSpPr>
            <ns1:spLocks noGrp="1"/>
          </ns0:cNvSpPr>
          <ns0:nvPr/>
        </ns0:nvSpPr>
        <ns0:spPr>
          <ns1:xfrm>
            <ns1:off x="962025" y="2847975"/>
            <ns1:ext cx="171450" cy="171450"/>
          </ns1:xfrm>
          <ns1:prstGeom prst="ellipse">
            <ns1:avLst/>
          </ns1:prstGeom>
          <ns1:solidFill>
            <ns1:srgbClr val="2846A0"/>
          </ns1:solidFill>
          <ns1:ln w="0">
            <ns1:noFill/>
            <ns1:prstDash val="solid"/>
          </ns1:ln>
        </ns0:spPr>
      </ns0:sp>
      <ns0:sp>
        <ns0:nvSpPr>
          <ns0:cNvPr id="30" name="">
            <ns1:extLst>
              <ns1:ext uri="{FF2B5EF4-FFF2-40B4-BE49-F238E27FC236}">
                <ns2:creationId id="{9C431175-5F32-4F1B-A920-D2EC03ED62F3}"/>
              </ns1:ext>
            </ns1:extLst>
          </ns0:cNvPr>
          <ns0:cNvSpPr>
            <ns1:spLocks noGrp="1"/>
          </ns0:cNvSpPr>
          <ns0:nvPr/>
        </ns0:nvSpPr>
        <ns0:spPr>
          <ns1:xfrm>
            <ns1:off x="962025" y="2847975"/>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2</ns1:t>
            </ns1:r>
          </ns1:p>
        </ns0:txBody>
      </ns0:sp>
      <ns0:sp>
        <ns0:nvSpPr>
          <ns0:cNvPr id="31" name="Código editable">
            <ns1:extLst>
              <ns1:ext uri="{FF2B5EF4-FFF2-40B4-BE49-F238E27FC236}">
                <ns2:creationId id="{3B4BEB91-533F-487D-911C-3C466ECAAE8A}"/>
              </ns1:ext>
            </ns1:extLst>
          </ns0:cNvPr>
          <ns0:cNvSpPr>
            <ns1:spLocks noGrp="1"/>
          </ns0:cNvSpPr>
          <ns0:nvPr/>
        </ns0:nvSpPr>
        <ns0:spPr>
          <ns1:xfrm>
            <ns1:off x="1171575" y="2828925"/>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claims</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value</ns1:t>
            </ns1:r>
            <ns1:r>
              <ns1:rPr sz="1267">
                <ns1:solidFill>
                  <ns1:srgbClr val="E6EDF7"/>
                </ns1:solidFill>
                <ns1:latin typeface="Menlo"/>
                <ns1:ea typeface="Menlo"/>
                <ns1:cs typeface="Menlo"/>
              </ns1:rPr>
              <ns1:t>.</ns1:t>
            </ns1:r>
            <ns1:r>
              <ns1:rPr sz="1267">
                <ns1:solidFill>
                  <ns1:srgbClr val="F6C177"/>
                </ns1:solidFill>
                <ns1:latin typeface="Menlo"/>
                <ns1:ea typeface="Menlo"/>
                <ns1:cs typeface="Menlo"/>
              </ns1:rPr>
              <ns1:t>claims</ns1:t>
            </ns1:r>
            <ns1:r>
              <ns1:rPr sz="1267">
                <ns1:solidFill>
                  <ns1:srgbClr val="E6EDF7"/>
                </ns1:solidFill>
                <ns1:latin typeface="Menlo"/>
                <ns1:ea typeface="Menlo"/>
                <ns1:cs typeface="Menlo"/>
              </ns1:rPr>
              <ns1:t>,</ns1:t>
            </ns1:r>
          </ns1:p>
        </ns0:txBody>
      </ns0:sp>
      <ns0:sp>
        <ns0:nvSpPr>
          <ns0:cNvPr id="32" name="">
            <ns1:extLst>
              <ns1:ext uri="{FF2B5EF4-FFF2-40B4-BE49-F238E27FC236}">
                <ns2:creationId id="{796DACA8-11ED-4154-8F3B-FA8218D6345A}"/>
              </ns1:ext>
            </ns1:extLst>
          </ns0:cNvPr>
          <ns0:cNvSpPr>
            <ns1:spLocks noGrp="1"/>
          </ns0:cNvSpPr>
          <ns0:nvPr/>
        </ns0:nvSpPr>
        <ns0:spPr>
          <ns1:xfrm>
            <ns1:off x="800100" y="3048000"/>
            <ns1:ext cx="247650" cy="219075"/>
          </ns1:xfrm>
          <ns1:prstGeom prst="rect">
            <ns1:avLst/>
          </ns1:prstGeom>
          <ns1:noFill/>
          <ns1:ln w="0">
            <ns1:noFill/>
            <ns1:prstDash val="solid"/>
          </ns1:ln>
        </ns0:spPr>
        <ns0:txBody>
          <ns1:bodyPr lIns="0" tIns="0" rIns="0" bIns="0" anchor="ctr">
            <ns1:normAutofit fontScale="100000"/>
          </ns1:bodyPr>
          <ns1:lstStyle>
            <ns1:defPPr algn="r">
              <ns1:defRPr sz="1267" b="0">
                <ns1:solidFill>
                  <ns1:srgbClr val="647791"/>
                </ns1:solidFill>
                <ns1:latin typeface="Aptos"/>
                <ns1:ea typeface="Aptos"/>
                <ns1:cs typeface="Aptos"/>
              </ns1:defRPr>
            </ns1:defPPr>
            <ns1:lvl1pPr algn="r">
              <ns1:defRPr sz="1267" b="0">
                <ns1:solidFill>
                  <ns1:srgbClr val="647791"/>
                </ns1:solidFill>
                <ns1:latin typeface="Aptos"/>
                <ns1:ea typeface="Aptos"/>
                <ns1:cs typeface="Aptos"/>
              </ns1:defRPr>
            </ns1:lvl1pPr>
            <ns1:lvl2pPr algn="r">
              <ns1:defRPr sz="1267" b="0">
                <ns1:solidFill>
                  <ns1:srgbClr val="647791"/>
                </ns1:solidFill>
                <ns1:latin typeface="Aptos"/>
                <ns1:ea typeface="Aptos"/>
                <ns1:cs typeface="Aptos"/>
              </ns1:defRPr>
            </ns1:lvl2pPr>
            <ns1:lvl3pPr algn="r">
              <ns1:defRPr sz="1267" b="0">
                <ns1:solidFill>
                  <ns1:srgbClr val="647791"/>
                </ns1:solidFill>
                <ns1:latin typeface="Aptos"/>
                <ns1:ea typeface="Aptos"/>
                <ns1:cs typeface="Aptos"/>
              </ns1:defRPr>
            </ns1:lvl3pPr>
            <ns1:lvl4pPr algn="r">
              <ns1:defRPr sz="1267" b="0">
                <ns1:solidFill>
                  <ns1:srgbClr val="647791"/>
                </ns1:solidFill>
                <ns1:latin typeface="Aptos"/>
                <ns1:ea typeface="Aptos"/>
                <ns1:cs typeface="Aptos"/>
              </ns1:defRPr>
            </ns1:lvl4pPr>
            <ns1:lvl5pPr algn="r">
              <ns1:defRPr sz="1267" b="0">
                <ns1:solidFill>
                  <ns1:srgbClr val="647791"/>
                </ns1:solidFill>
                <ns1:latin typeface="Aptos"/>
                <ns1:ea typeface="Aptos"/>
                <ns1:cs typeface="Aptos"/>
              </ns1:defRPr>
            </ns1:lvl5pPr>
            <ns1:lvl6pPr algn="r">
              <ns1:defRPr sz="1267" b="0">
                <ns1:solidFill>
                  <ns1:srgbClr val="647791"/>
                </ns1:solidFill>
                <ns1:latin typeface="Aptos"/>
                <ns1:ea typeface="Aptos"/>
                <ns1:cs typeface="Aptos"/>
              </ns1:defRPr>
            </ns1:lvl6pPr>
            <ns1:lvl7pPr algn="r">
              <ns1:defRPr sz="1267" b="0">
                <ns1:solidFill>
                  <ns1:srgbClr val="647791"/>
                </ns1:solidFill>
                <ns1:latin typeface="Aptos"/>
                <ns1:ea typeface="Aptos"/>
                <ns1:cs typeface="Aptos"/>
              </ns1:defRPr>
            </ns1:lvl7pPr>
            <ns1:lvl8pPr algn="r">
              <ns1:defRPr sz="1267" b="0">
                <ns1:solidFill>
                  <ns1:srgbClr val="647791"/>
                </ns1:solidFill>
                <ns1:latin typeface="Aptos"/>
                <ns1:ea typeface="Aptos"/>
                <ns1:cs typeface="Aptos"/>
              </ns1:defRPr>
            </ns1:lvl8pPr>
            <ns1:lvl9pPr algn="r">
              <ns1:defRPr sz="1267" b="0">
                <ns1:solidFill>
                  <ns1:srgbClr val="647791"/>
                </ns1:solidFill>
                <ns1:latin typeface="Aptos"/>
                <ns1:ea typeface="Aptos"/>
                <ns1:cs typeface="Aptos"/>
              </ns1:defRPr>
            </ns1:lvl9pPr>
          </ns1:lstStyle>
          <ns1:p>
            <ns1:pPr algn="r">
              <ns1:defRPr sz="1267" b="0">
                <ns1:solidFill>
                  <ns1:srgbClr val="647791"/>
                </ns1:solidFill>
                <ns1:latin typeface="Aptos"/>
                <ns1:ea typeface="Aptos"/>
                <ns1:cs typeface="Aptos"/>
              </ns1:defRPr>
            </ns1:pPr>
            <ns1:r>
              <ns1:rPr sz="1267" b="0">
                <ns1:solidFill>
                  <ns1:srgbClr val="647791"/>
                </ns1:solidFill>
                <ns1:latin typeface="Aptos"/>
                <ns1:ea typeface="Aptos"/>
                <ns1:cs typeface="Aptos"/>
              </ns1:rPr>
              <ns1:t>05</ns1:t>
            </ns1:r>
          </ns1:p>
        </ns0:txBody>
      </ns0:sp>
      <ns0:sp>
        <ns0:nvSpPr>
          <ns0:cNvPr id="33" name="Código editable">
            <ns1:extLst>
              <ns1:ext uri="{FF2B5EF4-FFF2-40B4-BE49-F238E27FC236}">
                <ns2:creationId id="{025E8DA3-13F2-4877-B605-D0C8CBD84F89}"/>
              </ns1:ext>
            </ns1:extLst>
          </ns0:cNvPr>
          <ns0:cNvSpPr>
            <ns1:spLocks noGrp="1"/>
          </ns0:cNvSpPr>
          <ns0:nvPr/>
        </ns0:nvSpPr>
        <ns0:spPr>
          <ns1:xfrm>
            <ns1:off x="1171575" y="3048000"/>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expiresAt</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value</ns1:t>
            </ns1:r>
            <ns1:r>
              <ns1:rPr sz="1267">
                <ns1:solidFill>
                  <ns1:srgbClr val="E6EDF7"/>
                </ns1:solidFill>
                <ns1:latin typeface="Menlo"/>
                <ns1:ea typeface="Menlo"/>
                <ns1:cs typeface="Menlo"/>
              </ns1:rPr>
              <ns1:t>.</ns1:t>
            </ns1:r>
            <ns1:r>
              <ns1:rPr sz="1267">
                <ns1:solidFill>
                  <ns1:srgbClr val="F6C177"/>
                </ns1:solidFill>
                <ns1:latin typeface="Menlo"/>
                <ns1:ea typeface="Menlo"/>
                <ns1:cs typeface="Menlo"/>
              </ns1:rPr>
              <ns1:t>expiresAt</ns1:t>
            </ns1:r>
            <ns1:r>
              <ns1:rPr sz="1267">
                <ns1:solidFill>
                  <ns1:srgbClr val="E6EDF7"/>
                </ns1:solidFill>
                <ns1:latin typeface="Menlo"/>
                <ns1:ea typeface="Menlo"/>
                <ns1:cs typeface="Menlo"/>
              </ns1:rPr>
              <ns1:t>,</ns1:t>
            </ns1:r>
          </ns1:p>
        </ns0:txBody>
      </ns0:sp>
      <ns0:sp>
        <ns0:nvSpPr>
          <ns0:cNvPr id="34" name="">
            <ns1:extLst>
              <ns1:ext uri="{FF2B5EF4-FFF2-40B4-BE49-F238E27FC236}">
                <ns2:creationId id="{088B7DDE-3632-4337-B0C4-724AF7316C68}"/>
              </ns1:ext>
            </ns1:extLst>
          </ns0:cNvPr>
          <ns0:cNvSpPr>
            <ns1:spLocks noGrp="1"/>
          </ns0:cNvSpPr>
          <ns0:nvPr/>
        </ns0:nvSpPr>
        <ns0:spPr>
          <ns1:xfrm>
            <ns1:off x="800100" y="3267075"/>
            <ns1:ext cx="247650" cy="219075"/>
          </ns1:xfrm>
          <ns1:prstGeom prst="rect">
            <ns1:avLst/>
          </ns1:prstGeom>
          <ns1:noFill/>
          <ns1:ln w="0">
            <ns1:noFill/>
            <ns1:prstDash val="solid"/>
          </ns1:ln>
        </ns0:spPr>
        <ns0:txBody>
          <ns1:bodyPr lIns="0" tIns="0" rIns="0" bIns="0" anchor="ctr">
            <ns1:normAutofit fontScale="100000"/>
          </ns1:bodyPr>
          <ns1:lstStyle>
            <ns1:defPPr algn="r">
              <ns1:defRPr sz="1267" b="0">
                <ns1:solidFill>
                  <ns1:srgbClr val="647791"/>
                </ns1:solidFill>
                <ns1:latin typeface="Aptos"/>
                <ns1:ea typeface="Aptos"/>
                <ns1:cs typeface="Aptos"/>
              </ns1:defRPr>
            </ns1:defPPr>
            <ns1:lvl1pPr algn="r">
              <ns1:defRPr sz="1267" b="0">
                <ns1:solidFill>
                  <ns1:srgbClr val="647791"/>
                </ns1:solidFill>
                <ns1:latin typeface="Aptos"/>
                <ns1:ea typeface="Aptos"/>
                <ns1:cs typeface="Aptos"/>
              </ns1:defRPr>
            </ns1:lvl1pPr>
            <ns1:lvl2pPr algn="r">
              <ns1:defRPr sz="1267" b="0">
                <ns1:solidFill>
                  <ns1:srgbClr val="647791"/>
                </ns1:solidFill>
                <ns1:latin typeface="Aptos"/>
                <ns1:ea typeface="Aptos"/>
                <ns1:cs typeface="Aptos"/>
              </ns1:defRPr>
            </ns1:lvl2pPr>
            <ns1:lvl3pPr algn="r">
              <ns1:defRPr sz="1267" b="0">
                <ns1:solidFill>
                  <ns1:srgbClr val="647791"/>
                </ns1:solidFill>
                <ns1:latin typeface="Aptos"/>
                <ns1:ea typeface="Aptos"/>
                <ns1:cs typeface="Aptos"/>
              </ns1:defRPr>
            </ns1:lvl3pPr>
            <ns1:lvl4pPr algn="r">
              <ns1:defRPr sz="1267" b="0">
                <ns1:solidFill>
                  <ns1:srgbClr val="647791"/>
                </ns1:solidFill>
                <ns1:latin typeface="Aptos"/>
                <ns1:ea typeface="Aptos"/>
                <ns1:cs typeface="Aptos"/>
              </ns1:defRPr>
            </ns1:lvl4pPr>
            <ns1:lvl5pPr algn="r">
              <ns1:defRPr sz="1267" b="0">
                <ns1:solidFill>
                  <ns1:srgbClr val="647791"/>
                </ns1:solidFill>
                <ns1:latin typeface="Aptos"/>
                <ns1:ea typeface="Aptos"/>
                <ns1:cs typeface="Aptos"/>
              </ns1:defRPr>
            </ns1:lvl5pPr>
            <ns1:lvl6pPr algn="r">
              <ns1:defRPr sz="1267" b="0">
                <ns1:solidFill>
                  <ns1:srgbClr val="647791"/>
                </ns1:solidFill>
                <ns1:latin typeface="Aptos"/>
                <ns1:ea typeface="Aptos"/>
                <ns1:cs typeface="Aptos"/>
              </ns1:defRPr>
            </ns1:lvl6pPr>
            <ns1:lvl7pPr algn="r">
              <ns1:defRPr sz="1267" b="0">
                <ns1:solidFill>
                  <ns1:srgbClr val="647791"/>
                </ns1:solidFill>
                <ns1:latin typeface="Aptos"/>
                <ns1:ea typeface="Aptos"/>
                <ns1:cs typeface="Aptos"/>
              </ns1:defRPr>
            </ns1:lvl7pPr>
            <ns1:lvl8pPr algn="r">
              <ns1:defRPr sz="1267" b="0">
                <ns1:solidFill>
                  <ns1:srgbClr val="647791"/>
                </ns1:solidFill>
                <ns1:latin typeface="Aptos"/>
                <ns1:ea typeface="Aptos"/>
                <ns1:cs typeface="Aptos"/>
              </ns1:defRPr>
            </ns1:lvl8pPr>
            <ns1:lvl9pPr algn="r">
              <ns1:defRPr sz="1267" b="0">
                <ns1:solidFill>
                  <ns1:srgbClr val="647791"/>
                </ns1:solidFill>
                <ns1:latin typeface="Aptos"/>
                <ns1:ea typeface="Aptos"/>
                <ns1:cs typeface="Aptos"/>
              </ns1:defRPr>
            </ns1:lvl9pPr>
          </ns1:lstStyle>
          <ns1:p>
            <ns1:pPr algn="r">
              <ns1:defRPr sz="1267" b="0">
                <ns1:solidFill>
                  <ns1:srgbClr val="647791"/>
                </ns1:solidFill>
                <ns1:latin typeface="Aptos"/>
                <ns1:ea typeface="Aptos"/>
                <ns1:cs typeface="Aptos"/>
              </ns1:defRPr>
            </ns1:pPr>
            <ns1:r>
              <ns1:rPr sz="1267" b="0">
                <ns1:solidFill>
                  <ns1:srgbClr val="647791"/>
                </ns1:solidFill>
                <ns1:latin typeface="Aptos"/>
                <ns1:ea typeface="Aptos"/>
                <ns1:cs typeface="Aptos"/>
              </ns1:rPr>
              <ns1:t>06</ns1:t>
            </ns1:r>
          </ns1:p>
        </ns0:txBody>
      </ns0:sp>
      <ns0:sp>
        <ns0:nvSpPr>
          <ns0:cNvPr id="35" name="Código editable">
            <ns1:extLst>
              <ns1:ext uri="{FF2B5EF4-FFF2-40B4-BE49-F238E27FC236}">
                <ns2:creationId id="{4DF06B6D-3153-48E2-B98B-8F01F89DD653}"/>
              </ns1:ext>
            </ns1:extLst>
          </ns0:cNvPr>
          <ns0:cNvSpPr>
            <ns1:spLocks noGrp="1"/>
          </ns0:cNvSpPr>
          <ns0:nvPr/>
        </ns0:nvSpPr>
        <ns0:spPr>
          <ns1:xfrm>
            <ns1:off x="1171575" y="3267075"/>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holder</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value</ns1:t>
            </ns1:r>
            <ns1:r>
              <ns1:rPr sz="1267">
                <ns1:solidFill>
                  <ns1:srgbClr val="E6EDF7"/>
                </ns1:solidFill>
                <ns1:latin typeface="Menlo"/>
                <ns1:ea typeface="Menlo"/>
                <ns1:cs typeface="Menlo"/>
              </ns1:rPr>
              <ns1:t>.</ns1:t>
            </ns1:r>
            <ns1:r>
              <ns1:rPr sz="1267">
                <ns1:solidFill>
                  <ns1:srgbClr val="F6C177"/>
                </ns1:solidFill>
                <ns1:latin typeface="Menlo"/>
                <ns1:ea typeface="Menlo"/>
                <ns1:cs typeface="Menlo"/>
              </ns1:rPr>
              <ns1:t>holder</ns1:t>
            </ns1:r>
            <ns1:r>
              <ns1:rPr sz="1267">
                <ns1:solidFill>
                  <ns1:srgbClr val="E6EDF7"/>
                </ns1:solidFill>
                <ns1:latin typeface="Menlo"/>
                <ns1:ea typeface="Menlo"/>
                <ns1:cs typeface="Menlo"/>
              </ns1:rPr>
              <ns1:t>,</ns1:t>
            </ns1:r>
          </ns1:p>
        </ns0:txBody>
      </ns0:sp>
      <ns0:sp>
        <ns0:nvSpPr>
          <ns0:cNvPr id="36" name="">
            <ns1:extLst>
              <ns1:ext uri="{FF2B5EF4-FFF2-40B4-BE49-F238E27FC236}">
                <ns2:creationId id="{BAD7EAD9-8D94-4E4B-8C6C-87D23987B8F3}"/>
              </ns1:ext>
            </ns1:extLst>
          </ns0:cNvPr>
          <ns0:cNvSpPr>
            <ns1:spLocks noGrp="1"/>
          </ns0:cNvSpPr>
          <ns0:nvPr/>
        </ns0:nvSpPr>
        <ns0:spPr>
          <ns1:xfrm>
            <ns1:off x="800100" y="3486150"/>
            <ns1:ext cx="247650" cy="219075"/>
          </ns1:xfrm>
          <ns1:prstGeom prst="rect">
            <ns1:avLst/>
          </ns1:prstGeom>
          <ns1:noFill/>
          <ns1:ln w="0">
            <ns1:noFill/>
            <ns1:prstDash val="solid"/>
          </ns1:ln>
        </ns0:spPr>
        <ns0:txBody>
          <ns1:bodyPr lIns="0" tIns="0" rIns="0" bIns="0" anchor="ctr">
            <ns1:normAutofit fontScale="100000"/>
          </ns1:bodyPr>
          <ns1:lstStyle>
            <ns1:defPPr algn="r">
              <ns1:defRPr sz="1267" b="0">
                <ns1:solidFill>
                  <ns1:srgbClr val="647791"/>
                </ns1:solidFill>
                <ns1:latin typeface="Aptos"/>
                <ns1:ea typeface="Aptos"/>
                <ns1:cs typeface="Aptos"/>
              </ns1:defRPr>
            </ns1:defPPr>
            <ns1:lvl1pPr algn="r">
              <ns1:defRPr sz="1267" b="0">
                <ns1:solidFill>
                  <ns1:srgbClr val="647791"/>
                </ns1:solidFill>
                <ns1:latin typeface="Aptos"/>
                <ns1:ea typeface="Aptos"/>
                <ns1:cs typeface="Aptos"/>
              </ns1:defRPr>
            </ns1:lvl1pPr>
            <ns1:lvl2pPr algn="r">
              <ns1:defRPr sz="1267" b="0">
                <ns1:solidFill>
                  <ns1:srgbClr val="647791"/>
                </ns1:solidFill>
                <ns1:latin typeface="Aptos"/>
                <ns1:ea typeface="Aptos"/>
                <ns1:cs typeface="Aptos"/>
              </ns1:defRPr>
            </ns1:lvl2pPr>
            <ns1:lvl3pPr algn="r">
              <ns1:defRPr sz="1267" b="0">
                <ns1:solidFill>
                  <ns1:srgbClr val="647791"/>
                </ns1:solidFill>
                <ns1:latin typeface="Aptos"/>
                <ns1:ea typeface="Aptos"/>
                <ns1:cs typeface="Aptos"/>
              </ns1:defRPr>
            </ns1:lvl3pPr>
            <ns1:lvl4pPr algn="r">
              <ns1:defRPr sz="1267" b="0">
                <ns1:solidFill>
                  <ns1:srgbClr val="647791"/>
                </ns1:solidFill>
                <ns1:latin typeface="Aptos"/>
                <ns1:ea typeface="Aptos"/>
                <ns1:cs typeface="Aptos"/>
              </ns1:defRPr>
            </ns1:lvl4pPr>
            <ns1:lvl5pPr algn="r">
              <ns1:defRPr sz="1267" b="0">
                <ns1:solidFill>
                  <ns1:srgbClr val="647791"/>
                </ns1:solidFill>
                <ns1:latin typeface="Aptos"/>
                <ns1:ea typeface="Aptos"/>
                <ns1:cs typeface="Aptos"/>
              </ns1:defRPr>
            </ns1:lvl5pPr>
            <ns1:lvl6pPr algn="r">
              <ns1:defRPr sz="1267" b="0">
                <ns1:solidFill>
                  <ns1:srgbClr val="647791"/>
                </ns1:solidFill>
                <ns1:latin typeface="Aptos"/>
                <ns1:ea typeface="Aptos"/>
                <ns1:cs typeface="Aptos"/>
              </ns1:defRPr>
            </ns1:lvl6pPr>
            <ns1:lvl7pPr algn="r">
              <ns1:defRPr sz="1267" b="0">
                <ns1:solidFill>
                  <ns1:srgbClr val="647791"/>
                </ns1:solidFill>
                <ns1:latin typeface="Aptos"/>
                <ns1:ea typeface="Aptos"/>
                <ns1:cs typeface="Aptos"/>
              </ns1:defRPr>
            </ns1:lvl7pPr>
            <ns1:lvl8pPr algn="r">
              <ns1:defRPr sz="1267" b="0">
                <ns1:solidFill>
                  <ns1:srgbClr val="647791"/>
                </ns1:solidFill>
                <ns1:latin typeface="Aptos"/>
                <ns1:ea typeface="Aptos"/>
                <ns1:cs typeface="Aptos"/>
              </ns1:defRPr>
            </ns1:lvl8pPr>
            <ns1:lvl9pPr algn="r">
              <ns1:defRPr sz="1267" b="0">
                <ns1:solidFill>
                  <ns1:srgbClr val="647791"/>
                </ns1:solidFill>
                <ns1:latin typeface="Aptos"/>
                <ns1:ea typeface="Aptos"/>
                <ns1:cs typeface="Aptos"/>
              </ns1:defRPr>
            </ns1:lvl9pPr>
          </ns1:lstStyle>
          <ns1:p>
            <ns1:pPr algn="r">
              <ns1:defRPr sz="1267" b="0">
                <ns1:solidFill>
                  <ns1:srgbClr val="647791"/>
                </ns1:solidFill>
                <ns1:latin typeface="Aptos"/>
                <ns1:ea typeface="Aptos"/>
                <ns1:cs typeface="Aptos"/>
              </ns1:defRPr>
            </ns1:pPr>
            <ns1:r>
              <ns1:rPr sz="1267" b="0">
                <ns1:solidFill>
                  <ns1:srgbClr val="647791"/>
                </ns1:solidFill>
                <ns1:latin typeface="Aptos"/>
                <ns1:ea typeface="Aptos"/>
                <ns1:cs typeface="Aptos"/>
              </ns1:rPr>
              <ns1:t>07</ns1:t>
            </ns1:r>
          </ns1:p>
        </ns0:txBody>
      </ns0:sp>
      <ns0:sp>
        <ns0:nvSpPr>
          <ns0:cNvPr id="37" name="Código editable">
            <ns1:extLst>
              <ns1:ext uri="{FF2B5EF4-FFF2-40B4-BE49-F238E27FC236}">
                <ns2:creationId id="{CDA41EAA-CDE7-4B82-87FA-82EC11981845}"/>
              </ns1:ext>
            </ns1:extLst>
          </ns0:cNvPr>
          <ns0:cNvSpPr>
            <ns1:spLocks noGrp="1"/>
          </ns0:cNvSpPr>
          <ns0:nvPr/>
        </ns0:nvSpPr>
        <ns0:spPr>
          <ns1:xfrm>
            <ns1:off x="1171575" y="3486150"/>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id</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value</ns1:t>
            </ns1:r>
            <ns1:r>
              <ns1:rPr sz="1267">
                <ns1:solidFill>
                  <ns1:srgbClr val="E6EDF7"/>
                </ns1:solidFill>
                <ns1:latin typeface="Menlo"/>
                <ns1:ea typeface="Menlo"/>
                <ns1:cs typeface="Menlo"/>
              </ns1:rPr>
              <ns1:t>.</ns1:t>
            </ns1:r>
            <ns1:r>
              <ns1:rPr sz="1267">
                <ns1:solidFill>
                  <ns1:srgbClr val="F6C177"/>
                </ns1:solidFill>
                <ns1:latin typeface="Menlo"/>
                <ns1:ea typeface="Menlo"/>
                <ns1:cs typeface="Menlo"/>
              </ns1:rPr>
              <ns1:t>id</ns1:t>
            </ns1:r>
            <ns1:r>
              <ns1:rPr sz="1267">
                <ns1:solidFill>
                  <ns1:srgbClr val="E6EDF7"/>
                </ns1:solidFill>
                <ns1:latin typeface="Menlo"/>
                <ns1:ea typeface="Menlo"/>
                <ns1:cs typeface="Menlo"/>
              </ns1:rPr>
              <ns1:t>,</ns1:t>
            </ns1:r>
          </ns1:p>
        </ns0:txBody>
      </ns0:sp>
      <ns0:sp>
        <ns0:nvSpPr>
          <ns0:cNvPr id="38" name="">
            <ns1:extLst>
              <ns1:ext uri="{FF2B5EF4-FFF2-40B4-BE49-F238E27FC236}">
                <ns2:creationId id="{D222FC36-CFA9-4F93-9A7D-DC92ED40746F}"/>
              </ns1:ext>
            </ns1:extLst>
          </ns0:cNvPr>
          <ns0:cNvSpPr>
            <ns1:spLocks noGrp="1"/>
          </ns0:cNvSpPr>
          <ns0:nvPr/>
        </ns0:nvSpPr>
        <ns0:spPr>
          <ns1:xfrm>
            <ns1:off x="800100" y="3705225"/>
            <ns1:ext cx="247650" cy="219075"/>
          </ns1:xfrm>
          <ns1:prstGeom prst="rect">
            <ns1:avLst/>
          </ns1:prstGeom>
          <ns1:noFill/>
          <ns1:ln w="0">
            <ns1:noFill/>
            <ns1:prstDash val="solid"/>
          </ns1:ln>
        </ns0:spPr>
        <ns0:txBody>
          <ns1:bodyPr lIns="0" tIns="0" rIns="0" bIns="0" anchor="ctr">
            <ns1:normAutofit fontScale="100000"/>
          </ns1:bodyPr>
          <ns1:lstStyle>
            <ns1:defPPr algn="r">
              <ns1:defRPr sz="1267" b="0">
                <ns1:solidFill>
                  <ns1:srgbClr val="647791"/>
                </ns1:solidFill>
                <ns1:latin typeface="Aptos"/>
                <ns1:ea typeface="Aptos"/>
                <ns1:cs typeface="Aptos"/>
              </ns1:defRPr>
            </ns1:defPPr>
            <ns1:lvl1pPr algn="r">
              <ns1:defRPr sz="1267" b="0">
                <ns1:solidFill>
                  <ns1:srgbClr val="647791"/>
                </ns1:solidFill>
                <ns1:latin typeface="Aptos"/>
                <ns1:ea typeface="Aptos"/>
                <ns1:cs typeface="Aptos"/>
              </ns1:defRPr>
            </ns1:lvl1pPr>
            <ns1:lvl2pPr algn="r">
              <ns1:defRPr sz="1267" b="0">
                <ns1:solidFill>
                  <ns1:srgbClr val="647791"/>
                </ns1:solidFill>
                <ns1:latin typeface="Aptos"/>
                <ns1:ea typeface="Aptos"/>
                <ns1:cs typeface="Aptos"/>
              </ns1:defRPr>
            </ns1:lvl2pPr>
            <ns1:lvl3pPr algn="r">
              <ns1:defRPr sz="1267" b="0">
                <ns1:solidFill>
                  <ns1:srgbClr val="647791"/>
                </ns1:solidFill>
                <ns1:latin typeface="Aptos"/>
                <ns1:ea typeface="Aptos"/>
                <ns1:cs typeface="Aptos"/>
              </ns1:defRPr>
            </ns1:lvl3pPr>
            <ns1:lvl4pPr algn="r">
              <ns1:defRPr sz="1267" b="0">
                <ns1:solidFill>
                  <ns1:srgbClr val="647791"/>
                </ns1:solidFill>
                <ns1:latin typeface="Aptos"/>
                <ns1:ea typeface="Aptos"/>
                <ns1:cs typeface="Aptos"/>
              </ns1:defRPr>
            </ns1:lvl4pPr>
            <ns1:lvl5pPr algn="r">
              <ns1:defRPr sz="1267" b="0">
                <ns1:solidFill>
                  <ns1:srgbClr val="647791"/>
                </ns1:solidFill>
                <ns1:latin typeface="Aptos"/>
                <ns1:ea typeface="Aptos"/>
                <ns1:cs typeface="Aptos"/>
              </ns1:defRPr>
            </ns1:lvl5pPr>
            <ns1:lvl6pPr algn="r">
              <ns1:defRPr sz="1267" b="0">
                <ns1:solidFill>
                  <ns1:srgbClr val="647791"/>
                </ns1:solidFill>
                <ns1:latin typeface="Aptos"/>
                <ns1:ea typeface="Aptos"/>
                <ns1:cs typeface="Aptos"/>
              </ns1:defRPr>
            </ns1:lvl6pPr>
            <ns1:lvl7pPr algn="r">
              <ns1:defRPr sz="1267" b="0">
                <ns1:solidFill>
                  <ns1:srgbClr val="647791"/>
                </ns1:solidFill>
                <ns1:latin typeface="Aptos"/>
                <ns1:ea typeface="Aptos"/>
                <ns1:cs typeface="Aptos"/>
              </ns1:defRPr>
            </ns1:lvl7pPr>
            <ns1:lvl8pPr algn="r">
              <ns1:defRPr sz="1267" b="0">
                <ns1:solidFill>
                  <ns1:srgbClr val="647791"/>
                </ns1:solidFill>
                <ns1:latin typeface="Aptos"/>
                <ns1:ea typeface="Aptos"/>
                <ns1:cs typeface="Aptos"/>
              </ns1:defRPr>
            </ns1:lvl8pPr>
            <ns1:lvl9pPr algn="r">
              <ns1:defRPr sz="1267" b="0">
                <ns1:solidFill>
                  <ns1:srgbClr val="647791"/>
                </ns1:solidFill>
                <ns1:latin typeface="Aptos"/>
                <ns1:ea typeface="Aptos"/>
                <ns1:cs typeface="Aptos"/>
              </ns1:defRPr>
            </ns1:lvl9pPr>
          </ns1:lstStyle>
          <ns1:p>
            <ns1:pPr algn="r">
              <ns1:defRPr sz="1267" b="0">
                <ns1:solidFill>
                  <ns1:srgbClr val="647791"/>
                </ns1:solidFill>
                <ns1:latin typeface="Aptos"/>
                <ns1:ea typeface="Aptos"/>
                <ns1:cs typeface="Aptos"/>
              </ns1:defRPr>
            </ns1:pPr>
            <ns1:r>
              <ns1:rPr sz="1267" b="0">
                <ns1:solidFill>
                  <ns1:srgbClr val="647791"/>
                </ns1:solidFill>
                <ns1:latin typeface="Aptos"/>
                <ns1:ea typeface="Aptos"/>
                <ns1:cs typeface="Aptos"/>
              </ns1:rPr>
              <ns1:t>08</ns1:t>
            </ns1:r>
          </ns1:p>
        </ns0:txBody>
      </ns0:sp>
      <ns0:sp>
        <ns0:nvSpPr>
          <ns0:cNvPr id="39" name="Código editable">
            <ns1:extLst>
              <ns1:ext uri="{FF2B5EF4-FFF2-40B4-BE49-F238E27FC236}">
                <ns2:creationId id="{D6CDDED9-7C62-4CA2-985D-9B8FC8EDE84D}"/>
              </ns1:ext>
            </ns1:extLst>
          </ns0:cNvPr>
          <ns0:cNvSpPr>
            <ns1:spLocks noGrp="1"/>
          </ns0:cNvSpPr>
          <ns0:nvPr/>
        </ns0:nvSpPr>
        <ns0:spPr>
          <ns1:xfrm>
            <ns1:off x="1171575" y="3705225"/>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issuedAt</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value</ns1:t>
            </ns1:r>
            <ns1:r>
              <ns1:rPr sz="1267">
                <ns1:solidFill>
                  <ns1:srgbClr val="E6EDF7"/>
                </ns1:solidFill>
                <ns1:latin typeface="Menlo"/>
                <ns1:ea typeface="Menlo"/>
                <ns1:cs typeface="Menlo"/>
              </ns1:rPr>
              <ns1:t>.</ns1:t>
            </ns1:r>
            <ns1:r>
              <ns1:rPr sz="1267">
                <ns1:solidFill>
                  <ns1:srgbClr val="F6C177"/>
                </ns1:solidFill>
                <ns1:latin typeface="Menlo"/>
                <ns1:ea typeface="Menlo"/>
                <ns1:cs typeface="Menlo"/>
              </ns1:rPr>
              <ns1:t>issuedAt</ns1:t>
            </ns1:r>
            <ns1:r>
              <ns1:rPr sz="1267">
                <ns1:solidFill>
                  <ns1:srgbClr val="E6EDF7"/>
                </ns1:solidFill>
                <ns1:latin typeface="Menlo"/>
                <ns1:ea typeface="Menlo"/>
                <ns1:cs typeface="Menlo"/>
              </ns1:rPr>
              <ns1:t>,</ns1:t>
            </ns1:r>
          </ns1:p>
        </ns0:txBody>
      </ns0:sp>
      <ns0:sp>
        <ns0:nvSpPr>
          <ns0:cNvPr id="40" name="">
            <ns1:extLst>
              <ns1:ext uri="{FF2B5EF4-FFF2-40B4-BE49-F238E27FC236}">
                <ns2:creationId id="{9765B129-207E-4954-B64B-1BD424FF908C}"/>
              </ns1:ext>
            </ns1:extLst>
          </ns0:cNvPr>
          <ns0:cNvSpPr>
            <ns1:spLocks noGrp="1"/>
          </ns0:cNvSpPr>
          <ns0:nvPr/>
        </ns0:nvSpPr>
        <ns0:spPr>
          <ns1:xfrm>
            <ns1:off x="800100" y="3924300"/>
            <ns1:ext cx="247650" cy="219075"/>
          </ns1:xfrm>
          <ns1:prstGeom prst="rect">
            <ns1:avLst/>
          </ns1:prstGeom>
          <ns1:noFill/>
          <ns1:ln w="0">
            <ns1:noFill/>
            <ns1:prstDash val="solid"/>
          </ns1:ln>
        </ns0:spPr>
        <ns0:txBody>
          <ns1:bodyPr lIns="0" tIns="0" rIns="0" bIns="0" anchor="ctr">
            <ns1:normAutofit fontScale="100000"/>
          </ns1:bodyPr>
          <ns1:lstStyle>
            <ns1:defPPr algn="r">
              <ns1:defRPr sz="1267" b="0">
                <ns1:solidFill>
                  <ns1:srgbClr val="647791"/>
                </ns1:solidFill>
                <ns1:latin typeface="Aptos"/>
                <ns1:ea typeface="Aptos"/>
                <ns1:cs typeface="Aptos"/>
              </ns1:defRPr>
            </ns1:defPPr>
            <ns1:lvl1pPr algn="r">
              <ns1:defRPr sz="1267" b="0">
                <ns1:solidFill>
                  <ns1:srgbClr val="647791"/>
                </ns1:solidFill>
                <ns1:latin typeface="Aptos"/>
                <ns1:ea typeface="Aptos"/>
                <ns1:cs typeface="Aptos"/>
              </ns1:defRPr>
            </ns1:lvl1pPr>
            <ns1:lvl2pPr algn="r">
              <ns1:defRPr sz="1267" b="0">
                <ns1:solidFill>
                  <ns1:srgbClr val="647791"/>
                </ns1:solidFill>
                <ns1:latin typeface="Aptos"/>
                <ns1:ea typeface="Aptos"/>
                <ns1:cs typeface="Aptos"/>
              </ns1:defRPr>
            </ns1:lvl2pPr>
            <ns1:lvl3pPr algn="r">
              <ns1:defRPr sz="1267" b="0">
                <ns1:solidFill>
                  <ns1:srgbClr val="647791"/>
                </ns1:solidFill>
                <ns1:latin typeface="Aptos"/>
                <ns1:ea typeface="Aptos"/>
                <ns1:cs typeface="Aptos"/>
              </ns1:defRPr>
            </ns1:lvl3pPr>
            <ns1:lvl4pPr algn="r">
              <ns1:defRPr sz="1267" b="0">
                <ns1:solidFill>
                  <ns1:srgbClr val="647791"/>
                </ns1:solidFill>
                <ns1:latin typeface="Aptos"/>
                <ns1:ea typeface="Aptos"/>
                <ns1:cs typeface="Aptos"/>
              </ns1:defRPr>
            </ns1:lvl4pPr>
            <ns1:lvl5pPr algn="r">
              <ns1:defRPr sz="1267" b="0">
                <ns1:solidFill>
                  <ns1:srgbClr val="647791"/>
                </ns1:solidFill>
                <ns1:latin typeface="Aptos"/>
                <ns1:ea typeface="Aptos"/>
                <ns1:cs typeface="Aptos"/>
              </ns1:defRPr>
            </ns1:lvl5pPr>
            <ns1:lvl6pPr algn="r">
              <ns1:defRPr sz="1267" b="0">
                <ns1:solidFill>
                  <ns1:srgbClr val="647791"/>
                </ns1:solidFill>
                <ns1:latin typeface="Aptos"/>
                <ns1:ea typeface="Aptos"/>
                <ns1:cs typeface="Aptos"/>
              </ns1:defRPr>
            </ns1:lvl6pPr>
            <ns1:lvl7pPr algn="r">
              <ns1:defRPr sz="1267" b="0">
                <ns1:solidFill>
                  <ns1:srgbClr val="647791"/>
                </ns1:solidFill>
                <ns1:latin typeface="Aptos"/>
                <ns1:ea typeface="Aptos"/>
                <ns1:cs typeface="Aptos"/>
              </ns1:defRPr>
            </ns1:lvl7pPr>
            <ns1:lvl8pPr algn="r">
              <ns1:defRPr sz="1267" b="0">
                <ns1:solidFill>
                  <ns1:srgbClr val="647791"/>
                </ns1:solidFill>
                <ns1:latin typeface="Aptos"/>
                <ns1:ea typeface="Aptos"/>
                <ns1:cs typeface="Aptos"/>
              </ns1:defRPr>
            </ns1:lvl8pPr>
            <ns1:lvl9pPr algn="r">
              <ns1:defRPr sz="1267" b="0">
                <ns1:solidFill>
                  <ns1:srgbClr val="647791"/>
                </ns1:solidFill>
                <ns1:latin typeface="Aptos"/>
                <ns1:ea typeface="Aptos"/>
                <ns1:cs typeface="Aptos"/>
              </ns1:defRPr>
            </ns1:lvl9pPr>
          </ns1:lstStyle>
          <ns1:p>
            <ns1:pPr algn="r">
              <ns1:defRPr sz="1267" b="0">
                <ns1:solidFill>
                  <ns1:srgbClr val="647791"/>
                </ns1:solidFill>
                <ns1:latin typeface="Aptos"/>
                <ns1:ea typeface="Aptos"/>
                <ns1:cs typeface="Aptos"/>
              </ns1:defRPr>
            </ns1:pPr>
            <ns1:r>
              <ns1:rPr sz="1267" b="0">
                <ns1:solidFill>
                  <ns1:srgbClr val="647791"/>
                </ns1:solidFill>
                <ns1:latin typeface="Aptos"/>
                <ns1:ea typeface="Aptos"/>
                <ns1:cs typeface="Aptos"/>
              </ns1:rPr>
              <ns1:t>09</ns1:t>
            </ns1:r>
          </ns1:p>
        </ns0:txBody>
      </ns0:sp>
      <ns0:sp>
        <ns0:nvSpPr>
          <ns0:cNvPr id="41" name="Código editable">
            <ns1:extLst>
              <ns1:ext uri="{FF2B5EF4-FFF2-40B4-BE49-F238E27FC236}">
                <ns2:creationId id="{94862EB5-46C6-4D42-AD98-2505353D20DC}"/>
              </ns1:ext>
            </ns1:extLst>
          </ns0:cNvPr>
          <ns0:cNvSpPr>
            <ns1:spLocks noGrp="1"/>
          </ns0:cNvSpPr>
          <ns0:nvPr/>
        </ns0:nvSpPr>
        <ns0:spPr>
          <ns1:xfrm>
            <ns1:off x="1171575" y="3924300"/>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issuer</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value</ns1:t>
            </ns1:r>
            <ns1:r>
              <ns1:rPr sz="1267">
                <ns1:solidFill>
                  <ns1:srgbClr val="E6EDF7"/>
                </ns1:solidFill>
                <ns1:latin typeface="Menlo"/>
                <ns1:ea typeface="Menlo"/>
                <ns1:cs typeface="Menlo"/>
              </ns1:rPr>
              <ns1:t>.</ns1:t>
            </ns1:r>
            <ns1:r>
              <ns1:rPr sz="1267">
                <ns1:solidFill>
                  <ns1:srgbClr val="F6C177"/>
                </ns1:solidFill>
                <ns1:latin typeface="Menlo"/>
                <ns1:ea typeface="Menlo"/>
                <ns1:cs typeface="Menlo"/>
              </ns1:rPr>
              <ns1:t>issuer</ns1:t>
            </ns1:r>
            <ns1:r>
              <ns1:rPr sz="1267">
                <ns1:solidFill>
                  <ns1:srgbClr val="E6EDF7"/>
                </ns1:solidFill>
                <ns1:latin typeface="Menlo"/>
                <ns1:ea typeface="Menlo"/>
                <ns1:cs typeface="Menlo"/>
              </ns1:rPr>
              <ns1:t>,</ns1:t>
            </ns1:r>
          </ns1:p>
        </ns0:txBody>
      </ns0:sp>
      <ns0:sp>
        <ns0:nvSpPr>
          <ns0:cNvPr id="42" name="">
            <ns1:extLst>
              <ns1:ext uri="{FF2B5EF4-FFF2-40B4-BE49-F238E27FC236}">
                <ns2:creationId id="{EA51FC33-7160-4C4F-BCB7-011FA9BB7FED}"/>
              </ns1:ext>
            </ns1:extLst>
          </ns0:cNvPr>
          <ns0:cNvSpPr>
            <ns1:spLocks noGrp="1"/>
          </ns0:cNvSpPr>
          <ns0:nvPr/>
        </ns0:nvSpPr>
        <ns0:spPr>
          <ns1:xfrm>
            <ns1:off x="800100" y="4143375"/>
            <ns1:ext cx="247650" cy="219075"/>
          </ns1:xfrm>
          <ns1:prstGeom prst="rect">
            <ns1:avLst/>
          </ns1:prstGeom>
          <ns1:noFill/>
          <ns1:ln w="0">
            <ns1:noFill/>
            <ns1:prstDash val="solid"/>
          </ns1:ln>
        </ns0:spPr>
        <ns0:txBody>
          <ns1:bodyPr lIns="0" tIns="0" rIns="0" bIns="0" anchor="ctr">
            <ns1:normAutofit fontScale="100000"/>
          </ns1:bodyPr>
          <ns1:lstStyle>
            <ns1:defPPr algn="r">
              <ns1:defRPr sz="1267" b="0">
                <ns1:solidFill>
                  <ns1:srgbClr val="647791"/>
                </ns1:solidFill>
                <ns1:latin typeface="Aptos"/>
                <ns1:ea typeface="Aptos"/>
                <ns1:cs typeface="Aptos"/>
              </ns1:defRPr>
            </ns1:defPPr>
            <ns1:lvl1pPr algn="r">
              <ns1:defRPr sz="1267" b="0">
                <ns1:solidFill>
                  <ns1:srgbClr val="647791"/>
                </ns1:solidFill>
                <ns1:latin typeface="Aptos"/>
                <ns1:ea typeface="Aptos"/>
                <ns1:cs typeface="Aptos"/>
              </ns1:defRPr>
            </ns1:lvl1pPr>
            <ns1:lvl2pPr algn="r">
              <ns1:defRPr sz="1267" b="0">
                <ns1:solidFill>
                  <ns1:srgbClr val="647791"/>
                </ns1:solidFill>
                <ns1:latin typeface="Aptos"/>
                <ns1:ea typeface="Aptos"/>
                <ns1:cs typeface="Aptos"/>
              </ns1:defRPr>
            </ns1:lvl2pPr>
            <ns1:lvl3pPr algn="r">
              <ns1:defRPr sz="1267" b="0">
                <ns1:solidFill>
                  <ns1:srgbClr val="647791"/>
                </ns1:solidFill>
                <ns1:latin typeface="Aptos"/>
                <ns1:ea typeface="Aptos"/>
                <ns1:cs typeface="Aptos"/>
              </ns1:defRPr>
            </ns1:lvl3pPr>
            <ns1:lvl4pPr algn="r">
              <ns1:defRPr sz="1267" b="0">
                <ns1:solidFill>
                  <ns1:srgbClr val="647791"/>
                </ns1:solidFill>
                <ns1:latin typeface="Aptos"/>
                <ns1:ea typeface="Aptos"/>
                <ns1:cs typeface="Aptos"/>
              </ns1:defRPr>
            </ns1:lvl4pPr>
            <ns1:lvl5pPr algn="r">
              <ns1:defRPr sz="1267" b="0">
                <ns1:solidFill>
                  <ns1:srgbClr val="647791"/>
                </ns1:solidFill>
                <ns1:latin typeface="Aptos"/>
                <ns1:ea typeface="Aptos"/>
                <ns1:cs typeface="Aptos"/>
              </ns1:defRPr>
            </ns1:lvl5pPr>
            <ns1:lvl6pPr algn="r">
              <ns1:defRPr sz="1267" b="0">
                <ns1:solidFill>
                  <ns1:srgbClr val="647791"/>
                </ns1:solidFill>
                <ns1:latin typeface="Aptos"/>
                <ns1:ea typeface="Aptos"/>
                <ns1:cs typeface="Aptos"/>
              </ns1:defRPr>
            </ns1:lvl6pPr>
            <ns1:lvl7pPr algn="r">
              <ns1:defRPr sz="1267" b="0">
                <ns1:solidFill>
                  <ns1:srgbClr val="647791"/>
                </ns1:solidFill>
                <ns1:latin typeface="Aptos"/>
                <ns1:ea typeface="Aptos"/>
                <ns1:cs typeface="Aptos"/>
              </ns1:defRPr>
            </ns1:lvl7pPr>
            <ns1:lvl8pPr algn="r">
              <ns1:defRPr sz="1267" b="0">
                <ns1:solidFill>
                  <ns1:srgbClr val="647791"/>
                </ns1:solidFill>
                <ns1:latin typeface="Aptos"/>
                <ns1:ea typeface="Aptos"/>
                <ns1:cs typeface="Aptos"/>
              </ns1:defRPr>
            </ns1:lvl8pPr>
            <ns1:lvl9pPr algn="r">
              <ns1:defRPr sz="1267" b="0">
                <ns1:solidFill>
                  <ns1:srgbClr val="647791"/>
                </ns1:solidFill>
                <ns1:latin typeface="Aptos"/>
                <ns1:ea typeface="Aptos"/>
                <ns1:cs typeface="Aptos"/>
              </ns1:defRPr>
            </ns1:lvl9pPr>
          </ns1:lstStyle>
          <ns1:p>
            <ns1:pPr algn="r">
              <ns1:defRPr sz="1267" b="0">
                <ns1:solidFill>
                  <ns1:srgbClr val="647791"/>
                </ns1:solidFill>
                <ns1:latin typeface="Aptos"/>
                <ns1:ea typeface="Aptos"/>
                <ns1:cs typeface="Aptos"/>
              </ns1:defRPr>
            </ns1:pPr>
            <ns1:r>
              <ns1:rPr sz="1267" b="0">
                <ns1:solidFill>
                  <ns1:srgbClr val="647791"/>
                </ns1:solidFill>
                <ns1:latin typeface="Aptos"/>
                <ns1:ea typeface="Aptos"/>
                <ns1:cs typeface="Aptos"/>
              </ns1:rPr>
              <ns1:t>10</ns1:t>
            </ns1:r>
          </ns1:p>
        </ns0:txBody>
      </ns0:sp>
      <ns0:sp>
        <ns0:nvSpPr>
          <ns0:cNvPr id="43" name="Código editable">
            <ns1:extLst>
              <ns1:ext uri="{FF2B5EF4-FFF2-40B4-BE49-F238E27FC236}">
                <ns2:creationId id="{C775FFE8-AC37-4ABD-8076-986C36D1F24E}"/>
              </ns1:ext>
            </ns1:extLst>
          </ns0:cNvPr>
          <ns0:cNvSpPr>
            <ns1:spLocks noGrp="1"/>
          </ns0:cNvSpPr>
          <ns0:nvPr/>
        </ns0:nvSpPr>
        <ns0:spPr>
          <ns1:xfrm>
            <ns1:off x="1171575" y="4143375"/>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type</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value</ns1:t>
            </ns1:r>
            <ns1:r>
              <ns1:rPr sz="1267">
                <ns1:solidFill>
                  <ns1:srgbClr val="E6EDF7"/>
                </ns1:solidFill>
                <ns1:latin typeface="Menlo"/>
                <ns1:ea typeface="Menlo"/>
                <ns1:cs typeface="Menlo"/>
              </ns1:rPr>
              <ns1:t>.</ns1:t>
            </ns1:r>
            <ns1:r>
              <ns1:rPr sz="1267">
                <ns1:solidFill>
                  <ns1:srgbClr val="F6C177"/>
                </ns1:solidFill>
                <ns1:latin typeface="Menlo"/>
                <ns1:ea typeface="Menlo"/>
                <ns1:cs typeface="Menlo"/>
              </ns1:rPr>
              <ns1:t>type</ns1:t>
            </ns1:r>
          </ns1:p>
        </ns0:txBody>
      </ns0:sp>
      <ns0:sp>
        <ns0:nvSpPr>
          <ns0:cNvPr id="44" name="">
            <ns1:extLst>
              <ns1:ext uri="{FF2B5EF4-FFF2-40B4-BE49-F238E27FC236}">
                <ns2:creationId id="{0FC2369E-A00C-437B-A0FD-CB589D2BCC52}"/>
              </ns1:ext>
            </ns1:extLst>
          </ns0:cNvPr>
          <ns0:cNvSpPr>
            <ns1:spLocks noGrp="1"/>
          </ns0:cNvSpPr>
          <ns0:nvPr/>
        </ns0:nvSpPr>
        <ns0:spPr>
          <ns1:xfrm>
            <ns1:off x="800100" y="4362450"/>
            <ns1:ext cx="247650" cy="219075"/>
          </ns1:xfrm>
          <ns1:prstGeom prst="rect">
            <ns1:avLst/>
          </ns1:prstGeom>
          <ns1:noFill/>
          <ns1:ln w="0">
            <ns1:noFill/>
            <ns1:prstDash val="solid"/>
          </ns1:ln>
        </ns0:spPr>
        <ns0:txBody>
          <ns1:bodyPr lIns="0" tIns="0" rIns="0" bIns="0" anchor="ctr">
            <ns1:normAutofit fontScale="100000"/>
          </ns1:bodyPr>
          <ns1:lstStyle>
            <ns1:defPPr algn="r">
              <ns1:defRPr sz="1267" b="0">
                <ns1:solidFill>
                  <ns1:srgbClr val="647791"/>
                </ns1:solidFill>
                <ns1:latin typeface="Aptos"/>
                <ns1:ea typeface="Aptos"/>
                <ns1:cs typeface="Aptos"/>
              </ns1:defRPr>
            </ns1:defPPr>
            <ns1:lvl1pPr algn="r">
              <ns1:defRPr sz="1267" b="0">
                <ns1:solidFill>
                  <ns1:srgbClr val="647791"/>
                </ns1:solidFill>
                <ns1:latin typeface="Aptos"/>
                <ns1:ea typeface="Aptos"/>
                <ns1:cs typeface="Aptos"/>
              </ns1:defRPr>
            </ns1:lvl1pPr>
            <ns1:lvl2pPr algn="r">
              <ns1:defRPr sz="1267" b="0">
                <ns1:solidFill>
                  <ns1:srgbClr val="647791"/>
                </ns1:solidFill>
                <ns1:latin typeface="Aptos"/>
                <ns1:ea typeface="Aptos"/>
                <ns1:cs typeface="Aptos"/>
              </ns1:defRPr>
            </ns1:lvl2pPr>
            <ns1:lvl3pPr algn="r">
              <ns1:defRPr sz="1267" b="0">
                <ns1:solidFill>
                  <ns1:srgbClr val="647791"/>
                </ns1:solidFill>
                <ns1:latin typeface="Aptos"/>
                <ns1:ea typeface="Aptos"/>
                <ns1:cs typeface="Aptos"/>
              </ns1:defRPr>
            </ns1:lvl3pPr>
            <ns1:lvl4pPr algn="r">
              <ns1:defRPr sz="1267" b="0">
                <ns1:solidFill>
                  <ns1:srgbClr val="647791"/>
                </ns1:solidFill>
                <ns1:latin typeface="Aptos"/>
                <ns1:ea typeface="Aptos"/>
                <ns1:cs typeface="Aptos"/>
              </ns1:defRPr>
            </ns1:lvl4pPr>
            <ns1:lvl5pPr algn="r">
              <ns1:defRPr sz="1267" b="0">
                <ns1:solidFill>
                  <ns1:srgbClr val="647791"/>
                </ns1:solidFill>
                <ns1:latin typeface="Aptos"/>
                <ns1:ea typeface="Aptos"/>
                <ns1:cs typeface="Aptos"/>
              </ns1:defRPr>
            </ns1:lvl5pPr>
            <ns1:lvl6pPr algn="r">
              <ns1:defRPr sz="1267" b="0">
                <ns1:solidFill>
                  <ns1:srgbClr val="647791"/>
                </ns1:solidFill>
                <ns1:latin typeface="Aptos"/>
                <ns1:ea typeface="Aptos"/>
                <ns1:cs typeface="Aptos"/>
              </ns1:defRPr>
            </ns1:lvl6pPr>
            <ns1:lvl7pPr algn="r">
              <ns1:defRPr sz="1267" b="0">
                <ns1:solidFill>
                  <ns1:srgbClr val="647791"/>
                </ns1:solidFill>
                <ns1:latin typeface="Aptos"/>
                <ns1:ea typeface="Aptos"/>
                <ns1:cs typeface="Aptos"/>
              </ns1:defRPr>
            </ns1:lvl7pPr>
            <ns1:lvl8pPr algn="r">
              <ns1:defRPr sz="1267" b="0">
                <ns1:solidFill>
                  <ns1:srgbClr val="647791"/>
                </ns1:solidFill>
                <ns1:latin typeface="Aptos"/>
                <ns1:ea typeface="Aptos"/>
                <ns1:cs typeface="Aptos"/>
              </ns1:defRPr>
            </ns1:lvl8pPr>
            <ns1:lvl9pPr algn="r">
              <ns1:defRPr sz="1267" b="0">
                <ns1:solidFill>
                  <ns1:srgbClr val="647791"/>
                </ns1:solidFill>
                <ns1:latin typeface="Aptos"/>
                <ns1:ea typeface="Aptos"/>
                <ns1:cs typeface="Aptos"/>
              </ns1:defRPr>
            </ns1:lvl9pPr>
          </ns1:lstStyle>
          <ns1:p>
            <ns1:pPr algn="r">
              <ns1:defRPr sz="1267" b="0">
                <ns1:solidFill>
                  <ns1:srgbClr val="647791"/>
                </ns1:solidFill>
                <ns1:latin typeface="Aptos"/>
                <ns1:ea typeface="Aptos"/>
                <ns1:cs typeface="Aptos"/>
              </ns1:defRPr>
            </ns1:pPr>
            <ns1:r>
              <ns1:rPr sz="1267" b="0">
                <ns1:solidFill>
                  <ns1:srgbClr val="647791"/>
                </ns1:solidFill>
                <ns1:latin typeface="Aptos"/>
                <ns1:ea typeface="Aptos"/>
                <ns1:cs typeface="Aptos"/>
              </ns1:rPr>
              <ns1:t>11</ns1:t>
            </ns1:r>
          </ns1:p>
        </ns0:txBody>
      </ns0:sp>
      <ns0:sp>
        <ns0:nvSpPr>
          <ns0:cNvPr id="45" name="Código editable">
            <ns1:extLst>
              <ns1:ext uri="{FF2B5EF4-FFF2-40B4-BE49-F238E27FC236}">
                <ns2:creationId id="{0BF0809F-C997-4AFE-B9DB-8BC022B6B909}"/>
              </ns1:ext>
            </ns1:extLst>
          </ns0:cNvPr>
          <ns0:cNvSpPr>
            <ns1:spLocks noGrp="1"/>
          </ns0:cNvSpPr>
          <ns0:nvPr/>
        </ns0:nvSpPr>
        <ns0:spPr>
          <ns1:xfrm>
            <ns1:off x="1171575" y="4362450"/>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E6EDF7"/>
                </ns1:solidFill>
                <ns1:latin typeface="Menlo"/>
                <ns1:ea typeface="Menlo"/>
                <ns1:cs typeface="Menlo"/>
              </ns1:rPr>
              <ns1:t>  </ns1:t>
            </ns1:r>
            <ns1:r>
              <ns1:rPr sz="1267">
                <ns1:solidFill>
                  <ns1:srgbClr val="E6EDF7"/>
                </ns1:solidFill>
                <ns1:latin typeface="Menlo"/>
                <ns1:ea typeface="Menlo"/>
                <ns1:cs typeface="Menlo"/>
              </ns1:rPr>
              <ns1:t>}</ns1:t>
            </ns1:r>
            <ns1:r>
              <ns1:rPr sz="1267">
                <ns1:solidFill>
                  <ns1:srgbClr val="E6EDF7"/>
                </ns1:solidFill>
                <ns1:latin typeface="Menlo"/>
                <ns1:ea typeface="Menlo"/>
                <ns1:cs typeface="Menlo"/>
              </ns1:rPr>
              <ns1:t>)</ns1:t>
            </ns1:r>
          </ns1:p>
        </ns0:txBody>
      </ns0:sp>
      <ns0:sp>
        <ns0:nvSpPr>
          <ns0:cNvPr id="46" name="">
            <ns1:extLst>
              <ns1:ext uri="{FF2B5EF4-FFF2-40B4-BE49-F238E27FC236}">
                <ns2:creationId id="{B6424621-5B54-4083-BA6F-DFAA8A3A7C72}"/>
              </ns1:ext>
            </ns1:extLst>
          </ns0:cNvPr>
          <ns0:cNvSpPr>
            <ns1:spLocks noGrp="1"/>
          </ns0:cNvSpPr>
          <ns0:nvPr/>
        </ns0:nvSpPr>
        <ns0:spPr>
          <ns1:xfrm>
            <ns1:off x="800100" y="4581525"/>
            <ns1:ext cx="247650" cy="219075"/>
          </ns1:xfrm>
          <ns1:prstGeom prst="rect">
            <ns1:avLst/>
          </ns1:prstGeom>
          <ns1:noFill/>
          <ns1:ln w="0">
            <ns1:noFill/>
            <ns1:prstDash val="solid"/>
          </ns1:ln>
        </ns0:spPr>
        <ns0:txBody>
          <ns1:bodyPr lIns="0" tIns="0" rIns="0" bIns="0" anchor="ctr">
            <ns1:normAutofit fontScale="100000"/>
          </ns1:bodyPr>
          <ns1:lstStyle>
            <ns1:defPPr algn="r">
              <ns1:defRPr sz="1267" b="0">
                <ns1:solidFill>
                  <ns1:srgbClr val="647791"/>
                </ns1:solidFill>
                <ns1:latin typeface="Aptos"/>
                <ns1:ea typeface="Aptos"/>
                <ns1:cs typeface="Aptos"/>
              </ns1:defRPr>
            </ns1:defPPr>
            <ns1:lvl1pPr algn="r">
              <ns1:defRPr sz="1267" b="0">
                <ns1:solidFill>
                  <ns1:srgbClr val="647791"/>
                </ns1:solidFill>
                <ns1:latin typeface="Aptos"/>
                <ns1:ea typeface="Aptos"/>
                <ns1:cs typeface="Aptos"/>
              </ns1:defRPr>
            </ns1:lvl1pPr>
            <ns1:lvl2pPr algn="r">
              <ns1:defRPr sz="1267" b="0">
                <ns1:solidFill>
                  <ns1:srgbClr val="647791"/>
                </ns1:solidFill>
                <ns1:latin typeface="Aptos"/>
                <ns1:ea typeface="Aptos"/>
                <ns1:cs typeface="Aptos"/>
              </ns1:defRPr>
            </ns1:lvl2pPr>
            <ns1:lvl3pPr algn="r">
              <ns1:defRPr sz="1267" b="0">
                <ns1:solidFill>
                  <ns1:srgbClr val="647791"/>
                </ns1:solidFill>
                <ns1:latin typeface="Aptos"/>
                <ns1:ea typeface="Aptos"/>
                <ns1:cs typeface="Aptos"/>
              </ns1:defRPr>
            </ns1:lvl3pPr>
            <ns1:lvl4pPr algn="r">
              <ns1:defRPr sz="1267" b="0">
                <ns1:solidFill>
                  <ns1:srgbClr val="647791"/>
                </ns1:solidFill>
                <ns1:latin typeface="Aptos"/>
                <ns1:ea typeface="Aptos"/>
                <ns1:cs typeface="Aptos"/>
              </ns1:defRPr>
            </ns1:lvl4pPr>
            <ns1:lvl5pPr algn="r">
              <ns1:defRPr sz="1267" b="0">
                <ns1:solidFill>
                  <ns1:srgbClr val="647791"/>
                </ns1:solidFill>
                <ns1:latin typeface="Aptos"/>
                <ns1:ea typeface="Aptos"/>
                <ns1:cs typeface="Aptos"/>
              </ns1:defRPr>
            </ns1:lvl5pPr>
            <ns1:lvl6pPr algn="r">
              <ns1:defRPr sz="1267" b="0">
                <ns1:solidFill>
                  <ns1:srgbClr val="647791"/>
                </ns1:solidFill>
                <ns1:latin typeface="Aptos"/>
                <ns1:ea typeface="Aptos"/>
                <ns1:cs typeface="Aptos"/>
              </ns1:defRPr>
            </ns1:lvl6pPr>
            <ns1:lvl7pPr algn="r">
              <ns1:defRPr sz="1267" b="0">
                <ns1:solidFill>
                  <ns1:srgbClr val="647791"/>
                </ns1:solidFill>
                <ns1:latin typeface="Aptos"/>
                <ns1:ea typeface="Aptos"/>
                <ns1:cs typeface="Aptos"/>
              </ns1:defRPr>
            </ns1:lvl7pPr>
            <ns1:lvl8pPr algn="r">
              <ns1:defRPr sz="1267" b="0">
                <ns1:solidFill>
                  <ns1:srgbClr val="647791"/>
                </ns1:solidFill>
                <ns1:latin typeface="Aptos"/>
                <ns1:ea typeface="Aptos"/>
                <ns1:cs typeface="Aptos"/>
              </ns1:defRPr>
            </ns1:lvl8pPr>
            <ns1:lvl9pPr algn="r">
              <ns1:defRPr sz="1267" b="0">
                <ns1:solidFill>
                  <ns1:srgbClr val="647791"/>
                </ns1:solidFill>
                <ns1:latin typeface="Aptos"/>
                <ns1:ea typeface="Aptos"/>
                <ns1:cs typeface="Aptos"/>
              </ns1:defRPr>
            </ns1:lvl9pPr>
          </ns1:lstStyle>
          <ns1:p>
            <ns1:pPr algn="r">
              <ns1:defRPr sz="1267" b="0">
                <ns1:solidFill>
                  <ns1:srgbClr val="647791"/>
                </ns1:solidFill>
                <ns1:latin typeface="Aptos"/>
                <ns1:ea typeface="Aptos"/>
                <ns1:cs typeface="Aptos"/>
              </ns1:defRPr>
            </ns1:pPr>
            <ns1:r>
              <ns1:rPr sz="1267" b="0">
                <ns1:solidFill>
                  <ns1:srgbClr val="647791"/>
                </ns1:solidFill>
                <ns1:latin typeface="Aptos"/>
                <ns1:ea typeface="Aptos"/>
                <ns1:cs typeface="Aptos"/>
              </ns1:rPr>
              <ns1:t>12</ns1:t>
            </ns1:r>
          </ns1:p>
        </ns0:txBody>
      </ns0:sp>
      <ns0:sp>
        <ns0:nvSpPr>
          <ns0:cNvPr id="47" name="Código editable">
            <ns1:extLst>
              <ns1:ext uri="{FF2B5EF4-FFF2-40B4-BE49-F238E27FC236}">
                <ns2:creationId id="{D4301726-687F-4A1E-8518-8421CFBCEA03}"/>
              </ns1:ext>
            </ns1:extLst>
          </ns0:cNvPr>
          <ns0:cNvSpPr>
            <ns1:spLocks noGrp="1"/>
          </ns0:cNvSpPr>
          <ns0:nvPr/>
        </ns0:nvSpPr>
        <ns0:spPr>
          <ns1:xfrm>
            <ns1:off x="1171575" y="4581525"/>
            <ns1:ext cx="6038850" cy="219075"/>
          </ns1:xfrm>
          <ns1:prstGeom prst="rect">
            <ns1:avLst/>
          </ns1:prstGeom>
          <ns1:noFill/>
          <ns1:ln w="0">
            <ns1:noFill/>
            <ns1:prstDash val="solid"/>
          </ns1:ln>
        </ns0:spPr>
        <ns0:txBody>
          <ns1:bodyPr lIns="0" tIns="0" rIns="0" bIns="0" anchor="ctr">
            <ns1:normAutofit fontScale="100000"/>
          </ns1:bodyPr>
          <ns1:lstStyle>
            <ns1:defPPr algn="l">
              <ns1:defRPr sz="1267">
                <ns1:solidFill>
                  <ns1:srgbClr val="E6EDF7"/>
                </ns1:solidFill>
                <ns1:latin typeface="Menlo"/>
                <ns1:ea typeface="Menlo"/>
                <ns1:cs typeface="Menlo"/>
              </ns1:defRPr>
            </ns1:defPPr>
            <ns1:lvl1pPr algn="l">
              <ns1:defRPr sz="1267">
                <ns1:solidFill>
                  <ns1:srgbClr val="E6EDF7"/>
                </ns1:solidFill>
                <ns1:latin typeface="Menlo"/>
                <ns1:ea typeface="Menlo"/>
                <ns1:cs typeface="Menlo"/>
              </ns1:defRPr>
            </ns1:lvl1pPr>
            <ns1:lvl2pPr algn="l">
              <ns1:defRPr sz="1267">
                <ns1:solidFill>
                  <ns1:srgbClr val="E6EDF7"/>
                </ns1:solidFill>
                <ns1:latin typeface="Menlo"/>
                <ns1:ea typeface="Menlo"/>
                <ns1:cs typeface="Menlo"/>
              </ns1:defRPr>
            </ns1:lvl2pPr>
            <ns1:lvl3pPr algn="l">
              <ns1:defRPr sz="1267">
                <ns1:solidFill>
                  <ns1:srgbClr val="E6EDF7"/>
                </ns1:solidFill>
                <ns1:latin typeface="Menlo"/>
                <ns1:ea typeface="Menlo"/>
                <ns1:cs typeface="Menlo"/>
              </ns1:defRPr>
            </ns1:lvl3pPr>
            <ns1:lvl4pPr algn="l">
              <ns1:defRPr sz="1267">
                <ns1:solidFill>
                  <ns1:srgbClr val="E6EDF7"/>
                </ns1:solidFill>
                <ns1:latin typeface="Menlo"/>
                <ns1:ea typeface="Menlo"/>
                <ns1:cs typeface="Menlo"/>
              </ns1:defRPr>
            </ns1:lvl4pPr>
            <ns1:lvl5pPr algn="l">
              <ns1:defRPr sz="1267">
                <ns1:solidFill>
                  <ns1:srgbClr val="E6EDF7"/>
                </ns1:solidFill>
                <ns1:latin typeface="Menlo"/>
                <ns1:ea typeface="Menlo"/>
                <ns1:cs typeface="Menlo"/>
              </ns1:defRPr>
            </ns1:lvl5pPr>
            <ns1:lvl6pPr algn="l">
              <ns1:defRPr sz="1267">
                <ns1:solidFill>
                  <ns1:srgbClr val="E6EDF7"/>
                </ns1:solidFill>
                <ns1:latin typeface="Menlo"/>
                <ns1:ea typeface="Menlo"/>
                <ns1:cs typeface="Menlo"/>
              </ns1:defRPr>
            </ns1:lvl6pPr>
            <ns1:lvl7pPr algn="l">
              <ns1:defRPr sz="1267">
                <ns1:solidFill>
                  <ns1:srgbClr val="E6EDF7"/>
                </ns1:solidFill>
                <ns1:latin typeface="Menlo"/>
                <ns1:ea typeface="Menlo"/>
                <ns1:cs typeface="Menlo"/>
              </ns1:defRPr>
            </ns1:lvl7pPr>
            <ns1:lvl8pPr algn="l">
              <ns1:defRPr sz="1267">
                <ns1:solidFill>
                  <ns1:srgbClr val="E6EDF7"/>
                </ns1:solidFill>
                <ns1:latin typeface="Menlo"/>
                <ns1:ea typeface="Menlo"/>
                <ns1:cs typeface="Menlo"/>
              </ns1:defRPr>
            </ns1:lvl8pPr>
            <ns1:lvl9pPr algn="l">
              <ns1:defRPr sz="1267">
                <ns1:solidFill>
                  <ns1:srgbClr val="E6EDF7"/>
                </ns1:solidFill>
                <ns1:latin typeface="Menlo"/>
                <ns1:ea typeface="Menlo"/>
                <ns1:cs typeface="Menlo"/>
              </ns1:defRPr>
            </ns1:lvl9pPr>
          </ns1:lstStyle>
          <ns1:p>
            <ns1:pPr algn="l">
              <ns1:defRPr sz="1267">
                <ns1:solidFill>
                  <ns1:srgbClr val="E6EDF7"/>
                </ns1:solidFill>
                <ns1:latin typeface="Menlo"/>
                <ns1:ea typeface="Menlo"/>
                <ns1:cs typeface="Menlo"/>
              </ns1:defRPr>
            </ns1:pPr>
            <ns1:r>
              <ns1:rPr sz="1267">
                <ns1:solidFill>
                  <ns1:srgbClr val="E6EDF7"/>
                </ns1:solidFill>
                <ns1:latin typeface="Menlo"/>
                <ns1:ea typeface="Menlo"/>
                <ns1:cs typeface="Menlo"/>
              </ns1:rPr>
              <ns1:t>}</ns1:t>
            </ns1:r>
          </ns1:p>
        </ns0:txBody>
      </ns0:sp>
      <ns0:sp>
        <ns0:nvSpPr>
          <ns0:cNvPr id="48" name="">
            <ns1:extLst>
              <ns1:ext uri="{FF2B5EF4-FFF2-40B4-BE49-F238E27FC236}">
                <ns2:creationId id="{453DE2A0-71CA-4E59-8152-D50822BC1D24}"/>
              </ns1:ext>
            </ns1:extLst>
          </ns0:cNvPr>
          <ns0:cNvSpPr>
            <ns1:spLocks noGrp="1"/>
          </ns0:cNvSpPr>
          <ns0:nvPr/>
        </ns0:nvSpPr>
        <ns0:spPr>
          <ns1:xfrm>
            <ns1:off x="7905750" y="1809750"/>
            <ns1:ext cx="3190875" cy="1143000"/>
          </ns1:xfrm>
          <ns1:prstGeom prst="roundRect">
            <ns1:avLst>
              <ns1:gd name="adj" fmla="val 6667"/>
            </ns1:avLst>
          </ns1:prstGeom>
          <ns1:solidFill>
            <ns1:srgbClr val="FFFFFF"/>
          </ns1:solidFill>
          <ns1:ln w="9525">
            <ns1:solidFill>
              <ns1:srgbClr val="DCE3ED"/>
            </ns1:solidFill>
            <ns1:prstDash val="solid"/>
          </ns1:ln>
        </ns0:spPr>
      </ns0:sp>
      <ns0:sp>
        <ns0:nvSpPr>
          <ns0:cNvPr id="49" name="">
            <ns1:extLst>
              <ns1:ext uri="{FF2B5EF4-FFF2-40B4-BE49-F238E27FC236}">
                <ns2:creationId id="{3C52C59F-977B-4289-9B85-CA8533306A17}"/>
              </ns1:ext>
            </ns1:extLst>
          </ns0:cNvPr>
          <ns0:cNvSpPr>
            <ns1:spLocks noGrp="1"/>
          </ns0:cNvSpPr>
          <ns0:nvPr/>
        </ns0:nvSpPr>
        <ns0:spPr>
          <ns1:xfrm>
            <ns1:off x="7905750" y="1809750"/>
            <ns1:ext cx="76200" cy="1143000"/>
          </ns1:xfrm>
          <ns1:prstGeom prst="roundRect">
            <ns1:avLst>
              <ns1:gd name="adj" fmla="val 50000"/>
            </ns1:avLst>
          </ns1:prstGeom>
          <ns1:solidFill>
            <ns1:srgbClr val="22B8A8"/>
          </ns1:solidFill>
          <ns1:ln w="0">
            <ns1:noFill/>
            <ns1:prstDash val="solid"/>
          </ns1:ln>
        </ns0:spPr>
      </ns0:sp>
      <ns0:sp>
        <ns0:nvSpPr>
          <ns0:cNvPr id="50" name="">
            <ns1:extLst>
              <ns1:ext uri="{FF2B5EF4-FFF2-40B4-BE49-F238E27FC236}">
                <ns2:creationId id="{02B0F75C-4E22-4794-9B95-3A74C82D3247}"/>
              </ns1:ext>
            </ns1:extLst>
          </ns0:cNvPr>
          <ns0:cNvSpPr>
            <ns1:spLocks noGrp="1"/>
          </ns0:cNvSpPr>
          <ns0:nvPr/>
        </ns0:nvSpPr>
        <ns0:spPr>
          <ns1:xfrm>
            <ns1:off x="8048625" y="1933575"/>
            <ns1:ext cx="266700" cy="266700"/>
          </ns1:xfrm>
          <ns1:prstGeom prst="ellipse">
            <ns1:avLst/>
          </ns1:prstGeom>
          <ns1:solidFill>
            <ns1:srgbClr val="22B8A8"/>
          </ns1:solidFill>
          <ns1:ln w="0">
            <ns1:noFill/>
            <ns1:prstDash val="solid"/>
          </ns1:ln>
        </ns0:spPr>
      </ns0:sp>
      <ns0:sp>
        <ns0:nvSpPr>
          <ns0:cNvPr id="51" name="">
            <ns1:extLst>
              <ns1:ext uri="{FF2B5EF4-FFF2-40B4-BE49-F238E27FC236}">
                <ns2:creationId id="{DE580289-CD92-4B16-8D0A-F643D0D4E910}"/>
              </ns1:ext>
            </ns1:extLst>
          </ns0:cNvPr>
          <ns0:cNvSpPr>
            <ns1:spLocks noGrp="1"/>
          </ns0:cNvSpPr>
          <ns0:nvPr/>
        </ns0:nvSpPr>
        <ns0:spPr>
          <ns1:xfrm>
            <ns1:off x="8048625" y="1933575"/>
            <ns1:ext cx="266700" cy="266700"/>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FFFFFF"/>
                </ns1:solidFill>
                <ns1:latin typeface="Aptos"/>
                <ns1:ea typeface="Aptos"/>
                <ns1:cs typeface="Aptos"/>
              </ns1:defRPr>
            </ns1:defPPr>
            <ns1:lvl1pPr algn="ctr">
              <ns1:defRPr sz="1125" b="1">
                <ns1:solidFill>
                  <ns1:srgbClr val="FFFFFF"/>
                </ns1:solidFill>
                <ns1:latin typeface="Aptos"/>
                <ns1:ea typeface="Aptos"/>
                <ns1:cs typeface="Aptos"/>
              </ns1:defRPr>
            </ns1:lvl1pPr>
            <ns1:lvl2pPr algn="ctr">
              <ns1:defRPr sz="1125" b="1">
                <ns1:solidFill>
                  <ns1:srgbClr val="FFFFFF"/>
                </ns1:solidFill>
                <ns1:latin typeface="Aptos"/>
                <ns1:ea typeface="Aptos"/>
                <ns1:cs typeface="Aptos"/>
              </ns1:defRPr>
            </ns1:lvl2pPr>
            <ns1:lvl3pPr algn="ctr">
              <ns1:defRPr sz="1125" b="1">
                <ns1:solidFill>
                  <ns1:srgbClr val="FFFFFF"/>
                </ns1:solidFill>
                <ns1:latin typeface="Aptos"/>
                <ns1:ea typeface="Aptos"/>
                <ns1:cs typeface="Aptos"/>
              </ns1:defRPr>
            </ns1:lvl3pPr>
            <ns1:lvl4pPr algn="ctr">
              <ns1:defRPr sz="1125" b="1">
                <ns1:solidFill>
                  <ns1:srgbClr val="FFFFFF"/>
                </ns1:solidFill>
                <ns1:latin typeface="Aptos"/>
                <ns1:ea typeface="Aptos"/>
                <ns1:cs typeface="Aptos"/>
              </ns1:defRPr>
            </ns1:lvl4pPr>
            <ns1:lvl5pPr algn="ctr">
              <ns1:defRPr sz="1125" b="1">
                <ns1:solidFill>
                  <ns1:srgbClr val="FFFFFF"/>
                </ns1:solidFill>
                <ns1:latin typeface="Aptos"/>
                <ns1:ea typeface="Aptos"/>
                <ns1:cs typeface="Aptos"/>
              </ns1:defRPr>
            </ns1:lvl5pPr>
            <ns1:lvl6pPr algn="ctr">
              <ns1:defRPr sz="1125" b="1">
                <ns1:solidFill>
                  <ns1:srgbClr val="FFFFFF"/>
                </ns1:solidFill>
                <ns1:latin typeface="Aptos"/>
                <ns1:ea typeface="Aptos"/>
                <ns1:cs typeface="Aptos"/>
              </ns1:defRPr>
            </ns1:lvl6pPr>
            <ns1:lvl7pPr algn="ctr">
              <ns1:defRPr sz="1125" b="1">
                <ns1:solidFill>
                  <ns1:srgbClr val="FFFFFF"/>
                </ns1:solidFill>
                <ns1:latin typeface="Aptos"/>
                <ns1:ea typeface="Aptos"/>
                <ns1:cs typeface="Aptos"/>
              </ns1:defRPr>
            </ns1:lvl7pPr>
            <ns1:lvl8pPr algn="ctr">
              <ns1:defRPr sz="1125" b="1">
                <ns1:solidFill>
                  <ns1:srgbClr val="FFFFFF"/>
                </ns1:solidFill>
                <ns1:latin typeface="Aptos"/>
                <ns1:ea typeface="Aptos"/>
                <ns1:cs typeface="Aptos"/>
              </ns1:defRPr>
            </ns1:lvl8pPr>
            <ns1:lvl9pPr algn="ctr">
              <ns1:defRPr sz="1125" b="1">
                <ns1:solidFill>
                  <ns1:srgbClr val="FFFFFF"/>
                </ns1:solidFill>
                <ns1:latin typeface="Aptos"/>
                <ns1:ea typeface="Aptos"/>
                <ns1:cs typeface="Aptos"/>
              </ns1:defRPr>
            </ns1:lvl9pPr>
          </ns1:lstStyle>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1</ns1:t>
            </ns1:r>
          </ns1:p>
        </ns0:txBody>
      </ns0:sp>
      <ns0:sp>
        <ns0:nvSpPr>
          <ns0:cNvPr id="52" name="">
            <ns1:extLst>
              <ns1:ext uri="{FF2B5EF4-FFF2-40B4-BE49-F238E27FC236}">
                <ns2:creationId id="{0BE1FAD9-61AB-4F48-8DA6-96B1AD6BFA01}"/>
              </ns1:ext>
            </ns1:extLst>
          </ns0:cNvPr>
          <ns0:cNvSpPr>
            <ns1:spLocks noGrp="1"/>
          </ns0:cNvSpPr>
          <ns0:nvPr/>
        </ns0:nvSpPr>
        <ns0:spPr>
          <ns1:xfrm>
            <ns1:off x="8401050" y="1924050"/>
            <ns1:ext cx="2562225"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2B8A8"/>
                </ns1:solidFill>
                <ns1:latin typeface="Aptos"/>
                <ns1:ea typeface="Aptos"/>
                <ns1:cs typeface="Aptos"/>
              </ns1:defRPr>
            </ns1:defPPr>
            <ns1:lvl1pPr algn="l">
              <ns1:defRPr sz="1425" b="1">
                <ns1:solidFill>
                  <ns1:srgbClr val="22B8A8"/>
                </ns1:solidFill>
                <ns1:latin typeface="Aptos"/>
                <ns1:ea typeface="Aptos"/>
                <ns1:cs typeface="Aptos"/>
              </ns1:defRPr>
            </ns1:lvl1pPr>
            <ns1:lvl2pPr algn="l">
              <ns1:defRPr sz="1425" b="1">
                <ns1:solidFill>
                  <ns1:srgbClr val="22B8A8"/>
                </ns1:solidFill>
                <ns1:latin typeface="Aptos"/>
                <ns1:ea typeface="Aptos"/>
                <ns1:cs typeface="Aptos"/>
              </ns1:defRPr>
            </ns1:lvl2pPr>
            <ns1:lvl3pPr algn="l">
              <ns1:defRPr sz="1425" b="1">
                <ns1:solidFill>
                  <ns1:srgbClr val="22B8A8"/>
                </ns1:solidFill>
                <ns1:latin typeface="Aptos"/>
                <ns1:ea typeface="Aptos"/>
                <ns1:cs typeface="Aptos"/>
              </ns1:defRPr>
            </ns1:lvl3pPr>
            <ns1:lvl4pPr algn="l">
              <ns1:defRPr sz="1425" b="1">
                <ns1:solidFill>
                  <ns1:srgbClr val="22B8A8"/>
                </ns1:solidFill>
                <ns1:latin typeface="Aptos"/>
                <ns1:ea typeface="Aptos"/>
                <ns1:cs typeface="Aptos"/>
              </ns1:defRPr>
            </ns1:lvl4pPr>
            <ns1:lvl5pPr algn="l">
              <ns1:defRPr sz="1425" b="1">
                <ns1:solidFill>
                  <ns1:srgbClr val="22B8A8"/>
                </ns1:solidFill>
                <ns1:latin typeface="Aptos"/>
                <ns1:ea typeface="Aptos"/>
                <ns1:cs typeface="Aptos"/>
              </ns1:defRPr>
            </ns1:lvl5pPr>
            <ns1:lvl6pPr algn="l">
              <ns1:defRPr sz="1425" b="1">
                <ns1:solidFill>
                  <ns1:srgbClr val="22B8A8"/>
                </ns1:solidFill>
                <ns1:latin typeface="Aptos"/>
                <ns1:ea typeface="Aptos"/>
                <ns1:cs typeface="Aptos"/>
              </ns1:defRPr>
            </ns1:lvl6pPr>
            <ns1:lvl7pPr algn="l">
              <ns1:defRPr sz="1425" b="1">
                <ns1:solidFill>
                  <ns1:srgbClr val="22B8A8"/>
                </ns1:solidFill>
                <ns1:latin typeface="Aptos"/>
                <ns1:ea typeface="Aptos"/>
                <ns1:cs typeface="Aptos"/>
              </ns1:defRPr>
            </ns1:lvl7pPr>
            <ns1:lvl8pPr algn="l">
              <ns1:defRPr sz="1425" b="1">
                <ns1:solidFill>
                  <ns1:srgbClr val="22B8A8"/>
                </ns1:solidFill>
                <ns1:latin typeface="Aptos"/>
                <ns1:ea typeface="Aptos"/>
                <ns1:cs typeface="Aptos"/>
              </ns1:defRPr>
            </ns1:lvl8pPr>
            <ns1:lvl9pPr algn="l">
              <ns1:defRPr sz="1425" b="1">
                <ns1:solidFill>
                  <ns1:srgbClr val="22B8A8"/>
                </ns1:solidFill>
                <ns1:latin typeface="Aptos"/>
                <ns1:ea typeface="Aptos"/>
                <ns1:cs typeface="Aptos"/>
              </ns1:defRPr>
            </ns1:lvl9pPr>
          </ns1:lstStyle>
          <ns1:p>
            <ns1:pPr algn="l">
              <ns1:defRPr sz="1425" b="1">
                <ns1:solidFill>
                  <ns1:srgbClr val="22B8A8"/>
                </ns1:solidFill>
                <ns1:latin typeface="Aptos"/>
                <ns1:ea typeface="Aptos"/>
                <ns1:cs typeface="Aptos"/>
              </ns1:defRPr>
            </ns1:pPr>
            <ns1:r>
              <ns1:rPr sz="1425" b="1">
                <ns1:solidFill>
                  <ns1:srgbClr val="22B8A8"/>
                </ns1:solidFill>
                <ns1:latin typeface="Aptos"/>
                <ns1:ea typeface="Aptos"/>
                <ns1:cs typeface="Aptos"/>
              </ns1:rPr>
              <ns1:t>Mismo orden</ns1:t>
            </ns1:r>
          </ns1:p>
        </ns0:txBody>
      </ns0:sp>
      <ns0:sp>
        <ns0:nvSpPr>
          <ns0:cNvPr id="53" name="">
            <ns1:extLst>
              <ns1:ext uri="{FF2B5EF4-FFF2-40B4-BE49-F238E27FC236}">
                <ns2:creationId id="{E5476891-D003-4AC5-B084-EAF2707A814A}"/>
              </ns1:ext>
            </ns1:extLst>
          </ns0:cNvPr>
          <ns0:cNvSpPr>
            <ns1:spLocks noGrp="1"/>
          </ns0:cNvSpPr>
          <ns0:nvPr/>
        </ns0:nvSpPr>
        <ns0:spPr>
          <ns1:xfrm>
            <ns1:off x="8115300" y="2286000"/>
            <ns1:ext cx="2790825" cy="59055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Así, los mismos datos producen el mismo texto para firmar.</ns1:t>
            </ns1:r>
          </ns1:p>
        </ns0:txBody>
      </ns0:sp>
      <ns0:sp>
        <ns0:nvSpPr>
          <ns0:cNvPr id="54" name="">
            <ns1:extLst>
              <ns1:ext uri="{FF2B5EF4-FFF2-40B4-BE49-F238E27FC236}">
                <ns2:creationId id="{3367A25D-BC77-402D-A514-1495268F0756}"/>
              </ns1:ext>
            </ns1:extLst>
          </ns0:cNvPr>
          <ns0:cNvSpPr>
            <ns1:spLocks noGrp="1"/>
          </ns0:cNvSpPr>
          <ns0:nvPr/>
        </ns0:nvSpPr>
        <ns0:spPr>
          <ns1:xfrm>
            <ns1:off x="7905750" y="3286125"/>
            <ns1:ext cx="3190875" cy="1143000"/>
          </ns1:xfrm>
          <ns1:prstGeom prst="roundRect">
            <ns1:avLst>
              <ns1:gd name="adj" fmla="val 6667"/>
            </ns1:avLst>
          </ns1:prstGeom>
          <ns1:solidFill>
            <ns1:srgbClr val="FFFFFF"/>
          </ns1:solidFill>
          <ns1:ln w="9525">
            <ns1:solidFill>
              <ns1:srgbClr val="DCE3ED"/>
            </ns1:solidFill>
            <ns1:prstDash val="solid"/>
          </ns1:ln>
        </ns0:spPr>
      </ns0:sp>
      <ns0:sp>
        <ns0:nvSpPr>
          <ns0:cNvPr id="55" name="">
            <ns1:extLst>
              <ns1:ext uri="{FF2B5EF4-FFF2-40B4-BE49-F238E27FC236}">
                <ns2:creationId id="{AC1239B2-3FA7-4652-AF5E-6414EB90AE27}"/>
              </ns1:ext>
            </ns1:extLst>
          </ns0:cNvPr>
          <ns0:cNvSpPr>
            <ns1:spLocks noGrp="1"/>
          </ns0:cNvSpPr>
          <ns0:nvPr/>
        </ns0:nvSpPr>
        <ns0:spPr>
          <ns1:xfrm>
            <ns1:off x="7905750" y="3286125"/>
            <ns1:ext cx="76200" cy="1143000"/>
          </ns1:xfrm>
          <ns1:prstGeom prst="roundRect">
            <ns1:avLst>
              <ns1:gd name="adj" fmla="val 50000"/>
            </ns1:avLst>
          </ns1:prstGeom>
          <ns1:solidFill>
            <ns1:srgbClr val="2846A0"/>
          </ns1:solidFill>
          <ns1:ln w="0">
            <ns1:noFill/>
            <ns1:prstDash val="solid"/>
          </ns1:ln>
        </ns0:spPr>
      </ns0:sp>
      <ns0:sp>
        <ns0:nvSpPr>
          <ns0:cNvPr id="56" name="">
            <ns1:extLst>
              <ns1:ext uri="{FF2B5EF4-FFF2-40B4-BE49-F238E27FC236}">
                <ns2:creationId id="{0939D839-318E-4660-A42F-98DC2A560512}"/>
              </ns1:ext>
            </ns1:extLst>
          </ns0:cNvPr>
          <ns0:cNvSpPr>
            <ns1:spLocks noGrp="1"/>
          </ns0:cNvSpPr>
          <ns0:nvPr/>
        </ns0:nvSpPr>
        <ns0:spPr>
          <ns1:xfrm>
            <ns1:off x="8048625" y="3409950"/>
            <ns1:ext cx="266700" cy="266700"/>
          </ns1:xfrm>
          <ns1:prstGeom prst="ellipse">
            <ns1:avLst/>
          </ns1:prstGeom>
          <ns1:solidFill>
            <ns1:srgbClr val="2846A0"/>
          </ns1:solidFill>
          <ns1:ln w="0">
            <ns1:noFill/>
            <ns1:prstDash val="solid"/>
          </ns1:ln>
        </ns0:spPr>
      </ns0:sp>
      <ns0:sp>
        <ns0:nvSpPr>
          <ns0:cNvPr id="57" name="">
            <ns1:extLst>
              <ns1:ext uri="{FF2B5EF4-FFF2-40B4-BE49-F238E27FC236}">
                <ns2:creationId id="{24F04CAD-F1A2-4BCD-BE7F-011A2E4E2FDB}"/>
              </ns1:ext>
            </ns1:extLst>
          </ns0:cNvPr>
          <ns0:cNvSpPr>
            <ns1:spLocks noGrp="1"/>
          </ns0:cNvSpPr>
          <ns0:nvPr/>
        </ns0:nvSpPr>
        <ns0:spPr>
          <ns1:xfrm>
            <ns1:off x="8048625" y="3409950"/>
            <ns1:ext cx="266700" cy="266700"/>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FFFFFF"/>
                </ns1:solidFill>
                <ns1:latin typeface="Aptos"/>
                <ns1:ea typeface="Aptos"/>
                <ns1:cs typeface="Aptos"/>
              </ns1:defRPr>
            </ns1:defPPr>
            <ns1:lvl1pPr algn="ctr">
              <ns1:defRPr sz="1125" b="1">
                <ns1:solidFill>
                  <ns1:srgbClr val="FFFFFF"/>
                </ns1:solidFill>
                <ns1:latin typeface="Aptos"/>
                <ns1:ea typeface="Aptos"/>
                <ns1:cs typeface="Aptos"/>
              </ns1:defRPr>
            </ns1:lvl1pPr>
            <ns1:lvl2pPr algn="ctr">
              <ns1:defRPr sz="1125" b="1">
                <ns1:solidFill>
                  <ns1:srgbClr val="FFFFFF"/>
                </ns1:solidFill>
                <ns1:latin typeface="Aptos"/>
                <ns1:ea typeface="Aptos"/>
                <ns1:cs typeface="Aptos"/>
              </ns1:defRPr>
            </ns1:lvl2pPr>
            <ns1:lvl3pPr algn="ctr">
              <ns1:defRPr sz="1125" b="1">
                <ns1:solidFill>
                  <ns1:srgbClr val="FFFFFF"/>
                </ns1:solidFill>
                <ns1:latin typeface="Aptos"/>
                <ns1:ea typeface="Aptos"/>
                <ns1:cs typeface="Aptos"/>
              </ns1:defRPr>
            </ns1:lvl3pPr>
            <ns1:lvl4pPr algn="ctr">
              <ns1:defRPr sz="1125" b="1">
                <ns1:solidFill>
                  <ns1:srgbClr val="FFFFFF"/>
                </ns1:solidFill>
                <ns1:latin typeface="Aptos"/>
                <ns1:ea typeface="Aptos"/>
                <ns1:cs typeface="Aptos"/>
              </ns1:defRPr>
            </ns1:lvl4pPr>
            <ns1:lvl5pPr algn="ctr">
              <ns1:defRPr sz="1125" b="1">
                <ns1:solidFill>
                  <ns1:srgbClr val="FFFFFF"/>
                </ns1:solidFill>
                <ns1:latin typeface="Aptos"/>
                <ns1:ea typeface="Aptos"/>
                <ns1:cs typeface="Aptos"/>
              </ns1:defRPr>
            </ns1:lvl5pPr>
            <ns1:lvl6pPr algn="ctr">
              <ns1:defRPr sz="1125" b="1">
                <ns1:solidFill>
                  <ns1:srgbClr val="FFFFFF"/>
                </ns1:solidFill>
                <ns1:latin typeface="Aptos"/>
                <ns1:ea typeface="Aptos"/>
                <ns1:cs typeface="Aptos"/>
              </ns1:defRPr>
            </ns1:lvl6pPr>
            <ns1:lvl7pPr algn="ctr">
              <ns1:defRPr sz="1125" b="1">
                <ns1:solidFill>
                  <ns1:srgbClr val="FFFFFF"/>
                </ns1:solidFill>
                <ns1:latin typeface="Aptos"/>
                <ns1:ea typeface="Aptos"/>
                <ns1:cs typeface="Aptos"/>
              </ns1:defRPr>
            </ns1:lvl7pPr>
            <ns1:lvl8pPr algn="ctr">
              <ns1:defRPr sz="1125" b="1">
                <ns1:solidFill>
                  <ns1:srgbClr val="FFFFFF"/>
                </ns1:solidFill>
                <ns1:latin typeface="Aptos"/>
                <ns1:ea typeface="Aptos"/>
                <ns1:cs typeface="Aptos"/>
              </ns1:defRPr>
            </ns1:lvl8pPr>
            <ns1:lvl9pPr algn="ctr">
              <ns1:defRPr sz="1125" b="1">
                <ns1:solidFill>
                  <ns1:srgbClr val="FFFFFF"/>
                </ns1:solidFill>
                <ns1:latin typeface="Aptos"/>
                <ns1:ea typeface="Aptos"/>
                <ns1:cs typeface="Aptos"/>
              </ns1:defRPr>
            </ns1:lvl9pPr>
          </ns1:lstStyle>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2</ns1:t>
            </ns1:r>
          </ns1:p>
        </ns0:txBody>
      </ns0:sp>
      <ns0:sp>
        <ns0:nvSpPr>
          <ns0:cNvPr id="58" name="">
            <ns1:extLst>
              <ns1:ext uri="{FF2B5EF4-FFF2-40B4-BE49-F238E27FC236}">
                <ns2:creationId id="{963EA44C-8E91-468A-B66B-44F15A2958CB}"/>
              </ns1:ext>
            </ns1:extLst>
          </ns0:cNvPr>
          <ns0:cNvSpPr>
            <ns1:spLocks noGrp="1"/>
          </ns0:cNvSpPr>
          <ns0:nvPr/>
        </ns0:nvSpPr>
        <ns0:spPr>
          <ns1:xfrm>
            <ns1:off x="8401050" y="3400425"/>
            <ns1:ext cx="2562225"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846A0"/>
                </ns1:solidFill>
                <ns1:latin typeface="Aptos"/>
                <ns1:ea typeface="Aptos"/>
                <ns1:cs typeface="Aptos"/>
              </ns1:defRPr>
            </ns1:defPPr>
            <ns1:lvl1pPr algn="l">
              <ns1:defRPr sz="1425" b="1">
                <ns1:solidFill>
                  <ns1:srgbClr val="2846A0"/>
                </ns1:solidFill>
                <ns1:latin typeface="Aptos"/>
                <ns1:ea typeface="Aptos"/>
                <ns1:cs typeface="Aptos"/>
              </ns1:defRPr>
            </ns1:lvl1pPr>
            <ns1:lvl2pPr algn="l">
              <ns1:defRPr sz="1425" b="1">
                <ns1:solidFill>
                  <ns1:srgbClr val="2846A0"/>
                </ns1:solidFill>
                <ns1:latin typeface="Aptos"/>
                <ns1:ea typeface="Aptos"/>
                <ns1:cs typeface="Aptos"/>
              </ns1:defRPr>
            </ns1:lvl2pPr>
            <ns1:lvl3pPr algn="l">
              <ns1:defRPr sz="1425" b="1">
                <ns1:solidFill>
                  <ns1:srgbClr val="2846A0"/>
                </ns1:solidFill>
                <ns1:latin typeface="Aptos"/>
                <ns1:ea typeface="Aptos"/>
                <ns1:cs typeface="Aptos"/>
              </ns1:defRPr>
            </ns1:lvl3pPr>
            <ns1:lvl4pPr algn="l">
              <ns1:defRPr sz="1425" b="1">
                <ns1:solidFill>
                  <ns1:srgbClr val="2846A0"/>
                </ns1:solidFill>
                <ns1:latin typeface="Aptos"/>
                <ns1:ea typeface="Aptos"/>
                <ns1:cs typeface="Aptos"/>
              </ns1:defRPr>
            </ns1:lvl4pPr>
            <ns1:lvl5pPr algn="l">
              <ns1:defRPr sz="1425" b="1">
                <ns1:solidFill>
                  <ns1:srgbClr val="2846A0"/>
                </ns1:solidFill>
                <ns1:latin typeface="Aptos"/>
                <ns1:ea typeface="Aptos"/>
                <ns1:cs typeface="Aptos"/>
              </ns1:defRPr>
            </ns1:lvl5pPr>
            <ns1:lvl6pPr algn="l">
              <ns1:defRPr sz="1425" b="1">
                <ns1:solidFill>
                  <ns1:srgbClr val="2846A0"/>
                </ns1:solidFill>
                <ns1:latin typeface="Aptos"/>
                <ns1:ea typeface="Aptos"/>
                <ns1:cs typeface="Aptos"/>
              </ns1:defRPr>
            </ns1:lvl6pPr>
            <ns1:lvl7pPr algn="l">
              <ns1:defRPr sz="1425" b="1">
                <ns1:solidFill>
                  <ns1:srgbClr val="2846A0"/>
                </ns1:solidFill>
                <ns1:latin typeface="Aptos"/>
                <ns1:ea typeface="Aptos"/>
                <ns1:cs typeface="Aptos"/>
              </ns1:defRPr>
            </ns1:lvl7pPr>
            <ns1:lvl8pPr algn="l">
              <ns1:defRPr sz="1425" b="1">
                <ns1:solidFill>
                  <ns1:srgbClr val="2846A0"/>
                </ns1:solidFill>
                <ns1:latin typeface="Aptos"/>
                <ns1:ea typeface="Aptos"/>
                <ns1:cs typeface="Aptos"/>
              </ns1:defRPr>
            </ns1:lvl8pPr>
            <ns1:lvl9pPr algn="l">
              <ns1:defRPr sz="1425" b="1">
                <ns1:solidFill>
                  <ns1:srgbClr val="2846A0"/>
                </ns1:solidFill>
                <ns1:latin typeface="Aptos"/>
                <ns1:ea typeface="Aptos"/>
                <ns1:cs typeface="Aptos"/>
              </ns1:defRPr>
            </ns1:lvl9pPr>
          </ns1:lstStyle>
          <ns1:p>
            <ns1:pPr algn="l">
              <ns1:defRPr sz="1425" b="1">
                <ns1:solidFill>
                  <ns1:srgbClr val="2846A0"/>
                </ns1:solidFill>
                <ns1:latin typeface="Aptos"/>
                <ns1:ea typeface="Aptos"/>
                <ns1:cs typeface="Aptos"/>
              </ns1:defRPr>
            </ns1:pPr>
            <ns1:r>
              <ns1:rPr sz="1425" b="1">
                <ns1:solidFill>
                  <ns1:srgbClr val="2846A0"/>
                </ns1:solidFill>
                <ns1:latin typeface="Aptos"/>
                <ns1:ea typeface="Aptos"/>
                <ns1:cs typeface="Aptos"/>
              </ns1:rPr>
              <ns1:t>Datos incluidos</ns1:t>
            </ns1:r>
          </ns1:p>
        </ns0:txBody>
      </ns0:sp>
      <ns0:sp>
        <ns0:nvSpPr>
          <ns0:cNvPr id="59" name="">
            <ns1:extLst>
              <ns1:ext uri="{FF2B5EF4-FFF2-40B4-BE49-F238E27FC236}">
                <ns2:creationId id="{7B61B101-0F17-4999-AD8A-FF46DFF8339B}"/>
              </ns1:ext>
            </ns1:extLst>
          </ns0:cNvPr>
          <ns0:cNvSpPr>
            <ns1:spLocks noGrp="1"/>
          </ns0:cNvSpPr>
          <ns0:nvPr/>
        </ns0:nvSpPr>
        <ns0:spPr>
          <ns1:xfrm>
            <ns1:off x="8115300" y="3762375"/>
            <ns1:ext cx="2790825" cy="59055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Titular, contenido, tipo, emisor y fechas.</ns1:t>
            </ns1:r>
          </ns1:p>
        </ns0:txBody>
      </ns0:sp>
      <ns0:sp>
        <ns0:nvSpPr>
          <ns0:cNvPr id="60" name="">
            <ns1:extLst>
              <ns1:ext uri="{FF2B5EF4-FFF2-40B4-BE49-F238E27FC236}">
                <ns2:creationId id="{E9B8444C-4352-4ADD-A924-66E4474EF2AC}"/>
              </ns1:ext>
            </ns1:extLst>
          </ns0:cNvPr>
          <ns0:cNvSpPr>
            <ns1:spLocks noGrp="1"/>
          </ns0:cNvSpPr>
          <ns0:nvPr/>
        </ns0:nvSpPr>
        <ns0:spPr>
          <ns1:xfrm>
            <ns1:off x="10797159" y="3575304"/>
            <ns1:ext cx="103632" cy="103632"/>
          </ns1:xfrm>
          <ns1:prstGeom prst="ellipse">
            <ns1:avLst/>
          </ns1:prstGeom>
          <ns1:solidFill>
            <ns1:srgbClr val="2846A0"/>
          </ns1:solidFill>
          <ns1:ln w="0">
            <ns1:noFill/>
            <ns1:prstDash val="solid"/>
          </ns1:ln>
        </ns0:spPr>
      </ns0:sp>
      <ns0:sp>
        <ns0:nvSpPr>
          <ns0:cNvPr id="61" name="">
            <ns1:extLst>
              <ns1:ext uri="{FF2B5EF4-FFF2-40B4-BE49-F238E27FC236}">
                <ns2:creationId id="{06BB6453-5366-4353-A3DD-4B30950A8C10}"/>
              </ns1:ext>
            </ns1:extLst>
          </ns0:cNvPr>
          <ns0:cNvSpPr>
            <ns1:spLocks noGrp="1"/>
          </ns0:cNvSpPr>
          <ns0:nvPr/>
        </ns0:nvSpPr>
        <ns0:spPr>
          <ns1:xfrm>
            <ns1:off x="10729151" y="3698367"/>
            <ns1:ext cx="239649" cy="168402"/>
          </ns1:xfrm>
          <ns1:prstGeom prst="ellipse">
            <ns1:avLst/>
          </ns1:prstGeom>
          <ns1:solidFill>
            <ns1:srgbClr val="2846A0"/>
          </ns1:solidFill>
          <ns1:ln w="0">
            <ns1:noFill/>
            <ns1:prstDash val="solid"/>
          </ns1:ln>
        </ns0:spPr>
      </ns0:sp>
      <ns0:sp>
        <ns0:nvSpPr>
          <ns0:cNvPr id="62" name="">
            <ns1:extLst>
              <ns1:ext uri="{FF2B5EF4-FFF2-40B4-BE49-F238E27FC236}">
                <ns2:creationId id="{E4DDE33E-59BA-451B-8A78-7086A2D7BDCF}"/>
              </ns1:ext>
            </ns1:extLst>
          </ns0:cNvPr>
          <ns0:cNvSpPr>
            <ns1:spLocks noGrp="1"/>
          </ns0:cNvSpPr>
          <ns0:nvPr/>
        </ns0:nvSpPr>
        <ns0:spPr>
          <ns1:xfrm>
            <ns1:off x="7905750" y="4762500"/>
            <ns1:ext cx="3190875" cy="809625"/>
          </ns1:xfrm>
          <ns1:prstGeom prst="roundRect">
            <ns1:avLst>
              <ns1:gd name="adj" fmla="val 9412"/>
            </ns1:avLst>
          </ns1:prstGeom>
          <ns1:solidFill>
            <ns1:srgbClr val="FFF2D8"/>
          </ns1:solidFill>
          <ns1:ln w="0">
            <ns1:noFill/>
            <ns1:prstDash val="solid"/>
          </ns1:ln>
        </ns0:spPr>
      </ns0:sp>
      <ns0:sp>
        <ns0:nvSpPr>
          <ns0:cNvPr id="63" name="">
            <ns1:extLst>
              <ns1:ext uri="{FF2B5EF4-FFF2-40B4-BE49-F238E27FC236}">
                <ns2:creationId id="{FABA86DC-6948-446D-AC45-435C39B344EB}"/>
              </ns1:ext>
            </ns1:extLst>
          </ns0:cNvPr>
          <ns0:cNvSpPr>
            <ns1:spLocks noGrp="1"/>
          </ns0:cNvSpPr>
          <ns0:nvPr/>
        </ns0:nvSpPr>
        <ns0:spPr>
          <ns1:xfrm>
            <ns1:off x="8096250" y="4857750"/>
            <ns1:ext cx="2809875" cy="571500"/>
          </ns1:xfrm>
          <ns1:prstGeom prst="rect">
            <ns1:avLst/>
          </ns1:prstGeom>
          <ns1:noFill/>
          <ns1:ln w="0">
            <ns1:noFill/>
            <ns1:prstDash val="solid"/>
          </ns1:ln>
        </ns0:spPr>
        <ns0:txBody>
          <ns1:bodyPr lIns="0" tIns="0" rIns="0" bIns="0" anchor="ctr">
            <ns1:normAutofit fontScale="100000"/>
          </ns1:bodyPr>
          <ns1:lstStyle>
            <ns1:defPPr algn="ctr">
              <ns1:defRPr sz="1575" b="1">
                <ns1:solidFill>
                  <ns1:srgbClr val="775109"/>
                </ns1:solidFill>
                <ns1:latin typeface="Aptos"/>
                <ns1:ea typeface="Aptos"/>
                <ns1:cs typeface="Aptos"/>
              </ns1:defRPr>
            </ns1:defPPr>
            <ns1:lvl1pPr algn="ctr">
              <ns1:defRPr sz="1575" b="1">
                <ns1:solidFill>
                  <ns1:srgbClr val="775109"/>
                </ns1:solidFill>
                <ns1:latin typeface="Aptos"/>
                <ns1:ea typeface="Aptos"/>
                <ns1:cs typeface="Aptos"/>
              </ns1:defRPr>
            </ns1:lvl1pPr>
            <ns1:lvl2pPr algn="ctr">
              <ns1:defRPr sz="1575" b="1">
                <ns1:solidFill>
                  <ns1:srgbClr val="775109"/>
                </ns1:solidFill>
                <ns1:latin typeface="Aptos"/>
                <ns1:ea typeface="Aptos"/>
                <ns1:cs typeface="Aptos"/>
              </ns1:defRPr>
            </ns1:lvl2pPr>
            <ns1:lvl3pPr algn="ctr">
              <ns1:defRPr sz="1575" b="1">
                <ns1:solidFill>
                  <ns1:srgbClr val="775109"/>
                </ns1:solidFill>
                <ns1:latin typeface="Aptos"/>
                <ns1:ea typeface="Aptos"/>
                <ns1:cs typeface="Aptos"/>
              </ns1:defRPr>
            </ns1:lvl3pPr>
            <ns1:lvl4pPr algn="ctr">
              <ns1:defRPr sz="1575" b="1">
                <ns1:solidFill>
                  <ns1:srgbClr val="775109"/>
                </ns1:solidFill>
                <ns1:latin typeface="Aptos"/>
                <ns1:ea typeface="Aptos"/>
                <ns1:cs typeface="Aptos"/>
              </ns1:defRPr>
            </ns1:lvl4pPr>
            <ns1:lvl5pPr algn="ctr">
              <ns1:defRPr sz="1575" b="1">
                <ns1:solidFill>
                  <ns1:srgbClr val="775109"/>
                </ns1:solidFill>
                <ns1:latin typeface="Aptos"/>
                <ns1:ea typeface="Aptos"/>
                <ns1:cs typeface="Aptos"/>
              </ns1:defRPr>
            </ns1:lvl5pPr>
            <ns1:lvl6pPr algn="ctr">
              <ns1:defRPr sz="1575" b="1">
                <ns1:solidFill>
                  <ns1:srgbClr val="775109"/>
                </ns1:solidFill>
                <ns1:latin typeface="Aptos"/>
                <ns1:ea typeface="Aptos"/>
                <ns1:cs typeface="Aptos"/>
              </ns1:defRPr>
            </ns1:lvl6pPr>
            <ns1:lvl7pPr algn="ctr">
              <ns1:defRPr sz="1575" b="1">
                <ns1:solidFill>
                  <ns1:srgbClr val="775109"/>
                </ns1:solidFill>
                <ns1:latin typeface="Aptos"/>
                <ns1:ea typeface="Aptos"/>
                <ns1:cs typeface="Aptos"/>
              </ns1:defRPr>
            </ns1:lvl7pPr>
            <ns1:lvl8pPr algn="ctr">
              <ns1:defRPr sz="1575" b="1">
                <ns1:solidFill>
                  <ns1:srgbClr val="775109"/>
                </ns1:solidFill>
                <ns1:latin typeface="Aptos"/>
                <ns1:ea typeface="Aptos"/>
                <ns1:cs typeface="Aptos"/>
              </ns1:defRPr>
            </ns1:lvl8pPr>
            <ns1:lvl9pPr algn="ctr">
              <ns1:defRPr sz="1575" b="1">
                <ns1:solidFill>
                  <ns1:srgbClr val="775109"/>
                </ns1:solidFill>
                <ns1:latin typeface="Aptos"/>
                <ns1:ea typeface="Aptos"/>
                <ns1:cs typeface="Aptos"/>
              </ns1:defRPr>
            </ns1:lvl9pPr>
          </ns1:lstStyle>
          <ns1:p>
            <ns1:pPr algn="ctr">
              <ns1:defRPr sz="1575" b="1">
                <ns1:solidFill>
                  <ns1:srgbClr val="775109"/>
                </ns1:solidFill>
                <ns1:latin typeface="Aptos"/>
                <ns1:ea typeface="Aptos"/>
                <ns1:cs typeface="Aptos"/>
              </ns1:defRPr>
            </ns1:pPr>
            <ns1:r>
              <ns1:rPr sz="1575" b="1">
                <ns1:solidFill>
                  <ns1:srgbClr val="775109"/>
                </ns1:solidFill>
                <ns1:latin typeface="Aptos"/>
                <ns1:ea typeface="Aptos"/>
                <ns1:cs typeface="Aptos"/>
              </ns1:rPr>
              <ns1:t>Si cambia un dato,</ns1:t>
            </ns1:r>
          </ns1:p>
          <ns1:p>
            <ns1:pPr algn="ctr">
              <ns1:defRPr sz="1575" b="1">
                <ns1:solidFill>
                  <ns1:srgbClr val="775109"/>
                </ns1:solidFill>
                <ns1:latin typeface="Aptos"/>
                <ns1:ea typeface="Aptos"/>
                <ns1:cs typeface="Aptos"/>
              </ns1:defRPr>
            </ns1:pPr>
            <ns1:r>
              <ns1:rPr sz="1575" b="1">
                <ns1:solidFill>
                  <ns1:srgbClr val="775109"/>
                </ns1:solidFill>
                <ns1:latin typeface="Aptos"/>
                <ns1:ea typeface="Aptos"/>
                <ns1:cs typeface="Aptos"/>
              </ns1:rPr>
              <ns1:t>la firma ya no coincide.</ns1:t>
            </ns1:r>
          </ns1:p>
        </ns0:txBody>
      </ns0:sp>
      <ns0:sp>
        <ns0:nvSpPr>
          <ns0:cNvPr id="64" name="">
            <ns1:extLst>
              <ns1:ext uri="{FF2B5EF4-FFF2-40B4-BE49-F238E27FC236}">
                <ns2:creationId id="{4D80CF7F-0477-4FF3-8FC1-61DFC439E37A}"/>
              </ns1:ext>
            </ns1:extLst>
          </ns0:cNvPr>
          <ns0:cNvSpPr>
            <ns1:spLocks noGrp="1"/>
          </ns0:cNvSpPr>
          <ns0:nvPr/>
        </ns0:nvSpPr>
        <ns0:spPr>
          <ns1:xfrm>
            <ns1:off x="704850" y="5276850"/>
            <ns1:ext cx="6286500" cy="228600"/>
          </ns1:xfrm>
          <ns1:prstGeom prst="rect">
            <ns1:avLst/>
          </ns1:prstGeom>
          <ns1:noFill/>
          <ns1:ln w="0">
            <ns1:noFill/>
            <ns1:prstDash val="solid"/>
          </ns1:ln>
        </ns0:spPr>
        <ns0:txBody>
          <ns1:bodyPr lIns="0" tIns="0" rIns="0" bIns="0" anchor="ctr">
            <ns1:normAutofit fontScale="100000"/>
          </ns1:bodyPr>
          <ns1:lstStyle>
            <ns1:defPPr algn="l">
              <ns1:defRPr sz="1125" b="1">
                <ns1:solidFill>
                  <ns1:srgbClr val="536276"/>
                </ns1:solidFill>
                <ns1:latin typeface="Aptos"/>
                <ns1:ea typeface="Aptos"/>
                <ns1:cs typeface="Aptos"/>
              </ns1:defRPr>
            </ns1:defPPr>
            <ns1:lvl1pPr algn="l">
              <ns1:defRPr sz="1125" b="1">
                <ns1:solidFill>
                  <ns1:srgbClr val="536276"/>
                </ns1:solidFill>
                <ns1:latin typeface="Aptos"/>
                <ns1:ea typeface="Aptos"/>
                <ns1:cs typeface="Aptos"/>
              </ns1:defRPr>
            </ns1:lvl1pPr>
            <ns1:lvl2pPr algn="l">
              <ns1:defRPr sz="1125" b="1">
                <ns1:solidFill>
                  <ns1:srgbClr val="536276"/>
                </ns1:solidFill>
                <ns1:latin typeface="Aptos"/>
                <ns1:ea typeface="Aptos"/>
                <ns1:cs typeface="Aptos"/>
              </ns1:defRPr>
            </ns1:lvl2pPr>
            <ns1:lvl3pPr algn="l">
              <ns1:defRPr sz="1125" b="1">
                <ns1:solidFill>
                  <ns1:srgbClr val="536276"/>
                </ns1:solidFill>
                <ns1:latin typeface="Aptos"/>
                <ns1:ea typeface="Aptos"/>
                <ns1:cs typeface="Aptos"/>
              </ns1:defRPr>
            </ns1:lvl3pPr>
            <ns1:lvl4pPr algn="l">
              <ns1:defRPr sz="1125" b="1">
                <ns1:solidFill>
                  <ns1:srgbClr val="536276"/>
                </ns1:solidFill>
                <ns1:latin typeface="Aptos"/>
                <ns1:ea typeface="Aptos"/>
                <ns1:cs typeface="Aptos"/>
              </ns1:defRPr>
            </ns1:lvl4pPr>
            <ns1:lvl5pPr algn="l">
              <ns1:defRPr sz="1125" b="1">
                <ns1:solidFill>
                  <ns1:srgbClr val="536276"/>
                </ns1:solidFill>
                <ns1:latin typeface="Aptos"/>
                <ns1:ea typeface="Aptos"/>
                <ns1:cs typeface="Aptos"/>
              </ns1:defRPr>
            </ns1:lvl5pPr>
            <ns1:lvl6pPr algn="l">
              <ns1:defRPr sz="1125" b="1">
                <ns1:solidFill>
                  <ns1:srgbClr val="536276"/>
                </ns1:solidFill>
                <ns1:latin typeface="Aptos"/>
                <ns1:ea typeface="Aptos"/>
                <ns1:cs typeface="Aptos"/>
              </ns1:defRPr>
            </ns1:lvl6pPr>
            <ns1:lvl7pPr algn="l">
              <ns1:defRPr sz="1125" b="1">
                <ns1:solidFill>
                  <ns1:srgbClr val="536276"/>
                </ns1:solidFill>
                <ns1:latin typeface="Aptos"/>
                <ns1:ea typeface="Aptos"/>
                <ns1:cs typeface="Aptos"/>
              </ns1:defRPr>
            </ns1:lvl7pPr>
            <ns1:lvl8pPr algn="l">
              <ns1:defRPr sz="1125" b="1">
                <ns1:solidFill>
                  <ns1:srgbClr val="536276"/>
                </ns1:solidFill>
                <ns1:latin typeface="Aptos"/>
                <ns1:ea typeface="Aptos"/>
                <ns1:cs typeface="Aptos"/>
              </ns1:defRPr>
            </ns1:lvl8pPr>
            <ns1:lvl9pPr algn="l">
              <ns1:defRPr sz="1125" b="1">
                <ns1:solidFill>
                  <ns1:srgbClr val="536276"/>
                </ns1:solidFill>
                <ns1:latin typeface="Aptos"/>
                <ns1:ea typeface="Aptos"/>
                <ns1:cs typeface="Aptos"/>
              </ns1:defRPr>
            </ns1:lvl9pPr>
          </ns1:lstStyle>
          <ns1:p>
            <ns1:pPr algn="l">
              <ns1:defRPr sz="1125" b="1">
                <ns1:solidFill>
                  <ns1:srgbClr val="536276"/>
                </ns1:solidFill>
                <ns1:latin typeface="Aptos"/>
                <ns1:ea typeface="Aptos"/>
                <ns1:cs typeface="Aptos"/>
              </ns1:defRPr>
            </ns1:pPr>
            <ns1:r>
              <ns1:rPr sz="1125" b="1">
                <ns1:solidFill>
                  <ns1:srgbClr val="536276"/>
                </ns1:solidFill>
                <ns1:latin typeface="Aptos"/>
                <ns1:ea typeface="Aptos"/>
                <ns1:cs typeface="Aptos"/>
              </ns1:rPr>
              <ns1:t>server/index.ts · canonicalize()</ns1:t>
            </ns1:r>
          </ns1:p>
        </ns0:txBody>
      </ns0:sp>
    </ns0:spTree>
    <ns0:extLst>
      <ns0:ext uri="{BB962C8B-B14F-4D97-AF65-F5344CB8AC3E}">
        <ns3:creationId val="1967946845"/>
      </ns0:ext>
    </ns0:extLst>
  </ns0:cSld>
</ns0:sld>
</file>

<file path=ppt/slides/slide1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83" name="">
            <ns1:extLst>
              <ns1:ext uri="{FF2B5EF4-FFF2-40B4-BE49-F238E27FC236}">
                <ns2:creationId id="{1B1F559C-66C7-4E00-BDFC-DF7142F8AA1F}"/>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IMPLEMENTACIÓN · ED25519</ns1:t>
            </ns1:r>
          </ns1:p>
        </ns0:txBody>
      </ns0:sp>
      <ns0:sp>
        <ns0:nvSpPr>
          <ns0:cNvPr id="2" name="">
            <ns1:extLst>
              <ns1:ext uri="{FF2B5EF4-FFF2-40B4-BE49-F238E27FC236}">
                <ns2:creationId id="{44573CD9-0CAC-4EB9-B608-99602660BEEB}"/>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2:30</ns1:t>
            </ns1:r>
          </ns1:p>
        </ns0:txBody>
      </ns0:sp>
      <ns0:sp>
        <ns0:nvSpPr>
          <ns0:cNvPr id="3" name="">
            <ns1:extLst>
              <ns1:ext uri="{FF2B5EF4-FFF2-40B4-BE49-F238E27FC236}">
                <ns2:creationId id="{283F6932-145A-4021-B7C1-92907C03686C}"/>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La clave privada firma; la pública comprueba</ns1:t>
            </ns1:r>
          </ns1:p>
        </ns0:txBody>
      </ns0:sp>
      <ns0:sp>
        <ns0:nvSpPr>
          <ns0:cNvPr id="4" name="">
            <ns1:extLst>
              <ns1:ext uri="{FF2B5EF4-FFF2-40B4-BE49-F238E27FC236}">
                <ns2:creationId id="{4B3C6D98-C8C4-4EF1-9DB9-9ABE880EFF58}"/>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CF02F4BD-3CB5-494F-A49E-687056747489}"/>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D028401C-42A0-4D9E-8D09-74BCEC41BDDF}"/>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14</ns1:t>
            </ns1:r>
          </ns1:p>
        </ns0:txBody>
      </ns0:sp>
      <ns0:sp>
        <ns0:nvSpPr>
          <ns0:cNvPr id="7" name="">
            <ns1:extLst>
              <ns1:ext uri="{FF2B5EF4-FFF2-40B4-BE49-F238E27FC236}">
                <ns2:creationId id="{8E2AC943-63F4-4C64-B991-0FE7B8B80452}"/>
              </ns1:ext>
            </ns1:extLst>
          </ns0:cNvPr>
          <ns0:cNvSpPr>
            <ns1:spLocks noGrp="1"/>
          </ns0:cNvSpPr>
          <ns0:nvPr/>
        </ns0:nvSpPr>
        <ns0:spPr>
          <ns1:xfrm>
            <ns1:off x="685800" y="1619250"/>
            <ns1:ext cx="6572250" cy="4048125"/>
          </ns1:xfrm>
          <ns1:prstGeom prst="roundRect">
            <ns1:avLst>
              <ns1:gd name="adj" fmla="val 1882"/>
            </ns1:avLst>
          </ns1:prstGeom>
          <ns1:solidFill>
            <ns1:srgbClr val="0D1728"/>
          </ns1:solidFill>
          <ns1:ln w="11430">
            <ns1:solidFill>
              <ns1:srgbClr val="26354C"/>
            </ns1:solidFill>
            <ns1:prstDash val="solid"/>
          </ns1:ln>
        </ns0:spPr>
      </ns0:sp>
      <ns0:sp>
        <ns0:nvSpPr>
          <ns0:cNvPr id="8" name="">
            <ns1:extLst>
              <ns1:ext uri="{FF2B5EF4-FFF2-40B4-BE49-F238E27FC236}">
                <ns2:creationId id="{8145E19F-32D7-4B24-A577-692D25EAC765}"/>
              </ns1:ext>
            </ns1:extLst>
          </ns0:cNvPr>
          <ns0:cNvSpPr>
            <ns1:spLocks noGrp="1"/>
          </ns0:cNvSpPr>
          <ns0:nvPr/>
        </ns0:nvSpPr>
        <ns0:spPr>
          <ns1:xfrm>
            <ns1:off x="685800" y="1619250"/>
            <ns1:ext cx="6572250" cy="400050"/>
          </ns1:xfrm>
          <ns1:prstGeom prst="roundRect">
            <ns1:avLst>
              <ns1:gd name="adj" fmla="val 19048"/>
            </ns1:avLst>
          </ns1:prstGeom>
          <ns1:solidFill>
            <ns1:srgbClr val="1B2940"/>
          </ns1:solidFill>
          <ns1:ln w="0">
            <ns1:noFill/>
            <ns1:prstDash val="solid"/>
          </ns1:ln>
        </ns0:spPr>
      </ns0:sp>
      <ns0:sp>
        <ns0:nvSpPr>
          <ns0:cNvPr id="9" name="">
            <ns1:extLst>
              <ns1:ext uri="{FF2B5EF4-FFF2-40B4-BE49-F238E27FC236}">
                <ns2:creationId id="{E41E117D-97A6-4943-84AD-053EF4C88509}"/>
              </ns1:ext>
            </ns1:extLst>
          </ns0:cNvPr>
          <ns0:cNvSpPr>
            <ns1:spLocks noGrp="1"/>
          </ns0:cNvSpPr>
          <ns0:nvPr/>
        </ns0:nvSpPr>
        <ns0:spPr>
          <ns1:xfrm>
            <ns1:off x="847725" y="1752600"/>
            <ns1:ext cx="123825" cy="123825"/>
          </ns1:xfrm>
          <ns1:prstGeom prst="ellipse">
            <ns1:avLst/>
          </ns1:prstGeom>
          <ns1:solidFill>
            <ns1:srgbClr val="FF5F57"/>
          </ns1:solidFill>
          <ns1:ln w="0">
            <ns1:noFill/>
            <ns1:prstDash val="solid"/>
          </ns1:ln>
        </ns0:spPr>
      </ns0:sp>
      <ns0:sp>
        <ns0:nvSpPr>
          <ns0:cNvPr id="10" name="">
            <ns1:extLst>
              <ns1:ext uri="{FF2B5EF4-FFF2-40B4-BE49-F238E27FC236}">
                <ns2:creationId id="{D982982B-EBAD-4516-80C7-B5FF5628F1C4}"/>
              </ns1:ext>
            </ns1:extLst>
          </ns0:cNvPr>
          <ns0:cNvSpPr>
            <ns1:spLocks noGrp="1"/>
          </ns0:cNvSpPr>
          <ns0:nvPr/>
        </ns0:nvSpPr>
        <ns0:spPr>
          <ns1:xfrm>
            <ns1:off x="1047750" y="1752600"/>
            <ns1:ext cx="123825" cy="123825"/>
          </ns1:xfrm>
          <ns1:prstGeom prst="ellipse">
            <ns1:avLst/>
          </ns1:prstGeom>
          <ns1:solidFill>
            <ns1:srgbClr val="FEBC2E"/>
          </ns1:solidFill>
          <ns1:ln w="0">
            <ns1:noFill/>
            <ns1:prstDash val="solid"/>
          </ns1:ln>
        </ns0:spPr>
      </ns0:sp>
      <ns0:sp>
        <ns0:nvSpPr>
          <ns0:cNvPr id="11" name="">
            <ns1:extLst>
              <ns1:ext uri="{FF2B5EF4-FFF2-40B4-BE49-F238E27FC236}">
                <ns2:creationId id="{1B04E67D-B868-45CD-A4B6-4A10275B6F14}"/>
              </ns1:ext>
            </ns1:extLst>
          </ns0:cNvPr>
          <ns0:cNvSpPr>
            <ns1:spLocks noGrp="1"/>
          </ns0:cNvSpPr>
          <ns0:nvPr/>
        </ns0:nvSpPr>
        <ns0:spPr>
          <ns1:xfrm>
            <ns1:off x="1247775" y="1752600"/>
            <ns1:ext cx="123825" cy="123825"/>
          </ns1:xfrm>
          <ns1:prstGeom prst="ellipse">
            <ns1:avLst/>
          </ns1:prstGeom>
          <ns1:solidFill>
            <ns1:srgbClr val="28C840"/>
          </ns1:solidFill>
          <ns1:ln w="0">
            <ns1:noFill/>
            <ns1:prstDash val="solid"/>
          </ns1:ln>
        </ns0:spPr>
      </ns0:sp>
      <ns0:sp>
        <ns0:nvSpPr>
          <ns0:cNvPr id="12" name="">
            <ns1:extLst>
              <ns1:ext uri="{FF2B5EF4-FFF2-40B4-BE49-F238E27FC236}">
                <ns2:creationId id="{22ED0E09-6E39-49B5-A5A1-07E7DC097E9E}"/>
              </ns1:ext>
            </ns1:extLst>
          </ns0:cNvPr>
          <ns0:cNvSpPr>
            <ns1:spLocks noGrp="1"/>
          </ns0:cNvSpPr>
          <ns0:nvPr/>
        </ns0:nvSpPr>
        <ns0:spPr>
          <ns1:xfrm>
            <ns1:off x="1752600" y="1695450"/>
            <ns1:ext cx="4438650" cy="23812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CFD8E8"/>
                </ns1:solidFill>
                <ns1:latin typeface="Aptos"/>
                <ns1:ea typeface="Aptos"/>
                <ns1:cs typeface="Aptos"/>
              </ns1:defRPr>
            </ns1:defPPr>
            <ns1:lvl1pPr algn="ctr">
              <ns1:defRPr sz="975" b="1">
                <ns1:solidFill>
                  <ns1:srgbClr val="CFD8E8"/>
                </ns1:solidFill>
                <ns1:latin typeface="Aptos"/>
                <ns1:ea typeface="Aptos"/>
                <ns1:cs typeface="Aptos"/>
              </ns1:defRPr>
            </ns1:lvl1pPr>
            <ns1:lvl2pPr algn="ctr">
              <ns1:defRPr sz="975" b="1">
                <ns1:solidFill>
                  <ns1:srgbClr val="CFD8E8"/>
                </ns1:solidFill>
                <ns1:latin typeface="Aptos"/>
                <ns1:ea typeface="Aptos"/>
                <ns1:cs typeface="Aptos"/>
              </ns1:defRPr>
            </ns1:lvl2pPr>
            <ns1:lvl3pPr algn="ctr">
              <ns1:defRPr sz="975" b="1">
                <ns1:solidFill>
                  <ns1:srgbClr val="CFD8E8"/>
                </ns1:solidFill>
                <ns1:latin typeface="Aptos"/>
                <ns1:ea typeface="Aptos"/>
                <ns1:cs typeface="Aptos"/>
              </ns1:defRPr>
            </ns1:lvl3pPr>
            <ns1:lvl4pPr algn="ctr">
              <ns1:defRPr sz="975" b="1">
                <ns1:solidFill>
                  <ns1:srgbClr val="CFD8E8"/>
                </ns1:solidFill>
                <ns1:latin typeface="Aptos"/>
                <ns1:ea typeface="Aptos"/>
                <ns1:cs typeface="Aptos"/>
              </ns1:defRPr>
            </ns1:lvl4pPr>
            <ns1:lvl5pPr algn="ctr">
              <ns1:defRPr sz="975" b="1">
                <ns1:solidFill>
                  <ns1:srgbClr val="CFD8E8"/>
                </ns1:solidFill>
                <ns1:latin typeface="Aptos"/>
                <ns1:ea typeface="Aptos"/>
                <ns1:cs typeface="Aptos"/>
              </ns1:defRPr>
            </ns1:lvl5pPr>
            <ns1:lvl6pPr algn="ctr">
              <ns1:defRPr sz="975" b="1">
                <ns1:solidFill>
                  <ns1:srgbClr val="CFD8E8"/>
                </ns1:solidFill>
                <ns1:latin typeface="Aptos"/>
                <ns1:ea typeface="Aptos"/>
                <ns1:cs typeface="Aptos"/>
              </ns1:defRPr>
            </ns1:lvl6pPr>
            <ns1:lvl7pPr algn="ctr">
              <ns1:defRPr sz="975" b="1">
                <ns1:solidFill>
                  <ns1:srgbClr val="CFD8E8"/>
                </ns1:solidFill>
                <ns1:latin typeface="Aptos"/>
                <ns1:ea typeface="Aptos"/>
                <ns1:cs typeface="Aptos"/>
              </ns1:defRPr>
            </ns1:lvl7pPr>
            <ns1:lvl8pPr algn="ctr">
              <ns1:defRPr sz="975" b="1">
                <ns1:solidFill>
                  <ns1:srgbClr val="CFD8E8"/>
                </ns1:solidFill>
                <ns1:latin typeface="Aptos"/>
                <ns1:ea typeface="Aptos"/>
                <ns1:cs typeface="Aptos"/>
              </ns1:defRPr>
            </ns1:lvl8pPr>
            <ns1:lvl9pPr algn="ctr">
              <ns1:defRPr sz="975" b="1">
                <ns1:solidFill>
                  <ns1:srgbClr val="CFD8E8"/>
                </ns1:solidFill>
                <ns1:latin typeface="Aptos"/>
                <ns1:ea typeface="Aptos"/>
                <ns1:cs typeface="Aptos"/>
              </ns1:defRPr>
            </ns1:lvl9pPr>
          </ns1:lstStyle>
          <ns1:p>
            <ns1:pPr algn="ctr">
              <ns1:defRPr sz="975" b="1">
                <ns1:solidFill>
                  <ns1:srgbClr val="CFD8E8"/>
                </ns1:solidFill>
                <ns1:latin typeface="Aptos"/>
                <ns1:ea typeface="Aptos"/>
                <ns1:cs typeface="Aptos"/>
              </ns1:defRPr>
            </ns1:pPr>
            <ns1:r>
              <ns1:rPr sz="975" b="1">
                <ns1:solidFill>
                  <ns1:srgbClr val="CFD8E8"/>
                </ns1:solidFill>
                <ns1:latin typeface="Aptos"/>
                <ns1:ea typeface="Aptos"/>
                <ns1:cs typeface="Aptos"/>
              </ns1:rPr>
              <ns1:t>server/index.ts</ns1:t>
            </ns1:r>
          </ns1:p>
        </ns0:txBody>
      </ns0:sp>
      <ns0:sp>
        <ns0:nvSpPr>
          <ns0:cNvPr id="13" name="">
            <ns1:extLst>
              <ns1:ext uri="{FF2B5EF4-FFF2-40B4-BE49-F238E27FC236}">
                <ns2:creationId id="{6AEAD581-4FA8-463D-9DE7-6C3ABE543AE8}"/>
              </ns1:ext>
            </ns1:extLst>
          </ns0:cNvPr>
          <ns0:cNvSpPr>
            <ns1:spLocks noGrp="1"/>
          </ns0:cNvSpPr>
          <ns0:nvPr/>
        </ns0:nvSpPr>
        <ns0:spPr>
          <ns1:xfrm>
            <ns1:off x="6772275" y="1695450"/>
            <ns1:ext cx="323850" cy="247650"/>
          </ns1:xfrm>
          <ns1:prstGeom prst="roundRect">
            <ns1:avLst>
              <ns1:gd name="adj" fmla="val 30769"/>
            </ns1:avLst>
          </ns1:prstGeom>
          <ns1:solidFill>
            <ns1:srgbClr val="2A3A52"/>
          </ns1:solidFill>
          <ns1:ln w="0">
            <ns1:noFill/>
            <ns1:prstDash val="solid"/>
          </ns1:ln>
        </ns0:spPr>
      </ns0:sp>
      <ns0:sp>
        <ns0:nvSpPr>
          <ns0:cNvPr id="14" name="">
            <ns1:extLst>
              <ns1:ext uri="{FF2B5EF4-FFF2-40B4-BE49-F238E27FC236}">
                <ns2:creationId id="{BDFB37C0-0434-4F3B-A58D-17D0A292C790}"/>
              </ns1:ext>
            </ns1:extLst>
          </ns0:cNvPr>
          <ns0:cNvSpPr>
            <ns1:spLocks noGrp="1"/>
          </ns0:cNvSpPr>
          <ns0:nvPr/>
        </ns0:nvSpPr>
        <ns0:spPr>
          <ns1:xfrm>
            <ns1:off x="6772275" y="1695450"/>
            <ns1:ext cx="323850" cy="247650"/>
          </ns1:xfrm>
          <ns1:prstGeom prst="rect">
            <ns1:avLst/>
          </ns1:prstGeom>
          <ns1:noFill/>
          <ns1:ln w="0">
            <ns1:noFill/>
            <ns1:prstDash val="solid"/>
          </ns1:ln>
        </ns0:spPr>
        <ns0:txBody>
          <ns1:bodyPr lIns="0" tIns="0" rIns="0" bIns="0" anchor="ctr">
            <ns1:normAutofit fontScale="100000"/>
          </ns1:bodyPr>
          <ns1:lstStyle>
            <ns1:defPPr algn="ctr">
              <ns1:defRPr sz="900" b="1">
                <ns1:solidFill>
                  <ns1:srgbClr val="B9C9E0"/>
                </ns1:solidFill>
                <ns1:latin typeface="Aptos"/>
                <ns1:ea typeface="Aptos"/>
                <ns1:cs typeface="Aptos"/>
              </ns1:defRPr>
            </ns1:defPPr>
            <ns1:lvl1pPr algn="ctr">
              <ns1:defRPr sz="900" b="1">
                <ns1:solidFill>
                  <ns1:srgbClr val="B9C9E0"/>
                </ns1:solidFill>
                <ns1:latin typeface="Aptos"/>
                <ns1:ea typeface="Aptos"/>
                <ns1:cs typeface="Aptos"/>
              </ns1:defRPr>
            </ns1:lvl1pPr>
            <ns1:lvl2pPr algn="ctr">
              <ns1:defRPr sz="900" b="1">
                <ns1:solidFill>
                  <ns1:srgbClr val="B9C9E0"/>
                </ns1:solidFill>
                <ns1:latin typeface="Aptos"/>
                <ns1:ea typeface="Aptos"/>
                <ns1:cs typeface="Aptos"/>
              </ns1:defRPr>
            </ns1:lvl2pPr>
            <ns1:lvl3pPr algn="ctr">
              <ns1:defRPr sz="900" b="1">
                <ns1:solidFill>
                  <ns1:srgbClr val="B9C9E0"/>
                </ns1:solidFill>
                <ns1:latin typeface="Aptos"/>
                <ns1:ea typeface="Aptos"/>
                <ns1:cs typeface="Aptos"/>
              </ns1:defRPr>
            </ns1:lvl3pPr>
            <ns1:lvl4pPr algn="ctr">
              <ns1:defRPr sz="900" b="1">
                <ns1:solidFill>
                  <ns1:srgbClr val="B9C9E0"/>
                </ns1:solidFill>
                <ns1:latin typeface="Aptos"/>
                <ns1:ea typeface="Aptos"/>
                <ns1:cs typeface="Aptos"/>
              </ns1:defRPr>
            </ns1:lvl4pPr>
            <ns1:lvl5pPr algn="ctr">
              <ns1:defRPr sz="900" b="1">
                <ns1:solidFill>
                  <ns1:srgbClr val="B9C9E0"/>
                </ns1:solidFill>
                <ns1:latin typeface="Aptos"/>
                <ns1:ea typeface="Aptos"/>
                <ns1:cs typeface="Aptos"/>
              </ns1:defRPr>
            </ns1:lvl5pPr>
            <ns1:lvl6pPr algn="ctr">
              <ns1:defRPr sz="900" b="1">
                <ns1:solidFill>
                  <ns1:srgbClr val="B9C9E0"/>
                </ns1:solidFill>
                <ns1:latin typeface="Aptos"/>
                <ns1:ea typeface="Aptos"/>
                <ns1:cs typeface="Aptos"/>
              </ns1:defRPr>
            </ns1:lvl6pPr>
            <ns1:lvl7pPr algn="ctr">
              <ns1:defRPr sz="900" b="1">
                <ns1:solidFill>
                  <ns1:srgbClr val="B9C9E0"/>
                </ns1:solidFill>
                <ns1:latin typeface="Aptos"/>
                <ns1:ea typeface="Aptos"/>
                <ns1:cs typeface="Aptos"/>
              </ns1:defRPr>
            </ns1:lvl7pPr>
            <ns1:lvl8pPr algn="ctr">
              <ns1:defRPr sz="900" b="1">
                <ns1:solidFill>
                  <ns1:srgbClr val="B9C9E0"/>
                </ns1:solidFill>
                <ns1:latin typeface="Aptos"/>
                <ns1:ea typeface="Aptos"/>
                <ns1:cs typeface="Aptos"/>
              </ns1:defRPr>
            </ns1:lvl8pPr>
            <ns1:lvl9pPr algn="ctr">
              <ns1:defRPr sz="900" b="1">
                <ns1:solidFill>
                  <ns1:srgbClr val="B9C9E0"/>
                </ns1:solidFill>
                <ns1:latin typeface="Aptos"/>
                <ns1:ea typeface="Aptos"/>
                <ns1:cs typeface="Aptos"/>
              </ns1:defRPr>
            </ns1:lvl9pPr>
          </ns1:lstStyle>
          <ns1:p>
            <ns1:pPr algn="ctr">
              <ns1:defRPr sz="900" b="1">
                <ns1:solidFill>
                  <ns1:srgbClr val="B9C9E0"/>
                </ns1:solidFill>
                <ns1:latin typeface="Aptos"/>
                <ns1:ea typeface="Aptos"/>
                <ns1:cs typeface="Aptos"/>
              </ns1:defRPr>
            </ns1:pPr>
            <ns1:r>
              <ns1:rPr sz="900" b="1">
                <ns1:solidFill>
                  <ns1:srgbClr val="B9C9E0"/>
                </ns1:solidFill>
                <ns1:latin typeface="Aptos"/>
                <ns1:ea typeface="Aptos"/>
                <ns1:cs typeface="Aptos"/>
              </ns1:rPr>
              <ns1:t>TS</ns1:t>
            </ns1:r>
          </ns1:p>
        </ns0:txBody>
      </ns0:sp>
      <ns0:sp>
        <ns0:nvSpPr>
          <ns0:cNvPr id="15" name="">
            <ns1:extLst>
              <ns1:ext uri="{FF2B5EF4-FFF2-40B4-BE49-F238E27FC236}">
                <ns2:creationId id="{7CF6FB2F-6A11-4C63-B9B1-41EA22CA384C}"/>
              </ns1:ext>
            </ns1:extLst>
          </ns0:cNvPr>
          <ns0:cNvSpPr>
            <ns1:spLocks noGrp="1"/>
          </ns0:cNvSpPr>
          <ns0:nvPr/>
        </ns0:nvSpPr>
        <ns0:spPr>
          <ns1:xfrm>
            <ns1:off x="1123950" y="2114550"/>
            <ns1:ext cx="6019800" cy="202266"/>
          </ns1:xfrm>
          <ns1:prstGeom prst="rect">
            <ns1:avLst/>
          </ns1:prstGeom>
          <ns1:solidFill>
            <ns1:srgbClr val="15243A"/>
          </ns1:solidFill>
          <ns1:ln w="0">
            <ns1:noFill/>
            <ns1:prstDash val="solid"/>
          </ns1:ln>
        </ns0:spPr>
      </ns0:sp>
      <ns0:sp>
        <ns0:nvSpPr>
          <ns0:cNvPr id="16" name="">
            <ns1:extLst>
              <ns1:ext uri="{FF2B5EF4-FFF2-40B4-BE49-F238E27FC236}">
                <ns2:creationId id="{D89B134F-A4EF-4863-9A96-63F6C97175DA}"/>
              </ns1:ext>
            </ns1:extLst>
          </ns0:cNvPr>
          <ns0:cNvSpPr>
            <ns1:spLocks noGrp="1"/>
          </ns0:cNvSpPr>
          <ns0:nvPr/>
        </ns0:nvSpPr>
        <ns0:spPr>
          <ns1:xfrm>
            <ns1:off x="733425" y="2124075"/>
            <ns1:ext cx="190500" cy="202266"/>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01</ns1:t>
            </ns1:r>
          </ns1:p>
        </ns0:txBody>
      </ns0:sp>
      <ns0:sp>
        <ns0:nvSpPr>
          <ns0:cNvPr id="17" name="">
            <ns1:extLst>
              <ns1:ext uri="{FF2B5EF4-FFF2-40B4-BE49-F238E27FC236}">
                <ns2:creationId id="{0F56DC13-85AE-4F91-BCF9-A458E4398F0D}"/>
              </ns1:ext>
            </ns1:extLst>
          </ns0:cNvPr>
          <ns0:cNvSpPr>
            <ns1:spLocks noGrp="1"/>
          </ns0:cNvSpPr>
          <ns0:nvPr/>
        </ns0:nvSpPr>
        <ns0:spPr>
          <ns1:xfrm>
            <ns1:off x="1123950" y="2114550"/>
            <ns1:ext cx="28575" cy="202266"/>
          </ns1:xfrm>
          <ns1:prstGeom prst="rect">
            <ns1:avLst/>
          </ns1:prstGeom>
          <ns1:solidFill>
            <ns1:srgbClr val="2846A0"/>
          </ns1:solidFill>
          <ns1:ln w="0">
            <ns1:noFill/>
            <ns1:prstDash val="solid"/>
          </ns1:ln>
        </ns0:spPr>
      </ns0:sp>
      <ns0:sp>
        <ns0:nvSpPr>
          <ns0:cNvPr id="18" name="">
            <ns1:extLst>
              <ns1:ext uri="{FF2B5EF4-FFF2-40B4-BE49-F238E27FC236}">
                <ns2:creationId id="{FB33245B-485D-4BBA-A499-6B1A7376CA88}"/>
              </ns1:ext>
            </ns1:extLst>
          </ns0:cNvPr>
          <ns0:cNvSpPr>
            <ns1:spLocks noGrp="1"/>
          </ns0:cNvSpPr>
          <ns0:nvPr/>
        </ns0:nvSpPr>
        <ns0:spPr>
          <ns1:xfrm>
            <ns1:off x="962025" y="2134721"/>
            <ns1:ext cx="171450" cy="171450"/>
          </ns1:xfrm>
          <ns1:prstGeom prst="ellipse">
            <ns1:avLst/>
          </ns1:prstGeom>
          <ns1:solidFill>
            <ns1:srgbClr val="2846A0"/>
          </ns1:solidFill>
          <ns1:ln w="0">
            <ns1:noFill/>
            <ns1:prstDash val="solid"/>
          </ns1:ln>
        </ns0:spPr>
      </ns0:sp>
      <ns0:sp>
        <ns0:nvSpPr>
          <ns0:cNvPr id="19" name="">
            <ns1:extLst>
              <ns1:ext uri="{FF2B5EF4-FFF2-40B4-BE49-F238E27FC236}">
                <ns2:creationId id="{AF7BA376-1099-4EE7-9AD2-954776B591BB}"/>
              </ns1:ext>
            </ns1:extLst>
          </ns0:cNvPr>
          <ns0:cNvSpPr>
            <ns1:spLocks noGrp="1"/>
          </ns0:cNvSpPr>
          <ns0:nvPr/>
        </ns0:nvSpPr>
        <ns0:spPr>
          <ns1:xfrm>
            <ns1:off x="962025" y="2134721"/>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1</ns1:t>
            </ns1:r>
          </ns1:p>
        </ns0:txBody>
      </ns0:sp>
      <ns0:sp>
        <ns0:nvSpPr>
          <ns0:cNvPr id="20" name="Código editable">
            <ns1:extLst>
              <ns1:ext uri="{FF2B5EF4-FFF2-40B4-BE49-F238E27FC236}">
                <ns2:creationId id="{56756859-ACA3-4231-BAD9-3CCB84D341F5}"/>
              </ns1:ext>
            </ns1:extLst>
          </ns0:cNvPr>
          <ns0:cNvSpPr>
            <ns1:spLocks noGrp="1"/>
          </ns0:cNvSpPr>
          <ns0:nvPr/>
        </ns0:nvSpPr>
        <ns0:spPr>
          <ns1:xfrm>
            <ns1:off x="1171575" y="2124075"/>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72839B"/>
                </ns1:solidFill>
                <ns1:latin typeface="Menlo"/>
                <ns1:ea typeface="Menlo"/>
                <ns1:cs typeface="Menlo"/>
              </ns1:rPr>
              <ns1:t>// Solo el emisor dispone de esta clave privada</ns1:t>
            </ns1:r>
          </ns1:p>
        </ns0:txBody>
      </ns0:sp>
      <ns0:sp>
        <ns0:nvSpPr>
          <ns0:cNvPr id="21" name="">
            <ns1:extLst>
              <ns1:ext uri="{FF2B5EF4-FFF2-40B4-BE49-F238E27FC236}">
                <ns2:creationId id="{B336377E-F4C0-4476-AB1B-19E894CFDD45}"/>
              </ns1:ext>
            </ns1:extLst>
          </ns0:cNvPr>
          <ns0:cNvSpPr>
            <ns1:spLocks noGrp="1"/>
          </ns0:cNvSpPr>
          <ns0:nvPr/>
        </ns0:nvSpPr>
        <ns0:spPr>
          <ns1:xfrm>
            <ns1:off x="800100" y="2326341"/>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02</ns1:t>
            </ns1:r>
          </ns1:p>
        </ns0:txBody>
      </ns0:sp>
      <ns0:sp>
        <ns0:nvSpPr>
          <ns0:cNvPr id="22" name="Código editable">
            <ns1:extLst>
              <ns1:ext uri="{FF2B5EF4-FFF2-40B4-BE49-F238E27FC236}">
                <ns2:creationId id="{4CE30314-4DB3-4282-AFE8-ACFDB7D174E2}"/>
              </ns1:ext>
            </ns1:extLst>
          </ns0:cNvPr>
          <ns0:cNvSpPr>
            <ns1:spLocks noGrp="1"/>
          </ns0:cNvSpPr>
          <ns0:nvPr/>
        </ns0:nvSpPr>
        <ns0:spPr>
          <ns1:xfrm>
            <ns1:off x="1171575" y="2326341"/>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C792EA"/>
                </ns1:solidFill>
                <ns1:latin typeface="Menlo"/>
                <ns1:ea typeface="Menlo"/>
                <ns1:cs typeface="Menlo"/>
              </ns1:rPr>
              <ns1:t>function</ns1:t>
            </ns1: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signCredential</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payload</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 </ns1:t>
            </ns1:r>
            <ns1:r>
              <ns1:rPr sz="1242">
                <ns1:solidFill>
                  <ns1:srgbClr val="82D3F2"/>
                </ns1:solidFill>
                <ns1:latin typeface="Menlo"/>
                <ns1:ea typeface="Menlo"/>
                <ns1:cs typeface="Menlo"/>
              </ns1:rPr>
              <ns1:t>CredentialPayload</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ns1:t>
            </ns1:r>
          </ns1:p>
        </ns0:txBody>
      </ns0:sp>
      <ns0:sp>
        <ns0:nvSpPr>
          <ns0:cNvPr id="23" name="">
            <ns1:extLst>
              <ns1:ext uri="{FF2B5EF4-FFF2-40B4-BE49-F238E27FC236}">
                <ns2:creationId id="{CF8D31AE-E2E5-4AD7-9B27-67B3B9D82300}"/>
              </ns1:ext>
            </ns1:extLst>
          </ns0:cNvPr>
          <ns0:cNvSpPr>
            <ns1:spLocks noGrp="1"/>
          </ns0:cNvSpPr>
          <ns0:nvPr/>
        </ns0:nvSpPr>
        <ns0:spPr>
          <ns1:xfrm>
            <ns1:off x="800100" y="2528607"/>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03</ns1:t>
            </ns1:r>
          </ns1:p>
        </ns0:txBody>
      </ns0:sp>
      <ns0:sp>
        <ns0:nvSpPr>
          <ns0:cNvPr id="24" name="Código editable">
            <ns1:extLst>
              <ns1:ext uri="{FF2B5EF4-FFF2-40B4-BE49-F238E27FC236}">
                <ns2:creationId id="{032151C0-69B8-4D01-AF7E-15C9B27AB06F}"/>
              </ns1:ext>
            </ns1:extLst>
          </ns0:cNvPr>
          <ns0:cNvSpPr>
            <ns1:spLocks noGrp="1"/>
          </ns0:cNvSpPr>
          <ns0:nvPr/>
        </ns0:nvSpPr>
        <ns0:spPr>
          <ns1:xfrm>
            <ns1:off x="1171575" y="2528607"/>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C792EA"/>
                </ns1:solidFill>
                <ns1:latin typeface="Menlo"/>
                <ns1:ea typeface="Menlo"/>
                <ns1:cs typeface="Menlo"/>
              </ns1:rPr>
              <ns1:t>const</ns1:t>
            </ns1: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signature</ns1:t>
            </ns1: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sign</ns1:t>
            </ns1:r>
            <ns1:r>
              <ns1:rPr sz="1242">
                <ns1:solidFill>
                  <ns1:srgbClr val="E6EDF7"/>
                </ns1:solidFill>
                <ns1:latin typeface="Menlo"/>
                <ns1:ea typeface="Menlo"/>
                <ns1:cs typeface="Menlo"/>
              </ns1:rPr>
              <ns1:t>(</ns1:t>
            </ns1:r>
          </ns1:p>
        </ns0:txBody>
      </ns0:sp>
      <ns0:sp>
        <ns0:nvSpPr>
          <ns0:cNvPr id="25" name="">
            <ns1:extLst>
              <ns1:ext uri="{FF2B5EF4-FFF2-40B4-BE49-F238E27FC236}">
                <ns2:creationId id="{4A8FB350-8AFB-43B3-B13F-0E83C0F87D71}"/>
              </ns1:ext>
            </ns1:extLst>
          </ns0:cNvPr>
          <ns0:cNvSpPr>
            <ns1:spLocks noGrp="1"/>
          </ns0:cNvSpPr>
          <ns0:nvPr/>
        </ns0:nvSpPr>
        <ns0:spPr>
          <ns1:xfrm>
            <ns1:off x="800100" y="2730874"/>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04</ns1:t>
            </ns1:r>
          </ns1:p>
        </ns0:txBody>
      </ns0:sp>
      <ns0:sp>
        <ns0:nvSpPr>
          <ns0:cNvPr id="26" name="Código editable">
            <ns1:extLst>
              <ns1:ext uri="{FF2B5EF4-FFF2-40B4-BE49-F238E27FC236}">
                <ns2:creationId id="{919A87CB-F617-4F8A-8A51-997A0B7CC6BB}"/>
              </ns1:ext>
            </ns1:extLst>
          </ns0:cNvPr>
          <ns0:cNvSpPr>
            <ns1:spLocks noGrp="1"/>
          </ns0:cNvSpPr>
          <ns0:nvPr/>
        </ns0:nvSpPr>
        <ns0:spPr>
          <ns1:xfrm>
            <ns1:off x="1171575" y="2730874"/>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C792EA"/>
                </ns1:solidFill>
                <ns1:latin typeface="Menlo"/>
                <ns1:ea typeface="Menlo"/>
                <ns1:cs typeface="Menlo"/>
              </ns1:rPr>
              <ns1:t>null</ns1:t>
            </ns1:r>
            <ns1:r>
              <ns1:rPr sz="1242">
                <ns1:solidFill>
                  <ns1:srgbClr val="E6EDF7"/>
                </ns1:solidFill>
                <ns1:latin typeface="Menlo"/>
                <ns1:ea typeface="Menlo"/>
                <ns1:cs typeface="Menlo"/>
              </ns1:rPr>
              <ns1:t>,</ns1:t>
            </ns1:r>
          </ns1:p>
        </ns0:txBody>
      </ns0:sp>
      <ns0:sp>
        <ns0:nvSpPr>
          <ns0:cNvPr id="27" name="">
            <ns1:extLst>
              <ns1:ext uri="{FF2B5EF4-FFF2-40B4-BE49-F238E27FC236}">
                <ns2:creationId id="{E7ED5B3D-9ACC-4604-9E3E-D9905BB7B358}"/>
              </ns1:ext>
            </ns1:extLst>
          </ns0:cNvPr>
          <ns0:cNvSpPr>
            <ns1:spLocks noGrp="1"/>
          </ns0:cNvSpPr>
          <ns0:nvPr/>
        </ns0:nvSpPr>
        <ns0:spPr>
          <ns1:xfrm>
            <ns1:off x="800100" y="2933140"/>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05</ns1:t>
            </ns1:r>
          </ns1:p>
        </ns0:txBody>
      </ns0:sp>
      <ns0:sp>
        <ns0:nvSpPr>
          <ns0:cNvPr id="28" name="Código editable">
            <ns1:extLst>
              <ns1:ext uri="{FF2B5EF4-FFF2-40B4-BE49-F238E27FC236}">
                <ns2:creationId id="{1377BC2A-C600-4688-A88A-9737B7AB3457}"/>
              </ns1:ext>
            </ns1:extLst>
          </ns0:cNvPr>
          <ns0:cNvSpPr>
            <ns1:spLocks noGrp="1"/>
          </ns0:cNvSpPr>
          <ns0:nvPr/>
        </ns0:nvSpPr>
        <ns0:spPr>
          <ns1:xfrm>
            <ns1:off x="1171575" y="2933140"/>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82D3F2"/>
                </ns1:solidFill>
                <ns1:latin typeface="Menlo"/>
                <ns1:ea typeface="Menlo"/>
                <ns1:cs typeface="Menlo"/>
              </ns1:rPr>
              <ns1:t>Buffer</ns1:t>
            </ns1:r>
            <ns1:r>
              <ns1:rPr sz="1242">
                <ns1:solidFill>
                  <ns1:srgbClr val="E6EDF7"/>
                </ns1:solidFill>
                <ns1:latin typeface="Menlo"/>
                <ns1:ea typeface="Menlo"/>
                <ns1:cs typeface="Menlo"/>
              </ns1:rPr>
              <ns1:t>.</ns1:t>
            </ns1:r>
            <ns1:r>
              <ns1:rPr sz="1242">
                <ns1:solidFill>
                  <ns1:srgbClr val="C792EA"/>
                </ns1:solidFill>
                <ns1:latin typeface="Menlo"/>
                <ns1:ea typeface="Menlo"/>
                <ns1:cs typeface="Menlo"/>
              </ns1:rPr>
              <ns1:t>from</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canonicalize</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payload</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ns1:t>
            </ns1:r>
          </ns1:p>
        </ns0:txBody>
      </ns0:sp>
      <ns0:sp>
        <ns0:nvSpPr>
          <ns0:cNvPr id="29" name="">
            <ns1:extLst>
              <ns1:ext uri="{FF2B5EF4-FFF2-40B4-BE49-F238E27FC236}">
                <ns2:creationId id="{46D67221-D4B2-4C6A-BC00-C871E7E8FF9A}"/>
              </ns1:ext>
            </ns1:extLst>
          </ns0:cNvPr>
          <ns0:cNvSpPr>
            <ns1:spLocks noGrp="1"/>
          </ns0:cNvSpPr>
          <ns0:nvPr/>
        </ns0:nvSpPr>
        <ns0:spPr>
          <ns1:xfrm>
            <ns1:off x="800100" y="3135406"/>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06</ns1:t>
            </ns1:r>
          </ns1:p>
        </ns0:txBody>
      </ns0:sp>
      <ns0:sp>
        <ns0:nvSpPr>
          <ns0:cNvPr id="30" name="Código editable">
            <ns1:extLst>
              <ns1:ext uri="{FF2B5EF4-FFF2-40B4-BE49-F238E27FC236}">
                <ns2:creationId id="{A792702E-6EF4-403D-B58F-30EA08DEEB45}"/>
              </ns1:ext>
            </ns1:extLst>
          </ns0:cNvPr>
          <ns0:cNvSpPr>
            <ns1:spLocks noGrp="1"/>
          </ns0:cNvSpPr>
          <ns0:nvPr/>
        </ns0:nvSpPr>
        <ns0:spPr>
          <ns1:xfrm>
            <ns1:off x="1171575" y="3135406"/>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issuerPrivateKey</ns1:t>
            </ns1:r>
          </ns1:p>
        </ns0:txBody>
      </ns0:sp>
      <ns0:sp>
        <ns0:nvSpPr>
          <ns0:cNvPr id="31" name="">
            <ns1:extLst>
              <ns1:ext uri="{FF2B5EF4-FFF2-40B4-BE49-F238E27FC236}">
                <ns2:creationId id="{AB7CB472-0BBD-461C-8F84-8A428269E9AB}"/>
              </ns1:ext>
            </ns1:extLst>
          </ns0:cNvPr>
          <ns0:cNvSpPr>
            <ns1:spLocks noGrp="1"/>
          </ns0:cNvSpPr>
          <ns0:nvPr/>
        </ns0:nvSpPr>
        <ns0:spPr>
          <ns1:xfrm>
            <ns1:off x="800100" y="3337672"/>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07</ns1:t>
            </ns1:r>
          </ns1:p>
        </ns0:txBody>
      </ns0:sp>
      <ns0:sp>
        <ns0:nvSpPr>
          <ns0:cNvPr id="32" name="Código editable">
            <ns1:extLst>
              <ns1:ext uri="{FF2B5EF4-FFF2-40B4-BE49-F238E27FC236}">
                <ns2:creationId id="{B81649B8-7168-4232-BB1C-0D14793276D7}"/>
              </ns1:ext>
            </ns1:extLst>
          </ns0:cNvPr>
          <ns0:cNvSpPr>
            <ns1:spLocks noGrp="1"/>
          </ns0:cNvSpPr>
          <ns0:nvPr/>
        </ns0:nvSpPr>
        <ns0:spPr>
          <ns1:xfrm>
            <ns1:off x="1171575" y="3337672"/>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ns1:t>
            </ns1:r>
            <ns1:r>
              <ns1:rPr sz="1242">
                <ns1:solidFill>
                  <ns1:srgbClr val="F6C177"/>
                </ns1:solidFill>
                <ns1:latin typeface="Menlo"/>
                <ns1:ea typeface="Menlo"/>
                <ns1:cs typeface="Menlo"/>
              </ns1:rPr>
              <ns1:t>toString</ns1:t>
            </ns1:r>
            <ns1:r>
              <ns1:rPr sz="1242">
                <ns1:solidFill>
                  <ns1:srgbClr val="E6EDF7"/>
                </ns1:solidFill>
                <ns1:latin typeface="Menlo"/>
                <ns1:ea typeface="Menlo"/>
                <ns1:cs typeface="Menlo"/>
              </ns1:rPr>
              <ns1:t>(</ns1:t>
            </ns1:r>
            <ns1:r>
              <ns1:rPr sz="1242">
                <ns1:solidFill>
                  <ns1:srgbClr val="A8D88A"/>
                </ns1:solidFill>
                <ns1:latin typeface="Menlo"/>
                <ns1:ea typeface="Menlo"/>
                <ns1:cs typeface="Menlo"/>
              </ns1:rPr>
              <ns1:t>'base64url'</ns1:t>
            </ns1:r>
            <ns1:r>
              <ns1:rPr sz="1242">
                <ns1:solidFill>
                  <ns1:srgbClr val="E6EDF7"/>
                </ns1:solidFill>
                <ns1:latin typeface="Menlo"/>
                <ns1:ea typeface="Menlo"/>
                <ns1:cs typeface="Menlo"/>
              </ns1:rPr>
              <ns1:t>)</ns1:t>
            </ns1:r>
          </ns1:p>
        </ns0:txBody>
      </ns0:sp>
      <ns0:sp>
        <ns0:nvSpPr>
          <ns0:cNvPr id="33" name="">
            <ns1:extLst>
              <ns1:ext uri="{FF2B5EF4-FFF2-40B4-BE49-F238E27FC236}">
                <ns2:creationId id="{24D9F5EF-AE75-4915-A2F5-0717A6021C63}"/>
              </ns1:ext>
            </ns1:extLst>
          </ns0:cNvPr>
          <ns0:cNvSpPr>
            <ns1:spLocks noGrp="1"/>
          </ns0:cNvSpPr>
          <ns0:nvPr/>
        </ns0:nvSpPr>
        <ns0:spPr>
          <ns1:xfrm>
            <ns1:off x="800100" y="3539938"/>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08</ns1:t>
            </ns1:r>
          </ns1:p>
        </ns0:txBody>
      </ns0:sp>
      <ns0:sp>
        <ns0:nvSpPr>
          <ns0:cNvPr id="34" name="Código editable">
            <ns1:extLst>
              <ns1:ext uri="{FF2B5EF4-FFF2-40B4-BE49-F238E27FC236}">
                <ns2:creationId id="{E2965F10-88FE-49FE-BC8C-86E8A861E88A}"/>
              </ns1:ext>
            </ns1:extLst>
          </ns0:cNvPr>
          <ns0:cNvSpPr>
            <ns1:spLocks noGrp="1"/>
          </ns0:cNvSpPr>
          <ns0:nvPr/>
        </ns0:nvSpPr>
        <ns0:spPr>
          <ns1:xfrm>
            <ns1:off x="1171575" y="3539938"/>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p>
        </ns0:txBody>
      </ns0:sp>
      <ns0:sp>
        <ns0:nvSpPr>
          <ns0:cNvPr id="35" name="">
            <ns1:extLst>
              <ns1:ext uri="{FF2B5EF4-FFF2-40B4-BE49-F238E27FC236}">
                <ns2:creationId id="{473E6EC8-50FF-4CAB-99EF-0BE1E4F0EC02}"/>
              </ns1:ext>
            </ns1:extLst>
          </ns0:cNvPr>
          <ns0:cNvSpPr>
            <ns1:spLocks noGrp="1"/>
          </ns0:cNvSpPr>
          <ns0:nvPr/>
        </ns0:nvSpPr>
        <ns0:spPr>
          <ns1:xfrm>
            <ns1:off x="800100" y="3742204"/>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09</ns1:t>
            </ns1:r>
          </ns1:p>
        </ns0:txBody>
      </ns0:sp>
      <ns0:sp>
        <ns0:nvSpPr>
          <ns0:cNvPr id="36" name="Código editable">
            <ns1:extLst>
              <ns1:ext uri="{FF2B5EF4-FFF2-40B4-BE49-F238E27FC236}">
                <ns2:creationId id="{58895F5B-0338-4BEC-89CC-C429C40657B1}"/>
              </ns1:ext>
            </ns1:extLst>
          </ns0:cNvPr>
          <ns0:cNvSpPr>
            <ns1:spLocks noGrp="1"/>
          </ns0:cNvSpPr>
          <ns0:nvPr/>
        </ns0:nvSpPr>
        <ns0:spPr>
          <ns1:xfrm>
            <ns1:off x="1171575" y="3742204"/>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C792EA"/>
                </ns1:solidFill>
                <ns1:latin typeface="Menlo"/>
                <ns1:ea typeface="Menlo"/>
                <ns1:cs typeface="Menlo"/>
              </ns1:rPr>
              <ns1:t>return</ns1:t>
            </ns1: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ns1:t>
            </ns1:r>
          </ns1:p>
        </ns0:txBody>
      </ns0:sp>
      <ns0:sp>
        <ns0:nvSpPr>
          <ns0:cNvPr id="37" name="">
            <ns1:extLst>
              <ns1:ext uri="{FF2B5EF4-FFF2-40B4-BE49-F238E27FC236}">
                <ns2:creationId id="{FD9778A5-9E2D-415A-BF81-DEC2C2C989FD}"/>
              </ns1:ext>
            </ns1:extLst>
          </ns0:cNvPr>
          <ns0:cNvSpPr>
            <ns1:spLocks noGrp="1"/>
          </ns0:cNvSpPr>
          <ns0:nvPr/>
        </ns0:nvSpPr>
        <ns0:spPr>
          <ns1:xfrm>
            <ns1:off x="800100" y="3944471"/>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10</ns1:t>
            </ns1:r>
          </ns1:p>
        </ns0:txBody>
      </ns0:sp>
      <ns0:sp>
        <ns0:nvSpPr>
          <ns0:cNvPr id="38" name="Código editable">
            <ns1:extLst>
              <ns1:ext uri="{FF2B5EF4-FFF2-40B4-BE49-F238E27FC236}">
                <ns2:creationId id="{5FE73405-BD0B-4198-A3EE-F8E1A262865C}"/>
              </ns1:ext>
            </ns1:extLst>
          </ns0:cNvPr>
          <ns0:cNvSpPr>
            <ns1:spLocks noGrp="1"/>
          </ns0:cNvSpPr>
          <ns0:nvPr/>
        </ns0:nvSpPr>
        <ns0:spPr>
          <ns1:xfrm>
            <ns1:off x="1171575" y="3944471"/>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ns1:t>
            </ns1:r>
            <ns1:r>
              <ns1:rPr sz="1242">
                <ns1:solidFill>
                  <ns1:srgbClr val="F6C177"/>
                </ns1:solidFill>
                <ns1:latin typeface="Menlo"/>
                <ns1:ea typeface="Menlo"/>
                <ns1:cs typeface="Menlo"/>
              </ns1:rPr>
              <ns1:t>.</ns1:t>
            </ns1:r>
            <ns1:r>
              <ns1:rPr sz="1242">
                <ns1:solidFill>
                  <ns1:srgbClr val="F6C177"/>
                </ns1:solidFill>
                <ns1:latin typeface="Menlo"/>
                <ns1:ea typeface="Menlo"/>
                <ns1:cs typeface="Menlo"/>
              </ns1:rPr>
              <ns1:t>.</ns1:t>
            </ns1:r>
            <ns1:r>
              <ns1:rPr sz="1242">
                <ns1:solidFill>
                  <ns1:srgbClr val="F6C177"/>
                </ns1:solidFill>
                <ns1:latin typeface="Menlo"/>
                <ns1:ea typeface="Menlo"/>
                <ns1:cs typeface="Menlo"/>
              </ns1:rPr>
              <ns1:t>payload</ns1:t>
            </ns1:r>
            <ns1:r>
              <ns1:rPr sz="1242">
                <ns1:solidFill>
                  <ns1:srgbClr val="E6EDF7"/>
                </ns1:solidFill>
                <ns1:latin typeface="Menlo"/>
                <ns1:ea typeface="Menlo"/>
                <ns1:cs typeface="Menlo"/>
              </ns1:rPr>
              <ns1:t>,</ns1:t>
            </ns1:r>
          </ns1:p>
        </ns0:txBody>
      </ns0:sp>
      <ns0:sp>
        <ns0:nvSpPr>
          <ns0:cNvPr id="39" name="">
            <ns1:extLst>
              <ns1:ext uri="{FF2B5EF4-FFF2-40B4-BE49-F238E27FC236}">
                <ns2:creationId id="{9035F3A7-1FAE-45A1-A231-9FC0128E8D4B}"/>
              </ns1:ext>
            </ns1:extLst>
          </ns0:cNvPr>
          <ns0:cNvSpPr>
            <ns1:spLocks noGrp="1"/>
          </ns0:cNvSpPr>
          <ns0:nvPr/>
        </ns0:nvSpPr>
        <ns0:spPr>
          <ns1:xfrm>
            <ns1:off x="800100" y="4146737"/>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11</ns1:t>
            </ns1:r>
          </ns1:p>
        </ns0:txBody>
      </ns0:sp>
      <ns0:sp>
        <ns0:nvSpPr>
          <ns0:cNvPr id="40" name="Código editable">
            <ns1:extLst>
              <ns1:ext uri="{FF2B5EF4-FFF2-40B4-BE49-F238E27FC236}">
                <ns2:creationId id="{7C87356C-F0E0-4AF8-824C-314BB1A7B63B}"/>
              </ns1:ext>
            </ns1:extLst>
          </ns0:cNvPr>
          <ns0:cNvSpPr>
            <ns1:spLocks noGrp="1"/>
          </ns0:cNvSpPr>
          <ns0:nvPr/>
        </ns0:nvSpPr>
        <ns0:spPr>
          <ns1:xfrm>
            <ns1:off x="1171575" y="4146737"/>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proof</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ns1:t>
            </ns1:r>
          </ns1:p>
        </ns0:txBody>
      </ns0:sp>
      <ns0:sp>
        <ns0:nvSpPr>
          <ns0:cNvPr id="41" name="">
            <ns1:extLst>
              <ns1:ext uri="{FF2B5EF4-FFF2-40B4-BE49-F238E27FC236}">
                <ns2:creationId id="{0C7AE042-B14B-464F-8F01-A1AEF35A8C17}"/>
              </ns1:ext>
            </ns1:extLst>
          </ns0:cNvPr>
          <ns0:cNvSpPr>
            <ns1:spLocks noGrp="1"/>
          </ns0:cNvSpPr>
          <ns0:nvPr/>
        </ns0:nvSpPr>
        <ns0:spPr>
          <ns1:xfrm>
            <ns1:off x="1123950" y="4339478"/>
            <ns1:ext cx="6019800" cy="202266"/>
          </ns1:xfrm>
          <ns1:prstGeom prst="rect">
            <ns1:avLst/>
          </ns1:prstGeom>
          <ns1:solidFill>
            <ns1:srgbClr val="15243A"/>
          </ns1:solidFill>
          <ns1:ln w="0">
            <ns1:noFill/>
            <ns1:prstDash val="solid"/>
          </ns1:ln>
        </ns0:spPr>
      </ns0:sp>
      <ns0:sp>
        <ns0:nvSpPr>
          <ns0:cNvPr id="42" name="">
            <ns1:extLst>
              <ns1:ext uri="{FF2B5EF4-FFF2-40B4-BE49-F238E27FC236}">
                <ns2:creationId id="{6520A222-E7D1-4C8B-89FC-FB323917C5E8}"/>
              </ns1:ext>
            </ns1:extLst>
          </ns0:cNvPr>
          <ns0:cNvSpPr>
            <ns1:spLocks noGrp="1"/>
          </ns0:cNvSpPr>
          <ns0:nvPr/>
        </ns0:nvSpPr>
        <ns0:spPr>
          <ns1:xfrm>
            <ns1:off x="733425" y="4349003"/>
            <ns1:ext cx="190500" cy="202266"/>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12</ns1:t>
            </ns1:r>
          </ns1:p>
        </ns0:txBody>
      </ns0:sp>
      <ns0:sp>
        <ns0:nvSpPr>
          <ns0:cNvPr id="43" name="">
            <ns1:extLst>
              <ns1:ext uri="{FF2B5EF4-FFF2-40B4-BE49-F238E27FC236}">
                <ns2:creationId id="{644CFAC3-27CD-4D4D-8083-CE3AC8671E9D}"/>
              </ns1:ext>
            </ns1:extLst>
          </ns0:cNvPr>
          <ns0:cNvSpPr>
            <ns1:spLocks noGrp="1"/>
          </ns0:cNvSpPr>
          <ns0:nvPr/>
        </ns0:nvSpPr>
        <ns0:spPr>
          <ns1:xfrm>
            <ns1:off x="1123950" y="4339478"/>
            <ns1:ext cx="28575" cy="202266"/>
          </ns1:xfrm>
          <ns1:prstGeom prst="rect">
            <ns1:avLst/>
          </ns1:prstGeom>
          <ns1:solidFill>
            <ns1:srgbClr val="22B8A8"/>
          </ns1:solidFill>
          <ns1:ln w="0">
            <ns1:noFill/>
            <ns1:prstDash val="solid"/>
          </ns1:ln>
        </ns0:spPr>
      </ns0:sp>
      <ns0:sp>
        <ns0:nvSpPr>
          <ns0:cNvPr id="44" name="">
            <ns1:extLst>
              <ns1:ext uri="{FF2B5EF4-FFF2-40B4-BE49-F238E27FC236}">
                <ns2:creationId id="{10A82FA4-EDAE-42D4-973A-364DD438406C}"/>
              </ns1:ext>
            </ns1:extLst>
          </ns0:cNvPr>
          <ns0:cNvSpPr>
            <ns1:spLocks noGrp="1"/>
          </ns0:cNvSpPr>
          <ns0:nvPr/>
        </ns0:nvSpPr>
        <ns0:spPr>
          <ns1:xfrm>
            <ns1:off x="962025" y="4359649"/>
            <ns1:ext cx="171450" cy="171450"/>
          </ns1:xfrm>
          <ns1:prstGeom prst="ellipse">
            <ns1:avLst/>
          </ns1:prstGeom>
          <ns1:solidFill>
            <ns1:srgbClr val="22B8A8"/>
          </ns1:solidFill>
          <ns1:ln w="0">
            <ns1:noFill/>
            <ns1:prstDash val="solid"/>
          </ns1:ln>
        </ns0:spPr>
      </ns0:sp>
      <ns0:sp>
        <ns0:nvSpPr>
          <ns0:cNvPr id="45" name="">
            <ns1:extLst>
              <ns1:ext uri="{FF2B5EF4-FFF2-40B4-BE49-F238E27FC236}">
                <ns2:creationId id="{BF747BE4-F82C-4440-9012-E4826B3AD393}"/>
              </ns1:ext>
            </ns1:extLst>
          </ns0:cNvPr>
          <ns0:cNvSpPr>
            <ns1:spLocks noGrp="1"/>
          </ns0:cNvSpPr>
          <ns0:nvPr/>
        </ns0:nvSpPr>
        <ns0:spPr>
          <ns1:xfrm>
            <ns1:off x="962025" y="4359649"/>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2</ns1:t>
            </ns1:r>
          </ns1:p>
        </ns0:txBody>
      </ns0:sp>
      <ns0:sp>
        <ns0:nvSpPr>
          <ns0:cNvPr id="46" name="Código editable">
            <ns1:extLst>
              <ns1:ext uri="{FF2B5EF4-FFF2-40B4-BE49-F238E27FC236}">
                <ns2:creationId id="{1A1C9C5B-118C-4144-A4CB-9FE7E175C0E4}"/>
              </ns1:ext>
            </ns1:extLst>
          </ns0:cNvPr>
          <ns0:cNvSpPr>
            <ns1:spLocks noGrp="1"/>
          </ns0:cNvSpPr>
          <ns0:nvPr/>
        </ns0:nvSpPr>
        <ns0:spPr>
          <ns1:xfrm>
            <ns1:off x="1171575" y="4349003"/>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algorithm</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 </ns1:t>
            </ns1:r>
            <ns1:r>
              <ns1:rPr sz="1242">
                <ns1:solidFill>
                  <ns1:srgbClr val="A8D88A"/>
                </ns1:solidFill>
                <ns1:latin typeface="Menlo"/>
                <ns1:ea typeface="Menlo"/>
                <ns1:cs typeface="Menlo"/>
              </ns1:rPr>
              <ns1:t>'Ed25519'</ns1:t>
            </ns1:r>
            <ns1:r>
              <ns1:rPr sz="1242">
                <ns1:solidFill>
                  <ns1:srgbClr val="E6EDF7"/>
                </ns1:solidFill>
                <ns1:latin typeface="Menlo"/>
                <ns1:ea typeface="Menlo"/>
                <ns1:cs typeface="Menlo"/>
              </ns1:rPr>
              <ns1:t>,</ns1:t>
            </ns1:r>
          </ns1:p>
        </ns0:txBody>
      </ns0:sp>
      <ns0:sp>
        <ns0:nvSpPr>
          <ns0:cNvPr id="47" name="">
            <ns1:extLst>
              <ns1:ext uri="{FF2B5EF4-FFF2-40B4-BE49-F238E27FC236}">
                <ns2:creationId id="{2FF5D8CB-A213-417B-966D-A6E479BEBAAC}"/>
              </ns1:ext>
            </ns1:extLst>
          </ns0:cNvPr>
          <ns0:cNvSpPr>
            <ns1:spLocks noGrp="1"/>
          </ns0:cNvSpPr>
          <ns0:nvPr/>
        </ns0:nvSpPr>
        <ns0:spPr>
          <ns1:xfrm>
            <ns1:off x="800100" y="4551269"/>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13</ns1:t>
            </ns1:r>
          </ns1:p>
        </ns0:txBody>
      </ns0:sp>
      <ns0:sp>
        <ns0:nvSpPr>
          <ns0:cNvPr id="48" name="Código editable">
            <ns1:extLst>
              <ns1:ext uri="{FF2B5EF4-FFF2-40B4-BE49-F238E27FC236}">
                <ns2:creationId id="{F7377633-A117-4231-9487-131A9B5BF5D1}"/>
              </ns1:ext>
            </ns1:extLst>
          </ns0:cNvPr>
          <ns0:cNvSpPr>
            <ns1:spLocks noGrp="1"/>
          </ns0:cNvSpPr>
          <ns0:nvPr/>
        </ns0:nvSpPr>
        <ns0:spPr>
          <ns1:xfrm>
            <ns1:off x="1171575" y="4551269"/>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verificationMethod</ns1:t>
            </ns1:r>
            <ns1:r>
              <ns1:rPr sz="1242">
                <ns1:solidFill>
                  <ns1:srgbClr val="E6EDF7"/>
                </ns1:solidFill>
                <ns1:latin typeface="Menlo"/>
                <ns1:ea typeface="Menlo"/>
                <ns1:cs typeface="Menlo"/>
              </ns1:rPr>
              <ns1:t>:</ns1:t>
            </ns1: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issuerId</ns1:t>
            </ns1:r>
            <ns1:r>
              <ns1:rPr sz="1242">
                <ns1:solidFill>
                  <ns1:srgbClr val="E6EDF7"/>
                </ns1:solidFill>
                <ns1:latin typeface="Menlo"/>
                <ns1:ea typeface="Menlo"/>
                <ns1:cs typeface="Menlo"/>
              </ns1:rPr>
              <ns1:t>,</ns1:t>
            </ns1:r>
          </ns1:p>
        </ns0:txBody>
      </ns0:sp>
      <ns0:sp>
        <ns0:nvSpPr>
          <ns0:cNvPr id="49" name="">
            <ns1:extLst>
              <ns1:ext uri="{FF2B5EF4-FFF2-40B4-BE49-F238E27FC236}">
                <ns2:creationId id="{E8BB0A0F-F9D9-469C-AD21-F4EFB7AD4488}"/>
              </ns1:ext>
            </ns1:extLst>
          </ns0:cNvPr>
          <ns0:cNvSpPr>
            <ns1:spLocks noGrp="1"/>
          </ns0:cNvSpPr>
          <ns0:nvPr/>
        </ns0:nvSpPr>
        <ns0:spPr>
          <ns1:xfrm>
            <ns1:off x="800100" y="4753535"/>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14</ns1:t>
            </ns1:r>
          </ns1:p>
        </ns0:txBody>
      </ns0:sp>
      <ns0:sp>
        <ns0:nvSpPr>
          <ns0:cNvPr id="50" name="Código editable">
            <ns1:extLst>
              <ns1:ext uri="{FF2B5EF4-FFF2-40B4-BE49-F238E27FC236}">
                <ns2:creationId id="{2E4016FF-E3C5-40B7-9510-374CB9B60E52}"/>
              </ns1:ext>
            </ns1:extLst>
          </ns0:cNvPr>
          <ns0:cNvSpPr>
            <ns1:spLocks noGrp="1"/>
          </ns0:cNvSpPr>
          <ns0:nvPr/>
        </ns0:nvSpPr>
        <ns0:spPr>
          <ns1:xfrm>
            <ns1:off x="1171575" y="4753535"/>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signature</ns1:t>
            </ns1:r>
          </ns1:p>
        </ns0:txBody>
      </ns0:sp>
      <ns0:sp>
        <ns0:nvSpPr>
          <ns0:cNvPr id="51" name="">
            <ns1:extLst>
              <ns1:ext uri="{FF2B5EF4-FFF2-40B4-BE49-F238E27FC236}">
                <ns2:creationId id="{74A2E8E8-713E-4D0C-9E83-F5886D9E2BAA}"/>
              </ns1:ext>
            </ns1:extLst>
          </ns0:cNvPr>
          <ns0:cNvSpPr>
            <ns1:spLocks noGrp="1"/>
          </ns0:cNvSpPr>
          <ns0:nvPr/>
        </ns0:nvSpPr>
        <ns0:spPr>
          <ns1:xfrm>
            <ns1:off x="800100" y="4955801"/>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15</ns1:t>
            </ns1:r>
          </ns1:p>
        </ns0:txBody>
      </ns0:sp>
      <ns0:sp>
        <ns0:nvSpPr>
          <ns0:cNvPr id="52" name="Código editable">
            <ns1:extLst>
              <ns1:ext uri="{FF2B5EF4-FFF2-40B4-BE49-F238E27FC236}">
                <ns2:creationId id="{B988B313-7E8A-4A27-A1F7-BDF143411880}"/>
              </ns1:ext>
            </ns1:extLst>
          </ns0:cNvPr>
          <ns0:cNvSpPr>
            <ns1:spLocks noGrp="1"/>
          </ns0:cNvSpPr>
          <ns0:nvPr/>
        </ns0:nvSpPr>
        <ns0:spPr>
          <ns1:xfrm>
            <ns1:off x="1171575" y="4955801"/>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ns1:t>
            </ns1:r>
          </ns1:p>
        </ns0:txBody>
      </ns0:sp>
      <ns0:sp>
        <ns0:nvSpPr>
          <ns0:cNvPr id="53" name="">
            <ns1:extLst>
              <ns1:ext uri="{FF2B5EF4-FFF2-40B4-BE49-F238E27FC236}">
                <ns2:creationId id="{808F007A-6AF0-4E58-8A59-E51698D3076D}"/>
              </ns1:ext>
            </ns1:extLst>
          </ns0:cNvPr>
          <ns0:cNvSpPr>
            <ns1:spLocks noGrp="1"/>
          </ns0:cNvSpPr>
          <ns0:nvPr/>
        </ns0:nvSpPr>
        <ns0:spPr>
          <ns1:xfrm>
            <ns1:off x="800100" y="5158068"/>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16</ns1:t>
            </ns1:r>
          </ns1:p>
        </ns0:txBody>
      </ns0:sp>
      <ns0:sp>
        <ns0:nvSpPr>
          <ns0:cNvPr id="54" name="Código editable">
            <ns1:extLst>
              <ns1:ext uri="{FF2B5EF4-FFF2-40B4-BE49-F238E27FC236}">
                <ns2:creationId id="{79D5AB69-68DF-442A-93F9-711EEDBA998B}"/>
              </ns1:ext>
            </ns1:extLst>
          </ns0:cNvPr>
          <ns0:cNvSpPr>
            <ns1:spLocks noGrp="1"/>
          </ns0:cNvSpPr>
          <ns0:nvPr/>
        </ns0:nvSpPr>
        <ns0:spPr>
          <ns1:xfrm>
            <ns1:off x="1171575" y="5158068"/>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  </ns1:t>
            </ns1:r>
            <ns1:r>
              <ns1:rPr sz="1242">
                <ns1:solidFill>
                  <ns1:srgbClr val="E6EDF7"/>
                </ns1:solidFill>
                <ns1:latin typeface="Menlo"/>
                <ns1:ea typeface="Menlo"/>
                <ns1:cs typeface="Menlo"/>
              </ns1:rPr>
              <ns1:t>}</ns1:t>
            </ns1:r>
          </ns1:p>
        </ns0:txBody>
      </ns0:sp>
      <ns0:sp>
        <ns0:nvSpPr>
          <ns0:cNvPr id="55" name="">
            <ns1:extLst>
              <ns1:ext uri="{FF2B5EF4-FFF2-40B4-BE49-F238E27FC236}">
                <ns2:creationId id="{FAD1B4B8-8511-4350-80FF-1F9A9B68E5A2}"/>
              </ns1:ext>
            </ns1:extLst>
          </ns0:cNvPr>
          <ns0:cNvSpPr>
            <ns1:spLocks noGrp="1"/>
          </ns0:cNvSpPr>
          <ns0:nvPr/>
        </ns0:nvSpPr>
        <ns0:spPr>
          <ns1:xfrm>
            <ns1:off x="800100" y="5360334"/>
            <ns1:ext cx="247650" cy="202266"/>
          </ns1:xfrm>
          <ns1:prstGeom prst="rect">
            <ns1:avLst/>
          </ns1:prstGeom>
          <ns1:noFill/>
          <ns1:ln w="0">
            <ns1:noFill/>
            <ns1:prstDash val="solid"/>
          </ns1:ln>
        </ns0:spPr>
        <ns0:txBody>
          <ns1:bodyPr lIns="0" tIns="0" rIns="0" bIns="0" anchor="ctr">
            <ns1:normAutofit fontScale="100000"/>
          </ns1:bodyPr>
          <ns1:lstStyle>
            <ns1:defPPr algn="r">
              <ns1:defRPr sz="1242" b="0">
                <ns1:solidFill>
                  <ns1:srgbClr val="647791"/>
                </ns1:solidFill>
                <ns1:latin typeface="Aptos"/>
                <ns1:ea typeface="Aptos"/>
                <ns1:cs typeface="Aptos"/>
              </ns1:defRPr>
            </ns1:defPPr>
            <ns1:lvl1pPr algn="r">
              <ns1:defRPr sz="1242" b="0">
                <ns1:solidFill>
                  <ns1:srgbClr val="647791"/>
                </ns1:solidFill>
                <ns1:latin typeface="Aptos"/>
                <ns1:ea typeface="Aptos"/>
                <ns1:cs typeface="Aptos"/>
              </ns1:defRPr>
            </ns1:lvl1pPr>
            <ns1:lvl2pPr algn="r">
              <ns1:defRPr sz="1242" b="0">
                <ns1:solidFill>
                  <ns1:srgbClr val="647791"/>
                </ns1:solidFill>
                <ns1:latin typeface="Aptos"/>
                <ns1:ea typeface="Aptos"/>
                <ns1:cs typeface="Aptos"/>
              </ns1:defRPr>
            </ns1:lvl2pPr>
            <ns1:lvl3pPr algn="r">
              <ns1:defRPr sz="1242" b="0">
                <ns1:solidFill>
                  <ns1:srgbClr val="647791"/>
                </ns1:solidFill>
                <ns1:latin typeface="Aptos"/>
                <ns1:ea typeface="Aptos"/>
                <ns1:cs typeface="Aptos"/>
              </ns1:defRPr>
            </ns1:lvl3pPr>
            <ns1:lvl4pPr algn="r">
              <ns1:defRPr sz="1242" b="0">
                <ns1:solidFill>
                  <ns1:srgbClr val="647791"/>
                </ns1:solidFill>
                <ns1:latin typeface="Aptos"/>
                <ns1:ea typeface="Aptos"/>
                <ns1:cs typeface="Aptos"/>
              </ns1:defRPr>
            </ns1:lvl4pPr>
            <ns1:lvl5pPr algn="r">
              <ns1:defRPr sz="1242" b="0">
                <ns1:solidFill>
                  <ns1:srgbClr val="647791"/>
                </ns1:solidFill>
                <ns1:latin typeface="Aptos"/>
                <ns1:ea typeface="Aptos"/>
                <ns1:cs typeface="Aptos"/>
              </ns1:defRPr>
            </ns1:lvl5pPr>
            <ns1:lvl6pPr algn="r">
              <ns1:defRPr sz="1242" b="0">
                <ns1:solidFill>
                  <ns1:srgbClr val="647791"/>
                </ns1:solidFill>
                <ns1:latin typeface="Aptos"/>
                <ns1:ea typeface="Aptos"/>
                <ns1:cs typeface="Aptos"/>
              </ns1:defRPr>
            </ns1:lvl6pPr>
            <ns1:lvl7pPr algn="r">
              <ns1:defRPr sz="1242" b="0">
                <ns1:solidFill>
                  <ns1:srgbClr val="647791"/>
                </ns1:solidFill>
                <ns1:latin typeface="Aptos"/>
                <ns1:ea typeface="Aptos"/>
                <ns1:cs typeface="Aptos"/>
              </ns1:defRPr>
            </ns1:lvl7pPr>
            <ns1:lvl8pPr algn="r">
              <ns1:defRPr sz="1242" b="0">
                <ns1:solidFill>
                  <ns1:srgbClr val="647791"/>
                </ns1:solidFill>
                <ns1:latin typeface="Aptos"/>
                <ns1:ea typeface="Aptos"/>
                <ns1:cs typeface="Aptos"/>
              </ns1:defRPr>
            </ns1:lvl8pPr>
            <ns1:lvl9pPr algn="r">
              <ns1:defRPr sz="1242" b="0">
                <ns1:solidFill>
                  <ns1:srgbClr val="647791"/>
                </ns1:solidFill>
                <ns1:latin typeface="Aptos"/>
                <ns1:ea typeface="Aptos"/>
                <ns1:cs typeface="Aptos"/>
              </ns1:defRPr>
            </ns1:lvl9pPr>
          </ns1:lstStyle>
          <ns1:p>
            <ns1:pPr algn="r">
              <ns1:defRPr sz="1242" b="0">
                <ns1:solidFill>
                  <ns1:srgbClr val="647791"/>
                </ns1:solidFill>
                <ns1:latin typeface="Aptos"/>
                <ns1:ea typeface="Aptos"/>
                <ns1:cs typeface="Aptos"/>
              </ns1:defRPr>
            </ns1:pPr>
            <ns1:r>
              <ns1:rPr sz="1242" b="0">
                <ns1:solidFill>
                  <ns1:srgbClr val="647791"/>
                </ns1:solidFill>
                <ns1:latin typeface="Aptos"/>
                <ns1:ea typeface="Aptos"/>
                <ns1:cs typeface="Aptos"/>
              </ns1:rPr>
              <ns1:t>17</ns1:t>
            </ns1:r>
          </ns1:p>
        </ns0:txBody>
      </ns0:sp>
      <ns0:sp>
        <ns0:nvSpPr>
          <ns0:cNvPr id="56" name="Código editable">
            <ns1:extLst>
              <ns1:ext uri="{FF2B5EF4-FFF2-40B4-BE49-F238E27FC236}">
                <ns2:creationId id="{9DDC9DEC-5A4E-4F58-B2F1-F227AEC37AD4}"/>
              </ns1:ext>
            </ns1:extLst>
          </ns0:cNvPr>
          <ns0:cNvSpPr>
            <ns1:spLocks noGrp="1"/>
          </ns0:cNvSpPr>
          <ns0:nvPr/>
        </ns0:nvSpPr>
        <ns0:spPr>
          <ns1:xfrm>
            <ns1:off x="1171575" y="5360334"/>
            <ns1:ext cx="5943600" cy="202266"/>
          </ns1:xfrm>
          <ns1:prstGeom prst="rect">
            <ns1:avLst/>
          </ns1:prstGeom>
          <ns1:noFill/>
          <ns1:ln w="0">
            <ns1:noFill/>
            <ns1:prstDash val="solid"/>
          </ns1:ln>
        </ns0:spPr>
        <ns0:txBody>
          <ns1:bodyPr lIns="0" tIns="0" rIns="0" bIns="0" anchor="ctr">
            <ns1:normAutofit fontScale="100000"/>
          </ns1:bodyPr>
          <ns1:lstStyle>
            <ns1:defPPr algn="l">
              <ns1:defRPr sz="1242">
                <ns1:solidFill>
                  <ns1:srgbClr val="E6EDF7"/>
                </ns1:solidFill>
                <ns1:latin typeface="Menlo"/>
                <ns1:ea typeface="Menlo"/>
                <ns1:cs typeface="Menlo"/>
              </ns1:defRPr>
            </ns1:defPPr>
            <ns1:lvl1pPr algn="l">
              <ns1:defRPr sz="1242">
                <ns1:solidFill>
                  <ns1:srgbClr val="E6EDF7"/>
                </ns1:solidFill>
                <ns1:latin typeface="Menlo"/>
                <ns1:ea typeface="Menlo"/>
                <ns1:cs typeface="Menlo"/>
              </ns1:defRPr>
            </ns1:lvl1pPr>
            <ns1:lvl2pPr algn="l">
              <ns1:defRPr sz="1242">
                <ns1:solidFill>
                  <ns1:srgbClr val="E6EDF7"/>
                </ns1:solidFill>
                <ns1:latin typeface="Menlo"/>
                <ns1:ea typeface="Menlo"/>
                <ns1:cs typeface="Menlo"/>
              </ns1:defRPr>
            </ns1:lvl2pPr>
            <ns1:lvl3pPr algn="l">
              <ns1:defRPr sz="1242">
                <ns1:solidFill>
                  <ns1:srgbClr val="E6EDF7"/>
                </ns1:solidFill>
                <ns1:latin typeface="Menlo"/>
                <ns1:ea typeface="Menlo"/>
                <ns1:cs typeface="Menlo"/>
              </ns1:defRPr>
            </ns1:lvl3pPr>
            <ns1:lvl4pPr algn="l">
              <ns1:defRPr sz="1242">
                <ns1:solidFill>
                  <ns1:srgbClr val="E6EDF7"/>
                </ns1:solidFill>
                <ns1:latin typeface="Menlo"/>
                <ns1:ea typeface="Menlo"/>
                <ns1:cs typeface="Menlo"/>
              </ns1:defRPr>
            </ns1:lvl4pPr>
            <ns1:lvl5pPr algn="l">
              <ns1:defRPr sz="1242">
                <ns1:solidFill>
                  <ns1:srgbClr val="E6EDF7"/>
                </ns1:solidFill>
                <ns1:latin typeface="Menlo"/>
                <ns1:ea typeface="Menlo"/>
                <ns1:cs typeface="Menlo"/>
              </ns1:defRPr>
            </ns1:lvl5pPr>
            <ns1:lvl6pPr algn="l">
              <ns1:defRPr sz="1242">
                <ns1:solidFill>
                  <ns1:srgbClr val="E6EDF7"/>
                </ns1:solidFill>
                <ns1:latin typeface="Menlo"/>
                <ns1:ea typeface="Menlo"/>
                <ns1:cs typeface="Menlo"/>
              </ns1:defRPr>
            </ns1:lvl6pPr>
            <ns1:lvl7pPr algn="l">
              <ns1:defRPr sz="1242">
                <ns1:solidFill>
                  <ns1:srgbClr val="E6EDF7"/>
                </ns1:solidFill>
                <ns1:latin typeface="Menlo"/>
                <ns1:ea typeface="Menlo"/>
                <ns1:cs typeface="Menlo"/>
              </ns1:defRPr>
            </ns1:lvl7pPr>
            <ns1:lvl8pPr algn="l">
              <ns1:defRPr sz="1242">
                <ns1:solidFill>
                  <ns1:srgbClr val="E6EDF7"/>
                </ns1:solidFill>
                <ns1:latin typeface="Menlo"/>
                <ns1:ea typeface="Menlo"/>
                <ns1:cs typeface="Menlo"/>
              </ns1:defRPr>
            </ns1:lvl8pPr>
            <ns1:lvl9pPr algn="l">
              <ns1:defRPr sz="1242">
                <ns1:solidFill>
                  <ns1:srgbClr val="E6EDF7"/>
                </ns1:solidFill>
                <ns1:latin typeface="Menlo"/>
                <ns1:ea typeface="Menlo"/>
                <ns1:cs typeface="Menlo"/>
              </ns1:defRPr>
            </ns1:lvl9pPr>
          </ns1:lstStyle>
          <ns1:p>
            <ns1:pPr algn="l">
              <ns1:defRPr sz="1242">
                <ns1:solidFill>
                  <ns1:srgbClr val="E6EDF7"/>
                </ns1:solidFill>
                <ns1:latin typeface="Menlo"/>
                <ns1:ea typeface="Menlo"/>
                <ns1:cs typeface="Menlo"/>
              </ns1:defRPr>
            </ns1:pPr>
            <ns1:r>
              <ns1:rPr sz="1242">
                <ns1:solidFill>
                  <ns1:srgbClr val="E6EDF7"/>
                </ns1:solidFill>
                <ns1:latin typeface="Menlo"/>
                <ns1:ea typeface="Menlo"/>
                <ns1:cs typeface="Menlo"/>
              </ns1:rPr>
              <ns1:t>}</ns1:t>
            </ns1:r>
          </ns1:p>
        </ns0:txBody>
      </ns0:sp>
      <ns0:sp>
        <ns0:nvSpPr>
          <ns0:cNvPr id="57" name="">
            <ns1:extLst>
              <ns1:ext uri="{FF2B5EF4-FFF2-40B4-BE49-F238E27FC236}">
                <ns2:creationId id="{47213AD2-7021-42E3-97ED-106EF6B88CC5}"/>
              </ns1:ext>
            </ns1:extLst>
          </ns0:cNvPr>
          <ns0:cNvSpPr>
            <ns1:spLocks noGrp="1"/>
          </ns0:cNvSpPr>
          <ns0:nvPr/>
        </ns0:nvSpPr>
        <ns0:spPr>
          <ns1:xfrm>
            <ns1:off x="7858125" y="1781175"/>
            <ns1:ext cx="3238500" cy="1333500"/>
          </ns1:xfrm>
          <ns1:prstGeom prst="roundRect">
            <ns1:avLst>
              <ns1:gd name="adj" fmla="val 5714"/>
            </ns1:avLst>
          </ns1:prstGeom>
          <ns1:solidFill>
            <ns1:srgbClr val="FFFFFF"/>
          </ns1:solidFill>
          <ns1:ln w="9525">
            <ns1:solidFill>
              <ns1:srgbClr val="DCE3ED"/>
            </ns1:solidFill>
            <ns1:prstDash val="solid"/>
          </ns1:ln>
        </ns0:spPr>
      </ns0:sp>
      <ns0:sp>
        <ns0:nvSpPr>
          <ns0:cNvPr id="58" name="">
            <ns1:extLst>
              <ns1:ext uri="{FF2B5EF4-FFF2-40B4-BE49-F238E27FC236}">
                <ns2:creationId id="{A1A0E8F1-B912-47E3-B2E9-06B7413060E0}"/>
              </ns1:ext>
            </ns1:extLst>
          </ns0:cNvPr>
          <ns0:cNvSpPr>
            <ns1:spLocks noGrp="1"/>
          </ns0:cNvSpPr>
          <ns0:nvPr/>
        </ns0:nvSpPr>
        <ns0:spPr>
          <ns1:xfrm>
            <ns1:off x="7858125" y="1781175"/>
            <ns1:ext cx="76200" cy="1333500"/>
          </ns1:xfrm>
          <ns1:prstGeom prst="roundRect">
            <ns1:avLst>
              <ns1:gd name="adj" fmla="val 50000"/>
            </ns1:avLst>
          </ns1:prstGeom>
          <ns1:solidFill>
            <ns1:srgbClr val="2846A0"/>
          </ns1:solidFill>
          <ns1:ln w="0">
            <ns1:noFill/>
            <ns1:prstDash val="solid"/>
          </ns1:ln>
        </ns0:spPr>
      </ns0:sp>
      <ns0:sp>
        <ns0:nvSpPr>
          <ns0:cNvPr id="59" name="">
            <ns1:extLst>
              <ns1:ext uri="{FF2B5EF4-FFF2-40B4-BE49-F238E27FC236}">
                <ns2:creationId id="{0556EFFA-7FBE-495D-A46E-3E87D17E4557}"/>
              </ns1:ext>
            </ns1:extLst>
          </ns0:cNvPr>
          <ns0:cNvSpPr>
            <ns1:spLocks noGrp="1"/>
          </ns0:cNvSpPr>
          <ns0:nvPr/>
        </ns0:nvSpPr>
        <ns0:spPr>
          <ns1:xfrm>
            <ns1:off x="8001000" y="1905000"/>
            <ns1:ext cx="266700" cy="266700"/>
          </ns1:xfrm>
          <ns1:prstGeom prst="ellipse">
            <ns1:avLst/>
          </ns1:prstGeom>
          <ns1:solidFill>
            <ns1:srgbClr val="2846A0"/>
          </ns1:solidFill>
          <ns1:ln w="0">
            <ns1:noFill/>
            <ns1:prstDash val="solid"/>
          </ns1:ln>
        </ns0:spPr>
      </ns0:sp>
      <ns0:sp>
        <ns0:nvSpPr>
          <ns0:cNvPr id="60" name="">
            <ns1:extLst>
              <ns1:ext uri="{FF2B5EF4-FFF2-40B4-BE49-F238E27FC236}">
                <ns2:creationId id="{2A5CA7D5-1F44-4E9E-BC0A-DF8F8B03972A}"/>
              </ns1:ext>
            </ns1:extLst>
          </ns0:cNvPr>
          <ns0:cNvSpPr>
            <ns1:spLocks noGrp="1"/>
          </ns0:cNvSpPr>
          <ns0:nvPr/>
        </ns0:nvSpPr>
        <ns0:spPr>
          <ns1:xfrm>
            <ns1:off x="8001000" y="1905000"/>
            <ns1:ext cx="266700" cy="266700"/>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FFFFFF"/>
                </ns1:solidFill>
                <ns1:latin typeface="Aptos"/>
                <ns1:ea typeface="Aptos"/>
                <ns1:cs typeface="Aptos"/>
              </ns1:defRPr>
            </ns1:defPPr>
            <ns1:lvl1pPr algn="ctr">
              <ns1:defRPr sz="1125" b="1">
                <ns1:solidFill>
                  <ns1:srgbClr val="FFFFFF"/>
                </ns1:solidFill>
                <ns1:latin typeface="Aptos"/>
                <ns1:ea typeface="Aptos"/>
                <ns1:cs typeface="Aptos"/>
              </ns1:defRPr>
            </ns1:lvl1pPr>
            <ns1:lvl2pPr algn="ctr">
              <ns1:defRPr sz="1125" b="1">
                <ns1:solidFill>
                  <ns1:srgbClr val="FFFFFF"/>
                </ns1:solidFill>
                <ns1:latin typeface="Aptos"/>
                <ns1:ea typeface="Aptos"/>
                <ns1:cs typeface="Aptos"/>
              </ns1:defRPr>
            </ns1:lvl2pPr>
            <ns1:lvl3pPr algn="ctr">
              <ns1:defRPr sz="1125" b="1">
                <ns1:solidFill>
                  <ns1:srgbClr val="FFFFFF"/>
                </ns1:solidFill>
                <ns1:latin typeface="Aptos"/>
                <ns1:ea typeface="Aptos"/>
                <ns1:cs typeface="Aptos"/>
              </ns1:defRPr>
            </ns1:lvl3pPr>
            <ns1:lvl4pPr algn="ctr">
              <ns1:defRPr sz="1125" b="1">
                <ns1:solidFill>
                  <ns1:srgbClr val="FFFFFF"/>
                </ns1:solidFill>
                <ns1:latin typeface="Aptos"/>
                <ns1:ea typeface="Aptos"/>
                <ns1:cs typeface="Aptos"/>
              </ns1:defRPr>
            </ns1:lvl4pPr>
            <ns1:lvl5pPr algn="ctr">
              <ns1:defRPr sz="1125" b="1">
                <ns1:solidFill>
                  <ns1:srgbClr val="FFFFFF"/>
                </ns1:solidFill>
                <ns1:latin typeface="Aptos"/>
                <ns1:ea typeface="Aptos"/>
                <ns1:cs typeface="Aptos"/>
              </ns1:defRPr>
            </ns1:lvl5pPr>
            <ns1:lvl6pPr algn="ctr">
              <ns1:defRPr sz="1125" b="1">
                <ns1:solidFill>
                  <ns1:srgbClr val="FFFFFF"/>
                </ns1:solidFill>
                <ns1:latin typeface="Aptos"/>
                <ns1:ea typeface="Aptos"/>
                <ns1:cs typeface="Aptos"/>
              </ns1:defRPr>
            </ns1:lvl6pPr>
            <ns1:lvl7pPr algn="ctr">
              <ns1:defRPr sz="1125" b="1">
                <ns1:solidFill>
                  <ns1:srgbClr val="FFFFFF"/>
                </ns1:solidFill>
                <ns1:latin typeface="Aptos"/>
                <ns1:ea typeface="Aptos"/>
                <ns1:cs typeface="Aptos"/>
              </ns1:defRPr>
            </ns1:lvl7pPr>
            <ns1:lvl8pPr algn="ctr">
              <ns1:defRPr sz="1125" b="1">
                <ns1:solidFill>
                  <ns1:srgbClr val="FFFFFF"/>
                </ns1:solidFill>
                <ns1:latin typeface="Aptos"/>
                <ns1:ea typeface="Aptos"/>
                <ns1:cs typeface="Aptos"/>
              </ns1:defRPr>
            </ns1:lvl8pPr>
            <ns1:lvl9pPr algn="ctr">
              <ns1:defRPr sz="1125" b="1">
                <ns1:solidFill>
                  <ns1:srgbClr val="FFFFFF"/>
                </ns1:solidFill>
                <ns1:latin typeface="Aptos"/>
                <ns1:ea typeface="Aptos"/>
                <ns1:cs typeface="Aptos"/>
              </ns1:defRPr>
            </ns1:lvl9pPr>
          </ns1:lstStyle>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1</ns1:t>
            </ns1:r>
          </ns1:p>
        </ns0:txBody>
      </ns0:sp>
      <ns0:sp>
        <ns0:nvSpPr>
          <ns0:cNvPr id="61" name="">
            <ns1:extLst>
              <ns1:ext uri="{FF2B5EF4-FFF2-40B4-BE49-F238E27FC236}">
                <ns2:creationId id="{FBDB19A5-8939-49D0-B9B9-4A9A62E0E85C}"/>
              </ns1:ext>
            </ns1:extLst>
          </ns0:cNvPr>
          <ns0:cNvSpPr>
            <ns1:spLocks noGrp="1"/>
          </ns0:cNvSpPr>
          <ns0:nvPr/>
        </ns0:nvSpPr>
        <ns0:spPr>
          <ns1:xfrm>
            <ns1:off x="8353425" y="1895475"/>
            <ns1:ext cx="2609850"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846A0"/>
                </ns1:solidFill>
                <ns1:latin typeface="Aptos"/>
                <ns1:ea typeface="Aptos"/>
                <ns1:cs typeface="Aptos"/>
              </ns1:defRPr>
            </ns1:defPPr>
            <ns1:lvl1pPr algn="l">
              <ns1:defRPr sz="1425" b="1">
                <ns1:solidFill>
                  <ns1:srgbClr val="2846A0"/>
                </ns1:solidFill>
                <ns1:latin typeface="Aptos"/>
                <ns1:ea typeface="Aptos"/>
                <ns1:cs typeface="Aptos"/>
              </ns1:defRPr>
            </ns1:lvl1pPr>
            <ns1:lvl2pPr algn="l">
              <ns1:defRPr sz="1425" b="1">
                <ns1:solidFill>
                  <ns1:srgbClr val="2846A0"/>
                </ns1:solidFill>
                <ns1:latin typeface="Aptos"/>
                <ns1:ea typeface="Aptos"/>
                <ns1:cs typeface="Aptos"/>
              </ns1:defRPr>
            </ns1:lvl2pPr>
            <ns1:lvl3pPr algn="l">
              <ns1:defRPr sz="1425" b="1">
                <ns1:solidFill>
                  <ns1:srgbClr val="2846A0"/>
                </ns1:solidFill>
                <ns1:latin typeface="Aptos"/>
                <ns1:ea typeface="Aptos"/>
                <ns1:cs typeface="Aptos"/>
              </ns1:defRPr>
            </ns1:lvl3pPr>
            <ns1:lvl4pPr algn="l">
              <ns1:defRPr sz="1425" b="1">
                <ns1:solidFill>
                  <ns1:srgbClr val="2846A0"/>
                </ns1:solidFill>
                <ns1:latin typeface="Aptos"/>
                <ns1:ea typeface="Aptos"/>
                <ns1:cs typeface="Aptos"/>
              </ns1:defRPr>
            </ns1:lvl4pPr>
            <ns1:lvl5pPr algn="l">
              <ns1:defRPr sz="1425" b="1">
                <ns1:solidFill>
                  <ns1:srgbClr val="2846A0"/>
                </ns1:solidFill>
                <ns1:latin typeface="Aptos"/>
                <ns1:ea typeface="Aptos"/>
                <ns1:cs typeface="Aptos"/>
              </ns1:defRPr>
            </ns1:lvl5pPr>
            <ns1:lvl6pPr algn="l">
              <ns1:defRPr sz="1425" b="1">
                <ns1:solidFill>
                  <ns1:srgbClr val="2846A0"/>
                </ns1:solidFill>
                <ns1:latin typeface="Aptos"/>
                <ns1:ea typeface="Aptos"/>
                <ns1:cs typeface="Aptos"/>
              </ns1:defRPr>
            </ns1:lvl6pPr>
            <ns1:lvl7pPr algn="l">
              <ns1:defRPr sz="1425" b="1">
                <ns1:solidFill>
                  <ns1:srgbClr val="2846A0"/>
                </ns1:solidFill>
                <ns1:latin typeface="Aptos"/>
                <ns1:ea typeface="Aptos"/>
                <ns1:cs typeface="Aptos"/>
              </ns1:defRPr>
            </ns1:lvl7pPr>
            <ns1:lvl8pPr algn="l">
              <ns1:defRPr sz="1425" b="1">
                <ns1:solidFill>
                  <ns1:srgbClr val="2846A0"/>
                </ns1:solidFill>
                <ns1:latin typeface="Aptos"/>
                <ns1:ea typeface="Aptos"/>
                <ns1:cs typeface="Aptos"/>
              </ns1:defRPr>
            </ns1:lvl8pPr>
            <ns1:lvl9pPr algn="l">
              <ns1:defRPr sz="1425" b="1">
                <ns1:solidFill>
                  <ns1:srgbClr val="2846A0"/>
                </ns1:solidFill>
                <ns1:latin typeface="Aptos"/>
                <ns1:ea typeface="Aptos"/>
                <ns1:cs typeface="Aptos"/>
              </ns1:defRPr>
            </ns1:lvl9pPr>
          </ns1:lstStyle>
          <ns1:p>
            <ns1:pPr algn="l">
              <ns1:defRPr sz="1425" b="1">
                <ns1:solidFill>
                  <ns1:srgbClr val="2846A0"/>
                </ns1:solidFill>
                <ns1:latin typeface="Aptos"/>
                <ns1:ea typeface="Aptos"/>
                <ns1:cs typeface="Aptos"/>
              </ns1:defRPr>
            </ns1:pPr>
            <ns1:r>
              <ns1:rPr sz="1425" b="1">
                <ns1:solidFill>
                  <ns1:srgbClr val="2846A0"/>
                </ns1:solidFill>
                <ns1:latin typeface="Aptos"/>
                <ns1:ea typeface="Aptos"/>
                <ns1:cs typeface="Aptos"/>
              </ns1:rPr>
              <ns1:t>Emisor</ns1:t>
            </ns1:r>
          </ns1:p>
        </ns0:txBody>
      </ns0:sp>
      <ns0:sp>
        <ns0:nvSpPr>
          <ns0:cNvPr id="62" name="">
            <ns1:extLst>
              <ns1:ext uri="{FF2B5EF4-FFF2-40B4-BE49-F238E27FC236}">
                <ns2:creationId id="{137E8CD6-6575-401F-9432-1B52CA1FB459}"/>
              </ns1:ext>
            </ns1:extLst>
          </ns0:cNvPr>
          <ns0:cNvSpPr>
            <ns1:spLocks noGrp="1"/>
          </ns0:cNvSpPr>
          <ns0:nvPr/>
        </ns0:nvSpPr>
        <ns0:spPr>
          <ns1:xfrm>
            <ns1:off x="8067675" y="2257425"/>
            <ns1:ext cx="2838450" cy="78105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El emisor guarda la clave privada y crea la firma.</ns1:t>
            </ns1:r>
          </ns1:p>
        </ns0:txBody>
      </ns0:sp>
      <ns0:sp>
        <ns0:nvSpPr>
          <ns0:cNvPr id="63" name="">
            <ns1:extLst>
              <ns1:ext uri="{FF2B5EF4-FFF2-40B4-BE49-F238E27FC236}">
                <ns2:creationId id="{A0F16D79-CBCD-4C49-8F35-573CEABB070E}"/>
              </ns1:ext>
            </ns1:extLst>
          </ns0:cNvPr>
          <ns0:cNvSpPr>
            <ns1:spLocks noGrp="1"/>
          </ns0:cNvSpPr>
          <ns0:nvPr/>
        </ns0:nvSpPr>
        <ns0:spPr>
          <ns1:xfrm>
            <ns1:off x="10610850" y="1885950"/>
            <ns1:ext cx="323850" cy="87440"/>
          </ns1:xfrm>
          <ns1:prstGeom prst="triangle">
            <ns1:avLst/>
          </ns1:prstGeom>
          <ns1:solidFill>
            <ns1:srgbClr val="2846A0"/>
          </ns1:solidFill>
          <ns1:ln w="0">
            <ns1:noFill/>
            <ns1:prstDash val="solid"/>
          </ns1:ln>
        </ns0:spPr>
      </ns0:sp>
      <ns0:sp>
        <ns0:nvSpPr>
          <ns0:cNvPr id="64" name="">
            <ns1:extLst>
              <ns1:ext uri="{FF2B5EF4-FFF2-40B4-BE49-F238E27FC236}">
                <ns2:creationId id="{9BC3A3CC-8CD2-4796-8C49-80560D901B0F}"/>
              </ns1:ext>
            </ns1:extLst>
          </ns0:cNvPr>
          <ns0:cNvSpPr>
            <ns1:spLocks noGrp="1"/>
          </ns0:cNvSpPr>
          <ns0:nvPr/>
        </ns0:nvSpPr>
        <ns0:spPr>
          <ns1:xfrm>
            <ns1:off x="10636758" y="1976628"/>
            <ns1:ext cx="272034" cy="22670"/>
          </ns1:xfrm>
          <ns1:prstGeom prst="rect">
            <ns1:avLst/>
          </ns1:prstGeom>
          <ns1:solidFill>
            <ns1:srgbClr val="2846A0"/>
          </ns1:solidFill>
          <ns1:ln w="0">
            <ns1:noFill/>
            <ns1:prstDash val="solid"/>
          </ns1:ln>
        </ns0:spPr>
      </ns0:sp>
      <ns0:sp>
        <ns0:nvSpPr>
          <ns0:cNvPr id="65" name="">
            <ns1:extLst>
              <ns1:ext uri="{FF2B5EF4-FFF2-40B4-BE49-F238E27FC236}">
                <ns2:creationId id="{028B67AA-8433-4A83-A238-4DC1E0DA1A30}"/>
              </ns1:ext>
            </ns1:extLst>
          </ns0:cNvPr>
          <ns0:cNvSpPr>
            <ns1:spLocks noGrp="1"/>
          </ns0:cNvSpPr>
          <ns0:nvPr/>
        </ns0:nvSpPr>
        <ns0:spPr>
          <ns1:xfrm>
            <ns1:off x="10656189" y="2009013"/>
            <ns1:ext cx="25908" cy="139256"/>
          </ns1:xfrm>
          <ns1:prstGeom prst="roundRect">
            <ns1:avLst>
              <ns1:gd name="adj" fmla="val 50000"/>
            </ns1:avLst>
          </ns1:prstGeom>
          <ns1:solidFill>
            <ns1:srgbClr val="2846A0"/>
          </ns1:solidFill>
          <ns1:ln w="0">
            <ns1:prstDash val="solid"/>
          </ns1:ln>
        </ns0:spPr>
      </ns0:sp>
      <ns0:sp>
        <ns0:nvSpPr>
          <ns0:cNvPr id="66" name="">
            <ns1:extLst>
              <ns1:ext uri="{FF2B5EF4-FFF2-40B4-BE49-F238E27FC236}">
                <ns2:creationId id="{7FD28C62-7D79-49D8-A349-396267DA9EC2}"/>
              </ns1:ext>
            </ns1:extLst>
          </ns0:cNvPr>
          <ns0:cNvSpPr>
            <ns1:spLocks noGrp="1"/>
          </ns0:cNvSpPr>
          <ns0:nvPr/>
        </ns0:nvSpPr>
        <ns0:spPr>
          <ns1:xfrm>
            <ns1:off x="10727436" y="2009013"/>
            <ns1:ext cx="25908" cy="139256"/>
          </ns1:xfrm>
          <ns1:prstGeom prst="roundRect">
            <ns1:avLst>
              <ns1:gd name="adj" fmla="val 50000"/>
            </ns1:avLst>
          </ns1:prstGeom>
          <ns1:solidFill>
            <ns1:srgbClr val="2846A0"/>
          </ns1:solidFill>
          <ns1:ln w="0">
            <ns1:prstDash val="solid"/>
          </ns1:ln>
        </ns0:spPr>
      </ns0:sp>
      <ns0:sp>
        <ns0:nvSpPr>
          <ns0:cNvPr id="67" name="">
            <ns1:extLst>
              <ns1:ext uri="{FF2B5EF4-FFF2-40B4-BE49-F238E27FC236}">
                <ns2:creationId id="{9AF54D1E-08CD-40CE-AF8E-B5B7CB6BBF08}"/>
              </ns1:ext>
            </ns1:extLst>
          </ns0:cNvPr>
          <ns0:cNvSpPr>
            <ns1:spLocks noGrp="1"/>
          </ns0:cNvSpPr>
          <ns0:nvPr/>
        </ns0:nvSpPr>
        <ns0:spPr>
          <ns1:xfrm>
            <ns1:off x="10798683" y="2009013"/>
            <ns1:ext cx="25908" cy="139256"/>
          </ns1:xfrm>
          <ns1:prstGeom prst="roundRect">
            <ns1:avLst>
              <ns1:gd name="adj" fmla="val 50000"/>
            </ns1:avLst>
          </ns1:prstGeom>
          <ns1:solidFill>
            <ns1:srgbClr val="2846A0"/>
          </ns1:solidFill>
          <ns1:ln w="0">
            <ns1:prstDash val="solid"/>
          </ns1:ln>
        </ns0:spPr>
      </ns0:sp>
      <ns0:sp>
        <ns0:nvSpPr>
          <ns0:cNvPr id="68" name="">
            <ns1:extLst>
              <ns1:ext uri="{FF2B5EF4-FFF2-40B4-BE49-F238E27FC236}">
                <ns2:creationId id="{AA29776E-85D8-4269-81C4-1940B9D62310}"/>
              </ns1:ext>
            </ns1:extLst>
          </ns0:cNvPr>
          <ns0:cNvSpPr>
            <ns1:spLocks noGrp="1"/>
          </ns0:cNvSpPr>
          <ns0:nvPr/>
        </ns0:nvSpPr>
        <ns0:spPr>
          <ns1:xfrm>
            <ns1:off x="10869930" y="2009013"/>
            <ns1:ext cx="25908" cy="139256"/>
          </ns1:xfrm>
          <ns1:prstGeom prst="roundRect">
            <ns1:avLst>
              <ns1:gd name="adj" fmla="val 50000"/>
            </ns1:avLst>
          </ns1:prstGeom>
          <ns1:solidFill>
            <ns1:srgbClr val="2846A0"/>
          </ns1:solidFill>
          <ns1:ln w="0">
            <ns1:prstDash val="solid"/>
          </ns1:ln>
        </ns0:spPr>
      </ns0:sp>
      <ns0:sp>
        <ns0:nvSpPr>
          <ns0:cNvPr id="69" name="">
            <ns1:extLst>
              <ns1:ext uri="{FF2B5EF4-FFF2-40B4-BE49-F238E27FC236}">
                <ns2:creationId id="{54316EE6-8E7C-4860-9864-F1B6627179CB}"/>
              </ns1:ext>
            </ns1:extLst>
          </ns0:cNvPr>
          <ns0:cNvSpPr>
            <ns1:spLocks noGrp="1"/>
          </ns0:cNvSpPr>
          <ns0:nvPr/>
        </ns0:nvSpPr>
        <ns0:spPr>
          <ns1:xfrm>
            <ns1:off x="10623804" y="2154746"/>
            <ns1:ext cx="297942" cy="25908"/>
          </ns1:xfrm>
          <ns1:prstGeom prst="rect">
            <ns1:avLst/>
          </ns1:prstGeom>
          <ns1:solidFill>
            <ns1:srgbClr val="2846A0"/>
          </ns1:solidFill>
          <ns1:ln w="0">
            <ns1:noFill/>
            <ns1:prstDash val="solid"/>
          </ns1:ln>
        </ns0:spPr>
      </ns0:sp>
      <ns0:sp>
        <ns0:nvSpPr>
          <ns0:cNvPr id="70" name="">
            <ns1:extLst>
              <ns1:ext uri="{FF2B5EF4-FFF2-40B4-BE49-F238E27FC236}">
                <ns2:creationId id="{E11B510A-86F1-437A-B7EF-0293E1441013}"/>
              </ns1:ext>
            </ns1:extLst>
          </ns0:cNvPr>
          <ns0:cNvSpPr>
            <ns1:spLocks noGrp="1"/>
          </ns0:cNvSpPr>
          <ns0:nvPr/>
        </ns0:nvSpPr>
        <ns0:spPr>
          <ns1:xfrm>
            <ns1:off x="9172575" y="3190875"/>
            <ns1:ext cx="457200" cy="400050"/>
          </ns1:xfrm>
          <ns1:prstGeom prst="downArrow">
            <ns1:avLst/>
          </ns1:prstGeom>
          <ns1:solidFill>
            <ns1:srgbClr val="22B8A8"/>
          </ns1:solidFill>
          <ns1:ln w="0">
            <ns1:noFill/>
            <ns1:prstDash val="solid"/>
          </ns1:ln>
        </ns0:spPr>
      </ns0:sp>
      <ns0:sp>
        <ns0:nvSpPr>
          <ns0:cNvPr id="71" name="">
            <ns1:extLst>
              <ns1:ext uri="{FF2B5EF4-FFF2-40B4-BE49-F238E27FC236}">
                <ns2:creationId id="{4EE70177-FE6C-4E77-9326-AC1B9D9F6E56}"/>
              </ns1:ext>
            </ns1:extLst>
          </ns0:cNvPr>
          <ns0:cNvSpPr>
            <ns1:spLocks noGrp="1"/>
          </ns0:cNvSpPr>
          <ns0:nvPr/>
        </ns0:nvSpPr>
        <ns0:spPr>
          <ns1:xfrm>
            <ns1:off x="7858125" y="3762375"/>
            <ns1:ext cx="3238500" cy="1333500"/>
          </ns1:xfrm>
          <ns1:prstGeom prst="roundRect">
            <ns1:avLst>
              <ns1:gd name="adj" fmla="val 5714"/>
            </ns1:avLst>
          </ns1:prstGeom>
          <ns1:solidFill>
            <ns1:srgbClr val="FFFFFF"/>
          </ns1:solidFill>
          <ns1:ln w="9525">
            <ns1:solidFill>
              <ns1:srgbClr val="DCE3ED"/>
            </ns1:solidFill>
            <ns1:prstDash val="solid"/>
          </ns1:ln>
        </ns0:spPr>
      </ns0:sp>
      <ns0:sp>
        <ns0:nvSpPr>
          <ns0:cNvPr id="72" name="">
            <ns1:extLst>
              <ns1:ext uri="{FF2B5EF4-FFF2-40B4-BE49-F238E27FC236}">
                <ns2:creationId id="{5C80AD31-A2C4-4790-AC18-459D10D29F32}"/>
              </ns1:ext>
            </ns1:extLst>
          </ns0:cNvPr>
          <ns0:cNvSpPr>
            <ns1:spLocks noGrp="1"/>
          </ns0:cNvSpPr>
          <ns0:nvPr/>
        </ns0:nvSpPr>
        <ns0:spPr>
          <ns1:xfrm>
            <ns1:off x="7858125" y="3762375"/>
            <ns1:ext cx="76200" cy="1333500"/>
          </ns1:xfrm>
          <ns1:prstGeom prst="roundRect">
            <ns1:avLst>
              <ns1:gd name="adj" fmla="val 50000"/>
            </ns1:avLst>
          </ns1:prstGeom>
          <ns1:solidFill>
            <ns1:srgbClr val="23836E"/>
          </ns1:solidFill>
          <ns1:ln w="0">
            <ns1:noFill/>
            <ns1:prstDash val="solid"/>
          </ns1:ln>
        </ns0:spPr>
      </ns0:sp>
      <ns0:sp>
        <ns0:nvSpPr>
          <ns0:cNvPr id="73" name="">
            <ns1:extLst>
              <ns1:ext uri="{FF2B5EF4-FFF2-40B4-BE49-F238E27FC236}">
                <ns2:creationId id="{328CC063-ABC6-46E2-AD44-F2AE588FDB56}"/>
              </ns1:ext>
            </ns1:extLst>
          </ns0:cNvPr>
          <ns0:cNvSpPr>
            <ns1:spLocks noGrp="1"/>
          </ns0:cNvSpPr>
          <ns0:nvPr/>
        </ns0:nvSpPr>
        <ns0:spPr>
          <ns1:xfrm>
            <ns1:off x="8001000" y="3886200"/>
            <ns1:ext cx="266700" cy="266700"/>
          </ns1:xfrm>
          <ns1:prstGeom prst="ellipse">
            <ns1:avLst/>
          </ns1:prstGeom>
          <ns1:solidFill>
            <ns1:srgbClr val="23836E"/>
          </ns1:solidFill>
          <ns1:ln w="0">
            <ns1:noFill/>
            <ns1:prstDash val="solid"/>
          </ns1:ln>
        </ns0:spPr>
      </ns0:sp>
      <ns0:sp>
        <ns0:nvSpPr>
          <ns0:cNvPr id="74" name="">
            <ns1:extLst>
              <ns1:ext uri="{FF2B5EF4-FFF2-40B4-BE49-F238E27FC236}">
                <ns2:creationId id="{A4D523B7-81D3-4A93-853E-D9CAE8A2BAB4}"/>
              </ns1:ext>
            </ns1:extLst>
          </ns0:cNvPr>
          <ns0:cNvSpPr>
            <ns1:spLocks noGrp="1"/>
          </ns0:cNvSpPr>
          <ns0:nvPr/>
        </ns0:nvSpPr>
        <ns0:spPr>
          <ns1:xfrm>
            <ns1:off x="8001000" y="3886200"/>
            <ns1:ext cx="266700" cy="266700"/>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FFFFFF"/>
                </ns1:solidFill>
                <ns1:latin typeface="Aptos"/>
                <ns1:ea typeface="Aptos"/>
                <ns1:cs typeface="Aptos"/>
              </ns1:defRPr>
            </ns1:defPPr>
            <ns1:lvl1pPr algn="ctr">
              <ns1:defRPr sz="1125" b="1">
                <ns1:solidFill>
                  <ns1:srgbClr val="FFFFFF"/>
                </ns1:solidFill>
                <ns1:latin typeface="Aptos"/>
                <ns1:ea typeface="Aptos"/>
                <ns1:cs typeface="Aptos"/>
              </ns1:defRPr>
            </ns1:lvl1pPr>
            <ns1:lvl2pPr algn="ctr">
              <ns1:defRPr sz="1125" b="1">
                <ns1:solidFill>
                  <ns1:srgbClr val="FFFFFF"/>
                </ns1:solidFill>
                <ns1:latin typeface="Aptos"/>
                <ns1:ea typeface="Aptos"/>
                <ns1:cs typeface="Aptos"/>
              </ns1:defRPr>
            </ns1:lvl2pPr>
            <ns1:lvl3pPr algn="ctr">
              <ns1:defRPr sz="1125" b="1">
                <ns1:solidFill>
                  <ns1:srgbClr val="FFFFFF"/>
                </ns1:solidFill>
                <ns1:latin typeface="Aptos"/>
                <ns1:ea typeface="Aptos"/>
                <ns1:cs typeface="Aptos"/>
              </ns1:defRPr>
            </ns1:lvl3pPr>
            <ns1:lvl4pPr algn="ctr">
              <ns1:defRPr sz="1125" b="1">
                <ns1:solidFill>
                  <ns1:srgbClr val="FFFFFF"/>
                </ns1:solidFill>
                <ns1:latin typeface="Aptos"/>
                <ns1:ea typeface="Aptos"/>
                <ns1:cs typeface="Aptos"/>
              </ns1:defRPr>
            </ns1:lvl4pPr>
            <ns1:lvl5pPr algn="ctr">
              <ns1:defRPr sz="1125" b="1">
                <ns1:solidFill>
                  <ns1:srgbClr val="FFFFFF"/>
                </ns1:solidFill>
                <ns1:latin typeface="Aptos"/>
                <ns1:ea typeface="Aptos"/>
                <ns1:cs typeface="Aptos"/>
              </ns1:defRPr>
            </ns1:lvl5pPr>
            <ns1:lvl6pPr algn="ctr">
              <ns1:defRPr sz="1125" b="1">
                <ns1:solidFill>
                  <ns1:srgbClr val="FFFFFF"/>
                </ns1:solidFill>
                <ns1:latin typeface="Aptos"/>
                <ns1:ea typeface="Aptos"/>
                <ns1:cs typeface="Aptos"/>
              </ns1:defRPr>
            </ns1:lvl6pPr>
            <ns1:lvl7pPr algn="ctr">
              <ns1:defRPr sz="1125" b="1">
                <ns1:solidFill>
                  <ns1:srgbClr val="FFFFFF"/>
                </ns1:solidFill>
                <ns1:latin typeface="Aptos"/>
                <ns1:ea typeface="Aptos"/>
                <ns1:cs typeface="Aptos"/>
              </ns1:defRPr>
            </ns1:lvl7pPr>
            <ns1:lvl8pPr algn="ctr">
              <ns1:defRPr sz="1125" b="1">
                <ns1:solidFill>
                  <ns1:srgbClr val="FFFFFF"/>
                </ns1:solidFill>
                <ns1:latin typeface="Aptos"/>
                <ns1:ea typeface="Aptos"/>
                <ns1:cs typeface="Aptos"/>
              </ns1:defRPr>
            </ns1:lvl8pPr>
            <ns1:lvl9pPr algn="ctr">
              <ns1:defRPr sz="1125" b="1">
                <ns1:solidFill>
                  <ns1:srgbClr val="FFFFFF"/>
                </ns1:solidFill>
                <ns1:latin typeface="Aptos"/>
                <ns1:ea typeface="Aptos"/>
                <ns1:cs typeface="Aptos"/>
              </ns1:defRPr>
            </ns1:lvl9pPr>
          </ns1:lstStyle>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2</ns1:t>
            </ns1:r>
          </ns1:p>
        </ns0:txBody>
      </ns0:sp>
      <ns0:sp>
        <ns0:nvSpPr>
          <ns0:cNvPr id="75" name="">
            <ns1:extLst>
              <ns1:ext uri="{FF2B5EF4-FFF2-40B4-BE49-F238E27FC236}">
                <ns2:creationId id="{60257D73-7FE8-4B45-93E1-2F11D7747466}"/>
              </ns1:ext>
            </ns1:extLst>
          </ns0:cNvPr>
          <ns0:cNvSpPr>
            <ns1:spLocks noGrp="1"/>
          </ns0:cNvSpPr>
          <ns0:nvPr/>
        </ns0:nvSpPr>
        <ns0:spPr>
          <ns1:xfrm>
            <ns1:off x="8353425" y="3876675"/>
            <ns1:ext cx="2609850"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3836E"/>
                </ns1:solidFill>
                <ns1:latin typeface="Aptos"/>
                <ns1:ea typeface="Aptos"/>
                <ns1:cs typeface="Aptos"/>
              </ns1:defRPr>
            </ns1:defPPr>
            <ns1:lvl1pPr algn="l">
              <ns1:defRPr sz="1425" b="1">
                <ns1:solidFill>
                  <ns1:srgbClr val="23836E"/>
                </ns1:solidFill>
                <ns1:latin typeface="Aptos"/>
                <ns1:ea typeface="Aptos"/>
                <ns1:cs typeface="Aptos"/>
              </ns1:defRPr>
            </ns1:lvl1pPr>
            <ns1:lvl2pPr algn="l">
              <ns1:defRPr sz="1425" b="1">
                <ns1:solidFill>
                  <ns1:srgbClr val="23836E"/>
                </ns1:solidFill>
                <ns1:latin typeface="Aptos"/>
                <ns1:ea typeface="Aptos"/>
                <ns1:cs typeface="Aptos"/>
              </ns1:defRPr>
            </ns1:lvl2pPr>
            <ns1:lvl3pPr algn="l">
              <ns1:defRPr sz="1425" b="1">
                <ns1:solidFill>
                  <ns1:srgbClr val="23836E"/>
                </ns1:solidFill>
                <ns1:latin typeface="Aptos"/>
                <ns1:ea typeface="Aptos"/>
                <ns1:cs typeface="Aptos"/>
              </ns1:defRPr>
            </ns1:lvl3pPr>
            <ns1:lvl4pPr algn="l">
              <ns1:defRPr sz="1425" b="1">
                <ns1:solidFill>
                  <ns1:srgbClr val="23836E"/>
                </ns1:solidFill>
                <ns1:latin typeface="Aptos"/>
                <ns1:ea typeface="Aptos"/>
                <ns1:cs typeface="Aptos"/>
              </ns1:defRPr>
            </ns1:lvl4pPr>
            <ns1:lvl5pPr algn="l">
              <ns1:defRPr sz="1425" b="1">
                <ns1:solidFill>
                  <ns1:srgbClr val="23836E"/>
                </ns1:solidFill>
                <ns1:latin typeface="Aptos"/>
                <ns1:ea typeface="Aptos"/>
                <ns1:cs typeface="Aptos"/>
              </ns1:defRPr>
            </ns1:lvl5pPr>
            <ns1:lvl6pPr algn="l">
              <ns1:defRPr sz="1425" b="1">
                <ns1:solidFill>
                  <ns1:srgbClr val="23836E"/>
                </ns1:solidFill>
                <ns1:latin typeface="Aptos"/>
                <ns1:ea typeface="Aptos"/>
                <ns1:cs typeface="Aptos"/>
              </ns1:defRPr>
            </ns1:lvl6pPr>
            <ns1:lvl7pPr algn="l">
              <ns1:defRPr sz="1425" b="1">
                <ns1:solidFill>
                  <ns1:srgbClr val="23836E"/>
                </ns1:solidFill>
                <ns1:latin typeface="Aptos"/>
                <ns1:ea typeface="Aptos"/>
                <ns1:cs typeface="Aptos"/>
              </ns1:defRPr>
            </ns1:lvl7pPr>
            <ns1:lvl8pPr algn="l">
              <ns1:defRPr sz="1425" b="1">
                <ns1:solidFill>
                  <ns1:srgbClr val="23836E"/>
                </ns1:solidFill>
                <ns1:latin typeface="Aptos"/>
                <ns1:ea typeface="Aptos"/>
                <ns1:cs typeface="Aptos"/>
              </ns1:defRPr>
            </ns1:lvl8pPr>
            <ns1:lvl9pPr algn="l">
              <ns1:defRPr sz="1425" b="1">
                <ns1:solidFill>
                  <ns1:srgbClr val="23836E"/>
                </ns1:solidFill>
                <ns1:latin typeface="Aptos"/>
                <ns1:ea typeface="Aptos"/>
                <ns1:cs typeface="Aptos"/>
              </ns1:defRPr>
            </ns1:lvl9pPr>
          </ns1:lstStyle>
          <ns1:p>
            <ns1:pPr algn="l">
              <ns1:defRPr sz="1425" b="1">
                <ns1:solidFill>
                  <ns1:srgbClr val="23836E"/>
                </ns1:solidFill>
                <ns1:latin typeface="Aptos"/>
                <ns1:ea typeface="Aptos"/>
                <ns1:cs typeface="Aptos"/>
              </ns1:defRPr>
            </ns1:pPr>
            <ns1:r>
              <ns1:rPr sz="1425" b="1">
                <ns1:solidFill>
                  <ns1:srgbClr val="23836E"/>
                </ns1:solidFill>
                <ns1:latin typeface="Aptos"/>
                <ns1:ea typeface="Aptos"/>
                <ns1:cs typeface="Aptos"/>
              </ns1:rPr>
              <ns1:t>Verificador</ns1:t>
            </ns1:r>
          </ns1:p>
        </ns0:txBody>
      </ns0:sp>
      <ns0:sp>
        <ns0:nvSpPr>
          <ns0:cNvPr id="76" name="">
            <ns1:extLst>
              <ns1:ext uri="{FF2B5EF4-FFF2-40B4-BE49-F238E27FC236}">
                <ns2:creationId id="{47E7637F-22D6-459C-94FF-69FB3E3001DB}"/>
              </ns1:ext>
            </ns1:extLst>
          </ns0:cNvPr>
          <ns0:cNvSpPr>
            <ns1:spLocks noGrp="1"/>
          </ns0:cNvSpPr>
          <ns0:nvPr/>
        </ns0:nvSpPr>
        <ns0:spPr>
          <ns1:xfrm>
            <ns1:off x="8067675" y="4238625"/>
            <ns1:ext cx="2838450" cy="78105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El verificador usa la clave pública para comprobar si hubo cambios.</ns1:t>
            </ns1:r>
          </ns1:p>
        </ns0:txBody>
      </ns0:sp>
      <ns0:sp>
        <ns0:nvSpPr>
          <ns0:cNvPr id="77" name="">
            <ns1:extLst>
              <ns1:ext uri="{FF2B5EF4-FFF2-40B4-BE49-F238E27FC236}">
                <ns2:creationId id="{C1D17F71-A912-4AE3-A235-5FCE48DE63E4}"/>
              </ns1:ext>
            </ns1:extLst>
          </ns0:cNvPr>
          <ns0:cNvSpPr>
            <ns1:spLocks noGrp="1"/>
          </ns0:cNvSpPr>
          <ns0:nvPr/>
        </ns0:nvSpPr>
        <ns0:spPr>
          <ns1:xfrm>
            <ns1:off x="10623804" y="3876866"/>
            <ns1:ext cx="200787" cy="200787"/>
          </ns1:xfrm>
          <ns1:prstGeom prst="ellipse">
            <ns1:avLst/>
          </ns1:prstGeom>
          <ns1:noFill/>
          <ns1:ln w="35624">
            <ns1:solidFill>
              <ns1:srgbClr val="23836E"/>
            </ns1:solidFill>
            <ns1:prstDash val="solid"/>
          </ns1:ln>
        </ns0:spPr>
      </ns0:sp>
      <ns0:sp>
        <ns0:nvSpPr>
          <ns0:cNvPr id="78" name="">
            <ns1:extLst>
              <ns1:ext uri="{FF2B5EF4-FFF2-40B4-BE49-F238E27FC236}">
                <ns2:creationId id="{6186CEB6-ED62-478A-8DDF-BDF27247B1BE}"/>
              </ns1:ext>
            </ns1:extLst>
          </ns0:cNvPr>
          <ns0:cNvSpPr>
            <ns1:spLocks noGrp="1"/>
          </ns0:cNvSpPr>
          <ns0:nvPr/>
        </ns0:nvSpPr>
        <ns0:spPr>
          <ns1:xfrm>
            <ns1:off x="10795445" y="4051745"/>
            <ns1:ext cx="136017" cy="38862"/>
          </ns1:xfrm>
          <ns1:prstGeom prst="roundRect">
            <ns1:avLst>
              <ns1:gd name="adj" fmla="val 50000"/>
            </ns1:avLst>
          </ns1:prstGeom>
          <ns1:solidFill>
            <ns1:srgbClr val="23836E"/>
          </ns1:solidFill>
          <ns1:ln w="0">
            <ns1:prstDash val="solid"/>
          </ns1:ln>
        </ns0:spPr>
      </ns0:sp>
      <ns0:sp>
        <ns0:nvSpPr>
          <ns0:cNvPr id="79" name="">
            <ns1:extLst>
              <ns1:ext uri="{FF2B5EF4-FFF2-40B4-BE49-F238E27FC236}">
                <ns2:creationId id="{6808B443-5F25-4DE3-A806-70E9A6A92BF4}"/>
              </ns1:ext>
            </ns1:extLst>
          </ns0:cNvPr>
          <ns0:cNvSpPr>
            <ns1:spLocks noGrp="1"/>
          </ns0:cNvSpPr>
          <ns0:nvPr/>
        </ns0:nvSpPr>
        <ns0:spPr>
          <ns1:xfrm>
            <ns1:off x="8001000" y="5305425"/>
            <ns1:ext cx="1238250" cy="285750"/>
          </ns1:xfrm>
          <ns1:prstGeom prst="roundRect">
            <ns1:avLst>
              <ns1:gd name="adj" fmla="val 26667"/>
            </ns1:avLst>
          </ns1:prstGeom>
          <ns1:solidFill>
            <ns1:srgbClr val="D9F5F0"/>
          </ns1:solidFill>
          <ns1:ln w="0">
            <ns1:noFill/>
            <ns1:prstDash val="solid"/>
          </ns1:ln>
        </ns0:spPr>
      </ns0:sp>
      <ns0:sp>
        <ns0:nvSpPr>
          <ns0:cNvPr id="80" name="">
            <ns1:extLst>
              <ns1:ext uri="{FF2B5EF4-FFF2-40B4-BE49-F238E27FC236}">
                <ns2:creationId id="{4F3A9676-5348-44F2-AC90-E68C739AE758}"/>
              </ns1:ext>
            </ns1:extLst>
          </ns0:cNvPr>
          <ns0:cNvSpPr>
            <ns1:spLocks noGrp="1"/>
          </ns0:cNvSpPr>
          <ns0:nvPr/>
        </ns0:nvSpPr>
        <ns0:spPr>
          <ns1:xfrm>
            <ns1:off x="8096250" y="5314950"/>
            <ns1:ext cx="1047750"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23836E"/>
                </ns1:solidFill>
                <ns1:latin typeface="Aptos"/>
                <ns1:ea typeface="Aptos"/>
                <ns1:cs typeface="Aptos"/>
              </ns1:defRPr>
            </ns1:defPPr>
            <ns1:lvl1pPr algn="ctr">
              <ns1:defRPr sz="975" b="1">
                <ns1:solidFill>
                  <ns1:srgbClr val="23836E"/>
                </ns1:solidFill>
                <ns1:latin typeface="Aptos"/>
                <ns1:ea typeface="Aptos"/>
                <ns1:cs typeface="Aptos"/>
              </ns1:defRPr>
            </ns1:lvl1pPr>
            <ns1:lvl2pPr algn="ctr">
              <ns1:defRPr sz="975" b="1">
                <ns1:solidFill>
                  <ns1:srgbClr val="23836E"/>
                </ns1:solidFill>
                <ns1:latin typeface="Aptos"/>
                <ns1:ea typeface="Aptos"/>
                <ns1:cs typeface="Aptos"/>
              </ns1:defRPr>
            </ns1:lvl2pPr>
            <ns1:lvl3pPr algn="ctr">
              <ns1:defRPr sz="975" b="1">
                <ns1:solidFill>
                  <ns1:srgbClr val="23836E"/>
                </ns1:solidFill>
                <ns1:latin typeface="Aptos"/>
                <ns1:ea typeface="Aptos"/>
                <ns1:cs typeface="Aptos"/>
              </ns1:defRPr>
            </ns1:lvl3pPr>
            <ns1:lvl4pPr algn="ctr">
              <ns1:defRPr sz="975" b="1">
                <ns1:solidFill>
                  <ns1:srgbClr val="23836E"/>
                </ns1:solidFill>
                <ns1:latin typeface="Aptos"/>
                <ns1:ea typeface="Aptos"/>
                <ns1:cs typeface="Aptos"/>
              </ns1:defRPr>
            </ns1:lvl4pPr>
            <ns1:lvl5pPr algn="ctr">
              <ns1:defRPr sz="975" b="1">
                <ns1:solidFill>
                  <ns1:srgbClr val="23836E"/>
                </ns1:solidFill>
                <ns1:latin typeface="Aptos"/>
                <ns1:ea typeface="Aptos"/>
                <ns1:cs typeface="Aptos"/>
              </ns1:defRPr>
            </ns1:lvl5pPr>
            <ns1:lvl6pPr algn="ctr">
              <ns1:defRPr sz="975" b="1">
                <ns1:solidFill>
                  <ns1:srgbClr val="23836E"/>
                </ns1:solidFill>
                <ns1:latin typeface="Aptos"/>
                <ns1:ea typeface="Aptos"/>
                <ns1:cs typeface="Aptos"/>
              </ns1:defRPr>
            </ns1:lvl6pPr>
            <ns1:lvl7pPr algn="ctr">
              <ns1:defRPr sz="975" b="1">
                <ns1:solidFill>
                  <ns1:srgbClr val="23836E"/>
                </ns1:solidFill>
                <ns1:latin typeface="Aptos"/>
                <ns1:ea typeface="Aptos"/>
                <ns1:cs typeface="Aptos"/>
              </ns1:defRPr>
            </ns1:lvl7pPr>
            <ns1:lvl8pPr algn="ctr">
              <ns1:defRPr sz="975" b="1">
                <ns1:solidFill>
                  <ns1:srgbClr val="23836E"/>
                </ns1:solidFill>
                <ns1:latin typeface="Aptos"/>
                <ns1:ea typeface="Aptos"/>
                <ns1:cs typeface="Aptos"/>
              </ns1:defRPr>
            </ns1:lvl8pPr>
            <ns1:lvl9pPr algn="ctr">
              <ns1:defRPr sz="975" b="1">
                <ns1:solidFill>
                  <ns1:srgbClr val="23836E"/>
                </ns1:solidFill>
                <ns1:latin typeface="Aptos"/>
                <ns1:ea typeface="Aptos"/>
                <ns1:cs typeface="Aptos"/>
              </ns1:defRPr>
            </ns1:lvl9pPr>
          </ns1:lstStyle>
          <ns1:p>
            <ns1:pPr algn="ctr">
              <ns1:defRPr sz="975" b="1">
                <ns1:solidFill>
                  <ns1:srgbClr val="23836E"/>
                </ns1:solidFill>
                <ns1:latin typeface="Aptos"/>
                <ns1:ea typeface="Aptos"/>
                <ns1:cs typeface="Aptos"/>
              </ns1:defRPr>
            </ns1:pPr>
            <ns1:r>
              <ns1:rPr sz="975" b="1">
                <ns1:solidFill>
                  <ns1:srgbClr val="23836E"/>
                </ns1:solidFill>
                <ns1:latin typeface="Aptos"/>
                <ns1:ea typeface="Aptos"/>
                <ns1:cs typeface="Aptos"/>
              </ns1:rPr>
              <ns1:t>datos intactos</ns1:t>
            </ns1:r>
          </ns1:p>
        </ns0:txBody>
      </ns0:sp>
      <ns0:sp>
        <ns0:nvSpPr>
          <ns0:cNvPr id="81" name="">
            <ns1:extLst>
              <ns1:ext uri="{FF2B5EF4-FFF2-40B4-BE49-F238E27FC236}">
                <ns2:creationId id="{0B18A9D2-1E26-424A-9A1D-3F2DC734ACF6}"/>
              </ns1:ext>
            </ns1:extLst>
          </ns0:cNvPr>
          <ns0:cNvSpPr>
            <ns1:spLocks noGrp="1"/>
          </ns0:cNvSpPr>
          <ns0:nvPr/>
        </ns0:nvSpPr>
        <ns0:spPr>
          <ns1:xfrm>
            <ns1:off x="9448800" y="5305425"/>
            <ns1:ext cx="1095375" cy="285750"/>
          </ns1:xfrm>
          <ns1:prstGeom prst="roundRect">
            <ns1:avLst>
              <ns1:gd name="adj" fmla="val 26667"/>
            </ns1:avLst>
          </ns1:prstGeom>
          <ns1:solidFill>
            <ns1:srgbClr val="E8EDFF"/>
          </ns1:solidFill>
          <ns1:ln w="0">
            <ns1:noFill/>
            <ns1:prstDash val="solid"/>
          </ns1:ln>
        </ns0:spPr>
      </ns0:sp>
      <ns0:sp>
        <ns0:nvSpPr>
          <ns0:cNvPr id="82" name="">
            <ns1:extLst>
              <ns1:ext uri="{FF2B5EF4-FFF2-40B4-BE49-F238E27FC236}">
                <ns2:creationId id="{430C71DF-87A8-4FF0-BF46-2250F59F4FD8}"/>
              </ns1:ext>
            </ns1:extLst>
          </ns0:cNvPr>
          <ns0:cNvSpPr>
            <ns1:spLocks noGrp="1"/>
          </ns0:cNvSpPr>
          <ns0:nvPr/>
        </ns0:nvSpPr>
        <ns0:spPr>
          <ns1:xfrm>
            <ns1:off x="9544050" y="5314950"/>
            <ns1:ext cx="904875"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2846A0"/>
                </ns1:solidFill>
                <ns1:latin typeface="Aptos"/>
                <ns1:ea typeface="Aptos"/>
                <ns1:cs typeface="Aptos"/>
              </ns1:defRPr>
            </ns1:defPPr>
            <ns1:lvl1pPr algn="ctr">
              <ns1:defRPr sz="975" b="1">
                <ns1:solidFill>
                  <ns1:srgbClr val="2846A0"/>
                </ns1:solidFill>
                <ns1:latin typeface="Aptos"/>
                <ns1:ea typeface="Aptos"/>
                <ns1:cs typeface="Aptos"/>
              </ns1:defRPr>
            </ns1:lvl1pPr>
            <ns1:lvl2pPr algn="ctr">
              <ns1:defRPr sz="975" b="1">
                <ns1:solidFill>
                  <ns1:srgbClr val="2846A0"/>
                </ns1:solidFill>
                <ns1:latin typeface="Aptos"/>
                <ns1:ea typeface="Aptos"/>
                <ns1:cs typeface="Aptos"/>
              </ns1:defRPr>
            </ns1:lvl2pPr>
            <ns1:lvl3pPr algn="ctr">
              <ns1:defRPr sz="975" b="1">
                <ns1:solidFill>
                  <ns1:srgbClr val="2846A0"/>
                </ns1:solidFill>
                <ns1:latin typeface="Aptos"/>
                <ns1:ea typeface="Aptos"/>
                <ns1:cs typeface="Aptos"/>
              </ns1:defRPr>
            </ns1:lvl3pPr>
            <ns1:lvl4pPr algn="ctr">
              <ns1:defRPr sz="975" b="1">
                <ns1:solidFill>
                  <ns1:srgbClr val="2846A0"/>
                </ns1:solidFill>
                <ns1:latin typeface="Aptos"/>
                <ns1:ea typeface="Aptos"/>
                <ns1:cs typeface="Aptos"/>
              </ns1:defRPr>
            </ns1:lvl4pPr>
            <ns1:lvl5pPr algn="ctr">
              <ns1:defRPr sz="975" b="1">
                <ns1:solidFill>
                  <ns1:srgbClr val="2846A0"/>
                </ns1:solidFill>
                <ns1:latin typeface="Aptos"/>
                <ns1:ea typeface="Aptos"/>
                <ns1:cs typeface="Aptos"/>
              </ns1:defRPr>
            </ns1:lvl5pPr>
            <ns1:lvl6pPr algn="ctr">
              <ns1:defRPr sz="975" b="1">
                <ns1:solidFill>
                  <ns1:srgbClr val="2846A0"/>
                </ns1:solidFill>
                <ns1:latin typeface="Aptos"/>
                <ns1:ea typeface="Aptos"/>
                <ns1:cs typeface="Aptos"/>
              </ns1:defRPr>
            </ns1:lvl6pPr>
            <ns1:lvl7pPr algn="ctr">
              <ns1:defRPr sz="975" b="1">
                <ns1:solidFill>
                  <ns1:srgbClr val="2846A0"/>
                </ns1:solidFill>
                <ns1:latin typeface="Aptos"/>
                <ns1:ea typeface="Aptos"/>
                <ns1:cs typeface="Aptos"/>
              </ns1:defRPr>
            </ns1:lvl7pPr>
            <ns1:lvl8pPr algn="ctr">
              <ns1:defRPr sz="975" b="1">
                <ns1:solidFill>
                  <ns1:srgbClr val="2846A0"/>
                </ns1:solidFill>
                <ns1:latin typeface="Aptos"/>
                <ns1:ea typeface="Aptos"/>
                <ns1:cs typeface="Aptos"/>
              </ns1:defRPr>
            </ns1:lvl8pPr>
            <ns1:lvl9pPr algn="ctr">
              <ns1:defRPr sz="975" b="1">
                <ns1:solidFill>
                  <ns1:srgbClr val="2846A0"/>
                </ns1:solidFill>
                <ns1:latin typeface="Aptos"/>
                <ns1:ea typeface="Aptos"/>
                <ns1:cs typeface="Aptos"/>
              </ns1:defRPr>
            </ns1:lvl9pPr>
          </ns1:lstStyle>
          <ns1:p>
            <ns1:pPr algn="ctr">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emisor identificado</ns1:t>
            </ns1:r>
          </ns1:p>
        </ns0:txBody>
      </ns0:sp>
    </ns0:spTree>
    <ns0:extLst>
      <ns0:ext uri="{BB962C8B-B14F-4D97-AF65-F5344CB8AC3E}">
        <ns3:creationId val="1033776648"/>
      </ns0:ext>
    </ns0:extLst>
  </ns0:cSld>
</ns0:sld>
</file>

<file path=ppt/slides/slide1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72" name="">
            <ns1:extLst>
              <ns1:ext uri="{FF2B5EF4-FFF2-40B4-BE49-F238E27FC236}">
                <ns2:creationId id="{9954F6D2-82BE-4540-B255-1BFB1B0DE444}"/>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IMPLEMENTACIÓN · EMISIÓN</ns1:t>
            </ns1:r>
          </ns1:p>
        </ns0:txBody>
      </ns0:sp>
      <ns0:sp>
        <ns0:nvSpPr>
          <ns0:cNvPr id="2" name="">
            <ns1:extLst>
              <ns1:ext uri="{FF2B5EF4-FFF2-40B4-BE49-F238E27FC236}">
                <ns2:creationId id="{3EA1DE96-AC12-49A4-8FD3-56202AADA6E0}"/>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2:30</ns1:t>
            </ns1:r>
          </ns1:p>
        </ns0:txBody>
      </ns0:sp>
      <ns0:sp>
        <ns0:nvSpPr>
          <ns0:cNvPr id="3" name="">
            <ns1:extLst>
              <ns1:ext uri="{FF2B5EF4-FFF2-40B4-BE49-F238E27FC236}">
                <ns2:creationId id="{FACCEC4F-0E6F-47B3-8245-AB07F009E7D0}"/>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La nota se asocia a un perfil de prueba</ns1:t>
            </ns1:r>
          </ns1:p>
        </ns0:txBody>
      </ns0:sp>
      <ns0:sp>
        <ns0:nvSpPr>
          <ns0:cNvPr id="4" name="">
            <ns1:extLst>
              <ns1:ext uri="{FF2B5EF4-FFF2-40B4-BE49-F238E27FC236}">
                <ns2:creationId id="{7F2175F1-213C-4680-9C6D-A22A8F8EEC92}"/>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4C97E812-93D4-454B-A666-B643B6B88DD7}"/>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26C1BAD9-4346-4533-931B-1365923F40CA}"/>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15</ns1:t>
            </ns1:r>
          </ns1:p>
        </ns0:txBody>
      </ns0:sp>
      <ns0:sp>
        <ns0:nvSpPr>
          <ns0:cNvPr id="7" name="">
            <ns1:extLst>
              <ns1:ext uri="{FF2B5EF4-FFF2-40B4-BE49-F238E27FC236}">
                <ns2:creationId id="{70BEAAE1-94A4-4C41-BBA0-446845ED5F59}"/>
              </ns1:ext>
            </ns1:extLst>
          </ns0:cNvPr>
          <ns0:cNvSpPr>
            <ns1:spLocks noGrp="1"/>
          </ns0:cNvSpPr>
          <ns0:nvPr/>
        </ns0:nvSpPr>
        <ns0:spPr>
          <ns1:xfrm>
            <ns1:off x="685800" y="1714500"/>
            <ns1:ext cx="6191250" cy="3143250"/>
          </ns1:xfrm>
          <ns1:prstGeom prst="roundRect">
            <ns1:avLst>
              <ns1:gd name="adj" fmla="val 2424"/>
            </ns1:avLst>
          </ns1:prstGeom>
          <ns1:solidFill>
            <ns1:srgbClr val="0D1728"/>
          </ns1:solidFill>
          <ns1:ln w="11430">
            <ns1:solidFill>
              <ns1:srgbClr val="26354C"/>
            </ns1:solidFill>
            <ns1:prstDash val="solid"/>
          </ns1:ln>
        </ns0:spPr>
      </ns0:sp>
      <ns0:sp>
        <ns0:nvSpPr>
          <ns0:cNvPr id="8" name="">
            <ns1:extLst>
              <ns1:ext uri="{FF2B5EF4-FFF2-40B4-BE49-F238E27FC236}">
                <ns2:creationId id="{AD481098-3A3A-44ED-9F4A-8C7FD866A8AC}"/>
              </ns1:ext>
            </ns1:extLst>
          </ns0:cNvPr>
          <ns0:cNvSpPr>
            <ns1:spLocks noGrp="1"/>
          </ns0:cNvSpPr>
          <ns0:nvPr/>
        </ns0:nvSpPr>
        <ns0:spPr>
          <ns1:xfrm>
            <ns1:off x="685800" y="1714500"/>
            <ns1:ext cx="6191250" cy="400050"/>
          </ns1:xfrm>
          <ns1:prstGeom prst="roundRect">
            <ns1:avLst>
              <ns1:gd name="adj" fmla="val 19048"/>
            </ns1:avLst>
          </ns1:prstGeom>
          <ns1:solidFill>
            <ns1:srgbClr val="1B2940"/>
          </ns1:solidFill>
          <ns1:ln w="0">
            <ns1:noFill/>
            <ns1:prstDash val="solid"/>
          </ns1:ln>
        </ns0:spPr>
      </ns0:sp>
      <ns0:sp>
        <ns0:nvSpPr>
          <ns0:cNvPr id="9" name="">
            <ns1:extLst>
              <ns1:ext uri="{FF2B5EF4-FFF2-40B4-BE49-F238E27FC236}">
                <ns2:creationId id="{A8080108-2CD4-453E-93D6-26AA20B0E28C}"/>
              </ns1:ext>
            </ns1:extLst>
          </ns0:cNvPr>
          <ns0:cNvSpPr>
            <ns1:spLocks noGrp="1"/>
          </ns0:cNvSpPr>
          <ns0:nvPr/>
        </ns0:nvSpPr>
        <ns0:spPr>
          <ns1:xfrm>
            <ns1:off x="847725" y="1847850"/>
            <ns1:ext cx="123825" cy="123825"/>
          </ns1:xfrm>
          <ns1:prstGeom prst="ellipse">
            <ns1:avLst/>
          </ns1:prstGeom>
          <ns1:solidFill>
            <ns1:srgbClr val="FF5F57"/>
          </ns1:solidFill>
          <ns1:ln w="0">
            <ns1:noFill/>
            <ns1:prstDash val="solid"/>
          </ns1:ln>
        </ns0:spPr>
      </ns0:sp>
      <ns0:sp>
        <ns0:nvSpPr>
          <ns0:cNvPr id="10" name="">
            <ns1:extLst>
              <ns1:ext uri="{FF2B5EF4-FFF2-40B4-BE49-F238E27FC236}">
                <ns2:creationId id="{A63A2835-8DA3-4B67-818E-B1E6F8E75DC6}"/>
              </ns1:ext>
            </ns1:extLst>
          </ns0:cNvPr>
          <ns0:cNvSpPr>
            <ns1:spLocks noGrp="1"/>
          </ns0:cNvSpPr>
          <ns0:nvPr/>
        </ns0:nvSpPr>
        <ns0:spPr>
          <ns1:xfrm>
            <ns1:off x="1047750" y="1847850"/>
            <ns1:ext cx="123825" cy="123825"/>
          </ns1:xfrm>
          <ns1:prstGeom prst="ellipse">
            <ns1:avLst/>
          </ns1:prstGeom>
          <ns1:solidFill>
            <ns1:srgbClr val="FEBC2E"/>
          </ns1:solidFill>
          <ns1:ln w="0">
            <ns1:noFill/>
            <ns1:prstDash val="solid"/>
          </ns1:ln>
        </ns0:spPr>
      </ns0:sp>
      <ns0:sp>
        <ns0:nvSpPr>
          <ns0:cNvPr id="11" name="">
            <ns1:extLst>
              <ns1:ext uri="{FF2B5EF4-FFF2-40B4-BE49-F238E27FC236}">
                <ns2:creationId id="{1C5113F7-7659-4F05-A5B1-AAB62C23F6AF}"/>
              </ns1:ext>
            </ns1:extLst>
          </ns0:cNvPr>
          <ns0:cNvSpPr>
            <ns1:spLocks noGrp="1"/>
          </ns0:cNvSpPr>
          <ns0:nvPr/>
        </ns0:nvSpPr>
        <ns0:spPr>
          <ns1:xfrm>
            <ns1:off x="1247775" y="1847850"/>
            <ns1:ext cx="123825" cy="123825"/>
          </ns1:xfrm>
          <ns1:prstGeom prst="ellipse">
            <ns1:avLst/>
          </ns1:prstGeom>
          <ns1:solidFill>
            <ns1:srgbClr val="28C840"/>
          </ns1:solidFill>
          <ns1:ln w="0">
            <ns1:noFill/>
            <ns1:prstDash val="solid"/>
          </ns1:ln>
        </ns0:spPr>
      </ns0:sp>
      <ns0:sp>
        <ns0:nvSpPr>
          <ns0:cNvPr id="12" name="">
            <ns1:extLst>
              <ns1:ext uri="{FF2B5EF4-FFF2-40B4-BE49-F238E27FC236}">
                <ns2:creationId id="{126E440E-3108-4990-B83B-BBFF860B34CF}"/>
              </ns1:ext>
            </ns1:extLst>
          </ns0:cNvPr>
          <ns0:cNvSpPr>
            <ns1:spLocks noGrp="1"/>
          </ns0:cNvSpPr>
          <ns0:nvPr/>
        </ns0:nvSpPr>
        <ns0:spPr>
          <ns1:xfrm>
            <ns1:off x="1752600" y="1790700"/>
            <ns1:ext cx="4057650" cy="23812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CFD8E8"/>
                </ns1:solidFill>
                <ns1:latin typeface="Aptos"/>
                <ns1:ea typeface="Aptos"/>
                <ns1:cs typeface="Aptos"/>
              </ns1:defRPr>
            </ns1:defPPr>
            <ns1:lvl1pPr algn="ctr">
              <ns1:defRPr sz="975" b="1">
                <ns1:solidFill>
                  <ns1:srgbClr val="CFD8E8"/>
                </ns1:solidFill>
                <ns1:latin typeface="Aptos"/>
                <ns1:ea typeface="Aptos"/>
                <ns1:cs typeface="Aptos"/>
              </ns1:defRPr>
            </ns1:lvl1pPr>
            <ns1:lvl2pPr algn="ctr">
              <ns1:defRPr sz="975" b="1">
                <ns1:solidFill>
                  <ns1:srgbClr val="CFD8E8"/>
                </ns1:solidFill>
                <ns1:latin typeface="Aptos"/>
                <ns1:ea typeface="Aptos"/>
                <ns1:cs typeface="Aptos"/>
              </ns1:defRPr>
            </ns1:lvl2pPr>
            <ns1:lvl3pPr algn="ctr">
              <ns1:defRPr sz="975" b="1">
                <ns1:solidFill>
                  <ns1:srgbClr val="CFD8E8"/>
                </ns1:solidFill>
                <ns1:latin typeface="Aptos"/>
                <ns1:ea typeface="Aptos"/>
                <ns1:cs typeface="Aptos"/>
              </ns1:defRPr>
            </ns1:lvl3pPr>
            <ns1:lvl4pPr algn="ctr">
              <ns1:defRPr sz="975" b="1">
                <ns1:solidFill>
                  <ns1:srgbClr val="CFD8E8"/>
                </ns1:solidFill>
                <ns1:latin typeface="Aptos"/>
                <ns1:ea typeface="Aptos"/>
                <ns1:cs typeface="Aptos"/>
              </ns1:defRPr>
            </ns1:lvl4pPr>
            <ns1:lvl5pPr algn="ctr">
              <ns1:defRPr sz="975" b="1">
                <ns1:solidFill>
                  <ns1:srgbClr val="CFD8E8"/>
                </ns1:solidFill>
                <ns1:latin typeface="Aptos"/>
                <ns1:ea typeface="Aptos"/>
                <ns1:cs typeface="Aptos"/>
              </ns1:defRPr>
            </ns1:lvl5pPr>
            <ns1:lvl6pPr algn="ctr">
              <ns1:defRPr sz="975" b="1">
                <ns1:solidFill>
                  <ns1:srgbClr val="CFD8E8"/>
                </ns1:solidFill>
                <ns1:latin typeface="Aptos"/>
                <ns1:ea typeface="Aptos"/>
                <ns1:cs typeface="Aptos"/>
              </ns1:defRPr>
            </ns1:lvl6pPr>
            <ns1:lvl7pPr algn="ctr">
              <ns1:defRPr sz="975" b="1">
                <ns1:solidFill>
                  <ns1:srgbClr val="CFD8E8"/>
                </ns1:solidFill>
                <ns1:latin typeface="Aptos"/>
                <ns1:ea typeface="Aptos"/>
                <ns1:cs typeface="Aptos"/>
              </ns1:defRPr>
            </ns1:lvl7pPr>
            <ns1:lvl8pPr algn="ctr">
              <ns1:defRPr sz="975" b="1">
                <ns1:solidFill>
                  <ns1:srgbClr val="CFD8E8"/>
                </ns1:solidFill>
                <ns1:latin typeface="Aptos"/>
                <ns1:ea typeface="Aptos"/>
                <ns1:cs typeface="Aptos"/>
              </ns1:defRPr>
            </ns1:lvl8pPr>
            <ns1:lvl9pPr algn="ctr">
              <ns1:defRPr sz="975" b="1">
                <ns1:solidFill>
                  <ns1:srgbClr val="CFD8E8"/>
                </ns1:solidFill>
                <ns1:latin typeface="Aptos"/>
                <ns1:ea typeface="Aptos"/>
                <ns1:cs typeface="Aptos"/>
              </ns1:defRPr>
            </ns1:lvl9pPr>
          </ns1:lstStyle>
          <ns1:p>
            <ns1:pPr algn="ctr">
              <ns1:defRPr sz="975" b="1">
                <ns1:solidFill>
                  <ns1:srgbClr val="CFD8E8"/>
                </ns1:solidFill>
                <ns1:latin typeface="Aptos"/>
                <ns1:ea typeface="Aptos"/>
                <ns1:cs typeface="Aptos"/>
              </ns1:defRPr>
            </ns1:pPr>
            <ns1:r>
              <ns1:rPr sz="975" b="1">
                <ns1:solidFill>
                  <ns1:srgbClr val="CFD8E8"/>
                </ns1:solidFill>
                <ns1:latin typeface="Aptos"/>
                <ns1:ea typeface="Aptos"/>
                <ns1:cs typeface="Aptos"/>
              </ns1:rPr>
              <ns1:t>server/index.ts</ns1:t>
            </ns1:r>
          </ns1:p>
        </ns0:txBody>
      </ns0:sp>
      <ns0:sp>
        <ns0:nvSpPr>
          <ns0:cNvPr id="13" name="">
            <ns1:extLst>
              <ns1:ext uri="{FF2B5EF4-FFF2-40B4-BE49-F238E27FC236}">
                <ns2:creationId id="{1C75FCBD-C6CE-4F3D-9E45-174E5C91C6A5}"/>
              </ns1:ext>
            </ns1:extLst>
          </ns0:cNvPr>
          <ns0:cNvSpPr>
            <ns1:spLocks noGrp="1"/>
          </ns0:cNvSpPr>
          <ns0:nvPr/>
        </ns0:nvSpPr>
        <ns0:spPr>
          <ns1:xfrm>
            <ns1:off x="6391275" y="1790700"/>
            <ns1:ext cx="323850" cy="247650"/>
          </ns1:xfrm>
          <ns1:prstGeom prst="roundRect">
            <ns1:avLst>
              <ns1:gd name="adj" fmla="val 30769"/>
            </ns1:avLst>
          </ns1:prstGeom>
          <ns1:solidFill>
            <ns1:srgbClr val="2A3A52"/>
          </ns1:solidFill>
          <ns1:ln w="0">
            <ns1:noFill/>
            <ns1:prstDash val="solid"/>
          </ns1:ln>
        </ns0:spPr>
      </ns0:sp>
      <ns0:sp>
        <ns0:nvSpPr>
          <ns0:cNvPr id="14" name="">
            <ns1:extLst>
              <ns1:ext uri="{FF2B5EF4-FFF2-40B4-BE49-F238E27FC236}">
                <ns2:creationId id="{2E9B1221-4823-484F-A919-BB5D73142F3E}"/>
              </ns1:ext>
            </ns1:extLst>
          </ns0:cNvPr>
          <ns0:cNvSpPr>
            <ns1:spLocks noGrp="1"/>
          </ns0:cNvSpPr>
          <ns0:nvPr/>
        </ns0:nvSpPr>
        <ns0:spPr>
          <ns1:xfrm>
            <ns1:off x="6391275" y="1790700"/>
            <ns1:ext cx="323850" cy="247650"/>
          </ns1:xfrm>
          <ns1:prstGeom prst="rect">
            <ns1:avLst/>
          </ns1:prstGeom>
          <ns1:noFill/>
          <ns1:ln w="0">
            <ns1:noFill/>
            <ns1:prstDash val="solid"/>
          </ns1:ln>
        </ns0:spPr>
        <ns0:txBody>
          <ns1:bodyPr lIns="0" tIns="0" rIns="0" bIns="0" anchor="ctr">
            <ns1:normAutofit fontScale="100000"/>
          </ns1:bodyPr>
          <ns1:lstStyle>
            <ns1:defPPr algn="ctr">
              <ns1:defRPr sz="900" b="1">
                <ns1:solidFill>
                  <ns1:srgbClr val="B9C9E0"/>
                </ns1:solidFill>
                <ns1:latin typeface="Aptos"/>
                <ns1:ea typeface="Aptos"/>
                <ns1:cs typeface="Aptos"/>
              </ns1:defRPr>
            </ns1:defPPr>
            <ns1:lvl1pPr algn="ctr">
              <ns1:defRPr sz="900" b="1">
                <ns1:solidFill>
                  <ns1:srgbClr val="B9C9E0"/>
                </ns1:solidFill>
                <ns1:latin typeface="Aptos"/>
                <ns1:ea typeface="Aptos"/>
                <ns1:cs typeface="Aptos"/>
              </ns1:defRPr>
            </ns1:lvl1pPr>
            <ns1:lvl2pPr algn="ctr">
              <ns1:defRPr sz="900" b="1">
                <ns1:solidFill>
                  <ns1:srgbClr val="B9C9E0"/>
                </ns1:solidFill>
                <ns1:latin typeface="Aptos"/>
                <ns1:ea typeface="Aptos"/>
                <ns1:cs typeface="Aptos"/>
              </ns1:defRPr>
            </ns1:lvl2pPr>
            <ns1:lvl3pPr algn="ctr">
              <ns1:defRPr sz="900" b="1">
                <ns1:solidFill>
                  <ns1:srgbClr val="B9C9E0"/>
                </ns1:solidFill>
                <ns1:latin typeface="Aptos"/>
                <ns1:ea typeface="Aptos"/>
                <ns1:cs typeface="Aptos"/>
              </ns1:defRPr>
            </ns1:lvl3pPr>
            <ns1:lvl4pPr algn="ctr">
              <ns1:defRPr sz="900" b="1">
                <ns1:solidFill>
                  <ns1:srgbClr val="B9C9E0"/>
                </ns1:solidFill>
                <ns1:latin typeface="Aptos"/>
                <ns1:ea typeface="Aptos"/>
                <ns1:cs typeface="Aptos"/>
              </ns1:defRPr>
            </ns1:lvl4pPr>
            <ns1:lvl5pPr algn="ctr">
              <ns1:defRPr sz="900" b="1">
                <ns1:solidFill>
                  <ns1:srgbClr val="B9C9E0"/>
                </ns1:solidFill>
                <ns1:latin typeface="Aptos"/>
                <ns1:ea typeface="Aptos"/>
                <ns1:cs typeface="Aptos"/>
              </ns1:defRPr>
            </ns1:lvl5pPr>
            <ns1:lvl6pPr algn="ctr">
              <ns1:defRPr sz="900" b="1">
                <ns1:solidFill>
                  <ns1:srgbClr val="B9C9E0"/>
                </ns1:solidFill>
                <ns1:latin typeface="Aptos"/>
                <ns1:ea typeface="Aptos"/>
                <ns1:cs typeface="Aptos"/>
              </ns1:defRPr>
            </ns1:lvl6pPr>
            <ns1:lvl7pPr algn="ctr">
              <ns1:defRPr sz="900" b="1">
                <ns1:solidFill>
                  <ns1:srgbClr val="B9C9E0"/>
                </ns1:solidFill>
                <ns1:latin typeface="Aptos"/>
                <ns1:ea typeface="Aptos"/>
                <ns1:cs typeface="Aptos"/>
              </ns1:defRPr>
            </ns1:lvl7pPr>
            <ns1:lvl8pPr algn="ctr">
              <ns1:defRPr sz="900" b="1">
                <ns1:solidFill>
                  <ns1:srgbClr val="B9C9E0"/>
                </ns1:solidFill>
                <ns1:latin typeface="Aptos"/>
                <ns1:ea typeface="Aptos"/>
                <ns1:cs typeface="Aptos"/>
              </ns1:defRPr>
            </ns1:lvl8pPr>
            <ns1:lvl9pPr algn="ctr">
              <ns1:defRPr sz="900" b="1">
                <ns1:solidFill>
                  <ns1:srgbClr val="B9C9E0"/>
                </ns1:solidFill>
                <ns1:latin typeface="Aptos"/>
                <ns1:ea typeface="Aptos"/>
                <ns1:cs typeface="Aptos"/>
              </ns1:defRPr>
            </ns1:lvl9pPr>
          </ns1:lstStyle>
          <ns1:p>
            <ns1:pPr algn="ctr">
              <ns1:defRPr sz="900" b="1">
                <ns1:solidFill>
                  <ns1:srgbClr val="B9C9E0"/>
                </ns1:solidFill>
                <ns1:latin typeface="Aptos"/>
                <ns1:ea typeface="Aptos"/>
                <ns1:cs typeface="Aptos"/>
              </ns1:defRPr>
            </ns1:pPr>
            <ns1:r>
              <ns1:rPr sz="900" b="1">
                <ns1:solidFill>
                  <ns1:srgbClr val="B9C9E0"/>
                </ns1:solidFill>
                <ns1:latin typeface="Aptos"/>
                <ns1:ea typeface="Aptos"/>
                <ns1:cs typeface="Aptos"/>
              </ns1:rPr>
              <ns1:t>TS</ns1:t>
            </ns1:r>
          </ns1:p>
        </ns0:txBody>
      </ns0:sp>
      <ns0:sp>
        <ns0:nvSpPr>
          <ns0:cNvPr id="15" name="">
            <ns1:extLst>
              <ns1:ext uri="{FF2B5EF4-FFF2-40B4-BE49-F238E27FC236}">
                <ns2:creationId id="{5F769031-0163-4069-82A0-5609556860D6}"/>
              </ns1:ext>
            </ns1:extLst>
          </ns0:cNvPr>
          <ns0:cNvSpPr>
            <ns1:spLocks noGrp="1"/>
          </ns0:cNvSpPr>
          <ns0:nvPr/>
        </ns0:nvSpPr>
        <ns0:spPr>
          <ns1:xfrm>
            <ns1:off x="1123950" y="2209800"/>
            <ns1:ext cx="5638800" cy="211138"/>
          </ns1:xfrm>
          <ns1:prstGeom prst="rect">
            <ns1:avLst/>
          </ns1:prstGeom>
          <ns1:solidFill>
            <ns1:srgbClr val="15243A"/>
          </ns1:solidFill>
          <ns1:ln w="0">
            <ns1:noFill/>
            <ns1:prstDash val="solid"/>
          </ns1:ln>
        </ns0:spPr>
      </ns0:sp>
      <ns0:sp>
        <ns0:nvSpPr>
          <ns0:cNvPr id="16" name="">
            <ns1:extLst>
              <ns1:ext uri="{FF2B5EF4-FFF2-40B4-BE49-F238E27FC236}">
                <ns2:creationId id="{76D88743-F258-4BAE-8938-694EA4DFAB90}"/>
              </ns1:ext>
            </ns1:extLst>
          </ns0:cNvPr>
          <ns0:cNvSpPr>
            <ns1:spLocks noGrp="1"/>
          </ns0:cNvSpPr>
          <ns0:nvPr/>
        </ns0:nvSpPr>
        <ns0:spPr>
          <ns1:xfrm>
            <ns1:off x="733425" y="2219325"/>
            <ns1:ext cx="190500" cy="211138"/>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01</ns1:t>
            </ns1:r>
          </ns1:p>
        </ns0:txBody>
      </ns0:sp>
      <ns0:sp>
        <ns0:nvSpPr>
          <ns0:cNvPr id="17" name="">
            <ns1:extLst>
              <ns1:ext uri="{FF2B5EF4-FFF2-40B4-BE49-F238E27FC236}">
                <ns2:creationId id="{415EA355-2F0E-4CAF-85CC-E3293649394E}"/>
              </ns1:ext>
            </ns1:extLst>
          </ns0:cNvPr>
          <ns0:cNvSpPr>
            <ns1:spLocks noGrp="1"/>
          </ns0:cNvSpPr>
          <ns0:nvPr/>
        </ns0:nvSpPr>
        <ns0:spPr>
          <ns1:xfrm>
            <ns1:off x="1123950" y="2209800"/>
            <ns1:ext cx="28575" cy="211138"/>
          </ns1:xfrm>
          <ns1:prstGeom prst="rect">
            <ns1:avLst/>
          </ns1:prstGeom>
          <ns1:solidFill>
            <ns1:srgbClr val="22B8A8"/>
          </ns1:solidFill>
          <ns1:ln w="0">
            <ns1:noFill/>
            <ns1:prstDash val="solid"/>
          </ns1:ln>
        </ns0:spPr>
      </ns0:sp>
      <ns0:sp>
        <ns0:nvSpPr>
          <ns0:cNvPr id="18" name="">
            <ns1:extLst>
              <ns1:ext uri="{FF2B5EF4-FFF2-40B4-BE49-F238E27FC236}">
                <ns2:creationId id="{C6E6DC13-67F2-4C65-8DEF-798016323292}"/>
              </ns1:ext>
            </ns1:extLst>
          </ns0:cNvPr>
          <ns0:cNvSpPr>
            <ns1:spLocks noGrp="1"/>
          </ns0:cNvSpPr>
          <ns0:nvPr/>
        </ns0:nvSpPr>
        <ns0:spPr>
          <ns1:xfrm>
            <ns1:off x="962025" y="2234406"/>
            <ns1:ext cx="171450" cy="171450"/>
          </ns1:xfrm>
          <ns1:prstGeom prst="ellipse">
            <ns1:avLst/>
          </ns1:prstGeom>
          <ns1:solidFill>
            <ns1:srgbClr val="22B8A8"/>
          </ns1:solidFill>
          <ns1:ln w="0">
            <ns1:noFill/>
            <ns1:prstDash val="solid"/>
          </ns1:ln>
        </ns0:spPr>
      </ns0:sp>
      <ns0:sp>
        <ns0:nvSpPr>
          <ns0:cNvPr id="19" name="">
            <ns1:extLst>
              <ns1:ext uri="{FF2B5EF4-FFF2-40B4-BE49-F238E27FC236}">
                <ns2:creationId id="{26C6DCBE-9336-4CBF-B2B7-B110A0F3E937}"/>
              </ns1:ext>
            </ns1:extLst>
          </ns0:cNvPr>
          <ns0:cNvSpPr>
            <ns1:spLocks noGrp="1"/>
          </ns0:cNvSpPr>
          <ns0:nvPr/>
        </ns0:nvSpPr>
        <ns0:spPr>
          <ns1:xfrm>
            <ns1:off x="962025" y="2234406"/>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3</ns1:t>
            </ns1:r>
          </ns1:p>
        </ns0:txBody>
      </ns0:sp>
      <ns0:sp>
        <ns0:nvSpPr>
          <ns0:cNvPr id="20" name="Código editable">
            <ns1:extLst>
              <ns1:ext uri="{FF2B5EF4-FFF2-40B4-BE49-F238E27FC236}">
                <ns2:creationId id="{702DEA9F-6060-4DF3-8B6D-4CF1BFDC34C6}"/>
              </ns1:ext>
            </ns1:extLst>
          </ns0:cNvPr>
          <ns0:cNvSpPr>
            <ns1:spLocks noGrp="1"/>
          </ns0:cNvSpPr>
          <ns0:nvPr/>
        </ns0:nvSpPr>
        <ns0:spPr>
          <ns1:xfrm>
            <ns1:off x="1171575" y="2219325"/>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claims</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ns1:t>
            </ns1:r>
          </ns1:p>
        </ns0:txBody>
      </ns0:sp>
      <ns0:sp>
        <ns0:nvSpPr>
          <ns0:cNvPr id="21" name="">
            <ns1:extLst>
              <ns1:ext uri="{FF2B5EF4-FFF2-40B4-BE49-F238E27FC236}">
                <ns2:creationId id="{4196E587-09F0-4169-99C9-FE50BD54D6D4}"/>
              </ns1:ext>
            </ns1:extLst>
          </ns0:cNvPr>
          <ns0:cNvSpPr>
            <ns1:spLocks noGrp="1"/>
          </ns0:cNvSpPr>
          <ns0:nvPr/>
        </ns0:nvSpPr>
        <ns0:spPr>
          <ns1:xfrm>
            <ns1:off x="800100" y="2430463"/>
            <ns1:ext cx="247650" cy="211138"/>
          </ns1:xfrm>
          <ns1:prstGeom prst="rect">
            <ns1:avLst/>
          </ns1:prstGeom>
          <ns1:noFill/>
          <ns1:ln w="0">
            <ns1:noFill/>
            <ns1:prstDash val="solid"/>
          </ns1:ln>
        </ns0:spPr>
        <ns0:txBody>
          <ns1:bodyPr lIns="0" tIns="0" rIns="0" bIns="0" anchor="ctr">
            <ns1:normAutofit fontScale="100000"/>
          </ns1:bodyPr>
          <ns1:lstStyle>
            <ns1:defPPr algn="r">
              <ns1:defRPr sz="1297" b="0">
                <ns1:solidFill>
                  <ns1:srgbClr val="647791"/>
                </ns1:solidFill>
                <ns1:latin typeface="Aptos"/>
                <ns1:ea typeface="Aptos"/>
                <ns1:cs typeface="Aptos"/>
              </ns1:defRPr>
            </ns1:defPPr>
            <ns1:lvl1pPr algn="r">
              <ns1:defRPr sz="1297" b="0">
                <ns1:solidFill>
                  <ns1:srgbClr val="647791"/>
                </ns1:solidFill>
                <ns1:latin typeface="Aptos"/>
                <ns1:ea typeface="Aptos"/>
                <ns1:cs typeface="Aptos"/>
              </ns1:defRPr>
            </ns1:lvl1pPr>
            <ns1:lvl2pPr algn="r">
              <ns1:defRPr sz="1297" b="0">
                <ns1:solidFill>
                  <ns1:srgbClr val="647791"/>
                </ns1:solidFill>
                <ns1:latin typeface="Aptos"/>
                <ns1:ea typeface="Aptos"/>
                <ns1:cs typeface="Aptos"/>
              </ns1:defRPr>
            </ns1:lvl2pPr>
            <ns1:lvl3pPr algn="r">
              <ns1:defRPr sz="1297" b="0">
                <ns1:solidFill>
                  <ns1:srgbClr val="647791"/>
                </ns1:solidFill>
                <ns1:latin typeface="Aptos"/>
                <ns1:ea typeface="Aptos"/>
                <ns1:cs typeface="Aptos"/>
              </ns1:defRPr>
            </ns1:lvl3pPr>
            <ns1:lvl4pPr algn="r">
              <ns1:defRPr sz="1297" b="0">
                <ns1:solidFill>
                  <ns1:srgbClr val="647791"/>
                </ns1:solidFill>
                <ns1:latin typeface="Aptos"/>
                <ns1:ea typeface="Aptos"/>
                <ns1:cs typeface="Aptos"/>
              </ns1:defRPr>
            </ns1:lvl4pPr>
            <ns1:lvl5pPr algn="r">
              <ns1:defRPr sz="1297" b="0">
                <ns1:solidFill>
                  <ns1:srgbClr val="647791"/>
                </ns1:solidFill>
                <ns1:latin typeface="Aptos"/>
                <ns1:ea typeface="Aptos"/>
                <ns1:cs typeface="Aptos"/>
              </ns1:defRPr>
            </ns1:lvl5pPr>
            <ns1:lvl6pPr algn="r">
              <ns1:defRPr sz="1297" b="0">
                <ns1:solidFill>
                  <ns1:srgbClr val="647791"/>
                </ns1:solidFill>
                <ns1:latin typeface="Aptos"/>
                <ns1:ea typeface="Aptos"/>
                <ns1:cs typeface="Aptos"/>
              </ns1:defRPr>
            </ns1:lvl6pPr>
            <ns1:lvl7pPr algn="r">
              <ns1:defRPr sz="1297" b="0">
                <ns1:solidFill>
                  <ns1:srgbClr val="647791"/>
                </ns1:solidFill>
                <ns1:latin typeface="Aptos"/>
                <ns1:ea typeface="Aptos"/>
                <ns1:cs typeface="Aptos"/>
              </ns1:defRPr>
            </ns1:lvl7pPr>
            <ns1:lvl8pPr algn="r">
              <ns1:defRPr sz="1297" b="0">
                <ns1:solidFill>
                  <ns1:srgbClr val="647791"/>
                </ns1:solidFill>
                <ns1:latin typeface="Aptos"/>
                <ns1:ea typeface="Aptos"/>
                <ns1:cs typeface="Aptos"/>
              </ns1:defRPr>
            </ns1:lvl8pPr>
            <ns1:lvl9pPr algn="r">
              <ns1:defRPr sz="1297" b="0">
                <ns1:solidFill>
                  <ns1:srgbClr val="647791"/>
                </ns1:solidFill>
                <ns1:latin typeface="Aptos"/>
                <ns1:ea typeface="Aptos"/>
                <ns1:cs typeface="Aptos"/>
              </ns1:defRPr>
            </ns1:lvl9pPr>
          </ns1:lstStyle>
          <ns1:p>
            <ns1:pPr algn="r">
              <ns1:defRPr sz="1297" b="0">
                <ns1:solidFill>
                  <ns1:srgbClr val="647791"/>
                </ns1:solidFill>
                <ns1:latin typeface="Aptos"/>
                <ns1:ea typeface="Aptos"/>
                <ns1:cs typeface="Aptos"/>
              </ns1:defRPr>
            </ns1:pPr>
            <ns1:r>
              <ns1:rPr sz="1297" b="0">
                <ns1:solidFill>
                  <ns1:srgbClr val="647791"/>
                </ns1:solidFill>
                <ns1:latin typeface="Aptos"/>
                <ns1:ea typeface="Aptos"/>
                <ns1:cs typeface="Aptos"/>
              </ns1:rPr>
              <ns1:t>02</ns1:t>
            </ns1:r>
          </ns1:p>
        </ns0:txBody>
      </ns0:sp>
      <ns0:sp>
        <ns0:nvSpPr>
          <ns0:cNvPr id="22" name="Código editable">
            <ns1:extLst>
              <ns1:ext uri="{FF2B5EF4-FFF2-40B4-BE49-F238E27FC236}">
                <ns2:creationId id="{94134A72-B680-4C71-B3E3-52A114FF296E}"/>
              </ns1:ext>
            </ns1:extLst>
          </ns0:cNvPr>
          <ns0:cNvSpPr>
            <ns1:spLocks noGrp="1"/>
          </ns0:cNvSpPr>
          <ns0:nvPr/>
        </ns0:nvSpPr>
        <ns0:spPr>
          <ns1:xfrm>
            <ns1:off x="1171575" y="2430463"/>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titulo</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title</ns1:t>
            </ns1:r>
            <ns1:r>
              <ns1:rPr sz="1297">
                <ns1:solidFill>
                  <ns1:srgbClr val="E6EDF7"/>
                </ns1:solidFill>
                <ns1:latin typeface="Menlo"/>
                <ns1:ea typeface="Menlo"/>
                <ns1:cs typeface="Menlo"/>
              </ns1:rPr>
              <ns1:t>.</ns1:t>
            </ns1:r>
            <ns1:r>
              <ns1:rPr sz="1297">
                <ns1:solidFill>
                  <ns1:srgbClr val="F6C177"/>
                </ns1:solidFill>
                <ns1:latin typeface="Menlo"/>
                <ns1:ea typeface="Menlo"/>
                <ns1:cs typeface="Menlo"/>
              </ns1:rPr>
              <ns1:t>trim</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ns1:t>
            </ns1:r>
          </ns1:p>
        </ns0:txBody>
      </ns0:sp>
      <ns0:sp>
        <ns0:nvSpPr>
          <ns0:cNvPr id="23" name="">
            <ns1:extLst>
              <ns1:ext uri="{FF2B5EF4-FFF2-40B4-BE49-F238E27FC236}">
                <ns2:creationId id="{E5D8AF5F-FE20-4DAB-8C6E-2A0C98EC2C77}"/>
              </ns1:ext>
            </ns1:extLst>
          </ns0:cNvPr>
          <ns0:cNvSpPr>
            <ns1:spLocks noGrp="1"/>
          </ns0:cNvSpPr>
          <ns0:nvPr/>
        </ns0:nvSpPr>
        <ns0:spPr>
          <ns1:xfrm>
            <ns1:off x="800100" y="2641600"/>
            <ns1:ext cx="247650" cy="211138"/>
          </ns1:xfrm>
          <ns1:prstGeom prst="rect">
            <ns1:avLst/>
          </ns1:prstGeom>
          <ns1:noFill/>
          <ns1:ln w="0">
            <ns1:noFill/>
            <ns1:prstDash val="solid"/>
          </ns1:ln>
        </ns0:spPr>
        <ns0:txBody>
          <ns1:bodyPr lIns="0" tIns="0" rIns="0" bIns="0" anchor="ctr">
            <ns1:normAutofit fontScale="100000"/>
          </ns1:bodyPr>
          <ns1:lstStyle>
            <ns1:defPPr algn="r">
              <ns1:defRPr sz="1297" b="0">
                <ns1:solidFill>
                  <ns1:srgbClr val="647791"/>
                </ns1:solidFill>
                <ns1:latin typeface="Aptos"/>
                <ns1:ea typeface="Aptos"/>
                <ns1:cs typeface="Aptos"/>
              </ns1:defRPr>
            </ns1:defPPr>
            <ns1:lvl1pPr algn="r">
              <ns1:defRPr sz="1297" b="0">
                <ns1:solidFill>
                  <ns1:srgbClr val="647791"/>
                </ns1:solidFill>
                <ns1:latin typeface="Aptos"/>
                <ns1:ea typeface="Aptos"/>
                <ns1:cs typeface="Aptos"/>
              </ns1:defRPr>
            </ns1:lvl1pPr>
            <ns1:lvl2pPr algn="r">
              <ns1:defRPr sz="1297" b="0">
                <ns1:solidFill>
                  <ns1:srgbClr val="647791"/>
                </ns1:solidFill>
                <ns1:latin typeface="Aptos"/>
                <ns1:ea typeface="Aptos"/>
                <ns1:cs typeface="Aptos"/>
              </ns1:defRPr>
            </ns1:lvl2pPr>
            <ns1:lvl3pPr algn="r">
              <ns1:defRPr sz="1297" b="0">
                <ns1:solidFill>
                  <ns1:srgbClr val="647791"/>
                </ns1:solidFill>
                <ns1:latin typeface="Aptos"/>
                <ns1:ea typeface="Aptos"/>
                <ns1:cs typeface="Aptos"/>
              </ns1:defRPr>
            </ns1:lvl3pPr>
            <ns1:lvl4pPr algn="r">
              <ns1:defRPr sz="1297" b="0">
                <ns1:solidFill>
                  <ns1:srgbClr val="647791"/>
                </ns1:solidFill>
                <ns1:latin typeface="Aptos"/>
                <ns1:ea typeface="Aptos"/>
                <ns1:cs typeface="Aptos"/>
              </ns1:defRPr>
            </ns1:lvl4pPr>
            <ns1:lvl5pPr algn="r">
              <ns1:defRPr sz="1297" b="0">
                <ns1:solidFill>
                  <ns1:srgbClr val="647791"/>
                </ns1:solidFill>
                <ns1:latin typeface="Aptos"/>
                <ns1:ea typeface="Aptos"/>
                <ns1:cs typeface="Aptos"/>
              </ns1:defRPr>
            </ns1:lvl5pPr>
            <ns1:lvl6pPr algn="r">
              <ns1:defRPr sz="1297" b="0">
                <ns1:solidFill>
                  <ns1:srgbClr val="647791"/>
                </ns1:solidFill>
                <ns1:latin typeface="Aptos"/>
                <ns1:ea typeface="Aptos"/>
                <ns1:cs typeface="Aptos"/>
              </ns1:defRPr>
            </ns1:lvl6pPr>
            <ns1:lvl7pPr algn="r">
              <ns1:defRPr sz="1297" b="0">
                <ns1:solidFill>
                  <ns1:srgbClr val="647791"/>
                </ns1:solidFill>
                <ns1:latin typeface="Aptos"/>
                <ns1:ea typeface="Aptos"/>
                <ns1:cs typeface="Aptos"/>
              </ns1:defRPr>
            </ns1:lvl7pPr>
            <ns1:lvl8pPr algn="r">
              <ns1:defRPr sz="1297" b="0">
                <ns1:solidFill>
                  <ns1:srgbClr val="647791"/>
                </ns1:solidFill>
                <ns1:latin typeface="Aptos"/>
                <ns1:ea typeface="Aptos"/>
                <ns1:cs typeface="Aptos"/>
              </ns1:defRPr>
            </ns1:lvl8pPr>
            <ns1:lvl9pPr algn="r">
              <ns1:defRPr sz="1297" b="0">
                <ns1:solidFill>
                  <ns1:srgbClr val="647791"/>
                </ns1:solidFill>
                <ns1:latin typeface="Aptos"/>
                <ns1:ea typeface="Aptos"/>
                <ns1:cs typeface="Aptos"/>
              </ns1:defRPr>
            </ns1:lvl9pPr>
          </ns1:lstStyle>
          <ns1:p>
            <ns1:pPr algn="r">
              <ns1:defRPr sz="1297" b="0">
                <ns1:solidFill>
                  <ns1:srgbClr val="647791"/>
                </ns1:solidFill>
                <ns1:latin typeface="Aptos"/>
                <ns1:ea typeface="Aptos"/>
                <ns1:cs typeface="Aptos"/>
              </ns1:defRPr>
            </ns1:pPr>
            <ns1:r>
              <ns1:rPr sz="1297" b="0">
                <ns1:solidFill>
                  <ns1:srgbClr val="647791"/>
                </ns1:solidFill>
                <ns1:latin typeface="Aptos"/>
                <ns1:ea typeface="Aptos"/>
                <ns1:cs typeface="Aptos"/>
              </ns1:rPr>
              <ns1:t>03</ns1:t>
            </ns1:r>
          </ns1:p>
        </ns0:txBody>
      </ns0:sp>
      <ns0:sp>
        <ns0:nvSpPr>
          <ns0:cNvPr id="24" name="Código editable">
            <ns1:extLst>
              <ns1:ext uri="{FF2B5EF4-FFF2-40B4-BE49-F238E27FC236}">
                <ns2:creationId id="{01887F53-D506-45E7-8E99-A82F4D66012D}"/>
              </ns1:ext>
            </ns1:extLst>
          </ns0:cNvPr>
          <ns0:cNvSpPr>
            <ns1:spLocks noGrp="1"/>
          </ns0:cNvSpPr>
          <ns0:nvPr/>
        </ns0:nvSpPr>
        <ns0:spPr>
          <ns1:xfrm>
            <ns1:off x="1171575" y="2641600"/>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detalle</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detail</ns1:t>
            </ns1:r>
            <ns1:r>
              <ns1:rPr sz="1297">
                <ns1:solidFill>
                  <ns1:srgbClr val="E6EDF7"/>
                </ns1:solidFill>
                <ns1:latin typeface="Menlo"/>
                <ns1:ea typeface="Menlo"/>
                <ns1:cs typeface="Menlo"/>
              </ns1:rPr>
              <ns1:t>,</ns1:t>
            </ns1:r>
          </ns1:p>
        </ns0:txBody>
      </ns0:sp>
      <ns0:sp>
        <ns0:nvSpPr>
          <ns0:cNvPr id="25" name="">
            <ns1:extLst>
              <ns1:ext uri="{FF2B5EF4-FFF2-40B4-BE49-F238E27FC236}">
                <ns2:creationId id="{2ACE958B-FD4E-4EBA-81C9-073268D9328C}"/>
              </ns1:ext>
            </ns1:extLst>
          </ns0:cNvPr>
          <ns0:cNvSpPr>
            <ns1:spLocks noGrp="1"/>
          </ns0:cNvSpPr>
          <ns0:nvPr/>
        </ns0:nvSpPr>
        <ns0:spPr>
          <ns1:xfrm>
            <ns1:off x="800100" y="2852738"/>
            <ns1:ext cx="247650" cy="211138"/>
          </ns1:xfrm>
          <ns1:prstGeom prst="rect">
            <ns1:avLst/>
          </ns1:prstGeom>
          <ns1:noFill/>
          <ns1:ln w="0">
            <ns1:noFill/>
            <ns1:prstDash val="solid"/>
          </ns1:ln>
        </ns0:spPr>
        <ns0:txBody>
          <ns1:bodyPr lIns="0" tIns="0" rIns="0" bIns="0" anchor="ctr">
            <ns1:normAutofit fontScale="100000"/>
          </ns1:bodyPr>
          <ns1:lstStyle>
            <ns1:defPPr algn="r">
              <ns1:defRPr sz="1297" b="0">
                <ns1:solidFill>
                  <ns1:srgbClr val="647791"/>
                </ns1:solidFill>
                <ns1:latin typeface="Aptos"/>
                <ns1:ea typeface="Aptos"/>
                <ns1:cs typeface="Aptos"/>
              </ns1:defRPr>
            </ns1:defPPr>
            <ns1:lvl1pPr algn="r">
              <ns1:defRPr sz="1297" b="0">
                <ns1:solidFill>
                  <ns1:srgbClr val="647791"/>
                </ns1:solidFill>
                <ns1:latin typeface="Aptos"/>
                <ns1:ea typeface="Aptos"/>
                <ns1:cs typeface="Aptos"/>
              </ns1:defRPr>
            </ns1:lvl1pPr>
            <ns1:lvl2pPr algn="r">
              <ns1:defRPr sz="1297" b="0">
                <ns1:solidFill>
                  <ns1:srgbClr val="647791"/>
                </ns1:solidFill>
                <ns1:latin typeface="Aptos"/>
                <ns1:ea typeface="Aptos"/>
                <ns1:cs typeface="Aptos"/>
              </ns1:defRPr>
            </ns1:lvl2pPr>
            <ns1:lvl3pPr algn="r">
              <ns1:defRPr sz="1297" b="0">
                <ns1:solidFill>
                  <ns1:srgbClr val="647791"/>
                </ns1:solidFill>
                <ns1:latin typeface="Aptos"/>
                <ns1:ea typeface="Aptos"/>
                <ns1:cs typeface="Aptos"/>
              </ns1:defRPr>
            </ns1:lvl3pPr>
            <ns1:lvl4pPr algn="r">
              <ns1:defRPr sz="1297" b="0">
                <ns1:solidFill>
                  <ns1:srgbClr val="647791"/>
                </ns1:solidFill>
                <ns1:latin typeface="Aptos"/>
                <ns1:ea typeface="Aptos"/>
                <ns1:cs typeface="Aptos"/>
              </ns1:defRPr>
            </ns1:lvl4pPr>
            <ns1:lvl5pPr algn="r">
              <ns1:defRPr sz="1297" b="0">
                <ns1:solidFill>
                  <ns1:srgbClr val="647791"/>
                </ns1:solidFill>
                <ns1:latin typeface="Aptos"/>
                <ns1:ea typeface="Aptos"/>
                <ns1:cs typeface="Aptos"/>
              </ns1:defRPr>
            </ns1:lvl5pPr>
            <ns1:lvl6pPr algn="r">
              <ns1:defRPr sz="1297" b="0">
                <ns1:solidFill>
                  <ns1:srgbClr val="647791"/>
                </ns1:solidFill>
                <ns1:latin typeface="Aptos"/>
                <ns1:ea typeface="Aptos"/>
                <ns1:cs typeface="Aptos"/>
              </ns1:defRPr>
            </ns1:lvl6pPr>
            <ns1:lvl7pPr algn="r">
              <ns1:defRPr sz="1297" b="0">
                <ns1:solidFill>
                  <ns1:srgbClr val="647791"/>
                </ns1:solidFill>
                <ns1:latin typeface="Aptos"/>
                <ns1:ea typeface="Aptos"/>
                <ns1:cs typeface="Aptos"/>
              </ns1:defRPr>
            </ns1:lvl7pPr>
            <ns1:lvl8pPr algn="r">
              <ns1:defRPr sz="1297" b="0">
                <ns1:solidFill>
                  <ns1:srgbClr val="647791"/>
                </ns1:solidFill>
                <ns1:latin typeface="Aptos"/>
                <ns1:ea typeface="Aptos"/>
                <ns1:cs typeface="Aptos"/>
              </ns1:defRPr>
            </ns1:lvl8pPr>
            <ns1:lvl9pPr algn="r">
              <ns1:defRPr sz="1297" b="0">
                <ns1:solidFill>
                  <ns1:srgbClr val="647791"/>
                </ns1:solidFill>
                <ns1:latin typeface="Aptos"/>
                <ns1:ea typeface="Aptos"/>
                <ns1:cs typeface="Aptos"/>
              </ns1:defRPr>
            </ns1:lvl9pPr>
          </ns1:lstStyle>
          <ns1:p>
            <ns1:pPr algn="r">
              <ns1:defRPr sz="1297" b="0">
                <ns1:solidFill>
                  <ns1:srgbClr val="647791"/>
                </ns1:solidFill>
                <ns1:latin typeface="Aptos"/>
                <ns1:ea typeface="Aptos"/>
                <ns1:cs typeface="Aptos"/>
              </ns1:defRPr>
            </ns1:pPr>
            <ns1:r>
              <ns1:rPr sz="1297" b="0">
                <ns1:solidFill>
                  <ns1:srgbClr val="647791"/>
                </ns1:solidFill>
                <ns1:latin typeface="Aptos"/>
                <ns1:ea typeface="Aptos"/>
                <ns1:cs typeface="Aptos"/>
              </ns1:rPr>
              <ns1:t>04</ns1:t>
            </ns1:r>
          </ns1:p>
        </ns0:txBody>
      </ns0:sp>
      <ns0:sp>
        <ns0:nvSpPr>
          <ns0:cNvPr id="26" name="Código editable">
            <ns1:extLst>
              <ns1:ext uri="{FF2B5EF4-FFF2-40B4-BE49-F238E27FC236}">
                <ns2:creationId id="{4BFF51A7-EEA6-4F15-9ECA-5F24D098796E}"/>
              </ns1:ext>
            </ns1:extLst>
          </ns0:cNvPr>
          <ns0:cNvSpPr>
            <ns1:spLocks noGrp="1"/>
          </ns0:cNvSpPr>
          <ns0:nvPr/>
        </ns0:nvSpPr>
        <ns0:spPr>
          <ns1:xfrm>
            <ns1:off x="1171575" y="2852738"/>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  </ns1:t>
            </ns1:r>
            <ns1:r>
              <ns1:rPr sz="1297">
                <ns1:solidFill>
                  <ns1:srgbClr val="72839B"/>
                </ns1:solidFill>
                <ns1:latin typeface="Menlo"/>
                <ns1:ea typeface="Menlo"/>
                <ns1:cs typeface="Menlo"/>
              </ns1:rPr>
              <ns1:t>// La nota se incluye solo en este tipo</ns1:t>
            </ns1:r>
          </ns1:p>
        </ns0:txBody>
      </ns0:sp>
      <ns0:sp>
        <ns0:nvSpPr>
          <ns0:cNvPr id="27" name="">
            <ns1:extLst>
              <ns1:ext uri="{FF2B5EF4-FFF2-40B4-BE49-F238E27FC236}">
                <ns2:creationId id="{6B36F839-F4A3-4252-B1F4-1B39132BE9BA}"/>
              </ns1:ext>
            </ns1:extLst>
          </ns0:cNvPr>
          <ns0:cNvSpPr>
            <ns1:spLocks noGrp="1"/>
          </ns0:cNvSpPr>
          <ns0:nvPr/>
        </ns0:nvSpPr>
        <ns0:spPr>
          <ns1:xfrm>
            <ns1:off x="1123950" y="3054350"/>
            <ns1:ext cx="5638800" cy="211138"/>
          </ns1:xfrm>
          <ns1:prstGeom prst="rect">
            <ns1:avLst/>
          </ns1:prstGeom>
          <ns1:solidFill>
            <ns1:srgbClr val="15243A"/>
          </ns1:solidFill>
          <ns1:ln w="0">
            <ns1:noFill/>
            <ns1:prstDash val="solid"/>
          </ns1:ln>
        </ns0:spPr>
      </ns0:sp>
      <ns0:sp>
        <ns0:nvSpPr>
          <ns0:cNvPr id="28" name="">
            <ns1:extLst>
              <ns1:ext uri="{FF2B5EF4-FFF2-40B4-BE49-F238E27FC236}">
                <ns2:creationId id="{50B70429-680A-41CD-9DEC-C01DEA1E8C2C}"/>
              </ns1:ext>
            </ns1:extLst>
          </ns0:cNvPr>
          <ns0:cNvSpPr>
            <ns1:spLocks noGrp="1"/>
          </ns0:cNvSpPr>
          <ns0:nvPr/>
        </ns0:nvSpPr>
        <ns0:spPr>
          <ns1:xfrm>
            <ns1:off x="733425" y="3063875"/>
            <ns1:ext cx="190500" cy="211138"/>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05</ns1:t>
            </ns1:r>
          </ns1:p>
        </ns0:txBody>
      </ns0:sp>
      <ns0:sp>
        <ns0:nvSpPr>
          <ns0:cNvPr id="29" name="">
            <ns1:extLst>
              <ns1:ext uri="{FF2B5EF4-FFF2-40B4-BE49-F238E27FC236}">
                <ns2:creationId id="{E6FC0D1F-7AAF-4BA0-B457-7B6613CF7B96}"/>
              </ns1:ext>
            </ns1:extLst>
          </ns0:cNvPr>
          <ns0:cNvSpPr>
            <ns1:spLocks noGrp="1"/>
          </ns0:cNvSpPr>
          <ns0:nvPr/>
        </ns0:nvSpPr>
        <ns0:spPr>
          <ns1:xfrm>
            <ns1:off x="1123950" y="3054350"/>
            <ns1:ext cx="28575" cy="211138"/>
          </ns1:xfrm>
          <ns1:prstGeom prst="rect">
            <ns1:avLst/>
          </ns1:prstGeom>
          <ns1:solidFill>
            <ns1:srgbClr val="F2B544"/>
          </ns1:solidFill>
          <ns1:ln w="0">
            <ns1:noFill/>
            <ns1:prstDash val="solid"/>
          </ns1:ln>
        </ns0:spPr>
      </ns0:sp>
      <ns0:sp>
        <ns0:nvSpPr>
          <ns0:cNvPr id="30" name="">
            <ns1:extLst>
              <ns1:ext uri="{FF2B5EF4-FFF2-40B4-BE49-F238E27FC236}">
                <ns2:creationId id="{7E94D253-901B-4019-BAAE-E6C46B6541AA}"/>
              </ns1:ext>
            </ns1:extLst>
          </ns0:cNvPr>
          <ns0:cNvSpPr>
            <ns1:spLocks noGrp="1"/>
          </ns0:cNvSpPr>
          <ns0:nvPr/>
        </ns0:nvSpPr>
        <ns0:spPr>
          <ns1:xfrm>
            <ns1:off x="962025" y="3078956"/>
            <ns1:ext cx="171450" cy="171450"/>
          </ns1:xfrm>
          <ns1:prstGeom prst="ellipse">
            <ns1:avLst/>
          </ns1:prstGeom>
          <ns1:solidFill>
            <ns1:srgbClr val="F2B544"/>
          </ns1:solidFill>
          <ns1:ln w="0">
            <ns1:noFill/>
            <ns1:prstDash val="solid"/>
          </ns1:ln>
        </ns0:spPr>
      </ns0:sp>
      <ns0:sp>
        <ns0:nvSpPr>
          <ns0:cNvPr id="31" name="">
            <ns1:extLst>
              <ns1:ext uri="{FF2B5EF4-FFF2-40B4-BE49-F238E27FC236}">
                <ns2:creationId id="{B5C6AEF5-BEBC-458D-A88B-49182000B401}"/>
              </ns1:ext>
            </ns1:extLst>
          </ns0:cNvPr>
          <ns0:cNvSpPr>
            <ns1:spLocks noGrp="1"/>
          </ns0:cNvSpPr>
          <ns0:nvPr/>
        </ns0:nvSpPr>
        <ns0:spPr>
          <ns1:xfrm>
            <ns1:off x="962025" y="3078956"/>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1</ns1:t>
            </ns1:r>
          </ns1:p>
        </ns0:txBody>
      </ns0:sp>
      <ns0:sp>
        <ns0:nvSpPr>
          <ns0:cNvPr id="32" name="Código editable">
            <ns1:extLst>
              <ns1:ext uri="{FF2B5EF4-FFF2-40B4-BE49-F238E27FC236}">
                <ns2:creationId id="{51C2E741-DED3-456D-A4E1-F0F7EF8AC3D7}"/>
              </ns1:ext>
            </ns1:extLst>
          </ns0:cNvPr>
          <ns0:cNvSpPr>
            <ns1:spLocks noGrp="1"/>
          </ns0:cNvSpPr>
          <ns0:nvPr/>
        </ns0:nvSpPr>
        <ns0:spPr>
          <ns1:xfrm>
            <ns1:off x="1171575" y="3063875"/>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ns1:t>
            </ns1:r>
            <ns1:r>
              <ns1:rPr sz="1297">
                <ns1:solidFill>
                  <ns1:srgbClr val="F6C177"/>
                </ns1:solidFill>
                <ns1:latin typeface="Menlo"/>
                <ns1:ea typeface="Menlo"/>
                <ns1:cs typeface="Menlo"/>
              </ns1:rPr>
              <ns1:t>.</ns1:t>
            </ns1:r>
            <ns1:r>
              <ns1:rPr sz="1297">
                <ns1:solidFill>
                  <ns1:srgbClr val="F6C177"/>
                </ns1:solidFill>
                <ns1:latin typeface="Menlo"/>
                <ns1:ea typeface="Menlo"/>
                <ns1:cs typeface="Menlo"/>
              </ns1:rPr>
              <ns1:t>.</ns1:t>
            </ns1:r>
            <ns1:r>
              <ns1:rPr sz="1297">
                <ns1:solidFill>
                  <ns1:srgbClr val="F6C177"/>
                </ns1:solidFill>
                <ns1:latin typeface="Menlo"/>
                <ns1:ea typeface="Menlo"/>
                <ns1:cs typeface="Menlo"/>
              </ns1:rPr>
              <ns1:t>(</ns1:t>
            </ns1:r>
            <ns1:r>
              <ns1:rPr sz="1297">
                <ns1:solidFill>
                  <ns1:srgbClr val="E6EDF7"/>
                </ns1:solidFill>
                <ns1:latin typeface="Menlo"/>
                <ns1:ea typeface="Menlo"/>
                <ns1:cs typeface="Menlo"/>
              </ns1:rPr>
              <ns1:t>kind</ns1:t>
            </ns1: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A8D88A"/>
                </ns1:solidFill>
                <ns1:latin typeface="Menlo"/>
                <ns1:ea typeface="Menlo"/>
                <ns1:cs typeface="Menlo"/>
              </ns1:rPr>
              <ns1:t>'Nota de materia'</ns1:t>
            </ns1:r>
          </ns1:p>
        </ns0:txBody>
      </ns0:sp>
      <ns0:sp>
        <ns0:nvSpPr>
          <ns0:cNvPr id="33" name="">
            <ns1:extLst>
              <ns1:ext uri="{FF2B5EF4-FFF2-40B4-BE49-F238E27FC236}">
                <ns2:creationId id="{A6694EB2-FF2F-48D1-9554-126576A7E3A8}"/>
              </ns1:ext>
            </ns1:extLst>
          </ns0:cNvPr>
          <ns0:cNvSpPr>
            <ns1:spLocks noGrp="1"/>
          </ns0:cNvSpPr>
          <ns0:nvPr/>
        </ns0:nvSpPr>
        <ns0:spPr>
          <ns1:xfrm>
            <ns1:off x="800100" y="3275013"/>
            <ns1:ext cx="247650" cy="211138"/>
          </ns1:xfrm>
          <ns1:prstGeom prst="rect">
            <ns1:avLst/>
          </ns1:prstGeom>
          <ns1:noFill/>
          <ns1:ln w="0">
            <ns1:noFill/>
            <ns1:prstDash val="solid"/>
          </ns1:ln>
        </ns0:spPr>
        <ns0:txBody>
          <ns1:bodyPr lIns="0" tIns="0" rIns="0" bIns="0" anchor="ctr">
            <ns1:normAutofit fontScale="100000"/>
          </ns1:bodyPr>
          <ns1:lstStyle>
            <ns1:defPPr algn="r">
              <ns1:defRPr sz="1297" b="0">
                <ns1:solidFill>
                  <ns1:srgbClr val="647791"/>
                </ns1:solidFill>
                <ns1:latin typeface="Aptos"/>
                <ns1:ea typeface="Aptos"/>
                <ns1:cs typeface="Aptos"/>
              </ns1:defRPr>
            </ns1:defPPr>
            <ns1:lvl1pPr algn="r">
              <ns1:defRPr sz="1297" b="0">
                <ns1:solidFill>
                  <ns1:srgbClr val="647791"/>
                </ns1:solidFill>
                <ns1:latin typeface="Aptos"/>
                <ns1:ea typeface="Aptos"/>
                <ns1:cs typeface="Aptos"/>
              </ns1:defRPr>
            </ns1:lvl1pPr>
            <ns1:lvl2pPr algn="r">
              <ns1:defRPr sz="1297" b="0">
                <ns1:solidFill>
                  <ns1:srgbClr val="647791"/>
                </ns1:solidFill>
                <ns1:latin typeface="Aptos"/>
                <ns1:ea typeface="Aptos"/>
                <ns1:cs typeface="Aptos"/>
              </ns1:defRPr>
            </ns1:lvl2pPr>
            <ns1:lvl3pPr algn="r">
              <ns1:defRPr sz="1297" b="0">
                <ns1:solidFill>
                  <ns1:srgbClr val="647791"/>
                </ns1:solidFill>
                <ns1:latin typeface="Aptos"/>
                <ns1:ea typeface="Aptos"/>
                <ns1:cs typeface="Aptos"/>
              </ns1:defRPr>
            </ns1:lvl3pPr>
            <ns1:lvl4pPr algn="r">
              <ns1:defRPr sz="1297" b="0">
                <ns1:solidFill>
                  <ns1:srgbClr val="647791"/>
                </ns1:solidFill>
                <ns1:latin typeface="Aptos"/>
                <ns1:ea typeface="Aptos"/>
                <ns1:cs typeface="Aptos"/>
              </ns1:defRPr>
            </ns1:lvl4pPr>
            <ns1:lvl5pPr algn="r">
              <ns1:defRPr sz="1297" b="0">
                <ns1:solidFill>
                  <ns1:srgbClr val="647791"/>
                </ns1:solidFill>
                <ns1:latin typeface="Aptos"/>
                <ns1:ea typeface="Aptos"/>
                <ns1:cs typeface="Aptos"/>
              </ns1:defRPr>
            </ns1:lvl5pPr>
            <ns1:lvl6pPr algn="r">
              <ns1:defRPr sz="1297" b="0">
                <ns1:solidFill>
                  <ns1:srgbClr val="647791"/>
                </ns1:solidFill>
                <ns1:latin typeface="Aptos"/>
                <ns1:ea typeface="Aptos"/>
                <ns1:cs typeface="Aptos"/>
              </ns1:defRPr>
            </ns1:lvl6pPr>
            <ns1:lvl7pPr algn="r">
              <ns1:defRPr sz="1297" b="0">
                <ns1:solidFill>
                  <ns1:srgbClr val="647791"/>
                </ns1:solidFill>
                <ns1:latin typeface="Aptos"/>
                <ns1:ea typeface="Aptos"/>
                <ns1:cs typeface="Aptos"/>
              </ns1:defRPr>
            </ns1:lvl7pPr>
            <ns1:lvl8pPr algn="r">
              <ns1:defRPr sz="1297" b="0">
                <ns1:solidFill>
                  <ns1:srgbClr val="647791"/>
                </ns1:solidFill>
                <ns1:latin typeface="Aptos"/>
                <ns1:ea typeface="Aptos"/>
                <ns1:cs typeface="Aptos"/>
              </ns1:defRPr>
            </ns1:lvl8pPr>
            <ns1:lvl9pPr algn="r">
              <ns1:defRPr sz="1297" b="0">
                <ns1:solidFill>
                  <ns1:srgbClr val="647791"/>
                </ns1:solidFill>
                <ns1:latin typeface="Aptos"/>
                <ns1:ea typeface="Aptos"/>
                <ns1:cs typeface="Aptos"/>
              </ns1:defRPr>
            </ns1:lvl9pPr>
          </ns1:lstStyle>
          <ns1:p>
            <ns1:pPr algn="r">
              <ns1:defRPr sz="1297" b="0">
                <ns1:solidFill>
                  <ns1:srgbClr val="647791"/>
                </ns1:solidFill>
                <ns1:latin typeface="Aptos"/>
                <ns1:ea typeface="Aptos"/>
                <ns1:cs typeface="Aptos"/>
              </ns1:defRPr>
            </ns1:pPr>
            <ns1:r>
              <ns1:rPr sz="1297" b="0">
                <ns1:solidFill>
                  <ns1:srgbClr val="647791"/>
                </ns1:solidFill>
                <ns1:latin typeface="Aptos"/>
                <ns1:ea typeface="Aptos"/>
                <ns1:cs typeface="Aptos"/>
              </ns1:rPr>
              <ns1:t>06</ns1:t>
            </ns1:r>
          </ns1:p>
        </ns0:txBody>
      </ns0:sp>
      <ns0:sp>
        <ns0:nvSpPr>
          <ns0:cNvPr id="34" name="Código editable">
            <ns1:extLst>
              <ns1:ext uri="{FF2B5EF4-FFF2-40B4-BE49-F238E27FC236}">
                <ns2:creationId id="{5C6B5D8F-EC05-489D-8B39-93896045644C}"/>
              </ns1:ext>
            </ns1:extLst>
          </ns0:cNvPr>
          <ns0:cNvSpPr>
            <ns1:spLocks noGrp="1"/>
          </ns0:cNvSpPr>
          <ns0:nvPr/>
        </ns0:nvSpPr>
        <ns0:spPr>
          <ns1:xfrm>
            <ns1:off x="1171575" y="3275013"/>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nota</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82D3F2"/>
                </ns1:solidFill>
                <ns1:latin typeface="Menlo"/>
                <ns1:ea typeface="Menlo"/>
                <ns1:cs typeface="Menlo"/>
              </ns1:rPr>
              <ns1:t>String</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request</ns1:t>
            </ns1:r>
            <ns1:r>
              <ns1:rPr sz="1297">
                <ns1:solidFill>
                  <ns1:srgbClr val="E6EDF7"/>
                </ns1:solidFill>
                <ns1:latin typeface="Menlo"/>
                <ns1:ea typeface="Menlo"/>
                <ns1:cs typeface="Menlo"/>
              </ns1:rPr>
              <ns1:t>.</ns1:t>
            </ns1:r>
            <ns1:r>
              <ns1:rPr sz="1297">
                <ns1:solidFill>
                  <ns1:srgbClr val="F6C177"/>
                </ns1:solidFill>
                <ns1:latin typeface="Menlo"/>
                <ns1:ea typeface="Menlo"/>
                <ns1:cs typeface="Menlo"/>
              </ns1:rPr>
              <ns1:t>body</ns1:t>
            </ns1:r>
            <ns1:r>
              <ns1:rPr sz="1297">
                <ns1:solidFill>
                  <ns1:srgbClr val="E6EDF7"/>
                </ns1:solidFill>
                <ns1:latin typeface="Menlo"/>
                <ns1:ea typeface="Menlo"/>
                <ns1:cs typeface="Menlo"/>
              </ns1:rPr>
              <ns1:t>.</ns1:t>
            </ns1:r>
            <ns1:r>
              <ns1:rPr sz="1297">
                <ns1:solidFill>
                  <ns1:srgbClr val="F6C177"/>
                </ns1:solidFill>
                <ns1:latin typeface="Menlo"/>
                <ns1:ea typeface="Menlo"/>
                <ns1:cs typeface="Menlo"/>
              </ns1:rPr>
              <ns1:t>grade</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ns1:t>
            </ns1:r>
          </ns1:p>
        </ns0:txBody>
      </ns0:sp>
      <ns0:sp>
        <ns0:nvSpPr>
          <ns0:cNvPr id="35" name="">
            <ns1:extLst>
              <ns1:ext uri="{FF2B5EF4-FFF2-40B4-BE49-F238E27FC236}">
                <ns2:creationId id="{7D28A6DD-0242-4431-9027-A468559C9AA1}"/>
              </ns1:ext>
            </ns1:extLst>
          </ns0:cNvPr>
          <ns0:cNvSpPr>
            <ns1:spLocks noGrp="1"/>
          </ns0:cNvSpPr>
          <ns0:nvPr/>
        </ns0:nvSpPr>
        <ns0:spPr>
          <ns1:xfrm>
            <ns1:off x="800100" y="3486150"/>
            <ns1:ext cx="247650" cy="211138"/>
          </ns1:xfrm>
          <ns1:prstGeom prst="rect">
            <ns1:avLst/>
          </ns1:prstGeom>
          <ns1:noFill/>
          <ns1:ln w="0">
            <ns1:noFill/>
            <ns1:prstDash val="solid"/>
          </ns1:ln>
        </ns0:spPr>
        <ns0:txBody>
          <ns1:bodyPr lIns="0" tIns="0" rIns="0" bIns="0" anchor="ctr">
            <ns1:normAutofit fontScale="100000"/>
          </ns1:bodyPr>
          <ns1:lstStyle>
            <ns1:defPPr algn="r">
              <ns1:defRPr sz="1297" b="0">
                <ns1:solidFill>
                  <ns1:srgbClr val="647791"/>
                </ns1:solidFill>
                <ns1:latin typeface="Aptos"/>
                <ns1:ea typeface="Aptos"/>
                <ns1:cs typeface="Aptos"/>
              </ns1:defRPr>
            </ns1:defPPr>
            <ns1:lvl1pPr algn="r">
              <ns1:defRPr sz="1297" b="0">
                <ns1:solidFill>
                  <ns1:srgbClr val="647791"/>
                </ns1:solidFill>
                <ns1:latin typeface="Aptos"/>
                <ns1:ea typeface="Aptos"/>
                <ns1:cs typeface="Aptos"/>
              </ns1:defRPr>
            </ns1:lvl1pPr>
            <ns1:lvl2pPr algn="r">
              <ns1:defRPr sz="1297" b="0">
                <ns1:solidFill>
                  <ns1:srgbClr val="647791"/>
                </ns1:solidFill>
                <ns1:latin typeface="Aptos"/>
                <ns1:ea typeface="Aptos"/>
                <ns1:cs typeface="Aptos"/>
              </ns1:defRPr>
            </ns1:lvl2pPr>
            <ns1:lvl3pPr algn="r">
              <ns1:defRPr sz="1297" b="0">
                <ns1:solidFill>
                  <ns1:srgbClr val="647791"/>
                </ns1:solidFill>
                <ns1:latin typeface="Aptos"/>
                <ns1:ea typeface="Aptos"/>
                <ns1:cs typeface="Aptos"/>
              </ns1:defRPr>
            </ns1:lvl3pPr>
            <ns1:lvl4pPr algn="r">
              <ns1:defRPr sz="1297" b="0">
                <ns1:solidFill>
                  <ns1:srgbClr val="647791"/>
                </ns1:solidFill>
                <ns1:latin typeface="Aptos"/>
                <ns1:ea typeface="Aptos"/>
                <ns1:cs typeface="Aptos"/>
              </ns1:defRPr>
            </ns1:lvl4pPr>
            <ns1:lvl5pPr algn="r">
              <ns1:defRPr sz="1297" b="0">
                <ns1:solidFill>
                  <ns1:srgbClr val="647791"/>
                </ns1:solidFill>
                <ns1:latin typeface="Aptos"/>
                <ns1:ea typeface="Aptos"/>
                <ns1:cs typeface="Aptos"/>
              </ns1:defRPr>
            </ns1:lvl5pPr>
            <ns1:lvl6pPr algn="r">
              <ns1:defRPr sz="1297" b="0">
                <ns1:solidFill>
                  <ns1:srgbClr val="647791"/>
                </ns1:solidFill>
                <ns1:latin typeface="Aptos"/>
                <ns1:ea typeface="Aptos"/>
                <ns1:cs typeface="Aptos"/>
              </ns1:defRPr>
            </ns1:lvl6pPr>
            <ns1:lvl7pPr algn="r">
              <ns1:defRPr sz="1297" b="0">
                <ns1:solidFill>
                  <ns1:srgbClr val="647791"/>
                </ns1:solidFill>
                <ns1:latin typeface="Aptos"/>
                <ns1:ea typeface="Aptos"/>
                <ns1:cs typeface="Aptos"/>
              </ns1:defRPr>
            </ns1:lvl7pPr>
            <ns1:lvl8pPr algn="r">
              <ns1:defRPr sz="1297" b="0">
                <ns1:solidFill>
                  <ns1:srgbClr val="647791"/>
                </ns1:solidFill>
                <ns1:latin typeface="Aptos"/>
                <ns1:ea typeface="Aptos"/>
                <ns1:cs typeface="Aptos"/>
              </ns1:defRPr>
            </ns1:lvl8pPr>
            <ns1:lvl9pPr algn="r">
              <ns1:defRPr sz="1297" b="0">
                <ns1:solidFill>
                  <ns1:srgbClr val="647791"/>
                </ns1:solidFill>
                <ns1:latin typeface="Aptos"/>
                <ns1:ea typeface="Aptos"/>
                <ns1:cs typeface="Aptos"/>
              </ns1:defRPr>
            </ns1:lvl9pPr>
          </ns1:lstStyle>
          <ns1:p>
            <ns1:pPr algn="r">
              <ns1:defRPr sz="1297" b="0">
                <ns1:solidFill>
                  <ns1:srgbClr val="647791"/>
                </ns1:solidFill>
                <ns1:latin typeface="Aptos"/>
                <ns1:ea typeface="Aptos"/>
                <ns1:cs typeface="Aptos"/>
              </ns1:defRPr>
            </ns1:pPr>
            <ns1:r>
              <ns1:rPr sz="1297" b="0">
                <ns1:solidFill>
                  <ns1:srgbClr val="647791"/>
                </ns1:solidFill>
                <ns1:latin typeface="Aptos"/>
                <ns1:ea typeface="Aptos"/>
                <ns1:cs typeface="Aptos"/>
              </ns1:rPr>
              <ns1:t>07</ns1:t>
            </ns1:r>
          </ns1:p>
        </ns0:txBody>
      </ns0:sp>
      <ns0:sp>
        <ns0:nvSpPr>
          <ns0:cNvPr id="36" name="Código editable">
            <ns1:extLst>
              <ns1:ext uri="{FF2B5EF4-FFF2-40B4-BE49-F238E27FC236}">
                <ns2:creationId id="{C1F5354B-AA0F-42A3-916C-E4858A533427}"/>
              </ns1:ext>
            </ns1:extLst>
          </ns0:cNvPr>
          <ns0:cNvSpPr>
            <ns1:spLocks noGrp="1"/>
          </ns0:cNvSpPr>
          <ns0:nvPr/>
        </ns0:nvSpPr>
        <ns0:spPr>
          <ns1:xfrm>
            <ns1:off x="1171575" y="3486150"/>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ns1:t>
            </ns1:r>
          </ns1:p>
        </ns0:txBody>
      </ns0:sp>
      <ns0:sp>
        <ns0:nvSpPr>
          <ns0:cNvPr id="37" name="">
            <ns1:extLst>
              <ns1:ext uri="{FF2B5EF4-FFF2-40B4-BE49-F238E27FC236}">
                <ns2:creationId id="{5509B34D-7805-4E4F-A295-03A1C80DD13A}"/>
              </ns1:ext>
            </ns1:extLst>
          </ns0:cNvPr>
          <ns0:cNvSpPr>
            <ns1:spLocks noGrp="1"/>
          </ns0:cNvSpPr>
          <ns0:nvPr/>
        </ns0:nvSpPr>
        <ns0:spPr>
          <ns1:xfrm>
            <ns1:off x="1123950" y="3687763"/>
            <ns1:ext cx="5638800" cy="211138"/>
          </ns1:xfrm>
          <ns1:prstGeom prst="rect">
            <ns1:avLst/>
          </ns1:prstGeom>
          <ns1:solidFill>
            <ns1:srgbClr val="15243A"/>
          </ns1:solidFill>
          <ns1:ln w="0">
            <ns1:noFill/>
            <ns1:prstDash val="solid"/>
          </ns1:ln>
        </ns0:spPr>
      </ns0:sp>
      <ns0:sp>
        <ns0:nvSpPr>
          <ns0:cNvPr id="38" name="">
            <ns1:extLst>
              <ns1:ext uri="{FF2B5EF4-FFF2-40B4-BE49-F238E27FC236}">
                <ns2:creationId id="{3D9FCC0D-1EA2-40F6-A3F4-3476AE6DD1ED}"/>
              </ns1:ext>
            </ns1:extLst>
          </ns0:cNvPr>
          <ns0:cNvSpPr>
            <ns1:spLocks noGrp="1"/>
          </ns0:cNvSpPr>
          <ns0:nvPr/>
        </ns0:nvSpPr>
        <ns0:spPr>
          <ns1:xfrm>
            <ns1:off x="733425" y="3697288"/>
            <ns1:ext cx="190500" cy="211138"/>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08</ns1:t>
            </ns1:r>
          </ns1:p>
        </ns0:txBody>
      </ns0:sp>
      <ns0:sp>
        <ns0:nvSpPr>
          <ns0:cNvPr id="39" name="">
            <ns1:extLst>
              <ns1:ext uri="{FF2B5EF4-FFF2-40B4-BE49-F238E27FC236}">
                <ns2:creationId id="{2E384AB6-843B-4CF3-AA68-0F42D89BAEBC}"/>
              </ns1:ext>
            </ns1:extLst>
          </ns0:cNvPr>
          <ns0:cNvSpPr>
            <ns1:spLocks noGrp="1"/>
          </ns0:cNvSpPr>
          <ns0:nvPr/>
        </ns0:nvSpPr>
        <ns0:spPr>
          <ns1:xfrm>
            <ns1:off x="1123950" y="3687763"/>
            <ns1:ext cx="28575" cy="211138"/>
          </ns1:xfrm>
          <ns1:prstGeom prst="rect">
            <ns1:avLst/>
          </ns1:prstGeom>
          <ns1:solidFill>
            <ns1:srgbClr val="2846A0"/>
          </ns1:solidFill>
          <ns1:ln w="0">
            <ns1:noFill/>
            <ns1:prstDash val="solid"/>
          </ns1:ln>
        </ns0:spPr>
      </ns0:sp>
      <ns0:sp>
        <ns0:nvSpPr>
          <ns0:cNvPr id="40" name="">
            <ns1:extLst>
              <ns1:ext uri="{FF2B5EF4-FFF2-40B4-BE49-F238E27FC236}">
                <ns2:creationId id="{91B5E858-FCB3-4A4E-99C5-28B3549B16E5}"/>
              </ns1:ext>
            </ns1:extLst>
          </ns0:cNvPr>
          <ns0:cNvSpPr>
            <ns1:spLocks noGrp="1"/>
          </ns0:cNvSpPr>
          <ns0:nvPr/>
        </ns0:nvSpPr>
        <ns0:spPr>
          <ns1:xfrm>
            <ns1:off x="962025" y="3712369"/>
            <ns1:ext cx="171450" cy="171450"/>
          </ns1:xfrm>
          <ns1:prstGeom prst="ellipse">
            <ns1:avLst/>
          </ns1:prstGeom>
          <ns1:solidFill>
            <ns1:srgbClr val="2846A0"/>
          </ns1:solidFill>
          <ns1:ln w="0">
            <ns1:noFill/>
            <ns1:prstDash val="solid"/>
          </ns1:ln>
        </ns0:spPr>
      </ns0:sp>
      <ns0:sp>
        <ns0:nvSpPr>
          <ns0:cNvPr id="41" name="">
            <ns1:extLst>
              <ns1:ext uri="{FF2B5EF4-FFF2-40B4-BE49-F238E27FC236}">
                <ns2:creationId id="{E09CA18E-3C09-4544-81F0-F99356AC0DF7}"/>
              </ns1:ext>
            </ns1:extLst>
          </ns0:cNvPr>
          <ns0:cNvSpPr>
            <ns1:spLocks noGrp="1"/>
          </ns0:cNvSpPr>
          <ns0:nvPr/>
        </ns0:nvSpPr>
        <ns0:spPr>
          <ns1:xfrm>
            <ns1:off x="962025" y="3712369"/>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2</ns1:t>
            </ns1:r>
          </ns1:p>
        </ns0:txBody>
      </ns0:sp>
      <ns0:sp>
        <ns0:nvSpPr>
          <ns0:cNvPr id="42" name="Código editable">
            <ns1:extLst>
              <ns1:ext uri="{FF2B5EF4-FFF2-40B4-BE49-F238E27FC236}">
                <ns2:creationId id="{96A82E77-A8C4-40E6-97CE-B22177CE13E6}"/>
              </ns1:ext>
            </ns1:extLst>
          </ns0:cNvPr>
          <ns0:cNvSpPr>
            <ns1:spLocks noGrp="1"/>
          </ns0:cNvSpPr>
          <ns0:nvPr/>
        </ns0:nvSpPr>
        <ns0:spPr>
          <ns1:xfrm>
            <ns1:off x="1171575" y="3697288"/>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  </ns1:t>
            </ns1:r>
            <ns1:r>
              <ns1:rPr sz="1297">
                <ns1:solidFill>
                  <ns1:srgbClr val="72839B"/>
                </ns1:solidFill>
                <ns1:latin typeface="Menlo"/>
                <ns1:ea typeface="Menlo"/>
                <ns1:cs typeface="Menlo"/>
              </ns1:rPr>
              <ns1:t>// Identidad tomada del registro seleccionado</ns1:t>
            </ns1:r>
          </ns1:p>
        </ns0:txBody>
      </ns0:sp>
      <ns0:sp>
        <ns0:nvSpPr>
          <ns0:cNvPr id="43" name="">
            <ns1:extLst>
              <ns1:ext uri="{FF2B5EF4-FFF2-40B4-BE49-F238E27FC236}">
                <ns2:creationId id="{3C6ACE62-2549-4BD8-A3FF-35A11D400238}"/>
              </ns1:ext>
            </ns1:extLst>
          </ns0:cNvPr>
          <ns0:cNvSpPr>
            <ns1:spLocks noGrp="1"/>
          </ns0:cNvSpPr>
          <ns0:nvPr/>
        </ns0:nvSpPr>
        <ns0:spPr>
          <ns1:xfrm>
            <ns1:off x="800100" y="3908425"/>
            <ns1:ext cx="247650" cy="211138"/>
          </ns1:xfrm>
          <ns1:prstGeom prst="rect">
            <ns1:avLst/>
          </ns1:prstGeom>
          <ns1:noFill/>
          <ns1:ln w="0">
            <ns1:noFill/>
            <ns1:prstDash val="solid"/>
          </ns1:ln>
        </ns0:spPr>
        <ns0:txBody>
          <ns1:bodyPr lIns="0" tIns="0" rIns="0" bIns="0" anchor="ctr">
            <ns1:normAutofit fontScale="100000"/>
          </ns1:bodyPr>
          <ns1:lstStyle>
            <ns1:defPPr algn="r">
              <ns1:defRPr sz="1297" b="0">
                <ns1:solidFill>
                  <ns1:srgbClr val="647791"/>
                </ns1:solidFill>
                <ns1:latin typeface="Aptos"/>
                <ns1:ea typeface="Aptos"/>
                <ns1:cs typeface="Aptos"/>
              </ns1:defRPr>
            </ns1:defPPr>
            <ns1:lvl1pPr algn="r">
              <ns1:defRPr sz="1297" b="0">
                <ns1:solidFill>
                  <ns1:srgbClr val="647791"/>
                </ns1:solidFill>
                <ns1:latin typeface="Aptos"/>
                <ns1:ea typeface="Aptos"/>
                <ns1:cs typeface="Aptos"/>
              </ns1:defRPr>
            </ns1:lvl1pPr>
            <ns1:lvl2pPr algn="r">
              <ns1:defRPr sz="1297" b="0">
                <ns1:solidFill>
                  <ns1:srgbClr val="647791"/>
                </ns1:solidFill>
                <ns1:latin typeface="Aptos"/>
                <ns1:ea typeface="Aptos"/>
                <ns1:cs typeface="Aptos"/>
              </ns1:defRPr>
            </ns1:lvl2pPr>
            <ns1:lvl3pPr algn="r">
              <ns1:defRPr sz="1297" b="0">
                <ns1:solidFill>
                  <ns1:srgbClr val="647791"/>
                </ns1:solidFill>
                <ns1:latin typeface="Aptos"/>
                <ns1:ea typeface="Aptos"/>
                <ns1:cs typeface="Aptos"/>
              </ns1:defRPr>
            </ns1:lvl3pPr>
            <ns1:lvl4pPr algn="r">
              <ns1:defRPr sz="1297" b="0">
                <ns1:solidFill>
                  <ns1:srgbClr val="647791"/>
                </ns1:solidFill>
                <ns1:latin typeface="Aptos"/>
                <ns1:ea typeface="Aptos"/>
                <ns1:cs typeface="Aptos"/>
              </ns1:defRPr>
            </ns1:lvl4pPr>
            <ns1:lvl5pPr algn="r">
              <ns1:defRPr sz="1297" b="0">
                <ns1:solidFill>
                  <ns1:srgbClr val="647791"/>
                </ns1:solidFill>
                <ns1:latin typeface="Aptos"/>
                <ns1:ea typeface="Aptos"/>
                <ns1:cs typeface="Aptos"/>
              </ns1:defRPr>
            </ns1:lvl5pPr>
            <ns1:lvl6pPr algn="r">
              <ns1:defRPr sz="1297" b="0">
                <ns1:solidFill>
                  <ns1:srgbClr val="647791"/>
                </ns1:solidFill>
                <ns1:latin typeface="Aptos"/>
                <ns1:ea typeface="Aptos"/>
                <ns1:cs typeface="Aptos"/>
              </ns1:defRPr>
            </ns1:lvl6pPr>
            <ns1:lvl7pPr algn="r">
              <ns1:defRPr sz="1297" b="0">
                <ns1:solidFill>
                  <ns1:srgbClr val="647791"/>
                </ns1:solidFill>
                <ns1:latin typeface="Aptos"/>
                <ns1:ea typeface="Aptos"/>
                <ns1:cs typeface="Aptos"/>
              </ns1:defRPr>
            </ns1:lvl7pPr>
            <ns1:lvl8pPr algn="r">
              <ns1:defRPr sz="1297" b="0">
                <ns1:solidFill>
                  <ns1:srgbClr val="647791"/>
                </ns1:solidFill>
                <ns1:latin typeface="Aptos"/>
                <ns1:ea typeface="Aptos"/>
                <ns1:cs typeface="Aptos"/>
              </ns1:defRPr>
            </ns1:lvl8pPr>
            <ns1:lvl9pPr algn="r">
              <ns1:defRPr sz="1297" b="0">
                <ns1:solidFill>
                  <ns1:srgbClr val="647791"/>
                </ns1:solidFill>
                <ns1:latin typeface="Aptos"/>
                <ns1:ea typeface="Aptos"/>
                <ns1:cs typeface="Aptos"/>
              </ns1:defRPr>
            </ns1:lvl9pPr>
          </ns1:lstStyle>
          <ns1:p>
            <ns1:pPr algn="r">
              <ns1:defRPr sz="1297" b="0">
                <ns1:solidFill>
                  <ns1:srgbClr val="647791"/>
                </ns1:solidFill>
                <ns1:latin typeface="Aptos"/>
                <ns1:ea typeface="Aptos"/>
                <ns1:cs typeface="Aptos"/>
              </ns1:defRPr>
            </ns1:pPr>
            <ns1:r>
              <ns1:rPr sz="1297" b="0">
                <ns1:solidFill>
                  <ns1:srgbClr val="647791"/>
                </ns1:solidFill>
                <ns1:latin typeface="Aptos"/>
                <ns1:ea typeface="Aptos"/>
                <ns1:cs typeface="Aptos"/>
              </ns1:rPr>
              <ns1:t>09</ns1:t>
            </ns1:r>
          </ns1:p>
        </ns0:txBody>
      </ns0:sp>
      <ns0:sp>
        <ns0:nvSpPr>
          <ns0:cNvPr id="44" name="Código editable">
            <ns1:extLst>
              <ns1:ext uri="{FF2B5EF4-FFF2-40B4-BE49-F238E27FC236}">
                <ns2:creationId id="{E787656D-0715-44A5-97DB-2894DE3CC57A}"/>
              </ns1:ext>
            </ns1:extLst>
          </ns0:cNvPr>
          <ns0:cNvSpPr>
            <ns1:spLocks noGrp="1"/>
          </ns0:cNvSpPr>
          <ns0:nvPr/>
        </ns0:nvSpPr>
        <ns0:spPr>
          <ns1:xfrm>
            <ns1:off x="1171575" y="3908425"/>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estudianteId</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student</ns1:t>
            </ns1:r>
            <ns1:r>
              <ns1:rPr sz="1297">
                <ns1:solidFill>
                  <ns1:srgbClr val="E6EDF7"/>
                </ns1:solidFill>
                <ns1:latin typeface="Menlo"/>
                <ns1:ea typeface="Menlo"/>
                <ns1:cs typeface="Menlo"/>
              </ns1:rPr>
              <ns1:t>.</ns1:t>
            </ns1:r>
            <ns1:r>
              <ns1:rPr sz="1297">
                <ns1:solidFill>
                  <ns1:srgbClr val="F6C177"/>
                </ns1:solidFill>
                <ns1:latin typeface="Menlo"/>
                <ns1:ea typeface="Menlo"/>
                <ns1:cs typeface="Menlo"/>
              </ns1:rPr>
              <ns1:t>id</ns1:t>
            </ns1:r>
            <ns1:r>
              <ns1:rPr sz="1297">
                <ns1:solidFill>
                  <ns1:srgbClr val="E6EDF7"/>
                </ns1:solidFill>
                <ns1:latin typeface="Menlo"/>
                <ns1:ea typeface="Menlo"/>
                <ns1:cs typeface="Menlo"/>
              </ns1:rPr>
              <ns1:t>,</ns1:t>
            </ns1:r>
          </ns1:p>
        </ns0:txBody>
      </ns0:sp>
      <ns0:sp>
        <ns0:nvSpPr>
          <ns0:cNvPr id="45" name="">
            <ns1:extLst>
              <ns1:ext uri="{FF2B5EF4-FFF2-40B4-BE49-F238E27FC236}">
                <ns2:creationId id="{7D5E7105-9A8D-431B-83D7-26C495C428D4}"/>
              </ns1:ext>
            </ns1:extLst>
          </ns0:cNvPr>
          <ns0:cNvSpPr>
            <ns1:spLocks noGrp="1"/>
          </ns0:cNvSpPr>
          <ns0:nvPr/>
        </ns0:nvSpPr>
        <ns0:spPr>
          <ns1:xfrm>
            <ns1:off x="800100" y="4119563"/>
            <ns1:ext cx="247650" cy="211138"/>
          </ns1:xfrm>
          <ns1:prstGeom prst="rect">
            <ns1:avLst/>
          </ns1:prstGeom>
          <ns1:noFill/>
          <ns1:ln w="0">
            <ns1:noFill/>
            <ns1:prstDash val="solid"/>
          </ns1:ln>
        </ns0:spPr>
        <ns0:txBody>
          <ns1:bodyPr lIns="0" tIns="0" rIns="0" bIns="0" anchor="ctr">
            <ns1:normAutofit fontScale="100000"/>
          </ns1:bodyPr>
          <ns1:lstStyle>
            <ns1:defPPr algn="r">
              <ns1:defRPr sz="1297" b="0">
                <ns1:solidFill>
                  <ns1:srgbClr val="647791"/>
                </ns1:solidFill>
                <ns1:latin typeface="Aptos"/>
                <ns1:ea typeface="Aptos"/>
                <ns1:cs typeface="Aptos"/>
              </ns1:defRPr>
            </ns1:defPPr>
            <ns1:lvl1pPr algn="r">
              <ns1:defRPr sz="1297" b="0">
                <ns1:solidFill>
                  <ns1:srgbClr val="647791"/>
                </ns1:solidFill>
                <ns1:latin typeface="Aptos"/>
                <ns1:ea typeface="Aptos"/>
                <ns1:cs typeface="Aptos"/>
              </ns1:defRPr>
            </ns1:lvl1pPr>
            <ns1:lvl2pPr algn="r">
              <ns1:defRPr sz="1297" b="0">
                <ns1:solidFill>
                  <ns1:srgbClr val="647791"/>
                </ns1:solidFill>
                <ns1:latin typeface="Aptos"/>
                <ns1:ea typeface="Aptos"/>
                <ns1:cs typeface="Aptos"/>
              </ns1:defRPr>
            </ns1:lvl2pPr>
            <ns1:lvl3pPr algn="r">
              <ns1:defRPr sz="1297" b="0">
                <ns1:solidFill>
                  <ns1:srgbClr val="647791"/>
                </ns1:solidFill>
                <ns1:latin typeface="Aptos"/>
                <ns1:ea typeface="Aptos"/>
                <ns1:cs typeface="Aptos"/>
              </ns1:defRPr>
            </ns1:lvl3pPr>
            <ns1:lvl4pPr algn="r">
              <ns1:defRPr sz="1297" b="0">
                <ns1:solidFill>
                  <ns1:srgbClr val="647791"/>
                </ns1:solidFill>
                <ns1:latin typeface="Aptos"/>
                <ns1:ea typeface="Aptos"/>
                <ns1:cs typeface="Aptos"/>
              </ns1:defRPr>
            </ns1:lvl4pPr>
            <ns1:lvl5pPr algn="r">
              <ns1:defRPr sz="1297" b="0">
                <ns1:solidFill>
                  <ns1:srgbClr val="647791"/>
                </ns1:solidFill>
                <ns1:latin typeface="Aptos"/>
                <ns1:ea typeface="Aptos"/>
                <ns1:cs typeface="Aptos"/>
              </ns1:defRPr>
            </ns1:lvl5pPr>
            <ns1:lvl6pPr algn="r">
              <ns1:defRPr sz="1297" b="0">
                <ns1:solidFill>
                  <ns1:srgbClr val="647791"/>
                </ns1:solidFill>
                <ns1:latin typeface="Aptos"/>
                <ns1:ea typeface="Aptos"/>
                <ns1:cs typeface="Aptos"/>
              </ns1:defRPr>
            </ns1:lvl6pPr>
            <ns1:lvl7pPr algn="r">
              <ns1:defRPr sz="1297" b="0">
                <ns1:solidFill>
                  <ns1:srgbClr val="647791"/>
                </ns1:solidFill>
                <ns1:latin typeface="Aptos"/>
                <ns1:ea typeface="Aptos"/>
                <ns1:cs typeface="Aptos"/>
              </ns1:defRPr>
            </ns1:lvl7pPr>
            <ns1:lvl8pPr algn="r">
              <ns1:defRPr sz="1297" b="0">
                <ns1:solidFill>
                  <ns1:srgbClr val="647791"/>
                </ns1:solidFill>
                <ns1:latin typeface="Aptos"/>
                <ns1:ea typeface="Aptos"/>
                <ns1:cs typeface="Aptos"/>
              </ns1:defRPr>
            </ns1:lvl8pPr>
            <ns1:lvl9pPr algn="r">
              <ns1:defRPr sz="1297" b="0">
                <ns1:solidFill>
                  <ns1:srgbClr val="647791"/>
                </ns1:solidFill>
                <ns1:latin typeface="Aptos"/>
                <ns1:ea typeface="Aptos"/>
                <ns1:cs typeface="Aptos"/>
              </ns1:defRPr>
            </ns1:lvl9pPr>
          </ns1:lstStyle>
          <ns1:p>
            <ns1:pPr algn="r">
              <ns1:defRPr sz="1297" b="0">
                <ns1:solidFill>
                  <ns1:srgbClr val="647791"/>
                </ns1:solidFill>
                <ns1:latin typeface="Aptos"/>
                <ns1:ea typeface="Aptos"/>
                <ns1:cs typeface="Aptos"/>
              </ns1:defRPr>
            </ns1:pPr>
            <ns1:r>
              <ns1:rPr sz="1297" b="0">
                <ns1:solidFill>
                  <ns1:srgbClr val="647791"/>
                </ns1:solidFill>
                <ns1:latin typeface="Aptos"/>
                <ns1:ea typeface="Aptos"/>
                <ns1:cs typeface="Aptos"/>
              </ns1:rPr>
              <ns1:t>10</ns1:t>
            </ns1:r>
          </ns1:p>
        </ns0:txBody>
      </ns0:sp>
      <ns0:sp>
        <ns0:nvSpPr>
          <ns0:cNvPr id="46" name="Código editable">
            <ns1:extLst>
              <ns1:ext uri="{FF2B5EF4-FFF2-40B4-BE49-F238E27FC236}">
                <ns2:creationId id="{D85A9127-1EA8-4681-9725-7543FB037D13}"/>
              </ns1:ext>
            </ns1:extLst>
          </ns0:cNvPr>
          <ns0:cNvSpPr>
            <ns1:spLocks noGrp="1"/>
          </ns0:cNvSpPr>
          <ns0:nvPr/>
        </ns0:nvSpPr>
        <ns0:spPr>
          <ns1:xfrm>
            <ns1:off x="1171575" y="4119563"/>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matricula</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student</ns1:t>
            </ns1:r>
            <ns1:r>
              <ns1:rPr sz="1297">
                <ns1:solidFill>
                  <ns1:srgbClr val="E6EDF7"/>
                </ns1:solidFill>
                <ns1:latin typeface="Menlo"/>
                <ns1:ea typeface="Menlo"/>
                <ns1:cs typeface="Menlo"/>
              </ns1:rPr>
              <ns1:t>.</ns1:t>
            </ns1:r>
            <ns1:r>
              <ns1:rPr sz="1297">
                <ns1:solidFill>
                  <ns1:srgbClr val="F6C177"/>
                </ns1:solidFill>
                <ns1:latin typeface="Menlo"/>
                <ns1:ea typeface="Menlo"/>
                <ns1:cs typeface="Menlo"/>
              </ns1:rPr>
              <ns1:t>enrollmentNumber</ns1:t>
            </ns1:r>
            <ns1:r>
              <ns1:rPr sz="1297">
                <ns1:solidFill>
                  <ns1:srgbClr val="E6EDF7"/>
                </ns1:solidFill>
                <ns1:latin typeface="Menlo"/>
                <ns1:ea typeface="Menlo"/>
                <ns1:cs typeface="Menlo"/>
              </ns1:rPr>
              <ns1:t>,</ns1:t>
            </ns1:r>
          </ns1:p>
        </ns0:txBody>
      </ns0:sp>
      <ns0:sp>
        <ns0:nvSpPr>
          <ns0:cNvPr id="47" name="">
            <ns1:extLst>
              <ns1:ext uri="{FF2B5EF4-FFF2-40B4-BE49-F238E27FC236}">
                <ns2:creationId id="{F09134A4-0736-4158-AE36-0FF787EDEDA1}"/>
              </ns1:ext>
            </ns1:extLst>
          </ns0:cNvPr>
          <ns0:cNvSpPr>
            <ns1:spLocks noGrp="1"/>
          </ns0:cNvSpPr>
          <ns0:nvPr/>
        </ns0:nvSpPr>
        <ns0:spPr>
          <ns1:xfrm>
            <ns1:off x="800100" y="4330700"/>
            <ns1:ext cx="247650" cy="211138"/>
          </ns1:xfrm>
          <ns1:prstGeom prst="rect">
            <ns1:avLst/>
          </ns1:prstGeom>
          <ns1:noFill/>
          <ns1:ln w="0">
            <ns1:noFill/>
            <ns1:prstDash val="solid"/>
          </ns1:ln>
        </ns0:spPr>
        <ns0:txBody>
          <ns1:bodyPr lIns="0" tIns="0" rIns="0" bIns="0" anchor="ctr">
            <ns1:normAutofit fontScale="100000"/>
          </ns1:bodyPr>
          <ns1:lstStyle>
            <ns1:defPPr algn="r">
              <ns1:defRPr sz="1297" b="0">
                <ns1:solidFill>
                  <ns1:srgbClr val="647791"/>
                </ns1:solidFill>
                <ns1:latin typeface="Aptos"/>
                <ns1:ea typeface="Aptos"/>
                <ns1:cs typeface="Aptos"/>
              </ns1:defRPr>
            </ns1:defPPr>
            <ns1:lvl1pPr algn="r">
              <ns1:defRPr sz="1297" b="0">
                <ns1:solidFill>
                  <ns1:srgbClr val="647791"/>
                </ns1:solidFill>
                <ns1:latin typeface="Aptos"/>
                <ns1:ea typeface="Aptos"/>
                <ns1:cs typeface="Aptos"/>
              </ns1:defRPr>
            </ns1:lvl1pPr>
            <ns1:lvl2pPr algn="r">
              <ns1:defRPr sz="1297" b="0">
                <ns1:solidFill>
                  <ns1:srgbClr val="647791"/>
                </ns1:solidFill>
                <ns1:latin typeface="Aptos"/>
                <ns1:ea typeface="Aptos"/>
                <ns1:cs typeface="Aptos"/>
              </ns1:defRPr>
            </ns1:lvl2pPr>
            <ns1:lvl3pPr algn="r">
              <ns1:defRPr sz="1297" b="0">
                <ns1:solidFill>
                  <ns1:srgbClr val="647791"/>
                </ns1:solidFill>
                <ns1:latin typeface="Aptos"/>
                <ns1:ea typeface="Aptos"/>
                <ns1:cs typeface="Aptos"/>
              </ns1:defRPr>
            </ns1:lvl3pPr>
            <ns1:lvl4pPr algn="r">
              <ns1:defRPr sz="1297" b="0">
                <ns1:solidFill>
                  <ns1:srgbClr val="647791"/>
                </ns1:solidFill>
                <ns1:latin typeface="Aptos"/>
                <ns1:ea typeface="Aptos"/>
                <ns1:cs typeface="Aptos"/>
              </ns1:defRPr>
            </ns1:lvl4pPr>
            <ns1:lvl5pPr algn="r">
              <ns1:defRPr sz="1297" b="0">
                <ns1:solidFill>
                  <ns1:srgbClr val="647791"/>
                </ns1:solidFill>
                <ns1:latin typeface="Aptos"/>
                <ns1:ea typeface="Aptos"/>
                <ns1:cs typeface="Aptos"/>
              </ns1:defRPr>
            </ns1:lvl5pPr>
            <ns1:lvl6pPr algn="r">
              <ns1:defRPr sz="1297" b="0">
                <ns1:solidFill>
                  <ns1:srgbClr val="647791"/>
                </ns1:solidFill>
                <ns1:latin typeface="Aptos"/>
                <ns1:ea typeface="Aptos"/>
                <ns1:cs typeface="Aptos"/>
              </ns1:defRPr>
            </ns1:lvl6pPr>
            <ns1:lvl7pPr algn="r">
              <ns1:defRPr sz="1297" b="0">
                <ns1:solidFill>
                  <ns1:srgbClr val="647791"/>
                </ns1:solidFill>
                <ns1:latin typeface="Aptos"/>
                <ns1:ea typeface="Aptos"/>
                <ns1:cs typeface="Aptos"/>
              </ns1:defRPr>
            </ns1:lvl7pPr>
            <ns1:lvl8pPr algn="r">
              <ns1:defRPr sz="1297" b="0">
                <ns1:solidFill>
                  <ns1:srgbClr val="647791"/>
                </ns1:solidFill>
                <ns1:latin typeface="Aptos"/>
                <ns1:ea typeface="Aptos"/>
                <ns1:cs typeface="Aptos"/>
              </ns1:defRPr>
            </ns1:lvl8pPr>
            <ns1:lvl9pPr algn="r">
              <ns1:defRPr sz="1297" b="0">
                <ns1:solidFill>
                  <ns1:srgbClr val="647791"/>
                </ns1:solidFill>
                <ns1:latin typeface="Aptos"/>
                <ns1:ea typeface="Aptos"/>
                <ns1:cs typeface="Aptos"/>
              </ns1:defRPr>
            </ns1:lvl9pPr>
          </ns1:lstStyle>
          <ns1:p>
            <ns1:pPr algn="r">
              <ns1:defRPr sz="1297" b="0">
                <ns1:solidFill>
                  <ns1:srgbClr val="647791"/>
                </ns1:solidFill>
                <ns1:latin typeface="Aptos"/>
                <ns1:ea typeface="Aptos"/>
                <ns1:cs typeface="Aptos"/>
              </ns1:defRPr>
            </ns1:pPr>
            <ns1:r>
              <ns1:rPr sz="1297" b="0">
                <ns1:solidFill>
                  <ns1:srgbClr val="647791"/>
                </ns1:solidFill>
                <ns1:latin typeface="Aptos"/>
                <ns1:ea typeface="Aptos"/>
                <ns1:cs typeface="Aptos"/>
              </ns1:rPr>
              <ns1:t>11</ns1:t>
            </ns1:r>
          </ns1:p>
        </ns0:txBody>
      </ns0:sp>
      <ns0:sp>
        <ns0:nvSpPr>
          <ns0:cNvPr id="48" name="Código editable">
            <ns1:extLst>
              <ns1:ext uri="{FF2B5EF4-FFF2-40B4-BE49-F238E27FC236}">
                <ns2:creationId id="{A5FACA2C-3F05-4EB6-BBF4-6D8ABCD5BAFD}"/>
              </ns1:ext>
            </ns1:extLst>
          </ns0:cNvPr>
          <ns0:cNvSpPr>
            <ns1:spLocks noGrp="1"/>
          </ns0:cNvSpPr>
          <ns0:nvPr/>
        </ns0:nvSpPr>
        <ns0:spPr>
          <ns1:xfrm>
            <ns1:off x="1171575" y="4330700"/>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nombreEstudiante</ns1:t>
            </ns1:r>
            <ns1:r>
              <ns1:rPr sz="1297">
                <ns1:solidFill>
                  <ns1:srgbClr val="E6EDF7"/>
                </ns1:solidFill>
                <ns1:latin typeface="Menlo"/>
                <ns1:ea typeface="Menlo"/>
                <ns1:cs typeface="Menlo"/>
              </ns1:rPr>
              <ns1:t>:</ns1:t>
            </ns1:r>
            <ns1:r>
              <ns1:rPr sz="1297">
                <ns1:solidFill>
                  <ns1:srgbClr val="E6EDF7"/>
                </ns1:solidFill>
                <ns1:latin typeface="Menlo"/>
                <ns1:ea typeface="Menlo"/>
                <ns1:cs typeface="Menlo"/>
              </ns1:rPr>
              <ns1:t> </ns1:t>
            </ns1:r>
            <ns1:r>
              <ns1:rPr sz="1297">
                <ns1:solidFill>
                  <ns1:srgbClr val="E6EDF7"/>
                </ns1:solidFill>
                <ns1:latin typeface="Menlo"/>
                <ns1:ea typeface="Menlo"/>
                <ns1:cs typeface="Menlo"/>
              </ns1:rPr>
              <ns1:t>student</ns1:t>
            </ns1:r>
            <ns1:r>
              <ns1:rPr sz="1297">
                <ns1:solidFill>
                  <ns1:srgbClr val="E6EDF7"/>
                </ns1:solidFill>
                <ns1:latin typeface="Menlo"/>
                <ns1:ea typeface="Menlo"/>
                <ns1:cs typeface="Menlo"/>
              </ns1:rPr>
              <ns1:t>.</ns1:t>
            </ns1:r>
            <ns1:r>
              <ns1:rPr sz="1297">
                <ns1:solidFill>
                  <ns1:srgbClr val="F6C177"/>
                </ns1:solidFill>
                <ns1:latin typeface="Menlo"/>
                <ns1:ea typeface="Menlo"/>
                <ns1:cs typeface="Menlo"/>
              </ns1:rPr>
              <ns1:t>fullName</ns1:t>
            </ns1:r>
          </ns1:p>
        </ns0:txBody>
      </ns0:sp>
      <ns0:sp>
        <ns0:nvSpPr>
          <ns0:cNvPr id="49" name="">
            <ns1:extLst>
              <ns1:ext uri="{FF2B5EF4-FFF2-40B4-BE49-F238E27FC236}">
                <ns2:creationId id="{08F3988C-3A17-4A8D-BEFE-7376F07FFD70}"/>
              </ns1:ext>
            </ns1:extLst>
          </ns0:cNvPr>
          <ns0:cNvSpPr>
            <ns1:spLocks noGrp="1"/>
          </ns0:cNvSpPr>
          <ns0:nvPr/>
        </ns0:nvSpPr>
        <ns0:spPr>
          <ns1:xfrm>
            <ns1:off x="800100" y="4541838"/>
            <ns1:ext cx="247650" cy="211138"/>
          </ns1:xfrm>
          <ns1:prstGeom prst="rect">
            <ns1:avLst/>
          </ns1:prstGeom>
          <ns1:noFill/>
          <ns1:ln w="0">
            <ns1:noFill/>
            <ns1:prstDash val="solid"/>
          </ns1:ln>
        </ns0:spPr>
        <ns0:txBody>
          <ns1:bodyPr lIns="0" tIns="0" rIns="0" bIns="0" anchor="ctr">
            <ns1:normAutofit fontScale="100000"/>
          </ns1:bodyPr>
          <ns1:lstStyle>
            <ns1:defPPr algn="r">
              <ns1:defRPr sz="1297" b="0">
                <ns1:solidFill>
                  <ns1:srgbClr val="647791"/>
                </ns1:solidFill>
                <ns1:latin typeface="Aptos"/>
                <ns1:ea typeface="Aptos"/>
                <ns1:cs typeface="Aptos"/>
              </ns1:defRPr>
            </ns1:defPPr>
            <ns1:lvl1pPr algn="r">
              <ns1:defRPr sz="1297" b="0">
                <ns1:solidFill>
                  <ns1:srgbClr val="647791"/>
                </ns1:solidFill>
                <ns1:latin typeface="Aptos"/>
                <ns1:ea typeface="Aptos"/>
                <ns1:cs typeface="Aptos"/>
              </ns1:defRPr>
            </ns1:lvl1pPr>
            <ns1:lvl2pPr algn="r">
              <ns1:defRPr sz="1297" b="0">
                <ns1:solidFill>
                  <ns1:srgbClr val="647791"/>
                </ns1:solidFill>
                <ns1:latin typeface="Aptos"/>
                <ns1:ea typeface="Aptos"/>
                <ns1:cs typeface="Aptos"/>
              </ns1:defRPr>
            </ns1:lvl2pPr>
            <ns1:lvl3pPr algn="r">
              <ns1:defRPr sz="1297" b="0">
                <ns1:solidFill>
                  <ns1:srgbClr val="647791"/>
                </ns1:solidFill>
                <ns1:latin typeface="Aptos"/>
                <ns1:ea typeface="Aptos"/>
                <ns1:cs typeface="Aptos"/>
              </ns1:defRPr>
            </ns1:lvl3pPr>
            <ns1:lvl4pPr algn="r">
              <ns1:defRPr sz="1297" b="0">
                <ns1:solidFill>
                  <ns1:srgbClr val="647791"/>
                </ns1:solidFill>
                <ns1:latin typeface="Aptos"/>
                <ns1:ea typeface="Aptos"/>
                <ns1:cs typeface="Aptos"/>
              </ns1:defRPr>
            </ns1:lvl4pPr>
            <ns1:lvl5pPr algn="r">
              <ns1:defRPr sz="1297" b="0">
                <ns1:solidFill>
                  <ns1:srgbClr val="647791"/>
                </ns1:solidFill>
                <ns1:latin typeface="Aptos"/>
                <ns1:ea typeface="Aptos"/>
                <ns1:cs typeface="Aptos"/>
              </ns1:defRPr>
            </ns1:lvl5pPr>
            <ns1:lvl6pPr algn="r">
              <ns1:defRPr sz="1297" b="0">
                <ns1:solidFill>
                  <ns1:srgbClr val="647791"/>
                </ns1:solidFill>
                <ns1:latin typeface="Aptos"/>
                <ns1:ea typeface="Aptos"/>
                <ns1:cs typeface="Aptos"/>
              </ns1:defRPr>
            </ns1:lvl6pPr>
            <ns1:lvl7pPr algn="r">
              <ns1:defRPr sz="1297" b="0">
                <ns1:solidFill>
                  <ns1:srgbClr val="647791"/>
                </ns1:solidFill>
                <ns1:latin typeface="Aptos"/>
                <ns1:ea typeface="Aptos"/>
                <ns1:cs typeface="Aptos"/>
              </ns1:defRPr>
            </ns1:lvl7pPr>
            <ns1:lvl8pPr algn="r">
              <ns1:defRPr sz="1297" b="0">
                <ns1:solidFill>
                  <ns1:srgbClr val="647791"/>
                </ns1:solidFill>
                <ns1:latin typeface="Aptos"/>
                <ns1:ea typeface="Aptos"/>
                <ns1:cs typeface="Aptos"/>
              </ns1:defRPr>
            </ns1:lvl8pPr>
            <ns1:lvl9pPr algn="r">
              <ns1:defRPr sz="1297" b="0">
                <ns1:solidFill>
                  <ns1:srgbClr val="647791"/>
                </ns1:solidFill>
                <ns1:latin typeface="Aptos"/>
                <ns1:ea typeface="Aptos"/>
                <ns1:cs typeface="Aptos"/>
              </ns1:defRPr>
            </ns1:lvl9pPr>
          </ns1:lstStyle>
          <ns1:p>
            <ns1:pPr algn="r">
              <ns1:defRPr sz="1297" b="0">
                <ns1:solidFill>
                  <ns1:srgbClr val="647791"/>
                </ns1:solidFill>
                <ns1:latin typeface="Aptos"/>
                <ns1:ea typeface="Aptos"/>
                <ns1:cs typeface="Aptos"/>
              </ns1:defRPr>
            </ns1:pPr>
            <ns1:r>
              <ns1:rPr sz="1297" b="0">
                <ns1:solidFill>
                  <ns1:srgbClr val="647791"/>
                </ns1:solidFill>
                <ns1:latin typeface="Aptos"/>
                <ns1:ea typeface="Aptos"/>
                <ns1:cs typeface="Aptos"/>
              </ns1:rPr>
              <ns1:t>12</ns1:t>
            </ns1:r>
          </ns1:p>
        </ns0:txBody>
      </ns0:sp>
      <ns0:sp>
        <ns0:nvSpPr>
          <ns0:cNvPr id="50" name="Código editable">
            <ns1:extLst>
              <ns1:ext uri="{FF2B5EF4-FFF2-40B4-BE49-F238E27FC236}">
                <ns2:creationId id="{B3B5A50F-2737-4D46-A676-EE08DDB5DB8E}"/>
              </ns1:ext>
            </ns1:extLst>
          </ns0:cNvPr>
          <ns0:cNvSpPr>
            <ns1:spLocks noGrp="1"/>
          </ns0:cNvSpPr>
          <ns0:nvPr/>
        </ns0:nvSpPr>
        <ns0:spPr>
          <ns1:xfrm>
            <ns1:off x="1171575" y="4541838"/>
            <ns1:ext cx="5562600" cy="211138"/>
          </ns1:xfrm>
          <ns1:prstGeom prst="rect">
            <ns1:avLst/>
          </ns1:prstGeom>
          <ns1:noFill/>
          <ns1:ln w="0">
            <ns1:noFill/>
            <ns1:prstDash val="solid"/>
          </ns1:ln>
        </ns0:spPr>
        <ns0:txBody>
          <ns1:bodyPr lIns="0" tIns="0" rIns="0" bIns="0" anchor="ctr">
            <ns1:normAutofit fontScale="100000"/>
          </ns1:bodyPr>
          <ns1:lstStyle>
            <ns1:defPPr algn="l">
              <ns1:defRPr sz="1297">
                <ns1:solidFill>
                  <ns1:srgbClr val="E6EDF7"/>
                </ns1:solidFill>
                <ns1:latin typeface="Menlo"/>
                <ns1:ea typeface="Menlo"/>
                <ns1:cs typeface="Menlo"/>
              </ns1:defRPr>
            </ns1:defPPr>
            <ns1:lvl1pPr algn="l">
              <ns1:defRPr sz="1297">
                <ns1:solidFill>
                  <ns1:srgbClr val="E6EDF7"/>
                </ns1:solidFill>
                <ns1:latin typeface="Menlo"/>
                <ns1:ea typeface="Menlo"/>
                <ns1:cs typeface="Menlo"/>
              </ns1:defRPr>
            </ns1:lvl1pPr>
            <ns1:lvl2pPr algn="l">
              <ns1:defRPr sz="1297">
                <ns1:solidFill>
                  <ns1:srgbClr val="E6EDF7"/>
                </ns1:solidFill>
                <ns1:latin typeface="Menlo"/>
                <ns1:ea typeface="Menlo"/>
                <ns1:cs typeface="Menlo"/>
              </ns1:defRPr>
            </ns1:lvl2pPr>
            <ns1:lvl3pPr algn="l">
              <ns1:defRPr sz="1297">
                <ns1:solidFill>
                  <ns1:srgbClr val="E6EDF7"/>
                </ns1:solidFill>
                <ns1:latin typeface="Menlo"/>
                <ns1:ea typeface="Menlo"/>
                <ns1:cs typeface="Menlo"/>
              </ns1:defRPr>
            </ns1:lvl3pPr>
            <ns1:lvl4pPr algn="l">
              <ns1:defRPr sz="1297">
                <ns1:solidFill>
                  <ns1:srgbClr val="E6EDF7"/>
                </ns1:solidFill>
                <ns1:latin typeface="Menlo"/>
                <ns1:ea typeface="Menlo"/>
                <ns1:cs typeface="Menlo"/>
              </ns1:defRPr>
            </ns1:lvl4pPr>
            <ns1:lvl5pPr algn="l">
              <ns1:defRPr sz="1297">
                <ns1:solidFill>
                  <ns1:srgbClr val="E6EDF7"/>
                </ns1:solidFill>
                <ns1:latin typeface="Menlo"/>
                <ns1:ea typeface="Menlo"/>
                <ns1:cs typeface="Menlo"/>
              </ns1:defRPr>
            </ns1:lvl5pPr>
            <ns1:lvl6pPr algn="l">
              <ns1:defRPr sz="1297">
                <ns1:solidFill>
                  <ns1:srgbClr val="E6EDF7"/>
                </ns1:solidFill>
                <ns1:latin typeface="Menlo"/>
                <ns1:ea typeface="Menlo"/>
                <ns1:cs typeface="Menlo"/>
              </ns1:defRPr>
            </ns1:lvl6pPr>
            <ns1:lvl7pPr algn="l">
              <ns1:defRPr sz="1297">
                <ns1:solidFill>
                  <ns1:srgbClr val="E6EDF7"/>
                </ns1:solidFill>
                <ns1:latin typeface="Menlo"/>
                <ns1:ea typeface="Menlo"/>
                <ns1:cs typeface="Menlo"/>
              </ns1:defRPr>
            </ns1:lvl7pPr>
            <ns1:lvl8pPr algn="l">
              <ns1:defRPr sz="1297">
                <ns1:solidFill>
                  <ns1:srgbClr val="E6EDF7"/>
                </ns1:solidFill>
                <ns1:latin typeface="Menlo"/>
                <ns1:ea typeface="Menlo"/>
                <ns1:cs typeface="Menlo"/>
              </ns1:defRPr>
            </ns1:lvl8pPr>
            <ns1:lvl9pPr algn="l">
              <ns1:defRPr sz="1297">
                <ns1:solidFill>
                  <ns1:srgbClr val="E6EDF7"/>
                </ns1:solidFill>
                <ns1:latin typeface="Menlo"/>
                <ns1:ea typeface="Menlo"/>
                <ns1:cs typeface="Menlo"/>
              </ns1:defRPr>
            </ns1:lvl9pPr>
          </ns1:lstStyle>
          <ns1:p>
            <ns1:pPr algn="l">
              <ns1:defRPr sz="1297">
                <ns1:solidFill>
                  <ns1:srgbClr val="E6EDF7"/>
                </ns1:solidFill>
                <ns1:latin typeface="Menlo"/>
                <ns1:ea typeface="Menlo"/>
                <ns1:cs typeface="Menlo"/>
              </ns1:defRPr>
            </ns1:pPr>
            <ns1:r>
              <ns1:rPr sz="1297">
                <ns1:solidFill>
                  <ns1:srgbClr val="E6EDF7"/>
                </ns1:solidFill>
                <ns1:latin typeface="Menlo"/>
                <ns1:ea typeface="Menlo"/>
                <ns1:cs typeface="Menlo"/>
              </ns1:rPr>
              <ns1:t>}</ns1:t>
            </ns1:r>
          </ns1:p>
        </ns0:txBody>
      </ns0:sp>
      <ns0:sp>
        <ns0:nvSpPr>
          <ns0:cNvPr id="51" name="">
            <ns1:extLst>
              <ns1:ext uri="{FF2B5EF4-FFF2-40B4-BE49-F238E27FC236}">
                <ns2:creationId id="{2FA1DAD3-5BED-47B7-B81A-2EEA6AB8A1B2}"/>
              </ns1:ext>
            </ns1:extLst>
          </ns0:cNvPr>
          <ns0:cNvSpPr>
            <ns1:spLocks noGrp="1"/>
          </ns0:cNvSpPr>
          <ns0:nvPr/>
        </ns0:nvSpPr>
        <ns0:spPr>
          <ns1:xfrm>
            <ns1:off x="7524750" y="1714500"/>
            <ns1:ext cx="3762375" cy="1000125"/>
          </ns1:xfrm>
          <ns1:prstGeom prst="roundRect">
            <ns1:avLst>
              <ns1:gd name="adj" fmla="val 7619"/>
            </ns1:avLst>
          </ns1:prstGeom>
          <ns1:solidFill>
            <ns1:srgbClr val="FFFFFF"/>
          </ns1:solidFill>
          <ns1:ln w="9525">
            <ns1:solidFill>
              <ns1:srgbClr val="DCE3ED"/>
            </ns1:solidFill>
            <ns1:prstDash val="solid"/>
          </ns1:ln>
        </ns0:spPr>
      </ns0:sp>
      <ns0:sp>
        <ns0:nvSpPr>
          <ns0:cNvPr id="52" name="">
            <ns1:extLst>
              <ns1:ext uri="{FF2B5EF4-FFF2-40B4-BE49-F238E27FC236}">
                <ns2:creationId id="{1BFBD7CC-4A37-4D89-BF20-67F007F4670C}"/>
              </ns1:ext>
            </ns1:extLst>
          </ns0:cNvPr>
          <ns0:cNvSpPr>
            <ns1:spLocks noGrp="1"/>
          </ns0:cNvSpPr>
          <ns0:nvPr/>
        </ns0:nvSpPr>
        <ns0:spPr>
          <ns1:xfrm>
            <ns1:off x="7524750" y="1714500"/>
            <ns1:ext cx="76200" cy="1000125"/>
          </ns1:xfrm>
          <ns1:prstGeom prst="roundRect">
            <ns1:avLst>
              <ns1:gd name="adj" fmla="val 50000"/>
            </ns1:avLst>
          </ns1:prstGeom>
          <ns1:solidFill>
            <ns1:srgbClr val="F2B544"/>
          </ns1:solidFill>
          <ns1:ln w="0">
            <ns1:noFill/>
            <ns1:prstDash val="solid"/>
          </ns1:ln>
        </ns0:spPr>
      </ns0:sp>
      <ns0:sp>
        <ns0:nvSpPr>
          <ns0:cNvPr id="53" name="">
            <ns1:extLst>
              <ns1:ext uri="{FF2B5EF4-FFF2-40B4-BE49-F238E27FC236}">
                <ns2:creationId id="{0052996A-93F6-4AF1-BBE7-158027B54108}"/>
              </ns1:ext>
            </ns1:extLst>
          </ns0:cNvPr>
          <ns0:cNvSpPr>
            <ns1:spLocks noGrp="1"/>
          </ns0:cNvSpPr>
          <ns0:nvPr/>
        </ns0:nvSpPr>
        <ns0:spPr>
          <ns1:xfrm>
            <ns1:off x="7667625" y="1838325"/>
            <ns1:ext cx="266700" cy="266700"/>
          </ns1:xfrm>
          <ns1:prstGeom prst="ellipse">
            <ns1:avLst/>
          </ns1:prstGeom>
          <ns1:solidFill>
            <ns1:srgbClr val="F2B544"/>
          </ns1:solidFill>
          <ns1:ln w="0">
            <ns1:noFill/>
            <ns1:prstDash val="solid"/>
          </ns1:ln>
        </ns0:spPr>
      </ns0:sp>
      <ns0:sp>
        <ns0:nvSpPr>
          <ns0:cNvPr id="54" name="">
            <ns1:extLst>
              <ns1:ext uri="{FF2B5EF4-FFF2-40B4-BE49-F238E27FC236}">
                <ns2:creationId id="{0E77B95E-5FDA-42C9-8629-880944D4D2F4}"/>
              </ns1:ext>
            </ns1:extLst>
          </ns0:cNvPr>
          <ns0:cNvSpPr>
            <ns1:spLocks noGrp="1"/>
          </ns0:cNvSpPr>
          <ns0:nvPr/>
        </ns0:nvSpPr>
        <ns0:spPr>
          <ns1:xfrm>
            <ns1:off x="7667625" y="1838325"/>
            <ns1:ext cx="266700" cy="266700"/>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FFFFFF"/>
                </ns1:solidFill>
                <ns1:latin typeface="Aptos"/>
                <ns1:ea typeface="Aptos"/>
                <ns1:cs typeface="Aptos"/>
              </ns1:defRPr>
            </ns1:defPPr>
            <ns1:lvl1pPr algn="ctr">
              <ns1:defRPr sz="1125" b="1">
                <ns1:solidFill>
                  <ns1:srgbClr val="FFFFFF"/>
                </ns1:solidFill>
                <ns1:latin typeface="Aptos"/>
                <ns1:ea typeface="Aptos"/>
                <ns1:cs typeface="Aptos"/>
              </ns1:defRPr>
            </ns1:lvl1pPr>
            <ns1:lvl2pPr algn="ctr">
              <ns1:defRPr sz="1125" b="1">
                <ns1:solidFill>
                  <ns1:srgbClr val="FFFFFF"/>
                </ns1:solidFill>
                <ns1:latin typeface="Aptos"/>
                <ns1:ea typeface="Aptos"/>
                <ns1:cs typeface="Aptos"/>
              </ns1:defRPr>
            </ns1:lvl2pPr>
            <ns1:lvl3pPr algn="ctr">
              <ns1:defRPr sz="1125" b="1">
                <ns1:solidFill>
                  <ns1:srgbClr val="FFFFFF"/>
                </ns1:solidFill>
                <ns1:latin typeface="Aptos"/>
                <ns1:ea typeface="Aptos"/>
                <ns1:cs typeface="Aptos"/>
              </ns1:defRPr>
            </ns1:lvl3pPr>
            <ns1:lvl4pPr algn="ctr">
              <ns1:defRPr sz="1125" b="1">
                <ns1:solidFill>
                  <ns1:srgbClr val="FFFFFF"/>
                </ns1:solidFill>
                <ns1:latin typeface="Aptos"/>
                <ns1:ea typeface="Aptos"/>
                <ns1:cs typeface="Aptos"/>
              </ns1:defRPr>
            </ns1:lvl4pPr>
            <ns1:lvl5pPr algn="ctr">
              <ns1:defRPr sz="1125" b="1">
                <ns1:solidFill>
                  <ns1:srgbClr val="FFFFFF"/>
                </ns1:solidFill>
                <ns1:latin typeface="Aptos"/>
                <ns1:ea typeface="Aptos"/>
                <ns1:cs typeface="Aptos"/>
              </ns1:defRPr>
            </ns1:lvl5pPr>
            <ns1:lvl6pPr algn="ctr">
              <ns1:defRPr sz="1125" b="1">
                <ns1:solidFill>
                  <ns1:srgbClr val="FFFFFF"/>
                </ns1:solidFill>
                <ns1:latin typeface="Aptos"/>
                <ns1:ea typeface="Aptos"/>
                <ns1:cs typeface="Aptos"/>
              </ns1:defRPr>
            </ns1:lvl6pPr>
            <ns1:lvl7pPr algn="ctr">
              <ns1:defRPr sz="1125" b="1">
                <ns1:solidFill>
                  <ns1:srgbClr val="FFFFFF"/>
                </ns1:solidFill>
                <ns1:latin typeface="Aptos"/>
                <ns1:ea typeface="Aptos"/>
                <ns1:cs typeface="Aptos"/>
              </ns1:defRPr>
            </ns1:lvl7pPr>
            <ns1:lvl8pPr algn="ctr">
              <ns1:defRPr sz="1125" b="1">
                <ns1:solidFill>
                  <ns1:srgbClr val="FFFFFF"/>
                </ns1:solidFill>
                <ns1:latin typeface="Aptos"/>
                <ns1:ea typeface="Aptos"/>
                <ns1:cs typeface="Aptos"/>
              </ns1:defRPr>
            </ns1:lvl8pPr>
            <ns1:lvl9pPr algn="ctr">
              <ns1:defRPr sz="1125" b="1">
                <ns1:solidFill>
                  <ns1:srgbClr val="FFFFFF"/>
                </ns1:solidFill>
                <ns1:latin typeface="Aptos"/>
                <ns1:ea typeface="Aptos"/>
                <ns1:cs typeface="Aptos"/>
              </ns1:defRPr>
            </ns1:lvl9pPr>
          </ns1:lstStyle>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1</ns1:t>
            </ns1:r>
          </ns1:p>
        </ns0:txBody>
      </ns0:sp>
      <ns0:sp>
        <ns0:nvSpPr>
          <ns0:cNvPr id="55" name="">
            <ns1:extLst>
              <ns1:ext uri="{FF2B5EF4-FFF2-40B4-BE49-F238E27FC236}">
                <ns2:creationId id="{19FCBB1D-D038-487B-9D99-97371AE9BA2D}"/>
              </ns1:ext>
            </ns1:extLst>
          </ns0:cNvPr>
          <ns0:cNvSpPr>
            <ns1:spLocks noGrp="1"/>
          </ns0:cNvSpPr>
          <ns0:nvPr/>
        </ns0:nvSpPr>
        <ns0:spPr>
          <ns1:xfrm>
            <ns1:off x="8020050" y="1828800"/>
            <ns1:ext cx="3133725"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F2B544"/>
                </ns1:solidFill>
                <ns1:latin typeface="Aptos"/>
                <ns1:ea typeface="Aptos"/>
                <ns1:cs typeface="Aptos"/>
              </ns1:defRPr>
            </ns1:defPPr>
            <ns1:lvl1pPr algn="l">
              <ns1:defRPr sz="1425" b="1">
                <ns1:solidFill>
                  <ns1:srgbClr val="F2B544"/>
                </ns1:solidFill>
                <ns1:latin typeface="Aptos"/>
                <ns1:ea typeface="Aptos"/>
                <ns1:cs typeface="Aptos"/>
              </ns1:defRPr>
            </ns1:lvl1pPr>
            <ns1:lvl2pPr algn="l">
              <ns1:defRPr sz="1425" b="1">
                <ns1:solidFill>
                  <ns1:srgbClr val="F2B544"/>
                </ns1:solidFill>
                <ns1:latin typeface="Aptos"/>
                <ns1:ea typeface="Aptos"/>
                <ns1:cs typeface="Aptos"/>
              </ns1:defRPr>
            </ns1:lvl2pPr>
            <ns1:lvl3pPr algn="l">
              <ns1:defRPr sz="1425" b="1">
                <ns1:solidFill>
                  <ns1:srgbClr val="F2B544"/>
                </ns1:solidFill>
                <ns1:latin typeface="Aptos"/>
                <ns1:ea typeface="Aptos"/>
                <ns1:cs typeface="Aptos"/>
              </ns1:defRPr>
            </ns1:lvl3pPr>
            <ns1:lvl4pPr algn="l">
              <ns1:defRPr sz="1425" b="1">
                <ns1:solidFill>
                  <ns1:srgbClr val="F2B544"/>
                </ns1:solidFill>
                <ns1:latin typeface="Aptos"/>
                <ns1:ea typeface="Aptos"/>
                <ns1:cs typeface="Aptos"/>
              </ns1:defRPr>
            </ns1:lvl4pPr>
            <ns1:lvl5pPr algn="l">
              <ns1:defRPr sz="1425" b="1">
                <ns1:solidFill>
                  <ns1:srgbClr val="F2B544"/>
                </ns1:solidFill>
                <ns1:latin typeface="Aptos"/>
                <ns1:ea typeface="Aptos"/>
                <ns1:cs typeface="Aptos"/>
              </ns1:defRPr>
            </ns1:lvl5pPr>
            <ns1:lvl6pPr algn="l">
              <ns1:defRPr sz="1425" b="1">
                <ns1:solidFill>
                  <ns1:srgbClr val="F2B544"/>
                </ns1:solidFill>
                <ns1:latin typeface="Aptos"/>
                <ns1:ea typeface="Aptos"/>
                <ns1:cs typeface="Aptos"/>
              </ns1:defRPr>
            </ns1:lvl6pPr>
            <ns1:lvl7pPr algn="l">
              <ns1:defRPr sz="1425" b="1">
                <ns1:solidFill>
                  <ns1:srgbClr val="F2B544"/>
                </ns1:solidFill>
                <ns1:latin typeface="Aptos"/>
                <ns1:ea typeface="Aptos"/>
                <ns1:cs typeface="Aptos"/>
              </ns1:defRPr>
            </ns1:lvl7pPr>
            <ns1:lvl8pPr algn="l">
              <ns1:defRPr sz="1425" b="1">
                <ns1:solidFill>
                  <ns1:srgbClr val="F2B544"/>
                </ns1:solidFill>
                <ns1:latin typeface="Aptos"/>
                <ns1:ea typeface="Aptos"/>
                <ns1:cs typeface="Aptos"/>
              </ns1:defRPr>
            </ns1:lvl8pPr>
            <ns1:lvl9pPr algn="l">
              <ns1:defRPr sz="1425" b="1">
                <ns1:solidFill>
                  <ns1:srgbClr val="F2B544"/>
                </ns1:solidFill>
                <ns1:latin typeface="Aptos"/>
                <ns1:ea typeface="Aptos"/>
                <ns1:cs typeface="Aptos"/>
              </ns1:defRPr>
            </ns1:lvl9pPr>
          </ns1:lstStyle>
          <ns1:p>
            <ns1:pPr algn="l">
              <ns1:defRPr sz="1425" b="1">
                <ns1:solidFill>
                  <ns1:srgbClr val="F2B544"/>
                </ns1:solidFill>
                <ns1:latin typeface="Aptos"/>
                <ns1:ea typeface="Aptos"/>
                <ns1:cs typeface="Aptos"/>
              </ns1:defRPr>
            </ns1:pPr>
            <ns1:r>
              <ns1:rPr sz="1425" b="1">
                <ns1:solidFill>
                  <ns1:srgbClr val="F2B544"/>
                </ns1:solidFill>
                <ns1:latin typeface="Aptos"/>
                <ns1:ea typeface="Aptos"/>
                <ns1:cs typeface="Aptos"/>
              </ns1:rPr>
              <ns1:t>Nota validada</ns1:t>
            </ns1:r>
          </ns1:p>
        </ns0:txBody>
      </ns0:sp>
      <ns0:sp>
        <ns0:nvSpPr>
          <ns0:cNvPr id="56" name="">
            <ns1:extLst>
              <ns1:ext uri="{FF2B5EF4-FFF2-40B4-BE49-F238E27FC236}">
                <ns2:creationId id="{8CECEC48-D5FD-4370-ACA7-68DBB5F8D0F9}"/>
              </ns1:ext>
            </ns1:extLst>
          </ns0:cNvPr>
          <ns0:cNvSpPr>
            <ns1:spLocks noGrp="1"/>
          </ns0:cNvSpPr>
          <ns0:nvPr/>
        </ns0:nvSpPr>
        <ns0:spPr>
          <ns1:xfrm>
            <ns1:off x="7734300" y="2190750"/>
            <ns1:ext cx="3362325" cy="44767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Nota dentro del rango</ns1:t>
            </ns1:r>
          </ns1:p>
        </ns0:txBody>
      </ns0:sp>
      <ns0:sp>
        <ns0:nvSpPr>
          <ns0:cNvPr id="57" name="">
            <ns1:extLst>
              <ns1:ext uri="{FF2B5EF4-FFF2-40B4-BE49-F238E27FC236}">
                <ns2:creationId id="{6CF57BCF-DEC2-425A-BFFB-D12EF3047D1A}"/>
              </ns1:ext>
            </ns1:extLst>
          </ns0:cNvPr>
          <ns0:cNvSpPr>
            <ns1:spLocks noGrp="1"/>
          </ns0:cNvSpPr>
          <ns0:nvPr/>
        </ns0:nvSpPr>
        <ns0:spPr>
          <ns1:xfrm>
            <ns1:off x="7524750" y="3000375"/>
            <ns1:ext cx="3762375" cy="1000125"/>
          </ns1:xfrm>
          <ns1:prstGeom prst="roundRect">
            <ns1:avLst>
              <ns1:gd name="adj" fmla="val 7619"/>
            </ns1:avLst>
          </ns1:prstGeom>
          <ns1:solidFill>
            <ns1:srgbClr val="FFFFFF"/>
          </ns1:solidFill>
          <ns1:ln w="9525">
            <ns1:solidFill>
              <ns1:srgbClr val="DCE3ED"/>
            </ns1:solidFill>
            <ns1:prstDash val="solid"/>
          </ns1:ln>
        </ns0:spPr>
      </ns0:sp>
      <ns0:sp>
        <ns0:nvSpPr>
          <ns0:cNvPr id="58" name="">
            <ns1:extLst>
              <ns1:ext uri="{FF2B5EF4-FFF2-40B4-BE49-F238E27FC236}">
                <ns2:creationId id="{9D303926-91AE-4CB2-A04C-FD4FBC2AB5D9}"/>
              </ns1:ext>
            </ns1:extLst>
          </ns0:cNvPr>
          <ns0:cNvSpPr>
            <ns1:spLocks noGrp="1"/>
          </ns0:cNvSpPr>
          <ns0:nvPr/>
        </ns0:nvSpPr>
        <ns0:spPr>
          <ns1:xfrm>
            <ns1:off x="7524750" y="3000375"/>
            <ns1:ext cx="76200" cy="1000125"/>
          </ns1:xfrm>
          <ns1:prstGeom prst="roundRect">
            <ns1:avLst>
              <ns1:gd name="adj" fmla="val 50000"/>
            </ns1:avLst>
          </ns1:prstGeom>
          <ns1:solidFill>
            <ns1:srgbClr val="2846A0"/>
          </ns1:solidFill>
          <ns1:ln w="0">
            <ns1:noFill/>
            <ns1:prstDash val="solid"/>
          </ns1:ln>
        </ns0:spPr>
      </ns0:sp>
      <ns0:sp>
        <ns0:nvSpPr>
          <ns0:cNvPr id="59" name="">
            <ns1:extLst>
              <ns1:ext uri="{FF2B5EF4-FFF2-40B4-BE49-F238E27FC236}">
                <ns2:creationId id="{0FB45FB6-DE78-4AA8-8E99-23078BDE523B}"/>
              </ns1:ext>
            </ns1:extLst>
          </ns0:cNvPr>
          <ns0:cNvSpPr>
            <ns1:spLocks noGrp="1"/>
          </ns0:cNvSpPr>
          <ns0:nvPr/>
        </ns0:nvSpPr>
        <ns0:spPr>
          <ns1:xfrm>
            <ns1:off x="7667625" y="3124200"/>
            <ns1:ext cx="266700" cy="266700"/>
          </ns1:xfrm>
          <ns1:prstGeom prst="ellipse">
            <ns1:avLst/>
          </ns1:prstGeom>
          <ns1:solidFill>
            <ns1:srgbClr val="2846A0"/>
          </ns1:solidFill>
          <ns1:ln w="0">
            <ns1:noFill/>
            <ns1:prstDash val="solid"/>
          </ns1:ln>
        </ns0:spPr>
      </ns0:sp>
      <ns0:sp>
        <ns0:nvSpPr>
          <ns0:cNvPr id="60" name="">
            <ns1:extLst>
              <ns1:ext uri="{FF2B5EF4-FFF2-40B4-BE49-F238E27FC236}">
                <ns2:creationId id="{5BD5B331-D6BD-41EE-8BEE-DF3A32E1073E}"/>
              </ns1:ext>
            </ns1:extLst>
          </ns0:cNvPr>
          <ns0:cNvSpPr>
            <ns1:spLocks noGrp="1"/>
          </ns0:cNvSpPr>
          <ns0:nvPr/>
        </ns0:nvSpPr>
        <ns0:spPr>
          <ns1:xfrm>
            <ns1:off x="7667625" y="3124200"/>
            <ns1:ext cx="266700" cy="266700"/>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FFFFFF"/>
                </ns1:solidFill>
                <ns1:latin typeface="Aptos"/>
                <ns1:ea typeface="Aptos"/>
                <ns1:cs typeface="Aptos"/>
              </ns1:defRPr>
            </ns1:defPPr>
            <ns1:lvl1pPr algn="ctr">
              <ns1:defRPr sz="1125" b="1">
                <ns1:solidFill>
                  <ns1:srgbClr val="FFFFFF"/>
                </ns1:solidFill>
                <ns1:latin typeface="Aptos"/>
                <ns1:ea typeface="Aptos"/>
                <ns1:cs typeface="Aptos"/>
              </ns1:defRPr>
            </ns1:lvl1pPr>
            <ns1:lvl2pPr algn="ctr">
              <ns1:defRPr sz="1125" b="1">
                <ns1:solidFill>
                  <ns1:srgbClr val="FFFFFF"/>
                </ns1:solidFill>
                <ns1:latin typeface="Aptos"/>
                <ns1:ea typeface="Aptos"/>
                <ns1:cs typeface="Aptos"/>
              </ns1:defRPr>
            </ns1:lvl2pPr>
            <ns1:lvl3pPr algn="ctr">
              <ns1:defRPr sz="1125" b="1">
                <ns1:solidFill>
                  <ns1:srgbClr val="FFFFFF"/>
                </ns1:solidFill>
                <ns1:latin typeface="Aptos"/>
                <ns1:ea typeface="Aptos"/>
                <ns1:cs typeface="Aptos"/>
              </ns1:defRPr>
            </ns1:lvl3pPr>
            <ns1:lvl4pPr algn="ctr">
              <ns1:defRPr sz="1125" b="1">
                <ns1:solidFill>
                  <ns1:srgbClr val="FFFFFF"/>
                </ns1:solidFill>
                <ns1:latin typeface="Aptos"/>
                <ns1:ea typeface="Aptos"/>
                <ns1:cs typeface="Aptos"/>
              </ns1:defRPr>
            </ns1:lvl4pPr>
            <ns1:lvl5pPr algn="ctr">
              <ns1:defRPr sz="1125" b="1">
                <ns1:solidFill>
                  <ns1:srgbClr val="FFFFFF"/>
                </ns1:solidFill>
                <ns1:latin typeface="Aptos"/>
                <ns1:ea typeface="Aptos"/>
                <ns1:cs typeface="Aptos"/>
              </ns1:defRPr>
            </ns1:lvl5pPr>
            <ns1:lvl6pPr algn="ctr">
              <ns1:defRPr sz="1125" b="1">
                <ns1:solidFill>
                  <ns1:srgbClr val="FFFFFF"/>
                </ns1:solidFill>
                <ns1:latin typeface="Aptos"/>
                <ns1:ea typeface="Aptos"/>
                <ns1:cs typeface="Aptos"/>
              </ns1:defRPr>
            </ns1:lvl6pPr>
            <ns1:lvl7pPr algn="ctr">
              <ns1:defRPr sz="1125" b="1">
                <ns1:solidFill>
                  <ns1:srgbClr val="FFFFFF"/>
                </ns1:solidFill>
                <ns1:latin typeface="Aptos"/>
                <ns1:ea typeface="Aptos"/>
                <ns1:cs typeface="Aptos"/>
              </ns1:defRPr>
            </ns1:lvl7pPr>
            <ns1:lvl8pPr algn="ctr">
              <ns1:defRPr sz="1125" b="1">
                <ns1:solidFill>
                  <ns1:srgbClr val="FFFFFF"/>
                </ns1:solidFill>
                <ns1:latin typeface="Aptos"/>
                <ns1:ea typeface="Aptos"/>
                <ns1:cs typeface="Aptos"/>
              </ns1:defRPr>
            </ns1:lvl8pPr>
            <ns1:lvl9pPr algn="ctr">
              <ns1:defRPr sz="1125" b="1">
                <ns1:solidFill>
                  <ns1:srgbClr val="FFFFFF"/>
                </ns1:solidFill>
                <ns1:latin typeface="Aptos"/>
                <ns1:ea typeface="Aptos"/>
                <ns1:cs typeface="Aptos"/>
              </ns1:defRPr>
            </ns1:lvl9pPr>
          </ns1:lstStyle>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El servidor acepta valores del 1 al 10.</ns1:t>
            </ns1:r>
          </ns1:p>
        </ns0:txBody>
      </ns0:sp>
      <ns0:sp>
        <ns0:nvSpPr>
          <ns0:cNvPr id="61" name="">
            <ns1:extLst>
              <ns1:ext uri="{FF2B5EF4-FFF2-40B4-BE49-F238E27FC236}">
                <ns2:creationId id="{9D386B5C-1F51-423F-92E3-7874166DA209}"/>
              </ns1:ext>
            </ns1:extLst>
          </ns0:cNvPr>
          <ns0:cNvSpPr>
            <ns1:spLocks noGrp="1"/>
          </ns0:cNvSpPr>
          <ns0:nvPr/>
        </ns0:nvSpPr>
        <ns0:spPr>
          <ns1:xfrm>
            <ns1:off x="8020050" y="3114675"/>
            <ns1:ext cx="3133725"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846A0"/>
                </ns1:solidFill>
                <ns1:latin typeface="Aptos"/>
                <ns1:ea typeface="Aptos"/>
                <ns1:cs typeface="Aptos"/>
              </ns1:defRPr>
            </ns1:defPPr>
            <ns1:lvl1pPr algn="l">
              <ns1:defRPr sz="1425" b="1">
                <ns1:solidFill>
                  <ns1:srgbClr val="2846A0"/>
                </ns1:solidFill>
                <ns1:latin typeface="Aptos"/>
                <ns1:ea typeface="Aptos"/>
                <ns1:cs typeface="Aptos"/>
              </ns1:defRPr>
            </ns1:lvl1pPr>
            <ns1:lvl2pPr algn="l">
              <ns1:defRPr sz="1425" b="1">
                <ns1:solidFill>
                  <ns1:srgbClr val="2846A0"/>
                </ns1:solidFill>
                <ns1:latin typeface="Aptos"/>
                <ns1:ea typeface="Aptos"/>
                <ns1:cs typeface="Aptos"/>
              </ns1:defRPr>
            </ns1:lvl2pPr>
            <ns1:lvl3pPr algn="l">
              <ns1:defRPr sz="1425" b="1">
                <ns1:solidFill>
                  <ns1:srgbClr val="2846A0"/>
                </ns1:solidFill>
                <ns1:latin typeface="Aptos"/>
                <ns1:ea typeface="Aptos"/>
                <ns1:cs typeface="Aptos"/>
              </ns1:defRPr>
            </ns1:lvl3pPr>
            <ns1:lvl4pPr algn="l">
              <ns1:defRPr sz="1425" b="1">
                <ns1:solidFill>
                  <ns1:srgbClr val="2846A0"/>
                </ns1:solidFill>
                <ns1:latin typeface="Aptos"/>
                <ns1:ea typeface="Aptos"/>
                <ns1:cs typeface="Aptos"/>
              </ns1:defRPr>
            </ns1:lvl4pPr>
            <ns1:lvl5pPr algn="l">
              <ns1:defRPr sz="1425" b="1">
                <ns1:solidFill>
                  <ns1:srgbClr val="2846A0"/>
                </ns1:solidFill>
                <ns1:latin typeface="Aptos"/>
                <ns1:ea typeface="Aptos"/>
                <ns1:cs typeface="Aptos"/>
              </ns1:defRPr>
            </ns1:lvl5pPr>
            <ns1:lvl6pPr algn="l">
              <ns1:defRPr sz="1425" b="1">
                <ns1:solidFill>
                  <ns1:srgbClr val="2846A0"/>
                </ns1:solidFill>
                <ns1:latin typeface="Aptos"/>
                <ns1:ea typeface="Aptos"/>
                <ns1:cs typeface="Aptos"/>
              </ns1:defRPr>
            </ns1:lvl6pPr>
            <ns1:lvl7pPr algn="l">
              <ns1:defRPr sz="1425" b="1">
                <ns1:solidFill>
                  <ns1:srgbClr val="2846A0"/>
                </ns1:solidFill>
                <ns1:latin typeface="Aptos"/>
                <ns1:ea typeface="Aptos"/>
                <ns1:cs typeface="Aptos"/>
              </ns1:defRPr>
            </ns1:lvl7pPr>
            <ns1:lvl8pPr algn="l">
              <ns1:defRPr sz="1425" b="1">
                <ns1:solidFill>
                  <ns1:srgbClr val="2846A0"/>
                </ns1:solidFill>
                <ns1:latin typeface="Aptos"/>
                <ns1:ea typeface="Aptos"/>
                <ns1:cs typeface="Aptos"/>
              </ns1:defRPr>
            </ns1:lvl8pPr>
            <ns1:lvl9pPr algn="l">
              <ns1:defRPr sz="1425" b="1">
                <ns1:solidFill>
                  <ns1:srgbClr val="2846A0"/>
                </ns1:solidFill>
                <ns1:latin typeface="Aptos"/>
                <ns1:ea typeface="Aptos"/>
                <ns1:cs typeface="Aptos"/>
              </ns1:defRPr>
            </ns1:lvl9pPr>
          </ns1:lstStyle>
          <ns1:p>
            <ns1:pPr algn="l">
              <ns1:defRPr sz="1425" b="1">
                <ns1:solidFill>
                  <ns1:srgbClr val="2846A0"/>
                </ns1:solidFill>
                <ns1:latin typeface="Aptos"/>
                <ns1:ea typeface="Aptos"/>
                <ns1:cs typeface="Aptos"/>
              </ns1:defRPr>
            </ns1:pPr>
            <ns1:r>
              <ns1:rPr sz="1425" b="1">
                <ns1:solidFill>
                  <ns1:srgbClr val="2846A0"/>
                </ns1:solidFill>
                <ns1:latin typeface="Aptos"/>
                <ns1:ea typeface="Aptos"/>
                <ns1:cs typeface="Aptos"/>
              </ns1:rPr>
              <ns1:t>Titular asociado</ns1:t>
            </ns1:r>
          </ns1:p>
        </ns0:txBody>
      </ns0:sp>
      <ns0:sp>
        <ns0:nvSpPr>
          <ns0:cNvPr id="62" name="">
            <ns1:extLst>
              <ns1:ext uri="{FF2B5EF4-FFF2-40B4-BE49-F238E27FC236}">
                <ns2:creationId id="{9477A503-BD9C-4706-B9A3-0570CDEF38D0}"/>
              </ns1:ext>
            </ns1:extLst>
          </ns0:cNvPr>
          <ns0:cNvSpPr>
            <ns1:spLocks noGrp="1"/>
          </ns0:cNvSpPr>
          <ns0:nvPr/>
        </ns0:nvSpPr>
        <ns0:spPr>
          <ns1:xfrm>
            <ns1:off x="7734300" y="3476625"/>
            <ns1:ext cx="3362325" cy="44767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Perfil seleccionado</ns1:t>
            </ns1:r>
          </ns1:p>
        </ns0:txBody>
      </ns0:sp>
      <ns0:sp>
        <ns0:nvSpPr>
          <ns0:cNvPr id="63" name="">
            <ns1:extLst>
              <ns1:ext uri="{FF2B5EF4-FFF2-40B4-BE49-F238E27FC236}">
                <ns2:creationId id="{CDCB88C7-2539-42F4-BE0A-16E9092706EA}"/>
              </ns1:ext>
            </ns1:extLst>
          </ns0:cNvPr>
          <ns0:cNvSpPr>
            <ns1:spLocks noGrp="1"/>
          </ns0:cNvSpPr>
          <ns0:nvPr/>
        </ns0:nvSpPr>
        <ns0:spPr>
          <ns1:xfrm>
            <ns1:off x="10867263" y="3300603"/>
            <ns1:ext cx="115824" cy="115824"/>
          </ns1:xfrm>
          <ns1:prstGeom prst="ellipse">
            <ns1:avLst/>
          </ns1:prstGeom>
          <ns1:solidFill>
            <ns1:srgbClr val="2846A0"/>
          </ns1:solidFill>
          <ns1:ln w="0">
            <ns1:noFill/>
            <ns1:prstDash val="solid"/>
          </ns1:ln>
        </ns0:spPr>
      </ns0:sp>
      <ns0:sp>
        <ns0:nvSpPr>
          <ns0:cNvPr id="64" name="">
            <ns1:extLst>
              <ns1:ext uri="{FF2B5EF4-FFF2-40B4-BE49-F238E27FC236}">
                <ns2:creationId id="{3A9A27E3-F4AE-499E-AF89-988B111C6726}"/>
              </ns1:ext>
            </ns1:extLst>
          </ns0:cNvPr>
          <ns0:cNvSpPr>
            <ns1:spLocks noGrp="1"/>
          </ns0:cNvSpPr>
          <ns0:nvPr/>
        </ns0:nvSpPr>
        <ns0:spPr>
          <ns1:xfrm>
            <ns1:off x="10791254" y="3438144"/>
            <ns1:ext cx="267843" cy="188214"/>
          </ns1:xfrm>
          <ns1:prstGeom prst="ellipse">
            <ns1:avLst/>
          </ns1:prstGeom>
          <ns1:solidFill>
            <ns1:srgbClr val="2846A0"/>
          </ns1:solidFill>
          <ns1:ln w="0">
            <ns1:noFill/>
            <ns1:prstDash val="solid"/>
          </ns1:ln>
        </ns0:spPr>
      </ns0:sp>
      <ns0:sp>
        <ns0:nvSpPr>
          <ns0:cNvPr id="65" name="">
            <ns1:extLst>
              <ns1:ext uri="{FF2B5EF4-FFF2-40B4-BE49-F238E27FC236}">
                <ns2:creationId id="{57D0621A-B21E-4FD4-8064-0172AD69CC5F}"/>
              </ns1:ext>
            </ns1:extLst>
          </ns0:cNvPr>
          <ns0:cNvSpPr>
            <ns1:spLocks noGrp="1"/>
          </ns0:cNvSpPr>
          <ns0:nvPr/>
        </ns0:nvSpPr>
        <ns0:spPr>
          <ns1:xfrm>
            <ns1:off x="7524750" y="4286250"/>
            <ns1:ext cx="3762375" cy="1000125"/>
          </ns1:xfrm>
          <ns1:prstGeom prst="roundRect">
            <ns1:avLst>
              <ns1:gd name="adj" fmla="val 7619"/>
            </ns1:avLst>
          </ns1:prstGeom>
          <ns1:solidFill>
            <ns1:srgbClr val="FFFFFF"/>
          </ns1:solidFill>
          <ns1:ln w="9525">
            <ns1:solidFill>
              <ns1:srgbClr val="DCE3ED"/>
            </ns1:solidFill>
            <ns1:prstDash val="solid"/>
          </ns1:ln>
        </ns0:spPr>
      </ns0:sp>
      <ns0:sp>
        <ns0:nvSpPr>
          <ns0:cNvPr id="66" name="">
            <ns1:extLst>
              <ns1:ext uri="{FF2B5EF4-FFF2-40B4-BE49-F238E27FC236}">
                <ns2:creationId id="{55DB47AC-9108-4B55-A2DC-F6921F58C301}"/>
              </ns1:ext>
            </ns1:extLst>
          </ns0:cNvPr>
          <ns0:cNvSpPr>
            <ns1:spLocks noGrp="1"/>
          </ns0:cNvSpPr>
          <ns0:nvPr/>
        </ns0:nvSpPr>
        <ns0:spPr>
          <ns1:xfrm>
            <ns1:off x="7524750" y="4286250"/>
            <ns1:ext cx="76200" cy="1000125"/>
          </ns1:xfrm>
          <ns1:prstGeom prst="roundRect">
            <ns1:avLst>
              <ns1:gd name="adj" fmla="val 50000"/>
            </ns1:avLst>
          </ns1:prstGeom>
          <ns1:solidFill>
            <ns1:srgbClr val="22B8A8"/>
          </ns1:solidFill>
          <ns1:ln w="0">
            <ns1:noFill/>
            <ns1:prstDash val="solid"/>
          </ns1:ln>
        </ns0:spPr>
      </ns0:sp>
      <ns0:sp>
        <ns0:nvSpPr>
          <ns0:cNvPr id="67" name="">
            <ns1:extLst>
              <ns1:ext uri="{FF2B5EF4-FFF2-40B4-BE49-F238E27FC236}">
                <ns2:creationId id="{83C8E080-2F8C-46D2-98A4-E64A07A7C2B2}"/>
              </ns1:ext>
            </ns1:extLst>
          </ns0:cNvPr>
          <ns0:cNvSpPr>
            <ns1:spLocks noGrp="1"/>
          </ns0:cNvSpPr>
          <ns0:nvPr/>
        </ns0:nvSpPr>
        <ns0:spPr>
          <ns1:xfrm>
            <ns1:off x="7667625" y="4410075"/>
            <ns1:ext cx="266700" cy="266700"/>
          </ns1:xfrm>
          <ns1:prstGeom prst="ellipse">
            <ns1:avLst/>
          </ns1:prstGeom>
          <ns1:solidFill>
            <ns1:srgbClr val="22B8A8"/>
          </ns1:solidFill>
          <ns1:ln w="0">
            <ns1:noFill/>
            <ns1:prstDash val="solid"/>
          </ns1:ln>
        </ns0:spPr>
      </ns0:sp>
      <ns0:sp>
        <ns0:nvSpPr>
          <ns0:cNvPr id="68" name="">
            <ns1:extLst>
              <ns1:ext uri="{FF2B5EF4-FFF2-40B4-BE49-F238E27FC236}">
                <ns2:creationId id="{0138705C-DCE6-4E38-8B30-0BA030F1E48B}"/>
              </ns1:ext>
            </ns1:extLst>
          </ns0:cNvPr>
          <ns0:cNvSpPr>
            <ns1:spLocks noGrp="1"/>
          </ns0:cNvSpPr>
          <ns0:nvPr/>
        </ns0:nvSpPr>
        <ns0:spPr>
          <ns1:xfrm>
            <ns1:off x="7667625" y="4410075"/>
            <ns1:ext cx="266700" cy="266700"/>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FFFFFF"/>
                </ns1:solidFill>
                <ns1:latin typeface="Aptos"/>
                <ns1:ea typeface="Aptos"/>
                <ns1:cs typeface="Aptos"/>
              </ns1:defRPr>
            </ns1:defPPr>
            <ns1:lvl1pPr algn="ctr">
              <ns1:defRPr sz="1125" b="1">
                <ns1:solidFill>
                  <ns1:srgbClr val="FFFFFF"/>
                </ns1:solidFill>
                <ns1:latin typeface="Aptos"/>
                <ns1:ea typeface="Aptos"/>
                <ns1:cs typeface="Aptos"/>
              </ns1:defRPr>
            </ns1:lvl1pPr>
            <ns1:lvl2pPr algn="ctr">
              <ns1:defRPr sz="1125" b="1">
                <ns1:solidFill>
                  <ns1:srgbClr val="FFFFFF"/>
                </ns1:solidFill>
                <ns1:latin typeface="Aptos"/>
                <ns1:ea typeface="Aptos"/>
                <ns1:cs typeface="Aptos"/>
              </ns1:defRPr>
            </ns1:lvl2pPr>
            <ns1:lvl3pPr algn="ctr">
              <ns1:defRPr sz="1125" b="1">
                <ns1:solidFill>
                  <ns1:srgbClr val="FFFFFF"/>
                </ns1:solidFill>
                <ns1:latin typeface="Aptos"/>
                <ns1:ea typeface="Aptos"/>
                <ns1:cs typeface="Aptos"/>
              </ns1:defRPr>
            </ns1:lvl3pPr>
            <ns1:lvl4pPr algn="ctr">
              <ns1:defRPr sz="1125" b="1">
                <ns1:solidFill>
                  <ns1:srgbClr val="FFFFFF"/>
                </ns1:solidFill>
                <ns1:latin typeface="Aptos"/>
                <ns1:ea typeface="Aptos"/>
                <ns1:cs typeface="Aptos"/>
              </ns1:defRPr>
            </ns1:lvl4pPr>
            <ns1:lvl5pPr algn="ctr">
              <ns1:defRPr sz="1125" b="1">
                <ns1:solidFill>
                  <ns1:srgbClr val="FFFFFF"/>
                </ns1:solidFill>
                <ns1:latin typeface="Aptos"/>
                <ns1:ea typeface="Aptos"/>
                <ns1:cs typeface="Aptos"/>
              </ns1:defRPr>
            </ns1:lvl5pPr>
            <ns1:lvl6pPr algn="ctr">
              <ns1:defRPr sz="1125" b="1">
                <ns1:solidFill>
                  <ns1:srgbClr val="FFFFFF"/>
                </ns1:solidFill>
                <ns1:latin typeface="Aptos"/>
                <ns1:ea typeface="Aptos"/>
                <ns1:cs typeface="Aptos"/>
              </ns1:defRPr>
            </ns1:lvl6pPr>
            <ns1:lvl7pPr algn="ctr">
              <ns1:defRPr sz="1125" b="1">
                <ns1:solidFill>
                  <ns1:srgbClr val="FFFFFF"/>
                </ns1:solidFill>
                <ns1:latin typeface="Aptos"/>
                <ns1:ea typeface="Aptos"/>
                <ns1:cs typeface="Aptos"/>
              </ns1:defRPr>
            </ns1:lvl7pPr>
            <ns1:lvl8pPr algn="ctr">
              <ns1:defRPr sz="1125" b="1">
                <ns1:solidFill>
                  <ns1:srgbClr val="FFFFFF"/>
                </ns1:solidFill>
                <ns1:latin typeface="Aptos"/>
                <ns1:ea typeface="Aptos"/>
                <ns1:cs typeface="Aptos"/>
              </ns1:defRPr>
            </ns1:lvl8pPr>
            <ns1:lvl9pPr algn="ctr">
              <ns1:defRPr sz="1125" b="1">
                <ns1:solidFill>
                  <ns1:srgbClr val="FFFFFF"/>
                </ns1:solidFill>
                <ns1:latin typeface="Aptos"/>
                <ns1:ea typeface="Aptos"/>
                <ns1:cs typeface="Aptos"/>
              </ns1:defRPr>
            </ns1:lvl9pPr>
          </ns1:lstStyle>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El sistema toma nombre e identificación del registro.</ns1:t>
            </ns1:r>
          </ns1:p>
        </ns0:txBody>
      </ns0:sp>
      <ns0:sp>
        <ns0:nvSpPr>
          <ns0:cNvPr id="69" name="">
            <ns1:extLst>
              <ns1:ext uri="{FF2B5EF4-FFF2-40B4-BE49-F238E27FC236}">
                <ns2:creationId id="{D685EB15-D3F4-445F-84F2-FA65878C74F6}"/>
              </ns1:ext>
            </ns1:extLst>
          </ns0:cNvPr>
          <ns0:cNvSpPr>
            <ns1:spLocks noGrp="1"/>
          </ns0:cNvSpPr>
          <ns0:nvPr/>
        </ns0:nvSpPr>
        <ns0:spPr>
          <ns1:xfrm>
            <ns1:off x="8020050" y="4400550"/>
            <ns1:ext cx="3133725"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2B8A8"/>
                </ns1:solidFill>
                <ns1:latin typeface="Aptos"/>
                <ns1:ea typeface="Aptos"/>
                <ns1:cs typeface="Aptos"/>
              </ns1:defRPr>
            </ns1:defPPr>
            <ns1:lvl1pPr algn="l">
              <ns1:defRPr sz="1425" b="1">
                <ns1:solidFill>
                  <ns1:srgbClr val="22B8A8"/>
                </ns1:solidFill>
                <ns1:latin typeface="Aptos"/>
                <ns1:ea typeface="Aptos"/>
                <ns1:cs typeface="Aptos"/>
              </ns1:defRPr>
            </ns1:lvl1pPr>
            <ns1:lvl2pPr algn="l">
              <ns1:defRPr sz="1425" b="1">
                <ns1:solidFill>
                  <ns1:srgbClr val="22B8A8"/>
                </ns1:solidFill>
                <ns1:latin typeface="Aptos"/>
                <ns1:ea typeface="Aptos"/>
                <ns1:cs typeface="Aptos"/>
              </ns1:defRPr>
            </ns1:lvl2pPr>
            <ns1:lvl3pPr algn="l">
              <ns1:defRPr sz="1425" b="1">
                <ns1:solidFill>
                  <ns1:srgbClr val="22B8A8"/>
                </ns1:solidFill>
                <ns1:latin typeface="Aptos"/>
                <ns1:ea typeface="Aptos"/>
                <ns1:cs typeface="Aptos"/>
              </ns1:defRPr>
            </ns1:lvl3pPr>
            <ns1:lvl4pPr algn="l">
              <ns1:defRPr sz="1425" b="1">
                <ns1:solidFill>
                  <ns1:srgbClr val="22B8A8"/>
                </ns1:solidFill>
                <ns1:latin typeface="Aptos"/>
                <ns1:ea typeface="Aptos"/>
                <ns1:cs typeface="Aptos"/>
              </ns1:defRPr>
            </ns1:lvl4pPr>
            <ns1:lvl5pPr algn="l">
              <ns1:defRPr sz="1425" b="1">
                <ns1:solidFill>
                  <ns1:srgbClr val="22B8A8"/>
                </ns1:solidFill>
                <ns1:latin typeface="Aptos"/>
                <ns1:ea typeface="Aptos"/>
                <ns1:cs typeface="Aptos"/>
              </ns1:defRPr>
            </ns1:lvl5pPr>
            <ns1:lvl6pPr algn="l">
              <ns1:defRPr sz="1425" b="1">
                <ns1:solidFill>
                  <ns1:srgbClr val="22B8A8"/>
                </ns1:solidFill>
                <ns1:latin typeface="Aptos"/>
                <ns1:ea typeface="Aptos"/>
                <ns1:cs typeface="Aptos"/>
              </ns1:defRPr>
            </ns1:lvl6pPr>
            <ns1:lvl7pPr algn="l">
              <ns1:defRPr sz="1425" b="1">
                <ns1:solidFill>
                  <ns1:srgbClr val="22B8A8"/>
                </ns1:solidFill>
                <ns1:latin typeface="Aptos"/>
                <ns1:ea typeface="Aptos"/>
                <ns1:cs typeface="Aptos"/>
              </ns1:defRPr>
            </ns1:lvl7pPr>
            <ns1:lvl8pPr algn="l">
              <ns1:defRPr sz="1425" b="1">
                <ns1:solidFill>
                  <ns1:srgbClr val="22B8A8"/>
                </ns1:solidFill>
                <ns1:latin typeface="Aptos"/>
                <ns1:ea typeface="Aptos"/>
                <ns1:cs typeface="Aptos"/>
              </ns1:defRPr>
            </ns1:lvl8pPr>
            <ns1:lvl9pPr algn="l">
              <ns1:defRPr sz="1425" b="1">
                <ns1:solidFill>
                  <ns1:srgbClr val="22B8A8"/>
                </ns1:solidFill>
                <ns1:latin typeface="Aptos"/>
                <ns1:ea typeface="Aptos"/>
                <ns1:cs typeface="Aptos"/>
              </ns1:defRPr>
            </ns1:lvl9pPr>
          </ns1:lstStyle>
          <ns1:p>
            <ns1:pPr algn="l">
              <ns1:defRPr sz="1425" b="1">
                <ns1:solidFill>
                  <ns1:srgbClr val="22B8A8"/>
                </ns1:solidFill>
                <ns1:latin typeface="Aptos"/>
                <ns1:ea typeface="Aptos"/>
                <ns1:cs typeface="Aptos"/>
              </ns1:defRPr>
            </ns1:pPr>
            <ns1:r>
              <ns1:rPr sz="1425" b="1">
                <ns1:solidFill>
                  <ns1:srgbClr val="22B8A8"/>
                </ns1:solidFill>
                <ns1:latin typeface="Aptos"/>
                <ns1:ea typeface="Aptos"/>
                <ns1:cs typeface="Aptos"/>
              </ns1:rPr>
              <ns1:t>Claims firmados</ns1:t>
            </ns1:r>
          </ns1:p>
        </ns0:txBody>
      </ns0:sp>
      <ns0:sp>
        <ns0:nvSpPr>
          <ns0:cNvPr id="70" name="">
            <ns1:extLst>
              <ns1:ext uri="{FF2B5EF4-FFF2-40B4-BE49-F238E27FC236}">
                <ns2:creationId id="{DF02F367-1D6F-413C-8278-420AC7C15740}"/>
              </ns1:ext>
            </ns1:extLst>
          </ns0:cNvPr>
          <ns0:cNvSpPr>
            <ns1:spLocks noGrp="1"/>
          </ns0:cNvSpPr>
          <ns0:nvPr/>
        </ns0:nvSpPr>
        <ns0:spPr>
          <ns1:xfrm>
            <ns1:off x="7734300" y="4762500"/>
            <ns1:ext cx="3362325" cy="44767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Datos cubiertos por la firma</ns1:t>
            </ns1:r>
          </ns1:p>
        </ns0:txBody>
      </ns0:sp>
      <ns0:sp>
        <ns0:nvSpPr>
          <ns0:cNvPr id="71" name="">
            <ns1:extLst>
              <ns1:ext uri="{FF2B5EF4-FFF2-40B4-BE49-F238E27FC236}">
                <ns2:creationId id="{D47AFB95-B0E6-4A56-8AB3-4732CC1A06F9}"/>
              </ns1:ext>
            </ns1:extLst>
          </ns0:cNvPr>
          <ns0:cNvSpPr>
            <ns1:spLocks noGrp="1"/>
          </ns0:cNvSpPr>
          <ns0:nvPr/>
        </ns0:nvSpPr>
        <ns0:spPr>
          <ns1:xfrm>
            <ns1:off x="857250" y="5381625"/>
            <ns1:ext cx="9906000" cy="342900"/>
          </ns1:xfrm>
          <ns1:prstGeom prst="rect">
            <ns1:avLst/>
          </ns1:prstGeom>
          <ns1:noFill/>
          <ns1:ln w="0">
            <ns1:noFill/>
            <ns1:prstDash val="solid"/>
          </ns1:ln>
        </ns0:spPr>
        <ns0:txBody>
          <ns1:bodyPr lIns="0" tIns="0" rIns="0" bIns="0" anchor="ctr">
            <ns1:normAutofit fontScale="100000"/>
          </ns1:bodyPr>
          <ns1:lstStyle>
            <ns1:defPPr algn="ctr">
              <ns1:defRPr sz="1650" b="1">
                <ns1:solidFill>
                  <ns1:srgbClr val="D95757"/>
                </ns1:solidFill>
                <ns1:latin typeface="Aptos"/>
                <ns1:ea typeface="Aptos"/>
                <ns1:cs typeface="Aptos"/>
              </ns1:defRPr>
            </ns1:defPPr>
            <ns1:lvl1pPr algn="ctr">
              <ns1:defRPr sz="1650" b="1">
                <ns1:solidFill>
                  <ns1:srgbClr val="D95757"/>
                </ns1:solidFill>
                <ns1:latin typeface="Aptos"/>
                <ns1:ea typeface="Aptos"/>
                <ns1:cs typeface="Aptos"/>
              </ns1:defRPr>
            </ns1:lvl1pPr>
            <ns1:lvl2pPr algn="ctr">
              <ns1:defRPr sz="1650" b="1">
                <ns1:solidFill>
                  <ns1:srgbClr val="D95757"/>
                </ns1:solidFill>
                <ns1:latin typeface="Aptos"/>
                <ns1:ea typeface="Aptos"/>
                <ns1:cs typeface="Aptos"/>
              </ns1:defRPr>
            </ns1:lvl2pPr>
            <ns1:lvl3pPr algn="ctr">
              <ns1:defRPr sz="1650" b="1">
                <ns1:solidFill>
                  <ns1:srgbClr val="D95757"/>
                </ns1:solidFill>
                <ns1:latin typeface="Aptos"/>
                <ns1:ea typeface="Aptos"/>
                <ns1:cs typeface="Aptos"/>
              </ns1:defRPr>
            </ns1:lvl3pPr>
            <ns1:lvl4pPr algn="ctr">
              <ns1:defRPr sz="1650" b="1">
                <ns1:solidFill>
                  <ns1:srgbClr val="D95757"/>
                </ns1:solidFill>
                <ns1:latin typeface="Aptos"/>
                <ns1:ea typeface="Aptos"/>
                <ns1:cs typeface="Aptos"/>
              </ns1:defRPr>
            </ns1:lvl4pPr>
            <ns1:lvl5pPr algn="ctr">
              <ns1:defRPr sz="1650" b="1">
                <ns1:solidFill>
                  <ns1:srgbClr val="D95757"/>
                </ns1:solidFill>
                <ns1:latin typeface="Aptos"/>
                <ns1:ea typeface="Aptos"/>
                <ns1:cs typeface="Aptos"/>
              </ns1:defRPr>
            </ns1:lvl5pPr>
            <ns1:lvl6pPr algn="ctr">
              <ns1:defRPr sz="1650" b="1">
                <ns1:solidFill>
                  <ns1:srgbClr val="D95757"/>
                </ns1:solidFill>
                <ns1:latin typeface="Aptos"/>
                <ns1:ea typeface="Aptos"/>
                <ns1:cs typeface="Aptos"/>
              </ns1:defRPr>
            </ns1:lvl6pPr>
            <ns1:lvl7pPr algn="ctr">
              <ns1:defRPr sz="1650" b="1">
                <ns1:solidFill>
                  <ns1:srgbClr val="D95757"/>
                </ns1:solidFill>
                <ns1:latin typeface="Aptos"/>
                <ns1:ea typeface="Aptos"/>
                <ns1:cs typeface="Aptos"/>
              </ns1:defRPr>
            </ns1:lvl7pPr>
            <ns1:lvl8pPr algn="ctr">
              <ns1:defRPr sz="1650" b="1">
                <ns1:solidFill>
                  <ns1:srgbClr val="D95757"/>
                </ns1:solidFill>
                <ns1:latin typeface="Aptos"/>
                <ns1:ea typeface="Aptos"/>
                <ns1:cs typeface="Aptos"/>
              </ns1:defRPr>
            </ns1:lvl8pPr>
            <ns1:lvl9pPr algn="ctr">
              <ns1:defRPr sz="1650" b="1">
                <ns1:solidFill>
                  <ns1:srgbClr val="D95757"/>
                </ns1:solidFill>
                <ns1:latin typeface="Aptos"/>
                <ns1:ea typeface="Aptos"/>
                <ns1:cs typeface="Aptos"/>
              </ns1:defRPr>
            </ns1:lvl9pPr>
          </ns1:lstStyle>
          <ns1:p>
            <ns1:pPr algn="ctr">
              <ns1:defRPr sz="1650" b="1">
                <ns1:solidFill>
                  <ns1:srgbClr val="D95757"/>
                </ns1:solidFill>
                <ns1:latin typeface="Aptos"/>
                <ns1:ea typeface="Aptos"/>
                <ns1:cs typeface="Aptos"/>
              </ns1:defRPr>
            </ns1:pPr>
            <ns1:r>
              <ns1:rPr sz="1650" b="1">
                <ns1:solidFill>
                  <ns1:srgbClr val="D95757"/>
                </ns1:solidFill>
                <ns1:latin typeface="Aptos"/>
                <ns1:ea typeface="Aptos"/>
                <ns1:cs typeface="Aptos"/>
              </ns1:rPr>
              <ns1:t>La firma protege estos datos frente a cambios.</ns1:t>
            </ns1:r>
          </ns1:p>
        </ns0:txBody>
      </ns0:sp>
    </ns0:spTree>
    <ns0:extLst>
      <ns0:ext uri="{BB962C8B-B14F-4D97-AF65-F5344CB8AC3E}">
        <ns3:creationId val="260441486"/>
      </ns0:ext>
    </ns0:extLst>
  </ns0:cSld>
</ns0:sld>
</file>

<file path=ppt/slides/slide1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63" name="">
            <ns1:extLst>
              <ns1:ext uri="{FF2B5EF4-FFF2-40B4-BE49-F238E27FC236}">
                <ns2:creationId id="{F3018775-AAD6-494D-8BC4-D2D2532C12CC}"/>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IMPLEMENTACIÓN · ENTREGA</ns1:t>
            </ns1:r>
          </ns1:p>
        </ns0:txBody>
      </ns0:sp>
      <ns0:sp>
        <ns0:nvSpPr>
          <ns0:cNvPr id="2" name="">
            <ns1:extLst>
              <ns1:ext uri="{FF2B5EF4-FFF2-40B4-BE49-F238E27FC236}">
                <ns2:creationId id="{23D7BD1D-2C55-4CD6-8F5F-277518081523}"/>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2:30</ns1:t>
            </ns1:r>
          </ns1:p>
        </ns0:txBody>
      </ns0:sp>
      <ns0:sp>
        <ns0:nvSpPr>
          <ns0:cNvPr id="3" name="">
            <ns1:extLst>
              <ns1:ext uri="{FF2B5EF4-FFF2-40B4-BE49-F238E27FC236}">
                <ns2:creationId id="{B12F3A6E-8E7E-4896-BFD8-8ADF812BE4DE}"/>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El QR de entrega vence y se usa una sola vez</ns1:t>
            </ns1:r>
          </ns1:p>
        </ns0:txBody>
      </ns0:sp>
      <ns0:sp>
        <ns0:nvSpPr>
          <ns0:cNvPr id="4" name="">
            <ns1:extLst>
              <ns1:ext uri="{FF2B5EF4-FFF2-40B4-BE49-F238E27FC236}">
                <ns2:creationId id="{614C639A-497C-49D9-B6CA-51F763726D25}"/>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483C52E0-AEB2-4CEF-9B83-849BCAAF5BEF}"/>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9B7A5482-BA4D-41C6-9755-A708B1961015}"/>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16</ns1:t>
            </ns1:r>
          </ns1:p>
        </ns0:txBody>
      </ns0:sp>
      <ns0:sp>
        <ns0:nvSpPr>
          <ns0:cNvPr id="7" name="">
            <ns1:extLst>
              <ns1:ext uri="{FF2B5EF4-FFF2-40B4-BE49-F238E27FC236}">
                <ns2:creationId id="{D50D5EA9-56B7-4263-A844-731868EA8067}"/>
              </ns1:ext>
            </ns1:extLst>
          </ns0:cNvPr>
          <ns0:cNvSpPr>
            <ns1:spLocks noGrp="1"/>
          </ns0:cNvSpPr>
          <ns0:nvPr/>
        </ns0:nvSpPr>
        <ns0:spPr>
          <ns1:xfrm>
            <ns1:off x="1571625" y="1857375"/>
            <ns1:ext cx="666750" cy="666750"/>
          </ns1:xfrm>
          <ns1:prstGeom prst="ellipse">
            <ns1:avLst/>
          </ns1:prstGeom>
          <ns1:solidFill>
            <ns1:srgbClr val="2846A0"/>
          </ns1:solidFill>
          <ns1:ln w="0">
            <ns1:noFill/>
            <ns1:prstDash val="solid"/>
          </ns1:ln>
        </ns0:spPr>
      </ns0:sp>
      <ns0:sp>
        <ns0:nvSpPr>
          <ns0:cNvPr id="8" name="">
            <ns1:extLst>
              <ns1:ext uri="{FF2B5EF4-FFF2-40B4-BE49-F238E27FC236}">
                <ns2:creationId id="{8AB5DA0D-4018-4BFA-8D2D-70220D0572C1}"/>
              </ns1:ext>
            </ns1:extLst>
          </ns0:cNvPr>
          <ns0:cNvSpPr>
            <ns1:spLocks noGrp="1"/>
          </ns0:cNvSpPr>
          <ns0:nvPr/>
        </ns0:nvSpPr>
        <ns0:spPr>
          <ns1:xfrm>
            <ns1:off x="1571625" y="1857375"/>
            <ns1:ext cx="666750" cy="666750"/>
          </ns1:xfrm>
          <ns1:prstGeom prst="rect">
            <ns1:avLst/>
          </ns1:prstGeom>
          <ns1:noFill/>
          <ns1:ln w="0">
            <ns1:noFill/>
            <ns1:prstDash val="solid"/>
          </ns1:ln>
        </ns0:spPr>
        <ns0:txBody>
          <ns1:bodyPr lIns="0" tIns="0" rIns="0" bIns="0" anchor="ctr">
            <ns1:normAutofit fontScale="100000"/>
          </ns1:bodyPr>
          <ns1:lstStyle>
            <ns1:defPPr algn="ctr">
              <ns1:defRPr sz="2025" b="1">
                <ns1:solidFill>
                  <ns1:srgbClr val="FFFFFF"/>
                </ns1:solidFill>
                <ns1:latin typeface="Aptos"/>
                <ns1:ea typeface="Aptos"/>
                <ns1:cs typeface="Aptos"/>
              </ns1:defRPr>
            </ns1:defPPr>
            <ns1:lvl1pPr algn="ctr">
              <ns1:defRPr sz="2025" b="1">
                <ns1:solidFill>
                  <ns1:srgbClr val="FFFFFF"/>
                </ns1:solidFill>
                <ns1:latin typeface="Aptos"/>
                <ns1:ea typeface="Aptos"/>
                <ns1:cs typeface="Aptos"/>
              </ns1:defRPr>
            </ns1:lvl1pPr>
            <ns1:lvl2pPr algn="ctr">
              <ns1:defRPr sz="2025" b="1">
                <ns1:solidFill>
                  <ns1:srgbClr val="FFFFFF"/>
                </ns1:solidFill>
                <ns1:latin typeface="Aptos"/>
                <ns1:ea typeface="Aptos"/>
                <ns1:cs typeface="Aptos"/>
              </ns1:defRPr>
            </ns1:lvl2pPr>
            <ns1:lvl3pPr algn="ctr">
              <ns1:defRPr sz="2025" b="1">
                <ns1:solidFill>
                  <ns1:srgbClr val="FFFFFF"/>
                </ns1:solidFill>
                <ns1:latin typeface="Aptos"/>
                <ns1:ea typeface="Aptos"/>
                <ns1:cs typeface="Aptos"/>
              </ns1:defRPr>
            </ns1:lvl3pPr>
            <ns1:lvl4pPr algn="ctr">
              <ns1:defRPr sz="2025" b="1">
                <ns1:solidFill>
                  <ns1:srgbClr val="FFFFFF"/>
                </ns1:solidFill>
                <ns1:latin typeface="Aptos"/>
                <ns1:ea typeface="Aptos"/>
                <ns1:cs typeface="Aptos"/>
              </ns1:defRPr>
            </ns1:lvl4pPr>
            <ns1:lvl5pPr algn="ctr">
              <ns1:defRPr sz="2025" b="1">
                <ns1:solidFill>
                  <ns1:srgbClr val="FFFFFF"/>
                </ns1:solidFill>
                <ns1:latin typeface="Aptos"/>
                <ns1:ea typeface="Aptos"/>
                <ns1:cs typeface="Aptos"/>
              </ns1:defRPr>
            </ns1:lvl5pPr>
            <ns1:lvl6pPr algn="ctr">
              <ns1:defRPr sz="2025" b="1">
                <ns1:solidFill>
                  <ns1:srgbClr val="FFFFFF"/>
                </ns1:solidFill>
                <ns1:latin typeface="Aptos"/>
                <ns1:ea typeface="Aptos"/>
                <ns1:cs typeface="Aptos"/>
              </ns1:defRPr>
            </ns1:lvl6pPr>
            <ns1:lvl7pPr algn="ctr">
              <ns1:defRPr sz="2025" b="1">
                <ns1:solidFill>
                  <ns1:srgbClr val="FFFFFF"/>
                </ns1:solidFill>
                <ns1:latin typeface="Aptos"/>
                <ns1:ea typeface="Aptos"/>
                <ns1:cs typeface="Aptos"/>
              </ns1:defRPr>
            </ns1:lvl7pPr>
            <ns1:lvl8pPr algn="ctr">
              <ns1:defRPr sz="2025" b="1">
                <ns1:solidFill>
                  <ns1:srgbClr val="FFFFFF"/>
                </ns1:solidFill>
                <ns1:latin typeface="Aptos"/>
                <ns1:ea typeface="Aptos"/>
                <ns1:cs typeface="Aptos"/>
              </ns1:defRPr>
            </ns1:lvl8pPr>
            <ns1:lvl9pPr algn="ctr">
              <ns1:defRPr sz="2025" b="1">
                <ns1:solidFill>
                  <ns1:srgbClr val="FFFFFF"/>
                </ns1:solidFill>
                <ns1:latin typeface="Aptos"/>
                <ns1:ea typeface="Aptos"/>
                <ns1:cs typeface="Aptos"/>
              </ns1:defRPr>
            </ns1:lvl9pPr>
          </ns1:lstStyle>
          <ns1:p>
            <ns1:pPr algn="ctr">
              <ns1:defRPr sz="2025" b="1">
                <ns1:solidFill>
                  <ns1:srgbClr val="FFFFFF"/>
                </ns1:solidFill>
                <ns1:latin typeface="Aptos"/>
                <ns1:ea typeface="Aptos"/>
                <ns1:cs typeface="Aptos"/>
              </ns1:defRPr>
            </ns1:pPr>
            <ns1:r>
              <ns1:rPr sz="2025" b="1">
                <ns1:solidFill>
                  <ns1:srgbClr val="FFFFFF"/>
                </ns1:solidFill>
                <ns1:latin typeface="Aptos"/>
                <ns1:ea typeface="Aptos"/>
                <ns1:cs typeface="Aptos"/>
              </ns1:rPr>
              <ns1:t>1</ns1:t>
            </ns1:r>
          </ns1:p>
        </ns0:txBody>
      </ns0:sp>
      <ns0:sp>
        <ns0:nvSpPr>
          <ns0:cNvPr id="9" name="">
            <ns1:extLst>
              <ns1:ext uri="{FF2B5EF4-FFF2-40B4-BE49-F238E27FC236}">
                <ns2:creationId id="{C6D76B19-85FF-4E5E-83B8-842BEF794EFB}"/>
              </ns1:ext>
            </ns1:extLst>
          </ns0:cNvPr>
          <ns0:cNvSpPr>
            <ns1:spLocks noGrp="1"/>
          </ns0:cNvSpPr>
          <ns0:nvPr/>
        </ns0:nvSpPr>
        <ns0:spPr>
          <ns1:xfrm>
            <ns1:off x="800100" y="2781300"/>
            <ns1:ext cx="2190750" cy="26670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172554"/>
                </ns1:solidFill>
                <ns1:latin typeface="Aptos"/>
                <ns1:ea typeface="Aptos"/>
                <ns1:cs typeface="Aptos"/>
              </ns1:defRPr>
            </ns1:defPPr>
            <ns1:lvl1pPr algn="ctr">
              <ns1:defRPr sz="1425" b="1">
                <ns1:solidFill>
                  <ns1:srgbClr val="172554"/>
                </ns1:solidFill>
                <ns1:latin typeface="Aptos"/>
                <ns1:ea typeface="Aptos"/>
                <ns1:cs typeface="Aptos"/>
              </ns1:defRPr>
            </ns1:lvl1pPr>
            <ns1:lvl2pPr algn="ctr">
              <ns1:defRPr sz="1425" b="1">
                <ns1:solidFill>
                  <ns1:srgbClr val="172554"/>
                </ns1:solidFill>
                <ns1:latin typeface="Aptos"/>
                <ns1:ea typeface="Aptos"/>
                <ns1:cs typeface="Aptos"/>
              </ns1:defRPr>
            </ns1:lvl2pPr>
            <ns1:lvl3pPr algn="ctr">
              <ns1:defRPr sz="1425" b="1">
                <ns1:solidFill>
                  <ns1:srgbClr val="172554"/>
                </ns1:solidFill>
                <ns1:latin typeface="Aptos"/>
                <ns1:ea typeface="Aptos"/>
                <ns1:cs typeface="Aptos"/>
              </ns1:defRPr>
            </ns1:lvl3pPr>
            <ns1:lvl4pPr algn="ctr">
              <ns1:defRPr sz="1425" b="1">
                <ns1:solidFill>
                  <ns1:srgbClr val="172554"/>
                </ns1:solidFill>
                <ns1:latin typeface="Aptos"/>
                <ns1:ea typeface="Aptos"/>
                <ns1:cs typeface="Aptos"/>
              </ns1:defRPr>
            </ns1:lvl4pPr>
            <ns1:lvl5pPr algn="ctr">
              <ns1:defRPr sz="1425" b="1">
                <ns1:solidFill>
                  <ns1:srgbClr val="172554"/>
                </ns1:solidFill>
                <ns1:latin typeface="Aptos"/>
                <ns1:ea typeface="Aptos"/>
                <ns1:cs typeface="Aptos"/>
              </ns1:defRPr>
            </ns1:lvl5pPr>
            <ns1:lvl6pPr algn="ctr">
              <ns1:defRPr sz="1425" b="1">
                <ns1:solidFill>
                  <ns1:srgbClr val="172554"/>
                </ns1:solidFill>
                <ns1:latin typeface="Aptos"/>
                <ns1:ea typeface="Aptos"/>
                <ns1:cs typeface="Aptos"/>
              </ns1:defRPr>
            </ns1:lvl6pPr>
            <ns1:lvl7pPr algn="ctr">
              <ns1:defRPr sz="1425" b="1">
                <ns1:solidFill>
                  <ns1:srgbClr val="172554"/>
                </ns1:solidFill>
                <ns1:latin typeface="Aptos"/>
                <ns1:ea typeface="Aptos"/>
                <ns1:cs typeface="Aptos"/>
              </ns1:defRPr>
            </ns1:lvl7pPr>
            <ns1:lvl8pPr algn="ctr">
              <ns1:defRPr sz="1425" b="1">
                <ns1:solidFill>
                  <ns1:srgbClr val="172554"/>
                </ns1:solidFill>
                <ns1:latin typeface="Aptos"/>
                <ns1:ea typeface="Aptos"/>
                <ns1:cs typeface="Aptos"/>
              </ns1:defRPr>
            </ns1:lvl8pPr>
            <ns1:lvl9pPr algn="ctr">
              <ns1:defRPr sz="1425" b="1">
                <ns1:solidFill>
                  <ns1:srgbClr val="172554"/>
                </ns1:solidFill>
                <ns1:latin typeface="Aptos"/>
                <ns1:ea typeface="Aptos"/>
                <ns1:cs typeface="Aptos"/>
              </ns1:defRPr>
            </ns1:lvl9pPr>
          </ns1:lstStyle>
          <ns1:p>
            <ns1:pPr algn="ctr">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Código aleatorio</ns1:t>
            </ns1:r>
          </ns1:p>
        </ns0:txBody>
      </ns0:sp>
      <ns0:sp>
        <ns0:nvSpPr>
          <ns0:cNvPr id="10" name="">
            <ns1:extLst>
              <ns1:ext uri="{FF2B5EF4-FFF2-40B4-BE49-F238E27FC236}">
                <ns2:creationId id="{21C4D190-D18F-46FF-B908-B70B6969EF2A}"/>
              </ns1:ext>
            </ns1:extLst>
          </ns0:cNvPr>
          <ns0:cNvSpPr>
            <ns1:spLocks noGrp="1"/>
          </ns0:cNvSpPr>
          <ns0:nvPr/>
        </ns0:nvSpPr>
        <ns0:spPr>
          <ns1:xfrm>
            <ns1:off x="790575" y="3181350"/>
            <ns1:ext cx="2209800" cy="571500"/>
          </ns1:xfrm>
          <ns1:prstGeom prst="rect">
            <ns1:avLst/>
          </ns1:prstGeom>
          <ns1:noFill/>
          <ns1:ln w="0">
            <ns1:noFill/>
            <ns1:prstDash val="solid"/>
          </ns1:ln>
        </ns0:spPr>
        <ns0:txBody>
          <ns1:bodyPr lIns="0" tIns="0" rIns="0" bIns="0" anchor="ctr">
            <ns1:normAutofit fontScale="100000"/>
          </ns1:bodyPr>
          <ns1:lstStyle>
            <ns1:defPPr algn="ctr">
              <ns1:defRPr sz="1200" b="0">
                <ns1:solidFill>
                  <ns1:srgbClr val="536276"/>
                </ns1:solidFill>
                <ns1:latin typeface="Aptos"/>
                <ns1:ea typeface="Aptos"/>
                <ns1:cs typeface="Aptos"/>
              </ns1:defRPr>
            </ns1:defPPr>
            <ns1:lvl1pPr algn="ctr">
              <ns1:defRPr sz="1200" b="0">
                <ns1:solidFill>
                  <ns1:srgbClr val="536276"/>
                </ns1:solidFill>
                <ns1:latin typeface="Aptos"/>
                <ns1:ea typeface="Aptos"/>
                <ns1:cs typeface="Aptos"/>
              </ns1:defRPr>
            </ns1:lvl1pPr>
            <ns1:lvl2pPr algn="ctr">
              <ns1:defRPr sz="1200" b="0">
                <ns1:solidFill>
                  <ns1:srgbClr val="536276"/>
                </ns1:solidFill>
                <ns1:latin typeface="Aptos"/>
                <ns1:ea typeface="Aptos"/>
                <ns1:cs typeface="Aptos"/>
              </ns1:defRPr>
            </ns1:lvl2pPr>
            <ns1:lvl3pPr algn="ctr">
              <ns1:defRPr sz="1200" b="0">
                <ns1:solidFill>
                  <ns1:srgbClr val="536276"/>
                </ns1:solidFill>
                <ns1:latin typeface="Aptos"/>
                <ns1:ea typeface="Aptos"/>
                <ns1:cs typeface="Aptos"/>
              </ns1:defRPr>
            </ns1:lvl3pPr>
            <ns1:lvl4pPr algn="ctr">
              <ns1:defRPr sz="1200" b="0">
                <ns1:solidFill>
                  <ns1:srgbClr val="536276"/>
                </ns1:solidFill>
                <ns1:latin typeface="Aptos"/>
                <ns1:ea typeface="Aptos"/>
                <ns1:cs typeface="Aptos"/>
              </ns1:defRPr>
            </ns1:lvl4pPr>
            <ns1:lvl5pPr algn="ctr">
              <ns1:defRPr sz="1200" b="0">
                <ns1:solidFill>
                  <ns1:srgbClr val="536276"/>
                </ns1:solidFill>
                <ns1:latin typeface="Aptos"/>
                <ns1:ea typeface="Aptos"/>
                <ns1:cs typeface="Aptos"/>
              </ns1:defRPr>
            </ns1:lvl5pPr>
            <ns1:lvl6pPr algn="ctr">
              <ns1:defRPr sz="1200" b="0">
                <ns1:solidFill>
                  <ns1:srgbClr val="536276"/>
                </ns1:solidFill>
                <ns1:latin typeface="Aptos"/>
                <ns1:ea typeface="Aptos"/>
                <ns1:cs typeface="Aptos"/>
              </ns1:defRPr>
            </ns1:lvl6pPr>
            <ns1:lvl7pPr algn="ctr">
              <ns1:defRPr sz="1200" b="0">
                <ns1:solidFill>
                  <ns1:srgbClr val="536276"/>
                </ns1:solidFill>
                <ns1:latin typeface="Aptos"/>
                <ns1:ea typeface="Aptos"/>
                <ns1:cs typeface="Aptos"/>
              </ns1:defRPr>
            </ns1:lvl7pPr>
            <ns1:lvl8pPr algn="ctr">
              <ns1:defRPr sz="1200" b="0">
                <ns1:solidFill>
                  <ns1:srgbClr val="536276"/>
                </ns1:solidFill>
                <ns1:latin typeface="Aptos"/>
                <ns1:ea typeface="Aptos"/>
                <ns1:cs typeface="Aptos"/>
              </ns1:defRPr>
            </ns1:lvl8pPr>
            <ns1:lvl9pPr algn="ctr">
              <ns1:defRPr sz="1200" b="0">
                <ns1:solidFill>
                  <ns1:srgbClr val="536276"/>
                </ns1:solidFill>
                <ns1:latin typeface="Aptos"/>
                <ns1:ea typeface="Aptos"/>
                <ns1:cs typeface="Aptos"/>
              </ns1:defRPr>
            </ns1:lvl9pPr>
          </ns1:lstStyle>
          <ns1:p>
            <ns1:pPr algn="ctr">
              <ns1:defRPr sz="1200" b="0">
                <ns1:solidFill>
                  <ns1:srgbClr val="536276"/>
                </ns1:solidFill>
                <ns1:latin typeface="Aptos"/>
                <ns1:ea typeface="Aptos"/>
                <ns1:cs typeface="Aptos"/>
              </ns1:defRPr>
            </ns1:pPr>
            <ns1:r>
              <ns1:rPr sz="1200" b="0">
                <ns1:solidFill>
                  <ns1:srgbClr val="536276"/>
                </ns1:solidFill>
                <ns1:latin typeface="Aptos"/>
                <ns1:ea typeface="Aptos"/>
                <ns1:cs typeface="Aptos"/>
              </ns1:rPr>
              <ns1:t>El QR apunta a una entrega; no muestra la credencial.</ns1:t>
            </ns1:r>
          </ns1:p>
        </ns0:txBody>
      </ns0:sp>
      <ns0:sp>
        <ns0:nvSpPr>
          <ns0:cNvPr id="11" name="">
            <ns1:extLst>
              <ns1:ext uri="{FF2B5EF4-FFF2-40B4-BE49-F238E27FC236}">
                <ns2:creationId id="{7EE84ECB-BA90-4F83-8F7A-DCD1BFFBF484}"/>
              </ns1:ext>
            </ns1:extLst>
          </ns0:cNvPr>
          <ns0:cNvSpPr>
            <ns1:spLocks noGrp="1"/>
          </ns0:cNvSpPr>
          <ns0:nvPr/>
        </ns0:nvSpPr>
        <ns0:spPr>
          <ns1:xfrm>
            <ns1:off x="4391025" y="1857375"/>
            <ns1:ext cx="666750" cy="666750"/>
          </ns1:xfrm>
          <ns1:prstGeom prst="ellipse">
            <ns1:avLst/>
          </ns1:prstGeom>
          <ns1:solidFill>
            <ns1:srgbClr val="22B8A8"/>
          </ns1:solidFill>
          <ns1:ln w="0">
            <ns1:noFill/>
            <ns1:prstDash val="solid"/>
          </ns1:ln>
        </ns0:spPr>
      </ns0:sp>
      <ns0:sp>
        <ns0:nvSpPr>
          <ns0:cNvPr id="12" name="">
            <ns1:extLst>
              <ns1:ext uri="{FF2B5EF4-FFF2-40B4-BE49-F238E27FC236}">
                <ns2:creationId id="{730CEDFD-9008-4C0B-8BC4-EF0D3CD9B2E1}"/>
              </ns1:ext>
            </ns1:extLst>
          </ns0:cNvPr>
          <ns0:cNvSpPr>
            <ns1:spLocks noGrp="1"/>
          </ns0:cNvSpPr>
          <ns0:nvPr/>
        </ns0:nvSpPr>
        <ns0:spPr>
          <ns1:xfrm>
            <ns1:off x="4391025" y="1857375"/>
            <ns1:ext cx="666750" cy="666750"/>
          </ns1:xfrm>
          <ns1:prstGeom prst="rect">
            <ns1:avLst/>
          </ns1:prstGeom>
          <ns1:noFill/>
          <ns1:ln w="0">
            <ns1:noFill/>
            <ns1:prstDash val="solid"/>
          </ns1:ln>
        </ns0:spPr>
        <ns0:txBody>
          <ns1:bodyPr lIns="0" tIns="0" rIns="0" bIns="0" anchor="ctr">
            <ns1:normAutofit fontScale="100000"/>
          </ns1:bodyPr>
          <ns1:lstStyle>
            <ns1:defPPr algn="ctr">
              <ns1:defRPr sz="2025" b="1">
                <ns1:solidFill>
                  <ns1:srgbClr val="FFFFFF"/>
                </ns1:solidFill>
                <ns1:latin typeface="Aptos"/>
                <ns1:ea typeface="Aptos"/>
                <ns1:cs typeface="Aptos"/>
              </ns1:defRPr>
            </ns1:defPPr>
            <ns1:lvl1pPr algn="ctr">
              <ns1:defRPr sz="2025" b="1">
                <ns1:solidFill>
                  <ns1:srgbClr val="FFFFFF"/>
                </ns1:solidFill>
                <ns1:latin typeface="Aptos"/>
                <ns1:ea typeface="Aptos"/>
                <ns1:cs typeface="Aptos"/>
              </ns1:defRPr>
            </ns1:lvl1pPr>
            <ns1:lvl2pPr algn="ctr">
              <ns1:defRPr sz="2025" b="1">
                <ns1:solidFill>
                  <ns1:srgbClr val="FFFFFF"/>
                </ns1:solidFill>
                <ns1:latin typeface="Aptos"/>
                <ns1:ea typeface="Aptos"/>
                <ns1:cs typeface="Aptos"/>
              </ns1:defRPr>
            </ns1:lvl2pPr>
            <ns1:lvl3pPr algn="ctr">
              <ns1:defRPr sz="2025" b="1">
                <ns1:solidFill>
                  <ns1:srgbClr val="FFFFFF"/>
                </ns1:solidFill>
                <ns1:latin typeface="Aptos"/>
                <ns1:ea typeface="Aptos"/>
                <ns1:cs typeface="Aptos"/>
              </ns1:defRPr>
            </ns1:lvl3pPr>
            <ns1:lvl4pPr algn="ctr">
              <ns1:defRPr sz="2025" b="1">
                <ns1:solidFill>
                  <ns1:srgbClr val="FFFFFF"/>
                </ns1:solidFill>
                <ns1:latin typeface="Aptos"/>
                <ns1:ea typeface="Aptos"/>
                <ns1:cs typeface="Aptos"/>
              </ns1:defRPr>
            </ns1:lvl4pPr>
            <ns1:lvl5pPr algn="ctr">
              <ns1:defRPr sz="2025" b="1">
                <ns1:solidFill>
                  <ns1:srgbClr val="FFFFFF"/>
                </ns1:solidFill>
                <ns1:latin typeface="Aptos"/>
                <ns1:ea typeface="Aptos"/>
                <ns1:cs typeface="Aptos"/>
              </ns1:defRPr>
            </ns1:lvl5pPr>
            <ns1:lvl6pPr algn="ctr">
              <ns1:defRPr sz="2025" b="1">
                <ns1:solidFill>
                  <ns1:srgbClr val="FFFFFF"/>
                </ns1:solidFill>
                <ns1:latin typeface="Aptos"/>
                <ns1:ea typeface="Aptos"/>
                <ns1:cs typeface="Aptos"/>
              </ns1:defRPr>
            </ns1:lvl6pPr>
            <ns1:lvl7pPr algn="ctr">
              <ns1:defRPr sz="2025" b="1">
                <ns1:solidFill>
                  <ns1:srgbClr val="FFFFFF"/>
                </ns1:solidFill>
                <ns1:latin typeface="Aptos"/>
                <ns1:ea typeface="Aptos"/>
                <ns1:cs typeface="Aptos"/>
              </ns1:defRPr>
            </ns1:lvl7pPr>
            <ns1:lvl8pPr algn="ctr">
              <ns1:defRPr sz="2025" b="1">
                <ns1:solidFill>
                  <ns1:srgbClr val="FFFFFF"/>
                </ns1:solidFill>
                <ns1:latin typeface="Aptos"/>
                <ns1:ea typeface="Aptos"/>
                <ns1:cs typeface="Aptos"/>
              </ns1:defRPr>
            </ns1:lvl8pPr>
            <ns1:lvl9pPr algn="ctr">
              <ns1:defRPr sz="2025" b="1">
                <ns1:solidFill>
                  <ns1:srgbClr val="FFFFFF"/>
                </ns1:solidFill>
                <ns1:latin typeface="Aptos"/>
                <ns1:ea typeface="Aptos"/>
                <ns1:cs typeface="Aptos"/>
              </ns1:defRPr>
            </ns1:lvl9pPr>
          </ns1:lstStyle>
          <ns1:p>
            <ns1:pPr algn="ctr">
              <ns1:defRPr sz="2025" b="1">
                <ns1:solidFill>
                  <ns1:srgbClr val="FFFFFF"/>
                </ns1:solidFill>
                <ns1:latin typeface="Aptos"/>
                <ns1:ea typeface="Aptos"/>
                <ns1:cs typeface="Aptos"/>
              </ns1:defRPr>
            </ns1:pPr>
            <ns1:r>
              <ns1:rPr sz="2025" b="1">
                <ns1:solidFill>
                  <ns1:srgbClr val="FFFFFF"/>
                </ns1:solidFill>
                <ns1:latin typeface="Aptos"/>
                <ns1:ea typeface="Aptos"/>
                <ns1:cs typeface="Aptos"/>
              </ns1:rPr>
              <ns1:t>2</ns1:t>
            </ns1:r>
          </ns1:p>
        </ns0:txBody>
      </ns0:sp>
      <ns0:sp>
        <ns0:nvSpPr>
          <ns0:cNvPr id="13" name="">
            <ns1:extLst>
              <ns1:ext uri="{FF2B5EF4-FFF2-40B4-BE49-F238E27FC236}">
                <ns2:creationId id="{BF4CC247-DDE3-48F8-8456-AF3CE9CB87C0}"/>
              </ns1:ext>
            </ns1:extLst>
          </ns0:cNvPr>
          <ns0:cNvSpPr>
            <ns1:spLocks noGrp="1"/>
          </ns0:cNvSpPr>
          <ns0:nvPr/>
        </ns0:nvSpPr>
        <ns0:spPr>
          <ns1:xfrm>
            <ns1:off x="3619500" y="2781300"/>
            <ns1:ext cx="2190750" cy="26670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172554"/>
                </ns1:solidFill>
                <ns1:latin typeface="Aptos"/>
                <ns1:ea typeface="Aptos"/>
                <ns1:cs typeface="Aptos"/>
              </ns1:defRPr>
            </ns1:defPPr>
            <ns1:lvl1pPr algn="ctr">
              <ns1:defRPr sz="1425" b="1">
                <ns1:solidFill>
                  <ns1:srgbClr val="172554"/>
                </ns1:solidFill>
                <ns1:latin typeface="Aptos"/>
                <ns1:ea typeface="Aptos"/>
                <ns1:cs typeface="Aptos"/>
              </ns1:defRPr>
            </ns1:lvl1pPr>
            <ns1:lvl2pPr algn="ctr">
              <ns1:defRPr sz="1425" b="1">
                <ns1:solidFill>
                  <ns1:srgbClr val="172554"/>
                </ns1:solidFill>
                <ns1:latin typeface="Aptos"/>
                <ns1:ea typeface="Aptos"/>
                <ns1:cs typeface="Aptos"/>
              </ns1:defRPr>
            </ns1:lvl2pPr>
            <ns1:lvl3pPr algn="ctr">
              <ns1:defRPr sz="1425" b="1">
                <ns1:solidFill>
                  <ns1:srgbClr val="172554"/>
                </ns1:solidFill>
                <ns1:latin typeface="Aptos"/>
                <ns1:ea typeface="Aptos"/>
                <ns1:cs typeface="Aptos"/>
              </ns1:defRPr>
            </ns1:lvl3pPr>
            <ns1:lvl4pPr algn="ctr">
              <ns1:defRPr sz="1425" b="1">
                <ns1:solidFill>
                  <ns1:srgbClr val="172554"/>
                </ns1:solidFill>
                <ns1:latin typeface="Aptos"/>
                <ns1:ea typeface="Aptos"/>
                <ns1:cs typeface="Aptos"/>
              </ns1:defRPr>
            </ns1:lvl4pPr>
            <ns1:lvl5pPr algn="ctr">
              <ns1:defRPr sz="1425" b="1">
                <ns1:solidFill>
                  <ns1:srgbClr val="172554"/>
                </ns1:solidFill>
                <ns1:latin typeface="Aptos"/>
                <ns1:ea typeface="Aptos"/>
                <ns1:cs typeface="Aptos"/>
              </ns1:defRPr>
            </ns1:lvl5pPr>
            <ns1:lvl6pPr algn="ctr">
              <ns1:defRPr sz="1425" b="1">
                <ns1:solidFill>
                  <ns1:srgbClr val="172554"/>
                </ns1:solidFill>
                <ns1:latin typeface="Aptos"/>
                <ns1:ea typeface="Aptos"/>
                <ns1:cs typeface="Aptos"/>
              </ns1:defRPr>
            </ns1:lvl6pPr>
            <ns1:lvl7pPr algn="ctr">
              <ns1:defRPr sz="1425" b="1">
                <ns1:solidFill>
                  <ns1:srgbClr val="172554"/>
                </ns1:solidFill>
                <ns1:latin typeface="Aptos"/>
                <ns1:ea typeface="Aptos"/>
                <ns1:cs typeface="Aptos"/>
              </ns1:defRPr>
            </ns1:lvl7pPr>
            <ns1:lvl8pPr algn="ctr">
              <ns1:defRPr sz="1425" b="1">
                <ns1:solidFill>
                  <ns1:srgbClr val="172554"/>
                </ns1:solidFill>
                <ns1:latin typeface="Aptos"/>
                <ns1:ea typeface="Aptos"/>
                <ns1:cs typeface="Aptos"/>
              </ns1:defRPr>
            </ns1:lvl8pPr>
            <ns1:lvl9pPr algn="ctr">
              <ns1:defRPr sz="1425" b="1">
                <ns1:solidFill>
                  <ns1:srgbClr val="172554"/>
                </ns1:solidFill>
                <ns1:latin typeface="Aptos"/>
                <ns1:ea typeface="Aptos"/>
                <ns1:cs typeface="Aptos"/>
              </ns1:defRPr>
            </ns1:lvl9pPr>
          </ns1:lstStyle>
          <ns1:p>
            <ns1:pPr algn="ctr">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Caducidad</ns1:t>
            </ns1:r>
          </ns1:p>
        </ns0:txBody>
      </ns0:sp>
      <ns0:sp>
        <ns0:nvSpPr>
          <ns0:cNvPr id="14" name="">
            <ns1:extLst>
              <ns1:ext uri="{FF2B5EF4-FFF2-40B4-BE49-F238E27FC236}">
                <ns2:creationId id="{33FBB5F0-CD4A-4650-A5B1-2956FBFEA190}"/>
              </ns1:ext>
            </ns1:extLst>
          </ns0:cNvPr>
          <ns0:cNvSpPr>
            <ns1:spLocks noGrp="1"/>
          </ns0:cNvSpPr>
          <ns0:nvPr/>
        </ns0:nvSpPr>
        <ns0:spPr>
          <ns1:xfrm>
            <ns1:off x="3609975" y="3181350"/>
            <ns1:ext cx="2209800" cy="571500"/>
          </ns1:xfrm>
          <ns1:prstGeom prst="rect">
            <ns1:avLst/>
          </ns1:prstGeom>
          <ns1:noFill/>
          <ns1:ln w="0">
            <ns1:noFill/>
            <ns1:prstDash val="solid"/>
          </ns1:ln>
        </ns0:spPr>
        <ns0:txBody>
          <ns1:bodyPr lIns="0" tIns="0" rIns="0" bIns="0" anchor="ctr">
            <ns1:normAutofit fontScale="100000"/>
          </ns1:bodyPr>
          <ns1:lstStyle>
            <ns1:defPPr algn="ctr">
              <ns1:defRPr sz="1200" b="0">
                <ns1:solidFill>
                  <ns1:srgbClr val="536276"/>
                </ns1:solidFill>
                <ns1:latin typeface="Aptos"/>
                <ns1:ea typeface="Aptos"/>
                <ns1:cs typeface="Aptos"/>
              </ns1:defRPr>
            </ns1:defPPr>
            <ns1:lvl1pPr algn="ctr">
              <ns1:defRPr sz="1200" b="0">
                <ns1:solidFill>
                  <ns1:srgbClr val="536276"/>
                </ns1:solidFill>
                <ns1:latin typeface="Aptos"/>
                <ns1:ea typeface="Aptos"/>
                <ns1:cs typeface="Aptos"/>
              </ns1:defRPr>
            </ns1:lvl1pPr>
            <ns1:lvl2pPr algn="ctr">
              <ns1:defRPr sz="1200" b="0">
                <ns1:solidFill>
                  <ns1:srgbClr val="536276"/>
                </ns1:solidFill>
                <ns1:latin typeface="Aptos"/>
                <ns1:ea typeface="Aptos"/>
                <ns1:cs typeface="Aptos"/>
              </ns1:defRPr>
            </ns1:lvl2pPr>
            <ns1:lvl3pPr algn="ctr">
              <ns1:defRPr sz="1200" b="0">
                <ns1:solidFill>
                  <ns1:srgbClr val="536276"/>
                </ns1:solidFill>
                <ns1:latin typeface="Aptos"/>
                <ns1:ea typeface="Aptos"/>
                <ns1:cs typeface="Aptos"/>
              </ns1:defRPr>
            </ns1:lvl3pPr>
            <ns1:lvl4pPr algn="ctr">
              <ns1:defRPr sz="1200" b="0">
                <ns1:solidFill>
                  <ns1:srgbClr val="536276"/>
                </ns1:solidFill>
                <ns1:latin typeface="Aptos"/>
                <ns1:ea typeface="Aptos"/>
                <ns1:cs typeface="Aptos"/>
              </ns1:defRPr>
            </ns1:lvl4pPr>
            <ns1:lvl5pPr algn="ctr">
              <ns1:defRPr sz="1200" b="0">
                <ns1:solidFill>
                  <ns1:srgbClr val="536276"/>
                </ns1:solidFill>
                <ns1:latin typeface="Aptos"/>
                <ns1:ea typeface="Aptos"/>
                <ns1:cs typeface="Aptos"/>
              </ns1:defRPr>
            </ns1:lvl5pPr>
            <ns1:lvl6pPr algn="ctr">
              <ns1:defRPr sz="1200" b="0">
                <ns1:solidFill>
                  <ns1:srgbClr val="536276"/>
                </ns1:solidFill>
                <ns1:latin typeface="Aptos"/>
                <ns1:ea typeface="Aptos"/>
                <ns1:cs typeface="Aptos"/>
              </ns1:defRPr>
            </ns1:lvl6pPr>
            <ns1:lvl7pPr algn="ctr">
              <ns1:defRPr sz="1200" b="0">
                <ns1:solidFill>
                  <ns1:srgbClr val="536276"/>
                </ns1:solidFill>
                <ns1:latin typeface="Aptos"/>
                <ns1:ea typeface="Aptos"/>
                <ns1:cs typeface="Aptos"/>
              </ns1:defRPr>
            </ns1:lvl7pPr>
            <ns1:lvl8pPr algn="ctr">
              <ns1:defRPr sz="1200" b="0">
                <ns1:solidFill>
                  <ns1:srgbClr val="536276"/>
                </ns1:solidFill>
                <ns1:latin typeface="Aptos"/>
                <ns1:ea typeface="Aptos"/>
                <ns1:cs typeface="Aptos"/>
              </ns1:defRPr>
            </ns1:lvl8pPr>
            <ns1:lvl9pPr algn="ctr">
              <ns1:defRPr sz="1200" b="0">
                <ns1:solidFill>
                  <ns1:srgbClr val="536276"/>
                </ns1:solidFill>
                <ns1:latin typeface="Aptos"/>
                <ns1:ea typeface="Aptos"/>
                <ns1:cs typeface="Aptos"/>
              </ns1:defRPr>
            </ns1:lvl9pPr>
          </ns1:lstStyle>
          <ns1:p>
            <ns1:pPr algn="ctr">
              <ns1:defRPr sz="1200" b="0">
                <ns1:solidFill>
                  <ns1:srgbClr val="536276"/>
                </ns1:solidFill>
                <ns1:latin typeface="Aptos"/>
                <ns1:ea typeface="Aptos"/>
                <ns1:cs typeface="Aptos"/>
              </ns1:defRPr>
            </ns1:pPr>
            <ns1:r>
              <ns1:rPr sz="1200" b="0">
                <ns1:solidFill>
                  <ns1:srgbClr val="536276"/>
                </ns1:solidFill>
                <ns1:latin typeface="Aptos"/>
                <ns1:ea typeface="Aptos"/>
                <ns1:cs typeface="Aptos"/>
              </ns1:rPr>
              <ns1:t>Vence a los 10 minutos.</ns1:t>
            </ns1:r>
          </ns1:p>
        </ns0:txBody>
      </ns0:sp>
      <ns0:sp>
        <ns0:nvSpPr>
          <ns0:cNvPr id="15" name="">
            <ns1:extLst>
              <ns1:ext uri="{FF2B5EF4-FFF2-40B4-BE49-F238E27FC236}">
                <ns2:creationId id="{17AF74EF-6436-4CED-ABD9-913EBC4E5090}"/>
              </ns1:ext>
            </ns1:extLst>
          </ns0:cNvPr>
          <ns0:cNvSpPr>
            <ns1:spLocks noGrp="1"/>
          </ns0:cNvSpPr>
          <ns0:nvPr/>
        </ns0:nvSpPr>
        <ns0:spPr>
          <ns1:xfrm>
            <ns1:off x="7210425" y="1857375"/>
            <ns1:ext cx="666750" cy="666750"/>
          </ns1:xfrm>
          <ns1:prstGeom prst="ellipse">
            <ns1:avLst/>
          </ns1:prstGeom>
          <ns1:solidFill>
            <ns1:srgbClr val="F2B544"/>
          </ns1:solidFill>
          <ns1:ln w="0">
            <ns1:noFill/>
            <ns1:prstDash val="solid"/>
          </ns1:ln>
        </ns0:spPr>
      </ns0:sp>
      <ns0:sp>
        <ns0:nvSpPr>
          <ns0:cNvPr id="16" name="">
            <ns1:extLst>
              <ns1:ext uri="{FF2B5EF4-FFF2-40B4-BE49-F238E27FC236}">
                <ns2:creationId id="{9DD8D149-DECE-47F9-94C4-024C5C44D436}"/>
              </ns1:ext>
            </ns1:extLst>
          </ns0:cNvPr>
          <ns0:cNvSpPr>
            <ns1:spLocks noGrp="1"/>
          </ns0:cNvSpPr>
          <ns0:nvPr/>
        </ns0:nvSpPr>
        <ns0:spPr>
          <ns1:xfrm>
            <ns1:off x="7210425" y="1857375"/>
            <ns1:ext cx="666750" cy="666750"/>
          </ns1:xfrm>
          <ns1:prstGeom prst="rect">
            <ns1:avLst/>
          </ns1:prstGeom>
          <ns1:noFill/>
          <ns1:ln w="0">
            <ns1:noFill/>
            <ns1:prstDash val="solid"/>
          </ns1:ln>
        </ns0:spPr>
        <ns0:txBody>
          <ns1:bodyPr lIns="0" tIns="0" rIns="0" bIns="0" anchor="ctr">
            <ns1:normAutofit fontScale="100000"/>
          </ns1:bodyPr>
          <ns1:lstStyle>
            <ns1:defPPr algn="ctr">
              <ns1:defRPr sz="2025" b="1">
                <ns1:solidFill>
                  <ns1:srgbClr val="FFFFFF"/>
                </ns1:solidFill>
                <ns1:latin typeface="Aptos"/>
                <ns1:ea typeface="Aptos"/>
                <ns1:cs typeface="Aptos"/>
              </ns1:defRPr>
            </ns1:defPPr>
            <ns1:lvl1pPr algn="ctr">
              <ns1:defRPr sz="2025" b="1">
                <ns1:solidFill>
                  <ns1:srgbClr val="FFFFFF"/>
                </ns1:solidFill>
                <ns1:latin typeface="Aptos"/>
                <ns1:ea typeface="Aptos"/>
                <ns1:cs typeface="Aptos"/>
              </ns1:defRPr>
            </ns1:lvl1pPr>
            <ns1:lvl2pPr algn="ctr">
              <ns1:defRPr sz="2025" b="1">
                <ns1:solidFill>
                  <ns1:srgbClr val="FFFFFF"/>
                </ns1:solidFill>
                <ns1:latin typeface="Aptos"/>
                <ns1:ea typeface="Aptos"/>
                <ns1:cs typeface="Aptos"/>
              </ns1:defRPr>
            </ns1:lvl2pPr>
            <ns1:lvl3pPr algn="ctr">
              <ns1:defRPr sz="2025" b="1">
                <ns1:solidFill>
                  <ns1:srgbClr val="FFFFFF"/>
                </ns1:solidFill>
                <ns1:latin typeface="Aptos"/>
                <ns1:ea typeface="Aptos"/>
                <ns1:cs typeface="Aptos"/>
              </ns1:defRPr>
            </ns1:lvl3pPr>
            <ns1:lvl4pPr algn="ctr">
              <ns1:defRPr sz="2025" b="1">
                <ns1:solidFill>
                  <ns1:srgbClr val="FFFFFF"/>
                </ns1:solidFill>
                <ns1:latin typeface="Aptos"/>
                <ns1:ea typeface="Aptos"/>
                <ns1:cs typeface="Aptos"/>
              </ns1:defRPr>
            </ns1:lvl4pPr>
            <ns1:lvl5pPr algn="ctr">
              <ns1:defRPr sz="2025" b="1">
                <ns1:solidFill>
                  <ns1:srgbClr val="FFFFFF"/>
                </ns1:solidFill>
                <ns1:latin typeface="Aptos"/>
                <ns1:ea typeface="Aptos"/>
                <ns1:cs typeface="Aptos"/>
              </ns1:defRPr>
            </ns1:lvl5pPr>
            <ns1:lvl6pPr algn="ctr">
              <ns1:defRPr sz="2025" b="1">
                <ns1:solidFill>
                  <ns1:srgbClr val="FFFFFF"/>
                </ns1:solidFill>
                <ns1:latin typeface="Aptos"/>
                <ns1:ea typeface="Aptos"/>
                <ns1:cs typeface="Aptos"/>
              </ns1:defRPr>
            </ns1:lvl6pPr>
            <ns1:lvl7pPr algn="ctr">
              <ns1:defRPr sz="2025" b="1">
                <ns1:solidFill>
                  <ns1:srgbClr val="FFFFFF"/>
                </ns1:solidFill>
                <ns1:latin typeface="Aptos"/>
                <ns1:ea typeface="Aptos"/>
                <ns1:cs typeface="Aptos"/>
              </ns1:defRPr>
            </ns1:lvl7pPr>
            <ns1:lvl8pPr algn="ctr">
              <ns1:defRPr sz="2025" b="1">
                <ns1:solidFill>
                  <ns1:srgbClr val="FFFFFF"/>
                </ns1:solidFill>
                <ns1:latin typeface="Aptos"/>
                <ns1:ea typeface="Aptos"/>
                <ns1:cs typeface="Aptos"/>
              </ns1:defRPr>
            </ns1:lvl8pPr>
            <ns1:lvl9pPr algn="ctr">
              <ns1:defRPr sz="2025" b="1">
                <ns1:solidFill>
                  <ns1:srgbClr val="FFFFFF"/>
                </ns1:solidFill>
                <ns1:latin typeface="Aptos"/>
                <ns1:ea typeface="Aptos"/>
                <ns1:cs typeface="Aptos"/>
              </ns1:defRPr>
            </ns1:lvl9pPr>
          </ns1:lstStyle>
          <ns1:p>
            <ns1:pPr algn="ctr">
              <ns1:defRPr sz="2025" b="1">
                <ns1:solidFill>
                  <ns1:srgbClr val="FFFFFF"/>
                </ns1:solidFill>
                <ns1:latin typeface="Aptos"/>
                <ns1:ea typeface="Aptos"/>
                <ns1:cs typeface="Aptos"/>
              </ns1:defRPr>
            </ns1:pPr>
            <ns1:r>
              <ns1:rPr sz="2025" b="1">
                <ns1:solidFill>
                  <ns1:srgbClr val="FFFFFF"/>
                </ns1:solidFill>
                <ns1:latin typeface="Aptos"/>
                <ns1:ea typeface="Aptos"/>
                <ns1:cs typeface="Aptos"/>
              </ns1:rPr>
              <ns1:t>3</ns1:t>
            </ns1:r>
          </ns1:p>
        </ns0:txBody>
      </ns0:sp>
      <ns0:sp>
        <ns0:nvSpPr>
          <ns0:cNvPr id="17" name="">
            <ns1:extLst>
              <ns1:ext uri="{FF2B5EF4-FFF2-40B4-BE49-F238E27FC236}">
                <ns2:creationId id="{D215831D-769A-4544-B490-DB1BE61EBB5B}"/>
              </ns1:ext>
            </ns1:extLst>
          </ns0:cNvPr>
          <ns0:cNvSpPr>
            <ns1:spLocks noGrp="1"/>
          </ns0:cNvSpPr>
          <ns0:nvPr/>
        </ns0:nvSpPr>
        <ns0:spPr>
          <ns1:xfrm>
            <ns1:off x="6438900" y="2781300"/>
            <ns1:ext cx="2190750" cy="26670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172554"/>
                </ns1:solidFill>
                <ns1:latin typeface="Aptos"/>
                <ns1:ea typeface="Aptos"/>
                <ns1:cs typeface="Aptos"/>
              </ns1:defRPr>
            </ns1:defPPr>
            <ns1:lvl1pPr algn="ctr">
              <ns1:defRPr sz="1425" b="1">
                <ns1:solidFill>
                  <ns1:srgbClr val="172554"/>
                </ns1:solidFill>
                <ns1:latin typeface="Aptos"/>
                <ns1:ea typeface="Aptos"/>
                <ns1:cs typeface="Aptos"/>
              </ns1:defRPr>
            </ns1:lvl1pPr>
            <ns1:lvl2pPr algn="ctr">
              <ns1:defRPr sz="1425" b="1">
                <ns1:solidFill>
                  <ns1:srgbClr val="172554"/>
                </ns1:solidFill>
                <ns1:latin typeface="Aptos"/>
                <ns1:ea typeface="Aptos"/>
                <ns1:cs typeface="Aptos"/>
              </ns1:defRPr>
            </ns1:lvl2pPr>
            <ns1:lvl3pPr algn="ctr">
              <ns1:defRPr sz="1425" b="1">
                <ns1:solidFill>
                  <ns1:srgbClr val="172554"/>
                </ns1:solidFill>
                <ns1:latin typeface="Aptos"/>
                <ns1:ea typeface="Aptos"/>
                <ns1:cs typeface="Aptos"/>
              </ns1:defRPr>
            </ns1:lvl3pPr>
            <ns1:lvl4pPr algn="ctr">
              <ns1:defRPr sz="1425" b="1">
                <ns1:solidFill>
                  <ns1:srgbClr val="172554"/>
                </ns1:solidFill>
                <ns1:latin typeface="Aptos"/>
                <ns1:ea typeface="Aptos"/>
                <ns1:cs typeface="Aptos"/>
              </ns1:defRPr>
            </ns1:lvl4pPr>
            <ns1:lvl5pPr algn="ctr">
              <ns1:defRPr sz="1425" b="1">
                <ns1:solidFill>
                  <ns1:srgbClr val="172554"/>
                </ns1:solidFill>
                <ns1:latin typeface="Aptos"/>
                <ns1:ea typeface="Aptos"/>
                <ns1:cs typeface="Aptos"/>
              </ns1:defRPr>
            </ns1:lvl5pPr>
            <ns1:lvl6pPr algn="ctr">
              <ns1:defRPr sz="1425" b="1">
                <ns1:solidFill>
                  <ns1:srgbClr val="172554"/>
                </ns1:solidFill>
                <ns1:latin typeface="Aptos"/>
                <ns1:ea typeface="Aptos"/>
                <ns1:cs typeface="Aptos"/>
              </ns1:defRPr>
            </ns1:lvl6pPr>
            <ns1:lvl7pPr algn="ctr">
              <ns1:defRPr sz="1425" b="1">
                <ns1:solidFill>
                  <ns1:srgbClr val="172554"/>
                </ns1:solidFill>
                <ns1:latin typeface="Aptos"/>
                <ns1:ea typeface="Aptos"/>
                <ns1:cs typeface="Aptos"/>
              </ns1:defRPr>
            </ns1:lvl7pPr>
            <ns1:lvl8pPr algn="ctr">
              <ns1:defRPr sz="1425" b="1">
                <ns1:solidFill>
                  <ns1:srgbClr val="172554"/>
                </ns1:solidFill>
                <ns1:latin typeface="Aptos"/>
                <ns1:ea typeface="Aptos"/>
                <ns1:cs typeface="Aptos"/>
              </ns1:defRPr>
            </ns1:lvl8pPr>
            <ns1:lvl9pPr algn="ctr">
              <ns1:defRPr sz="1425" b="1">
                <ns1:solidFill>
                  <ns1:srgbClr val="172554"/>
                </ns1:solidFill>
                <ns1:latin typeface="Aptos"/>
                <ns1:ea typeface="Aptos"/>
                <ns1:cs typeface="Aptos"/>
              </ns1:defRPr>
            </ns1:lvl9pPr>
          </ns1:lstStyle>
          <ns1:p>
            <ns1:pPr algn="ctr">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Vinculación</ns1:t>
            </ns1:r>
          </ns1:p>
        </ns0:txBody>
      </ns0:sp>
      <ns0:sp>
        <ns0:nvSpPr>
          <ns0:cNvPr id="18" name="">
            <ns1:extLst>
              <ns1:ext uri="{FF2B5EF4-FFF2-40B4-BE49-F238E27FC236}">
                <ns2:creationId id="{4242B646-65F9-492A-BC83-575A0D16A54F}"/>
              </ns1:ext>
            </ns1:extLst>
          </ns0:cNvPr>
          <ns0:cNvSpPr>
            <ns1:spLocks noGrp="1"/>
          </ns0:cNvSpPr>
          <ns0:nvPr/>
        </ns0:nvSpPr>
        <ns0:spPr>
          <ns1:xfrm>
            <ns1:off x="6429375" y="3181350"/>
            <ns1:ext cx="2209800" cy="571500"/>
          </ns1:xfrm>
          <ns1:prstGeom prst="rect">
            <ns1:avLst/>
          </ns1:prstGeom>
          <ns1:noFill/>
          <ns1:ln w="0">
            <ns1:noFill/>
            <ns1:prstDash val="solid"/>
          </ns1:ln>
        </ns0:spPr>
        <ns0:txBody>
          <ns1:bodyPr lIns="0" tIns="0" rIns="0" bIns="0" anchor="ctr">
            <ns1:normAutofit fontScale="100000"/>
          </ns1:bodyPr>
          <ns1:lstStyle>
            <ns1:defPPr algn="ctr">
              <ns1:defRPr sz="1200" b="0">
                <ns1:solidFill>
                  <ns1:srgbClr val="536276"/>
                </ns1:solidFill>
                <ns1:latin typeface="Aptos"/>
                <ns1:ea typeface="Aptos"/>
                <ns1:cs typeface="Aptos"/>
              </ns1:defRPr>
            </ns1:defPPr>
            <ns1:lvl1pPr algn="ctr">
              <ns1:defRPr sz="1200" b="0">
                <ns1:solidFill>
                  <ns1:srgbClr val="536276"/>
                </ns1:solidFill>
                <ns1:latin typeface="Aptos"/>
                <ns1:ea typeface="Aptos"/>
                <ns1:cs typeface="Aptos"/>
              </ns1:defRPr>
            </ns1:lvl1pPr>
            <ns1:lvl2pPr algn="ctr">
              <ns1:defRPr sz="1200" b="0">
                <ns1:solidFill>
                  <ns1:srgbClr val="536276"/>
                </ns1:solidFill>
                <ns1:latin typeface="Aptos"/>
                <ns1:ea typeface="Aptos"/>
                <ns1:cs typeface="Aptos"/>
              </ns1:defRPr>
            </ns1:lvl2pPr>
            <ns1:lvl3pPr algn="ctr">
              <ns1:defRPr sz="1200" b="0">
                <ns1:solidFill>
                  <ns1:srgbClr val="536276"/>
                </ns1:solidFill>
                <ns1:latin typeface="Aptos"/>
                <ns1:ea typeface="Aptos"/>
                <ns1:cs typeface="Aptos"/>
              </ns1:defRPr>
            </ns1:lvl3pPr>
            <ns1:lvl4pPr algn="ctr">
              <ns1:defRPr sz="1200" b="0">
                <ns1:solidFill>
                  <ns1:srgbClr val="536276"/>
                </ns1:solidFill>
                <ns1:latin typeface="Aptos"/>
                <ns1:ea typeface="Aptos"/>
                <ns1:cs typeface="Aptos"/>
              </ns1:defRPr>
            </ns1:lvl4pPr>
            <ns1:lvl5pPr algn="ctr">
              <ns1:defRPr sz="1200" b="0">
                <ns1:solidFill>
                  <ns1:srgbClr val="536276"/>
                </ns1:solidFill>
                <ns1:latin typeface="Aptos"/>
                <ns1:ea typeface="Aptos"/>
                <ns1:cs typeface="Aptos"/>
              </ns1:defRPr>
            </ns1:lvl5pPr>
            <ns1:lvl6pPr algn="ctr">
              <ns1:defRPr sz="1200" b="0">
                <ns1:solidFill>
                  <ns1:srgbClr val="536276"/>
                </ns1:solidFill>
                <ns1:latin typeface="Aptos"/>
                <ns1:ea typeface="Aptos"/>
                <ns1:cs typeface="Aptos"/>
              </ns1:defRPr>
            </ns1:lvl6pPr>
            <ns1:lvl7pPr algn="ctr">
              <ns1:defRPr sz="1200" b="0">
                <ns1:solidFill>
                  <ns1:srgbClr val="536276"/>
                </ns1:solidFill>
                <ns1:latin typeface="Aptos"/>
                <ns1:ea typeface="Aptos"/>
                <ns1:cs typeface="Aptos"/>
              </ns1:defRPr>
            </ns1:lvl7pPr>
            <ns1:lvl8pPr algn="ctr">
              <ns1:defRPr sz="1200" b="0">
                <ns1:solidFill>
                  <ns1:srgbClr val="536276"/>
                </ns1:solidFill>
                <ns1:latin typeface="Aptos"/>
                <ns1:ea typeface="Aptos"/>
                <ns1:cs typeface="Aptos"/>
              </ns1:defRPr>
            </ns1:lvl8pPr>
            <ns1:lvl9pPr algn="ctr">
              <ns1:defRPr sz="1200" b="0">
                <ns1:solidFill>
                  <ns1:srgbClr val="536276"/>
                </ns1:solidFill>
                <ns1:latin typeface="Aptos"/>
                <ns1:ea typeface="Aptos"/>
                <ns1:cs typeface="Aptos"/>
              </ns1:defRPr>
            </ns1:lvl9pPr>
          </ns1:lstStyle>
          <ns1:p>
            <ns1:pPr algn="ctr">
              <ns1:defRPr sz="1200" b="0">
                <ns1:solidFill>
                  <ns1:srgbClr val="536276"/>
                </ns1:solidFill>
                <ns1:latin typeface="Aptos"/>
                <ns1:ea typeface="Aptos"/>
                <ns1:cs typeface="Aptos"/>
              </ns1:defRPr>
            </ns1:pPr>
            <ns1:r>
              <ns1:rPr sz="1200" b="0">
                <ns1:solidFill>
                  <ns1:srgbClr val="536276"/>
                </ns1:solidFill>
                <ns1:latin typeface="Aptos"/>
                <ns1:ea typeface="Aptos"/>
                <ns1:cs typeface="Aptos"/>
              </ns1:rPr>
              <ns1:t>La billetera debe demostrar que es la destinataria.</ns1:t>
            </ns1:r>
          </ns1:p>
        </ns0:txBody>
      </ns0:sp>
      <ns0:sp>
        <ns0:nvSpPr>
          <ns0:cNvPr id="19" name="">
            <ns1:extLst>
              <ns1:ext uri="{FF2B5EF4-FFF2-40B4-BE49-F238E27FC236}">
                <ns2:creationId id="{4DEE003D-E301-49AD-B734-C78CE3627DFF}"/>
              </ns1:ext>
            </ns1:extLst>
          </ns0:cNvPr>
          <ns0:cNvSpPr>
            <ns1:spLocks noGrp="1"/>
          </ns0:cNvSpPr>
          <ns0:nvPr/>
        </ns0:nvSpPr>
        <ns0:spPr>
          <ns1:xfrm>
            <ns1:off x="10029825" y="1857375"/>
            <ns1:ext cx="666750" cy="666750"/>
          </ns1:xfrm>
          <ns1:prstGeom prst="ellipse">
            <ns1:avLst/>
          </ns1:prstGeom>
          <ns1:solidFill>
            <ns1:srgbClr val="23836E"/>
          </ns1:solidFill>
          <ns1:ln w="0">
            <ns1:noFill/>
            <ns1:prstDash val="solid"/>
          </ns1:ln>
        </ns0:spPr>
      </ns0:sp>
      <ns0:sp>
        <ns0:nvSpPr>
          <ns0:cNvPr id="20" name="">
            <ns1:extLst>
              <ns1:ext uri="{FF2B5EF4-FFF2-40B4-BE49-F238E27FC236}">
                <ns2:creationId id="{82E67ABA-A104-4E62-A857-EEF34D0D549B}"/>
              </ns1:ext>
            </ns1:extLst>
          </ns0:cNvPr>
          <ns0:cNvSpPr>
            <ns1:spLocks noGrp="1"/>
          </ns0:cNvSpPr>
          <ns0:nvPr/>
        </ns0:nvSpPr>
        <ns0:spPr>
          <ns1:xfrm>
            <ns1:off x="10029825" y="1857375"/>
            <ns1:ext cx="666750" cy="666750"/>
          </ns1:xfrm>
          <ns1:prstGeom prst="rect">
            <ns1:avLst/>
          </ns1:prstGeom>
          <ns1:noFill/>
          <ns1:ln w="0">
            <ns1:noFill/>
            <ns1:prstDash val="solid"/>
          </ns1:ln>
        </ns0:spPr>
        <ns0:txBody>
          <ns1:bodyPr lIns="0" tIns="0" rIns="0" bIns="0" anchor="ctr">
            <ns1:normAutofit fontScale="100000"/>
          </ns1:bodyPr>
          <ns1:lstStyle>
            <ns1:defPPr algn="ctr">
              <ns1:defRPr sz="2025" b="1">
                <ns1:solidFill>
                  <ns1:srgbClr val="FFFFFF"/>
                </ns1:solidFill>
                <ns1:latin typeface="Aptos"/>
                <ns1:ea typeface="Aptos"/>
                <ns1:cs typeface="Aptos"/>
              </ns1:defRPr>
            </ns1:defPPr>
            <ns1:lvl1pPr algn="ctr">
              <ns1:defRPr sz="2025" b="1">
                <ns1:solidFill>
                  <ns1:srgbClr val="FFFFFF"/>
                </ns1:solidFill>
                <ns1:latin typeface="Aptos"/>
                <ns1:ea typeface="Aptos"/>
                <ns1:cs typeface="Aptos"/>
              </ns1:defRPr>
            </ns1:lvl1pPr>
            <ns1:lvl2pPr algn="ctr">
              <ns1:defRPr sz="2025" b="1">
                <ns1:solidFill>
                  <ns1:srgbClr val="FFFFFF"/>
                </ns1:solidFill>
                <ns1:latin typeface="Aptos"/>
                <ns1:ea typeface="Aptos"/>
                <ns1:cs typeface="Aptos"/>
              </ns1:defRPr>
            </ns1:lvl2pPr>
            <ns1:lvl3pPr algn="ctr">
              <ns1:defRPr sz="2025" b="1">
                <ns1:solidFill>
                  <ns1:srgbClr val="FFFFFF"/>
                </ns1:solidFill>
                <ns1:latin typeface="Aptos"/>
                <ns1:ea typeface="Aptos"/>
                <ns1:cs typeface="Aptos"/>
              </ns1:defRPr>
            </ns1:lvl3pPr>
            <ns1:lvl4pPr algn="ctr">
              <ns1:defRPr sz="2025" b="1">
                <ns1:solidFill>
                  <ns1:srgbClr val="FFFFFF"/>
                </ns1:solidFill>
                <ns1:latin typeface="Aptos"/>
                <ns1:ea typeface="Aptos"/>
                <ns1:cs typeface="Aptos"/>
              </ns1:defRPr>
            </ns1:lvl4pPr>
            <ns1:lvl5pPr algn="ctr">
              <ns1:defRPr sz="2025" b="1">
                <ns1:solidFill>
                  <ns1:srgbClr val="FFFFFF"/>
                </ns1:solidFill>
                <ns1:latin typeface="Aptos"/>
                <ns1:ea typeface="Aptos"/>
                <ns1:cs typeface="Aptos"/>
              </ns1:defRPr>
            </ns1:lvl5pPr>
            <ns1:lvl6pPr algn="ctr">
              <ns1:defRPr sz="2025" b="1">
                <ns1:solidFill>
                  <ns1:srgbClr val="FFFFFF"/>
                </ns1:solidFill>
                <ns1:latin typeface="Aptos"/>
                <ns1:ea typeface="Aptos"/>
                <ns1:cs typeface="Aptos"/>
              </ns1:defRPr>
            </ns1:lvl6pPr>
            <ns1:lvl7pPr algn="ctr">
              <ns1:defRPr sz="2025" b="1">
                <ns1:solidFill>
                  <ns1:srgbClr val="FFFFFF"/>
                </ns1:solidFill>
                <ns1:latin typeface="Aptos"/>
                <ns1:ea typeface="Aptos"/>
                <ns1:cs typeface="Aptos"/>
              </ns1:defRPr>
            </ns1:lvl7pPr>
            <ns1:lvl8pPr algn="ctr">
              <ns1:defRPr sz="2025" b="1">
                <ns1:solidFill>
                  <ns1:srgbClr val="FFFFFF"/>
                </ns1:solidFill>
                <ns1:latin typeface="Aptos"/>
                <ns1:ea typeface="Aptos"/>
                <ns1:cs typeface="Aptos"/>
              </ns1:defRPr>
            </ns1:lvl8pPr>
            <ns1:lvl9pPr algn="ctr">
              <ns1:defRPr sz="2025" b="1">
                <ns1:solidFill>
                  <ns1:srgbClr val="FFFFFF"/>
                </ns1:solidFill>
                <ns1:latin typeface="Aptos"/>
                <ns1:ea typeface="Aptos"/>
                <ns1:cs typeface="Aptos"/>
              </ns1:defRPr>
            </ns1:lvl9pPr>
          </ns1:lstStyle>
          <ns1:p>
            <ns1:pPr algn="ctr">
              <ns1:defRPr sz="2025" b="1">
                <ns1:solidFill>
                  <ns1:srgbClr val="FFFFFF"/>
                </ns1:solidFill>
                <ns1:latin typeface="Aptos"/>
                <ns1:ea typeface="Aptos"/>
                <ns1:cs typeface="Aptos"/>
              </ns1:defRPr>
            </ns1:pPr>
            <ns1:r>
              <ns1:rPr sz="2025" b="1">
                <ns1:solidFill>
                  <ns1:srgbClr val="FFFFFF"/>
                </ns1:solidFill>
                <ns1:latin typeface="Aptos"/>
                <ns1:ea typeface="Aptos"/>
                <ns1:cs typeface="Aptos"/>
              </ns1:rPr>
              <ns1:t>4</ns1:t>
            </ns1:r>
          </ns1:p>
        </ns0:txBody>
      </ns0:sp>
      <ns0:sp>
        <ns0:nvSpPr>
          <ns0:cNvPr id="21" name="">
            <ns1:extLst>
              <ns1:ext uri="{FF2B5EF4-FFF2-40B4-BE49-F238E27FC236}">
                <ns2:creationId id="{46A46898-0F6F-42E4-916B-968CF7EF4914}"/>
              </ns1:ext>
            </ns1:extLst>
          </ns0:cNvPr>
          <ns0:cNvSpPr>
            <ns1:spLocks noGrp="1"/>
          </ns0:cNvSpPr>
          <ns0:nvPr/>
        </ns0:nvSpPr>
        <ns0:spPr>
          <ns1:xfrm>
            <ns1:off x="9258300" y="2781300"/>
            <ns1:ext cx="2190750" cy="266700"/>
          </ns1:xfrm>
          <ns1:prstGeom prst="rect">
            <ns1:avLst/>
          </ns1:prstGeom>
          <ns1:noFill/>
          <ns1:ln w="0">
            <ns1:noFill/>
            <ns1:prstDash val="solid"/>
          </ns1:ln>
        </ns0:spPr>
        <ns0:txBody>
          <ns1:bodyPr lIns="0" tIns="0" rIns="0" bIns="0" anchor="ctr">
            <ns1:normAutofit fontScale="100000"/>
          </ns1:bodyPr>
          <ns1:lstStyle>
            <ns1:defPPr algn="ctr">
              <ns1:defRPr sz="1425" b="1">
                <ns1:solidFill>
                  <ns1:srgbClr val="172554"/>
                </ns1:solidFill>
                <ns1:latin typeface="Aptos"/>
                <ns1:ea typeface="Aptos"/>
                <ns1:cs typeface="Aptos"/>
              </ns1:defRPr>
            </ns1:defPPr>
            <ns1:lvl1pPr algn="ctr">
              <ns1:defRPr sz="1425" b="1">
                <ns1:solidFill>
                  <ns1:srgbClr val="172554"/>
                </ns1:solidFill>
                <ns1:latin typeface="Aptos"/>
                <ns1:ea typeface="Aptos"/>
                <ns1:cs typeface="Aptos"/>
              </ns1:defRPr>
            </ns1:lvl1pPr>
            <ns1:lvl2pPr algn="ctr">
              <ns1:defRPr sz="1425" b="1">
                <ns1:solidFill>
                  <ns1:srgbClr val="172554"/>
                </ns1:solidFill>
                <ns1:latin typeface="Aptos"/>
                <ns1:ea typeface="Aptos"/>
                <ns1:cs typeface="Aptos"/>
              </ns1:defRPr>
            </ns1:lvl2pPr>
            <ns1:lvl3pPr algn="ctr">
              <ns1:defRPr sz="1425" b="1">
                <ns1:solidFill>
                  <ns1:srgbClr val="172554"/>
                </ns1:solidFill>
                <ns1:latin typeface="Aptos"/>
                <ns1:ea typeface="Aptos"/>
                <ns1:cs typeface="Aptos"/>
              </ns1:defRPr>
            </ns1:lvl3pPr>
            <ns1:lvl4pPr algn="ctr">
              <ns1:defRPr sz="1425" b="1">
                <ns1:solidFill>
                  <ns1:srgbClr val="172554"/>
                </ns1:solidFill>
                <ns1:latin typeface="Aptos"/>
                <ns1:ea typeface="Aptos"/>
                <ns1:cs typeface="Aptos"/>
              </ns1:defRPr>
            </ns1:lvl4pPr>
            <ns1:lvl5pPr algn="ctr">
              <ns1:defRPr sz="1425" b="1">
                <ns1:solidFill>
                  <ns1:srgbClr val="172554"/>
                </ns1:solidFill>
                <ns1:latin typeface="Aptos"/>
                <ns1:ea typeface="Aptos"/>
                <ns1:cs typeface="Aptos"/>
              </ns1:defRPr>
            </ns1:lvl5pPr>
            <ns1:lvl6pPr algn="ctr">
              <ns1:defRPr sz="1425" b="1">
                <ns1:solidFill>
                  <ns1:srgbClr val="172554"/>
                </ns1:solidFill>
                <ns1:latin typeface="Aptos"/>
                <ns1:ea typeface="Aptos"/>
                <ns1:cs typeface="Aptos"/>
              </ns1:defRPr>
            </ns1:lvl6pPr>
            <ns1:lvl7pPr algn="ctr">
              <ns1:defRPr sz="1425" b="1">
                <ns1:solidFill>
                  <ns1:srgbClr val="172554"/>
                </ns1:solidFill>
                <ns1:latin typeface="Aptos"/>
                <ns1:ea typeface="Aptos"/>
                <ns1:cs typeface="Aptos"/>
              </ns1:defRPr>
            </ns1:lvl7pPr>
            <ns1:lvl8pPr algn="ctr">
              <ns1:defRPr sz="1425" b="1">
                <ns1:solidFill>
                  <ns1:srgbClr val="172554"/>
                </ns1:solidFill>
                <ns1:latin typeface="Aptos"/>
                <ns1:ea typeface="Aptos"/>
                <ns1:cs typeface="Aptos"/>
              </ns1:defRPr>
            </ns1:lvl8pPr>
            <ns1:lvl9pPr algn="ctr">
              <ns1:defRPr sz="1425" b="1">
                <ns1:solidFill>
                  <ns1:srgbClr val="172554"/>
                </ns1:solidFill>
                <ns1:latin typeface="Aptos"/>
                <ns1:ea typeface="Aptos"/>
                <ns1:cs typeface="Aptos"/>
              </ns1:defRPr>
            </ns1:lvl9pPr>
          </ns1:lstStyle>
          <ns1:p>
            <ns1:pPr algn="ctr">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Consumo atómico</ns1:t>
            </ns1:r>
          </ns1:p>
        </ns0:txBody>
      </ns0:sp>
      <ns0:sp>
        <ns0:nvSpPr>
          <ns0:cNvPr id="22" name="">
            <ns1:extLst>
              <ns1:ext uri="{FF2B5EF4-FFF2-40B4-BE49-F238E27FC236}">
                <ns2:creationId id="{BC2F484E-37B3-47E3-8EDA-56517478B08B}"/>
              </ns1:ext>
            </ns1:extLst>
          </ns0:cNvPr>
          <ns0:cNvSpPr>
            <ns1:spLocks noGrp="1"/>
          </ns0:cNvSpPr>
          <ns0:nvPr/>
        </ns0:nvSpPr>
        <ns0:spPr>
          <ns1:xfrm>
            <ns1:off x="9248775" y="3181350"/>
            <ns1:ext cx="2209800" cy="571500"/>
          </ns1:xfrm>
          <ns1:prstGeom prst="rect">
            <ns1:avLst/>
          </ns1:prstGeom>
          <ns1:noFill/>
          <ns1:ln w="0">
            <ns1:noFill/>
            <ns1:prstDash val="solid"/>
          </ns1:ln>
        </ns0:spPr>
        <ns0:txBody>
          <ns1:bodyPr lIns="0" tIns="0" rIns="0" bIns="0" anchor="ctr">
            <ns1:normAutofit fontScale="100000"/>
          </ns1:bodyPr>
          <ns1:lstStyle>
            <ns1:defPPr algn="ctr">
              <ns1:defRPr sz="1200" b="0">
                <ns1:solidFill>
                  <ns1:srgbClr val="536276"/>
                </ns1:solidFill>
                <ns1:latin typeface="Aptos"/>
                <ns1:ea typeface="Aptos"/>
                <ns1:cs typeface="Aptos"/>
              </ns1:defRPr>
            </ns1:defPPr>
            <ns1:lvl1pPr algn="ctr">
              <ns1:defRPr sz="1200" b="0">
                <ns1:solidFill>
                  <ns1:srgbClr val="536276"/>
                </ns1:solidFill>
                <ns1:latin typeface="Aptos"/>
                <ns1:ea typeface="Aptos"/>
                <ns1:cs typeface="Aptos"/>
              </ns1:defRPr>
            </ns1:lvl1pPr>
            <ns1:lvl2pPr algn="ctr">
              <ns1:defRPr sz="1200" b="0">
                <ns1:solidFill>
                  <ns1:srgbClr val="536276"/>
                </ns1:solidFill>
                <ns1:latin typeface="Aptos"/>
                <ns1:ea typeface="Aptos"/>
                <ns1:cs typeface="Aptos"/>
              </ns1:defRPr>
            </ns1:lvl2pPr>
            <ns1:lvl3pPr algn="ctr">
              <ns1:defRPr sz="1200" b="0">
                <ns1:solidFill>
                  <ns1:srgbClr val="536276"/>
                </ns1:solidFill>
                <ns1:latin typeface="Aptos"/>
                <ns1:ea typeface="Aptos"/>
                <ns1:cs typeface="Aptos"/>
              </ns1:defRPr>
            </ns1:lvl3pPr>
            <ns1:lvl4pPr algn="ctr">
              <ns1:defRPr sz="1200" b="0">
                <ns1:solidFill>
                  <ns1:srgbClr val="536276"/>
                </ns1:solidFill>
                <ns1:latin typeface="Aptos"/>
                <ns1:ea typeface="Aptos"/>
                <ns1:cs typeface="Aptos"/>
              </ns1:defRPr>
            </ns1:lvl4pPr>
            <ns1:lvl5pPr algn="ctr">
              <ns1:defRPr sz="1200" b="0">
                <ns1:solidFill>
                  <ns1:srgbClr val="536276"/>
                </ns1:solidFill>
                <ns1:latin typeface="Aptos"/>
                <ns1:ea typeface="Aptos"/>
                <ns1:cs typeface="Aptos"/>
              </ns1:defRPr>
            </ns1:lvl5pPr>
            <ns1:lvl6pPr algn="ctr">
              <ns1:defRPr sz="1200" b="0">
                <ns1:solidFill>
                  <ns1:srgbClr val="536276"/>
                </ns1:solidFill>
                <ns1:latin typeface="Aptos"/>
                <ns1:ea typeface="Aptos"/>
                <ns1:cs typeface="Aptos"/>
              </ns1:defRPr>
            </ns1:lvl6pPr>
            <ns1:lvl7pPr algn="ctr">
              <ns1:defRPr sz="1200" b="0">
                <ns1:solidFill>
                  <ns1:srgbClr val="536276"/>
                </ns1:solidFill>
                <ns1:latin typeface="Aptos"/>
                <ns1:ea typeface="Aptos"/>
                <ns1:cs typeface="Aptos"/>
              </ns1:defRPr>
            </ns1:lvl7pPr>
            <ns1:lvl8pPr algn="ctr">
              <ns1:defRPr sz="1200" b="0">
                <ns1:solidFill>
                  <ns1:srgbClr val="536276"/>
                </ns1:solidFill>
                <ns1:latin typeface="Aptos"/>
                <ns1:ea typeface="Aptos"/>
                <ns1:cs typeface="Aptos"/>
              </ns1:defRPr>
            </ns1:lvl8pPr>
            <ns1:lvl9pPr algn="ctr">
              <ns1:defRPr sz="1200" b="0">
                <ns1:solidFill>
                  <ns1:srgbClr val="536276"/>
                </ns1:solidFill>
                <ns1:latin typeface="Aptos"/>
                <ns1:ea typeface="Aptos"/>
                <ns1:cs typeface="Aptos"/>
              </ns1:defRPr>
            </ns1:lvl9pPr>
          </ns1:lstStyle>
          <ns1:p>
            <ns1:pPr algn="ctr">
              <ns1:defRPr sz="1200" b="0">
                <ns1:solidFill>
                  <ns1:srgbClr val="536276"/>
                </ns1:solidFill>
                <ns1:latin typeface="Aptos"/>
                <ns1:ea typeface="Aptos"/>
                <ns1:cs typeface="Aptos"/>
              </ns1:defRPr>
            </ns1:pPr>
            <ns1:r>
              <ns1:rPr sz="1200" b="0">
                <ns1:solidFill>
                  <ns1:srgbClr val="536276"/>
                </ns1:solidFill>
                <ns1:latin typeface="Aptos"/>
                <ns1:ea typeface="Aptos"/>
                <ns1:cs typeface="Aptos"/>
              </ns1:rPr>
              <ns1:t>SQLite registra el primer uso y rechaza los siguientes.</ns1:t>
            </ns1:r>
          </ns1:p>
        </ns0:txBody>
      </ns0:sp>
      <ns0:sp>
        <ns0:nvSpPr>
          <ns0:cNvPr id="23" name="">
            <ns1:extLst>
              <ns1:ext uri="{FF2B5EF4-FFF2-40B4-BE49-F238E27FC236}">
                <ns2:creationId id="{960B34C3-BD37-4009-AE59-149AAF00870E}"/>
              </ns1:ext>
            </ns1:extLst>
          </ns0:cNvPr>
          <ns0:cNvSpPr>
            <ns1:spLocks noGrp="1"/>
          </ns0:cNvSpPr>
          <ns0:nvPr/>
        </ns0:nvSpPr>
        <ns0:spPr>
          <ns1:xfrm>
            <ns1:off x="904875" y="3810000"/>
            <ns1:ext cx="10382250" cy="2000250"/>
          </ns1:xfrm>
          <ns1:prstGeom prst="roundRect">
            <ns1:avLst>
              <ns1:gd name="adj" fmla="val 3810"/>
            </ns1:avLst>
          </ns1:prstGeom>
          <ns1:solidFill>
            <ns1:srgbClr val="0D1728"/>
          </ns1:solidFill>
          <ns1:ln w="11430">
            <ns1:solidFill>
              <ns1:srgbClr val="26354C"/>
            </ns1:solidFill>
            <ns1:prstDash val="solid"/>
          </ns1:ln>
        </ns0:spPr>
      </ns0:sp>
      <ns0:sp>
        <ns0:nvSpPr>
          <ns0:cNvPr id="24" name="">
            <ns1:extLst>
              <ns1:ext uri="{FF2B5EF4-FFF2-40B4-BE49-F238E27FC236}">
                <ns2:creationId id="{7A0367F6-734C-454F-87AD-597B0D688130}"/>
              </ns1:ext>
            </ns1:extLst>
          </ns0:cNvPr>
          <ns0:cNvSpPr>
            <ns1:spLocks noGrp="1"/>
          </ns0:cNvSpPr>
          <ns0:nvPr/>
        </ns0:nvSpPr>
        <ns0:spPr>
          <ns1:xfrm>
            <ns1:off x="904875" y="3810000"/>
            <ns1:ext cx="10382250" cy="400050"/>
          </ns1:xfrm>
          <ns1:prstGeom prst="roundRect">
            <ns1:avLst>
              <ns1:gd name="adj" fmla="val 19048"/>
            </ns1:avLst>
          </ns1:prstGeom>
          <ns1:solidFill>
            <ns1:srgbClr val="1B2940"/>
          </ns1:solidFill>
          <ns1:ln w="0">
            <ns1:noFill/>
            <ns1:prstDash val="solid"/>
          </ns1:ln>
        </ns0:spPr>
      </ns0:sp>
      <ns0:sp>
        <ns0:nvSpPr>
          <ns0:cNvPr id="25" name="">
            <ns1:extLst>
              <ns1:ext uri="{FF2B5EF4-FFF2-40B4-BE49-F238E27FC236}">
                <ns2:creationId id="{09F636A3-7939-4067-8445-00B430809637}"/>
              </ns1:ext>
            </ns1:extLst>
          </ns0:cNvPr>
          <ns0:cNvSpPr>
            <ns1:spLocks noGrp="1"/>
          </ns0:cNvSpPr>
          <ns0:nvPr/>
        </ns0:nvSpPr>
        <ns0:spPr>
          <ns1:xfrm>
            <ns1:off x="1066800" y="3943350"/>
            <ns1:ext cx="123825" cy="123825"/>
          </ns1:xfrm>
          <ns1:prstGeom prst="ellipse">
            <ns1:avLst/>
          </ns1:prstGeom>
          <ns1:solidFill>
            <ns1:srgbClr val="FF5F57"/>
          </ns1:solidFill>
          <ns1:ln w="0">
            <ns1:noFill/>
            <ns1:prstDash val="solid"/>
          </ns1:ln>
        </ns0:spPr>
      </ns0:sp>
      <ns0:sp>
        <ns0:nvSpPr>
          <ns0:cNvPr id="26" name="">
            <ns1:extLst>
              <ns1:ext uri="{FF2B5EF4-FFF2-40B4-BE49-F238E27FC236}">
                <ns2:creationId id="{212CFF89-4F21-4E14-A5A2-381C8D4E4DB5}"/>
              </ns1:ext>
            </ns1:extLst>
          </ns0:cNvPr>
          <ns0:cNvSpPr>
            <ns1:spLocks noGrp="1"/>
          </ns0:cNvSpPr>
          <ns0:nvPr/>
        </ns0:nvSpPr>
        <ns0:spPr>
          <ns1:xfrm>
            <ns1:off x="1266825" y="3943350"/>
            <ns1:ext cx="123825" cy="123825"/>
          </ns1:xfrm>
          <ns1:prstGeom prst="ellipse">
            <ns1:avLst/>
          </ns1:prstGeom>
          <ns1:solidFill>
            <ns1:srgbClr val="FEBC2E"/>
          </ns1:solidFill>
          <ns1:ln w="0">
            <ns1:noFill/>
            <ns1:prstDash val="solid"/>
          </ns1:ln>
        </ns0:spPr>
      </ns0:sp>
      <ns0:sp>
        <ns0:nvSpPr>
          <ns0:cNvPr id="27" name="">
            <ns1:extLst>
              <ns1:ext uri="{FF2B5EF4-FFF2-40B4-BE49-F238E27FC236}">
                <ns2:creationId id="{E14F1658-3251-4657-94A5-D47C1C7FCA09}"/>
              </ns1:ext>
            </ns1:extLst>
          </ns0:cNvPr>
          <ns0:cNvSpPr>
            <ns1:spLocks noGrp="1"/>
          </ns0:cNvSpPr>
          <ns0:nvPr/>
        </ns0:nvSpPr>
        <ns0:spPr>
          <ns1:xfrm>
            <ns1:off x="1466850" y="3943350"/>
            <ns1:ext cx="123825" cy="123825"/>
          </ns1:xfrm>
          <ns1:prstGeom prst="ellipse">
            <ns1:avLst/>
          </ns1:prstGeom>
          <ns1:solidFill>
            <ns1:srgbClr val="28C840"/>
          </ns1:solidFill>
          <ns1:ln w="0">
            <ns1:noFill/>
            <ns1:prstDash val="solid"/>
          </ns1:ln>
        </ns0:spPr>
      </ns0:sp>
      <ns0:sp>
        <ns0:nvSpPr>
          <ns0:cNvPr id="28" name="">
            <ns1:extLst>
              <ns1:ext uri="{FF2B5EF4-FFF2-40B4-BE49-F238E27FC236}">
                <ns2:creationId id="{DBCD4775-F090-419A-BB71-3A666F1CA8E6}"/>
              </ns1:ext>
            </ns1:extLst>
          </ns0:cNvPr>
          <ns0:cNvSpPr>
            <ns1:spLocks noGrp="1"/>
          </ns0:cNvSpPr>
          <ns0:nvPr/>
        </ns0:nvSpPr>
        <ns0:spPr>
          <ns1:xfrm>
            <ns1:off x="1971675" y="3886200"/>
            <ns1:ext cx="8248650" cy="23812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CFD8E8"/>
                </ns1:solidFill>
                <ns1:latin typeface="Aptos"/>
                <ns1:ea typeface="Aptos"/>
                <ns1:cs typeface="Aptos"/>
              </ns1:defRPr>
            </ns1:defPPr>
            <ns1:lvl1pPr algn="ctr">
              <ns1:defRPr sz="975" b="1">
                <ns1:solidFill>
                  <ns1:srgbClr val="CFD8E8"/>
                </ns1:solidFill>
                <ns1:latin typeface="Aptos"/>
                <ns1:ea typeface="Aptos"/>
                <ns1:cs typeface="Aptos"/>
              </ns1:defRPr>
            </ns1:lvl1pPr>
            <ns1:lvl2pPr algn="ctr">
              <ns1:defRPr sz="975" b="1">
                <ns1:solidFill>
                  <ns1:srgbClr val="CFD8E8"/>
                </ns1:solidFill>
                <ns1:latin typeface="Aptos"/>
                <ns1:ea typeface="Aptos"/>
                <ns1:cs typeface="Aptos"/>
              </ns1:defRPr>
            </ns1:lvl2pPr>
            <ns1:lvl3pPr algn="ctr">
              <ns1:defRPr sz="975" b="1">
                <ns1:solidFill>
                  <ns1:srgbClr val="CFD8E8"/>
                </ns1:solidFill>
                <ns1:latin typeface="Aptos"/>
                <ns1:ea typeface="Aptos"/>
                <ns1:cs typeface="Aptos"/>
              </ns1:defRPr>
            </ns1:lvl3pPr>
            <ns1:lvl4pPr algn="ctr">
              <ns1:defRPr sz="975" b="1">
                <ns1:solidFill>
                  <ns1:srgbClr val="CFD8E8"/>
                </ns1:solidFill>
                <ns1:latin typeface="Aptos"/>
                <ns1:ea typeface="Aptos"/>
                <ns1:cs typeface="Aptos"/>
              </ns1:defRPr>
            </ns1:lvl4pPr>
            <ns1:lvl5pPr algn="ctr">
              <ns1:defRPr sz="975" b="1">
                <ns1:solidFill>
                  <ns1:srgbClr val="CFD8E8"/>
                </ns1:solidFill>
                <ns1:latin typeface="Aptos"/>
                <ns1:ea typeface="Aptos"/>
                <ns1:cs typeface="Aptos"/>
              </ns1:defRPr>
            </ns1:lvl5pPr>
            <ns1:lvl6pPr algn="ctr">
              <ns1:defRPr sz="975" b="1">
                <ns1:solidFill>
                  <ns1:srgbClr val="CFD8E8"/>
                </ns1:solidFill>
                <ns1:latin typeface="Aptos"/>
                <ns1:ea typeface="Aptos"/>
                <ns1:cs typeface="Aptos"/>
              </ns1:defRPr>
            </ns1:lvl6pPr>
            <ns1:lvl7pPr algn="ctr">
              <ns1:defRPr sz="975" b="1">
                <ns1:solidFill>
                  <ns1:srgbClr val="CFD8E8"/>
                </ns1:solidFill>
                <ns1:latin typeface="Aptos"/>
                <ns1:ea typeface="Aptos"/>
                <ns1:cs typeface="Aptos"/>
              </ns1:defRPr>
            </ns1:lvl7pPr>
            <ns1:lvl8pPr algn="ctr">
              <ns1:defRPr sz="975" b="1">
                <ns1:solidFill>
                  <ns1:srgbClr val="CFD8E8"/>
                </ns1:solidFill>
                <ns1:latin typeface="Aptos"/>
                <ns1:ea typeface="Aptos"/>
                <ns1:cs typeface="Aptos"/>
              </ns1:defRPr>
            </ns1:lvl8pPr>
            <ns1:lvl9pPr algn="ctr">
              <ns1:defRPr sz="975" b="1">
                <ns1:solidFill>
                  <ns1:srgbClr val="CFD8E8"/>
                </ns1:solidFill>
                <ns1:latin typeface="Aptos"/>
                <ns1:ea typeface="Aptos"/>
                <ns1:cs typeface="Aptos"/>
              </ns1:defRPr>
            </ns1:lvl9pPr>
          </ns1:lstStyle>
          <ns1:p>
            <ns1:pPr algn="ctr">
              <ns1:defRPr sz="975" b="1">
                <ns1:solidFill>
                  <ns1:srgbClr val="CFD8E8"/>
                </ns1:solidFill>
                <ns1:latin typeface="Aptos"/>
                <ns1:ea typeface="Aptos"/>
                <ns1:cs typeface="Aptos"/>
              </ns1:defRPr>
            </ns1:pPr>
            <ns1:r>
              <ns1:rPr sz="975" b="1">
                <ns1:solidFill>
                  <ns1:srgbClr val="CFD8E8"/>
                </ns1:solidFill>
                <ns1:latin typeface="Aptos"/>
                <ns1:ea typeface="Aptos"/>
                <ns1:cs typeface="Aptos"/>
              </ns1:rPr>
              <ns1:t>server/index.ts · lógica</ns1:t>
            </ns1:r>
          </ns1:p>
        </ns0:txBody>
      </ns0:sp>
      <ns0:sp>
        <ns0:nvSpPr>
          <ns0:cNvPr id="29" name="">
            <ns1:extLst>
              <ns1:ext uri="{FF2B5EF4-FFF2-40B4-BE49-F238E27FC236}">
                <ns2:creationId id="{2875D9F4-2514-4F76-9663-40C4B21D5846}"/>
              </ns1:ext>
            </ns1:extLst>
          </ns0:cNvPr>
          <ns0:cNvSpPr>
            <ns1:spLocks noGrp="1"/>
          </ns0:cNvSpPr>
          <ns0:nvPr/>
        </ns0:nvSpPr>
        <ns0:spPr>
          <ns1:xfrm>
            <ns1:off x="10801350" y="3886200"/>
            <ns1:ext cx="323850" cy="247650"/>
          </ns1:xfrm>
          <ns1:prstGeom prst="roundRect">
            <ns1:avLst>
              <ns1:gd name="adj" fmla="val 30769"/>
            </ns1:avLst>
          </ns1:prstGeom>
          <ns1:solidFill>
            <ns1:srgbClr val="2A3A52"/>
          </ns1:solidFill>
          <ns1:ln w="0">
            <ns1:noFill/>
            <ns1:prstDash val="solid"/>
          </ns1:ln>
        </ns0:spPr>
      </ns0:sp>
      <ns0:sp>
        <ns0:nvSpPr>
          <ns0:cNvPr id="30" name="">
            <ns1:extLst>
              <ns1:ext uri="{FF2B5EF4-FFF2-40B4-BE49-F238E27FC236}">
                <ns2:creationId id="{646FBBBD-16A4-4EDB-9ACB-F42F2AB8618A}"/>
              </ns1:ext>
            </ns1:extLst>
          </ns0:cNvPr>
          <ns0:cNvSpPr>
            <ns1:spLocks noGrp="1"/>
          </ns0:cNvSpPr>
          <ns0:nvPr/>
        </ns0:nvSpPr>
        <ns0:spPr>
          <ns1:xfrm>
            <ns1:off x="10801350" y="3886200"/>
            <ns1:ext cx="323850" cy="247650"/>
          </ns1:xfrm>
          <ns1:prstGeom prst="rect">
            <ns1:avLst/>
          </ns1:prstGeom>
          <ns1:noFill/>
          <ns1:ln w="0">
            <ns1:noFill/>
            <ns1:prstDash val="solid"/>
          </ns1:ln>
        </ns0:spPr>
        <ns0:txBody>
          <ns1:bodyPr lIns="0" tIns="0" rIns="0" bIns="0" anchor="ctr">
            <ns1:normAutofit fontScale="100000"/>
          </ns1:bodyPr>
          <ns1:lstStyle>
            <ns1:defPPr algn="ctr">
              <ns1:defRPr sz="900" b="1">
                <ns1:solidFill>
                  <ns1:srgbClr val="B9C9E0"/>
                </ns1:solidFill>
                <ns1:latin typeface="Aptos"/>
                <ns1:ea typeface="Aptos"/>
                <ns1:cs typeface="Aptos"/>
              </ns1:defRPr>
            </ns1:defPPr>
            <ns1:lvl1pPr algn="ctr">
              <ns1:defRPr sz="900" b="1">
                <ns1:solidFill>
                  <ns1:srgbClr val="B9C9E0"/>
                </ns1:solidFill>
                <ns1:latin typeface="Aptos"/>
                <ns1:ea typeface="Aptos"/>
                <ns1:cs typeface="Aptos"/>
              </ns1:defRPr>
            </ns1:lvl1pPr>
            <ns1:lvl2pPr algn="ctr">
              <ns1:defRPr sz="900" b="1">
                <ns1:solidFill>
                  <ns1:srgbClr val="B9C9E0"/>
                </ns1:solidFill>
                <ns1:latin typeface="Aptos"/>
                <ns1:ea typeface="Aptos"/>
                <ns1:cs typeface="Aptos"/>
              </ns1:defRPr>
            </ns1:lvl2pPr>
            <ns1:lvl3pPr algn="ctr">
              <ns1:defRPr sz="900" b="1">
                <ns1:solidFill>
                  <ns1:srgbClr val="B9C9E0"/>
                </ns1:solidFill>
                <ns1:latin typeface="Aptos"/>
                <ns1:ea typeface="Aptos"/>
                <ns1:cs typeface="Aptos"/>
              </ns1:defRPr>
            </ns1:lvl3pPr>
            <ns1:lvl4pPr algn="ctr">
              <ns1:defRPr sz="900" b="1">
                <ns1:solidFill>
                  <ns1:srgbClr val="B9C9E0"/>
                </ns1:solidFill>
                <ns1:latin typeface="Aptos"/>
                <ns1:ea typeface="Aptos"/>
                <ns1:cs typeface="Aptos"/>
              </ns1:defRPr>
            </ns1:lvl4pPr>
            <ns1:lvl5pPr algn="ctr">
              <ns1:defRPr sz="900" b="1">
                <ns1:solidFill>
                  <ns1:srgbClr val="B9C9E0"/>
                </ns1:solidFill>
                <ns1:latin typeface="Aptos"/>
                <ns1:ea typeface="Aptos"/>
                <ns1:cs typeface="Aptos"/>
              </ns1:defRPr>
            </ns1:lvl5pPr>
            <ns1:lvl6pPr algn="ctr">
              <ns1:defRPr sz="900" b="1">
                <ns1:solidFill>
                  <ns1:srgbClr val="B9C9E0"/>
                </ns1:solidFill>
                <ns1:latin typeface="Aptos"/>
                <ns1:ea typeface="Aptos"/>
                <ns1:cs typeface="Aptos"/>
              </ns1:defRPr>
            </ns1:lvl6pPr>
            <ns1:lvl7pPr algn="ctr">
              <ns1:defRPr sz="900" b="1">
                <ns1:solidFill>
                  <ns1:srgbClr val="B9C9E0"/>
                </ns1:solidFill>
                <ns1:latin typeface="Aptos"/>
                <ns1:ea typeface="Aptos"/>
                <ns1:cs typeface="Aptos"/>
              </ns1:defRPr>
            </ns1:lvl7pPr>
            <ns1:lvl8pPr algn="ctr">
              <ns1:defRPr sz="900" b="1">
                <ns1:solidFill>
                  <ns1:srgbClr val="B9C9E0"/>
                </ns1:solidFill>
                <ns1:latin typeface="Aptos"/>
                <ns1:ea typeface="Aptos"/>
                <ns1:cs typeface="Aptos"/>
              </ns1:defRPr>
            </ns1:lvl8pPr>
            <ns1:lvl9pPr algn="ctr">
              <ns1:defRPr sz="900" b="1">
                <ns1:solidFill>
                  <ns1:srgbClr val="B9C9E0"/>
                </ns1:solidFill>
                <ns1:latin typeface="Aptos"/>
                <ns1:ea typeface="Aptos"/>
                <ns1:cs typeface="Aptos"/>
              </ns1:defRPr>
            </ns1:lvl9pPr>
          </ns1:lstStyle>
          <ns1:p>
            <ns1:pPr algn="ctr">
              <ns1:defRPr sz="900" b="1">
                <ns1:solidFill>
                  <ns1:srgbClr val="B9C9E0"/>
                </ns1:solidFill>
                <ns1:latin typeface="Aptos"/>
                <ns1:ea typeface="Aptos"/>
                <ns1:cs typeface="Aptos"/>
              </ns1:defRPr>
            </ns1:pPr>
            <ns1:r>
              <ns1:rPr sz="900" b="1">
                <ns1:solidFill>
                  <ns1:srgbClr val="B9C9E0"/>
                </ns1:solidFill>
                <ns1:latin typeface="Aptos"/>
                <ns1:ea typeface="Aptos"/>
                <ns1:cs typeface="Aptos"/>
              </ns1:rPr>
              <ns1:t>TS</ns1:t>
            </ns1:r>
          </ns1:p>
        </ns0:txBody>
      </ns0:sp>
      <ns0:sp>
        <ns0:nvSpPr>
          <ns0:cNvPr id="31" name="">
            <ns1:extLst>
              <ns1:ext uri="{FF2B5EF4-FFF2-40B4-BE49-F238E27FC236}">
                <ns2:creationId id="{BB7EC759-90AB-4A27-A7A0-7931E7F77F01}"/>
              </ns1:ext>
            </ns1:extLst>
          </ns0:cNvPr>
          <ns0:cNvSpPr>
            <ns1:spLocks noGrp="1"/>
          </ns0:cNvSpPr>
          <ns0:nvPr/>
        </ns0:nvSpPr>
        <ns0:spPr>
          <ns1:xfrm>
            <ns1:off x="1343025" y="4305300"/>
            <ns1:ext cx="9829800" cy="173831"/>
          </ns1:xfrm>
          <ns1:prstGeom prst="rect">
            <ns1:avLst/>
          </ns1:prstGeom>
          <ns1:solidFill>
            <ns1:srgbClr val="15243A"/>
          </ns1:solidFill>
          <ns1:ln w="0">
            <ns1:noFill/>
            <ns1:prstDash val="solid"/>
          </ns1:ln>
        </ns0:spPr>
      </ns0:sp>
      <ns0:sp>
        <ns0:nvSpPr>
          <ns0:cNvPr id="32" name="">
            <ns1:extLst>
              <ns1:ext uri="{FF2B5EF4-FFF2-40B4-BE49-F238E27FC236}">
                <ns2:creationId id="{F56E8CB9-79F2-4F97-91B4-2AA0159390E0}"/>
              </ns1:ext>
            </ns1:extLst>
          </ns0:cNvPr>
          <ns0:cNvSpPr>
            <ns1:spLocks noGrp="1"/>
          </ns0:cNvSpPr>
          <ns0:nvPr/>
        </ns0:nvSpPr>
        <ns0:spPr>
          <ns1:xfrm>
            <ns1:off x="952500" y="4314825"/>
            <ns1:ext cx="190500" cy="173831"/>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01</ns1:t>
            </ns1:r>
          </ns1:p>
        </ns0:txBody>
      </ns0:sp>
      <ns0:sp>
        <ns0:nvSpPr>
          <ns0:cNvPr id="33" name="">
            <ns1:extLst>
              <ns1:ext uri="{FF2B5EF4-FFF2-40B4-BE49-F238E27FC236}">
                <ns2:creationId id="{1D910086-F0D7-4FBF-AE62-CC335566ED84}"/>
              </ns1:ext>
            </ns1:extLst>
          </ns0:cNvPr>
          <ns0:cNvSpPr>
            <ns1:spLocks noGrp="1"/>
          </ns0:cNvSpPr>
          <ns0:nvPr/>
        </ns0:nvSpPr>
        <ns0:spPr>
          <ns1:xfrm>
            <ns1:off x="1343025" y="4305300"/>
            <ns1:ext cx="28575" cy="173831"/>
          </ns1:xfrm>
          <ns1:prstGeom prst="rect">
            <ns1:avLst/>
          </ns1:prstGeom>
          <ns1:solidFill>
            <ns1:srgbClr val="2846A0"/>
          </ns1:solidFill>
          <ns1:ln w="0">
            <ns1:noFill/>
            <ns1:prstDash val="solid"/>
          </ns1:ln>
        </ns0:spPr>
      </ns0:sp>
      <ns0:sp>
        <ns0:nvSpPr>
          <ns0:cNvPr id="34" name="">
            <ns1:extLst>
              <ns1:ext uri="{FF2B5EF4-FFF2-40B4-BE49-F238E27FC236}">
                <ns2:creationId id="{690B3289-0FF1-4505-B68F-633DCAE2D230}"/>
              </ns1:ext>
            </ns1:extLst>
          </ns0:cNvPr>
          <ns0:cNvSpPr>
            <ns1:spLocks noGrp="1"/>
          </ns0:cNvSpPr>
          <ns0:nvPr/>
        </ns0:nvSpPr>
        <ns0:spPr>
          <ns1:xfrm>
            <ns1:off x="1181100" y="4314825"/>
            <ns1:ext cx="171450" cy="171450"/>
          </ns1:xfrm>
          <ns1:prstGeom prst="ellipse">
            <ns1:avLst/>
          </ns1:prstGeom>
          <ns1:solidFill>
            <ns1:srgbClr val="2846A0"/>
          </ns1:solidFill>
          <ns1:ln w="0">
            <ns1:noFill/>
            <ns1:prstDash val="solid"/>
          </ns1:ln>
        </ns0:spPr>
      </ns0:sp>
      <ns0:sp>
        <ns0:nvSpPr>
          <ns0:cNvPr id="35" name="">
            <ns1:extLst>
              <ns1:ext uri="{FF2B5EF4-FFF2-40B4-BE49-F238E27FC236}">
                <ns2:creationId id="{D27C6455-094D-464C-B636-D92D7FAFC078}"/>
              </ns1:ext>
            </ns1:extLst>
          </ns0:cNvPr>
          <ns0:cNvSpPr>
            <ns1:spLocks noGrp="1"/>
          </ns0:cNvSpPr>
          <ns0:nvPr/>
        </ns0:nvSpPr>
        <ns0:spPr>
          <ns1:xfrm>
            <ns1:off x="1181100" y="4314825"/>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1</ns1:t>
            </ns1:r>
          </ns1:p>
        </ns0:txBody>
      </ns0:sp>
      <ns0:sp>
        <ns0:nvSpPr>
          <ns0:cNvPr id="36" name="Código editable">
            <ns1:extLst>
              <ns1:ext uri="{FF2B5EF4-FFF2-40B4-BE49-F238E27FC236}">
                <ns2:creationId id="{BFC37263-D1D9-4FF9-892C-658DCEB386D5}"/>
              </ns1:ext>
            </ns1:extLst>
          </ns0:cNvPr>
          <ns0:cNvSpPr>
            <ns1:spLocks noGrp="1"/>
          </ns0:cNvSpPr>
          <ns0:nvPr/>
        </ns0:nvSpPr>
        <ns0:spPr>
          <ns1:xfrm>
            <ns1:off x="1390650" y="4314825"/>
            <ns1:ext cx="9753600" cy="173831"/>
          </ns1:xfrm>
          <ns1:prstGeom prst="rect">
            <ns1:avLst/>
          </ns1:prstGeom>
          <ns1:noFill/>
          <ns1:ln w="0">
            <ns1:noFill/>
            <ns1:prstDash val="solid"/>
          </ns1:ln>
        </ns0:spPr>
        <ns0:txBody>
          <ns1:bodyPr lIns="0" tIns="0" rIns="0" bIns="0" anchor="ctr">
            <ns1:normAutofit fontScale="100000"/>
          </ns1:bodyPr>
          <ns1:lstStyle>
            <ns1:defPPr algn="l">
              <ns1:defRPr sz="1068">
                <ns1:solidFill>
                  <ns1:srgbClr val="E6EDF7"/>
                </ns1:solidFill>
                <ns1:latin typeface="Menlo"/>
                <ns1:ea typeface="Menlo"/>
                <ns1:cs typeface="Menlo"/>
              </ns1:defRPr>
            </ns1:defPPr>
            <ns1:lvl1pPr algn="l">
              <ns1:defRPr sz="1068">
                <ns1:solidFill>
                  <ns1:srgbClr val="E6EDF7"/>
                </ns1:solidFill>
                <ns1:latin typeface="Menlo"/>
                <ns1:ea typeface="Menlo"/>
                <ns1:cs typeface="Menlo"/>
              </ns1:defRPr>
            </ns1:lvl1pPr>
            <ns1:lvl2pPr algn="l">
              <ns1:defRPr sz="1068">
                <ns1:solidFill>
                  <ns1:srgbClr val="E6EDF7"/>
                </ns1:solidFill>
                <ns1:latin typeface="Menlo"/>
                <ns1:ea typeface="Menlo"/>
                <ns1:cs typeface="Menlo"/>
              </ns1:defRPr>
            </ns1:lvl2pPr>
            <ns1:lvl3pPr algn="l">
              <ns1:defRPr sz="1068">
                <ns1:solidFill>
                  <ns1:srgbClr val="E6EDF7"/>
                </ns1:solidFill>
                <ns1:latin typeface="Menlo"/>
                <ns1:ea typeface="Menlo"/>
                <ns1:cs typeface="Menlo"/>
              </ns1:defRPr>
            </ns1:lvl3pPr>
            <ns1:lvl4pPr algn="l">
              <ns1:defRPr sz="1068">
                <ns1:solidFill>
                  <ns1:srgbClr val="E6EDF7"/>
                </ns1:solidFill>
                <ns1:latin typeface="Menlo"/>
                <ns1:ea typeface="Menlo"/>
                <ns1:cs typeface="Menlo"/>
              </ns1:defRPr>
            </ns1:lvl4pPr>
            <ns1:lvl5pPr algn="l">
              <ns1:defRPr sz="1068">
                <ns1:solidFill>
                  <ns1:srgbClr val="E6EDF7"/>
                </ns1:solidFill>
                <ns1:latin typeface="Menlo"/>
                <ns1:ea typeface="Menlo"/>
                <ns1:cs typeface="Menlo"/>
              </ns1:defRPr>
            </ns1:lvl5pPr>
            <ns1:lvl6pPr algn="l">
              <ns1:defRPr sz="1068">
                <ns1:solidFill>
                  <ns1:srgbClr val="E6EDF7"/>
                </ns1:solidFill>
                <ns1:latin typeface="Menlo"/>
                <ns1:ea typeface="Menlo"/>
                <ns1:cs typeface="Menlo"/>
              </ns1:defRPr>
            </ns1:lvl6pPr>
            <ns1:lvl7pPr algn="l">
              <ns1:defRPr sz="1068">
                <ns1:solidFill>
                  <ns1:srgbClr val="E6EDF7"/>
                </ns1:solidFill>
                <ns1:latin typeface="Menlo"/>
                <ns1:ea typeface="Menlo"/>
                <ns1:cs typeface="Menlo"/>
              </ns1:defRPr>
            </ns1:lvl7pPr>
            <ns1:lvl8pPr algn="l">
              <ns1:defRPr sz="1068">
                <ns1:solidFill>
                  <ns1:srgbClr val="E6EDF7"/>
                </ns1:solidFill>
                <ns1:latin typeface="Menlo"/>
                <ns1:ea typeface="Menlo"/>
                <ns1:cs typeface="Menlo"/>
              </ns1:defRPr>
            </ns1:lvl8pPr>
            <ns1:lvl9pPr algn="l">
              <ns1:defRPr sz="1068">
                <ns1:solidFill>
                  <ns1:srgbClr val="E6EDF7"/>
                </ns1:solidFill>
                <ns1:latin typeface="Menlo"/>
                <ns1:ea typeface="Menlo"/>
                <ns1:cs typeface="Menlo"/>
              </ns1:defRPr>
            </ns1:lvl9pPr>
          </ns1:lstStyle>
          <ns1:p>
            <ns1:pPr algn="l">
              <ns1:defRPr sz="1068">
                <ns1:solidFill>
                  <ns1:srgbClr val="E6EDF7"/>
                </ns1:solidFill>
                <ns1:latin typeface="Menlo"/>
                <ns1:ea typeface="Menlo"/>
                <ns1:cs typeface="Menlo"/>
              </ns1:defRPr>
            </ns1:pPr>
            <ns1:r>
              <ns1:rPr sz="1068">
                <ns1:solidFill>
                  <ns1:srgbClr val="C792EA"/>
                </ns1:solidFill>
                <ns1:latin typeface="Menlo"/>
                <ns1:ea typeface="Menlo"/>
                <ns1:cs typeface="Menlo"/>
              </ns1:rPr>
              <ns1:t>if</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delivery</ns1:t>
            </ns1:r>
            <ns1:r>
              <ns1:rPr sz="1068">
                <ns1:solidFill>
                  <ns1:srgbClr val="E6EDF7"/>
                </ns1:solidFill>
                <ns1:latin typeface="Menlo"/>
                <ns1:ea typeface="Menlo"/>
                <ns1:cs typeface="Menlo"/>
              </ns1:rPr>
              <ns1:t>.</ns1:t>
            </ns1:r>
            <ns1:r>
              <ns1:rPr sz="1068">
                <ns1:solidFill>
                  <ns1:srgbClr val="F6C177"/>
                </ns1:solidFill>
                <ns1:latin typeface="Menlo"/>
                <ns1:ea typeface="Menlo"/>
                <ns1:cs typeface="Menlo"/>
              </ns1:rPr>
              <ns1:t>used_at</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 </ns1:t>
            </ns1:r>
            <ns1:r>
              <ns1:rPr sz="1068">
                <ns1:solidFill>
                  <ns1:srgbClr val="C792EA"/>
                </ns1:solidFill>
                <ns1:latin typeface="Menlo"/>
                <ns1:ea typeface="Menlo"/>
                <ns1:cs typeface="Menlo"/>
              </ns1:rPr>
              <ns1:t>return</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conflict</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 </ns1:t>
            </ns1:r>
            <ns1:r>
              <ns1:rPr sz="1068">
                <ns1:solidFill>
                  <ns1:srgbClr val="72839B"/>
                </ns1:solidFill>
                <ns1:latin typeface="Menlo"/>
                <ns1:ea typeface="Menlo"/>
                <ns1:cs typeface="Menlo"/>
              </ns1:rPr>
              <ns1:t>// QR ya consumido</ns1:t>
            </ns1:r>
          </ns1:p>
        </ns0:txBody>
      </ns0:sp>
      <ns0:sp>
        <ns0:nvSpPr>
          <ns0:cNvPr id="37" name="">
            <ns1:extLst>
              <ns1:ext uri="{FF2B5EF4-FFF2-40B4-BE49-F238E27FC236}">
                <ns2:creationId id="{C539831B-4AE7-4836-BD48-93119F05684B}"/>
              </ns1:ext>
            </ns1:extLst>
          </ns0:cNvPr>
          <ns0:cNvSpPr>
            <ns1:spLocks noGrp="1"/>
          </ns0:cNvSpPr>
          <ns0:nvPr/>
        </ns0:nvSpPr>
        <ns0:spPr>
          <ns1:xfrm>
            <ns1:off x="1343025" y="4479131"/>
            <ns1:ext cx="9829800" cy="173831"/>
          </ns1:xfrm>
          <ns1:prstGeom prst="rect">
            <ns1:avLst/>
          </ns1:prstGeom>
          <ns1:solidFill>
            <ns1:srgbClr val="15243A"/>
          </ns1:solidFill>
          <ns1:ln w="0">
            <ns1:noFill/>
            <ns1:prstDash val="solid"/>
          </ns1:ln>
        </ns0:spPr>
      </ns0:sp>
      <ns0:sp>
        <ns0:nvSpPr>
          <ns0:cNvPr id="38" name="">
            <ns1:extLst>
              <ns1:ext uri="{FF2B5EF4-FFF2-40B4-BE49-F238E27FC236}">
                <ns2:creationId id="{C5647E3D-C7E1-487F-8F2D-4E2D0E0F522B}"/>
              </ns1:ext>
            </ns1:extLst>
          </ns0:cNvPr>
          <ns0:cNvSpPr>
            <ns1:spLocks noGrp="1"/>
          </ns0:cNvSpPr>
          <ns0:nvPr/>
        </ns0:nvSpPr>
        <ns0:spPr>
          <ns1:xfrm>
            <ns1:off x="952500" y="4488656"/>
            <ns1:ext cx="190500" cy="173831"/>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02</ns1:t>
            </ns1:r>
          </ns1:p>
        </ns0:txBody>
      </ns0:sp>
      <ns0:sp>
        <ns0:nvSpPr>
          <ns0:cNvPr id="39" name="">
            <ns1:extLst>
              <ns1:ext uri="{FF2B5EF4-FFF2-40B4-BE49-F238E27FC236}">
                <ns2:creationId id="{A36B9531-5CE5-42EA-A0B4-6E81CBDF5DA2}"/>
              </ns1:ext>
            </ns1:extLst>
          </ns0:cNvPr>
          <ns0:cNvSpPr>
            <ns1:spLocks noGrp="1"/>
          </ns0:cNvSpPr>
          <ns0:nvPr/>
        </ns0:nvSpPr>
        <ns0:spPr>
          <ns1:xfrm>
            <ns1:off x="1343025" y="4479131"/>
            <ns1:ext cx="28575" cy="173831"/>
          </ns1:xfrm>
          <ns1:prstGeom prst="rect">
            <ns1:avLst/>
          </ns1:prstGeom>
          <ns1:solidFill>
            <ns1:srgbClr val="22B8A8"/>
          </ns1:solidFill>
          <ns1:ln w="0">
            <ns1:noFill/>
            <ns1:prstDash val="solid"/>
          </ns1:ln>
        </ns0:spPr>
      </ns0:sp>
      <ns0:sp>
        <ns0:nvSpPr>
          <ns0:cNvPr id="40" name="">
            <ns1:extLst>
              <ns1:ext uri="{FF2B5EF4-FFF2-40B4-BE49-F238E27FC236}">
                <ns2:creationId id="{76A045FC-2063-4BD2-B419-AE31177C3DCB}"/>
              </ns1:ext>
            </ns1:extLst>
          </ns0:cNvPr>
          <ns0:cNvSpPr>
            <ns1:spLocks noGrp="1"/>
          </ns0:cNvSpPr>
          <ns0:nvPr/>
        </ns0:nvSpPr>
        <ns0:spPr>
          <ns1:xfrm>
            <ns1:off x="1181100" y="4488656"/>
            <ns1:ext cx="171450" cy="171450"/>
          </ns1:xfrm>
          <ns1:prstGeom prst="ellipse">
            <ns1:avLst/>
          </ns1:prstGeom>
          <ns1:solidFill>
            <ns1:srgbClr val="22B8A8"/>
          </ns1:solidFill>
          <ns1:ln w="0">
            <ns1:noFill/>
            <ns1:prstDash val="solid"/>
          </ns1:ln>
        </ns0:spPr>
      </ns0:sp>
      <ns0:sp>
        <ns0:nvSpPr>
          <ns0:cNvPr id="41" name="">
            <ns1:extLst>
              <ns1:ext uri="{FF2B5EF4-FFF2-40B4-BE49-F238E27FC236}">
                <ns2:creationId id="{813B86B8-2095-49D5-9259-4CF4B89FE949}"/>
              </ns1:ext>
            </ns1:extLst>
          </ns0:cNvPr>
          <ns0:cNvSpPr>
            <ns1:spLocks noGrp="1"/>
          </ns0:cNvSpPr>
          <ns0:nvPr/>
        </ns0:nvSpPr>
        <ns0:spPr>
          <ns1:xfrm>
            <ns1:off x="1181100" y="4488656"/>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2</ns1:t>
            </ns1:r>
          </ns1:p>
        </ns0:txBody>
      </ns0:sp>
      <ns0:sp>
        <ns0:nvSpPr>
          <ns0:cNvPr id="42" name="Código editable">
            <ns1:extLst>
              <ns1:ext uri="{FF2B5EF4-FFF2-40B4-BE49-F238E27FC236}">
                <ns2:creationId id="{59009E3D-9012-4F8E-8E15-9D1F1C612483}"/>
              </ns1:ext>
            </ns1:extLst>
          </ns0:cNvPr>
          <ns0:cNvSpPr>
            <ns1:spLocks noGrp="1"/>
          </ns0:cNvSpPr>
          <ns0:nvPr/>
        </ns0:nvSpPr>
        <ns0:spPr>
          <ns1:xfrm>
            <ns1:off x="1390650" y="4488656"/>
            <ns1:ext cx="9753600" cy="173831"/>
          </ns1:xfrm>
          <ns1:prstGeom prst="rect">
            <ns1:avLst/>
          </ns1:prstGeom>
          <ns1:noFill/>
          <ns1:ln w="0">
            <ns1:noFill/>
            <ns1:prstDash val="solid"/>
          </ns1:ln>
        </ns0:spPr>
        <ns0:txBody>
          <ns1:bodyPr lIns="0" tIns="0" rIns="0" bIns="0" anchor="ctr">
            <ns1:normAutofit fontScale="100000"/>
          </ns1:bodyPr>
          <ns1:lstStyle>
            <ns1:defPPr algn="l">
              <ns1:defRPr sz="1068">
                <ns1:solidFill>
                  <ns1:srgbClr val="E6EDF7"/>
                </ns1:solidFill>
                <ns1:latin typeface="Menlo"/>
                <ns1:ea typeface="Menlo"/>
                <ns1:cs typeface="Menlo"/>
              </ns1:defRPr>
            </ns1:defPPr>
            <ns1:lvl1pPr algn="l">
              <ns1:defRPr sz="1068">
                <ns1:solidFill>
                  <ns1:srgbClr val="E6EDF7"/>
                </ns1:solidFill>
                <ns1:latin typeface="Menlo"/>
                <ns1:ea typeface="Menlo"/>
                <ns1:cs typeface="Menlo"/>
              </ns1:defRPr>
            </ns1:lvl1pPr>
            <ns1:lvl2pPr algn="l">
              <ns1:defRPr sz="1068">
                <ns1:solidFill>
                  <ns1:srgbClr val="E6EDF7"/>
                </ns1:solidFill>
                <ns1:latin typeface="Menlo"/>
                <ns1:ea typeface="Menlo"/>
                <ns1:cs typeface="Menlo"/>
              </ns1:defRPr>
            </ns1:lvl2pPr>
            <ns1:lvl3pPr algn="l">
              <ns1:defRPr sz="1068">
                <ns1:solidFill>
                  <ns1:srgbClr val="E6EDF7"/>
                </ns1:solidFill>
                <ns1:latin typeface="Menlo"/>
                <ns1:ea typeface="Menlo"/>
                <ns1:cs typeface="Menlo"/>
              </ns1:defRPr>
            </ns1:lvl3pPr>
            <ns1:lvl4pPr algn="l">
              <ns1:defRPr sz="1068">
                <ns1:solidFill>
                  <ns1:srgbClr val="E6EDF7"/>
                </ns1:solidFill>
                <ns1:latin typeface="Menlo"/>
                <ns1:ea typeface="Menlo"/>
                <ns1:cs typeface="Menlo"/>
              </ns1:defRPr>
            </ns1:lvl4pPr>
            <ns1:lvl5pPr algn="l">
              <ns1:defRPr sz="1068">
                <ns1:solidFill>
                  <ns1:srgbClr val="E6EDF7"/>
                </ns1:solidFill>
                <ns1:latin typeface="Menlo"/>
                <ns1:ea typeface="Menlo"/>
                <ns1:cs typeface="Menlo"/>
              </ns1:defRPr>
            </ns1:lvl5pPr>
            <ns1:lvl6pPr algn="l">
              <ns1:defRPr sz="1068">
                <ns1:solidFill>
                  <ns1:srgbClr val="E6EDF7"/>
                </ns1:solidFill>
                <ns1:latin typeface="Menlo"/>
                <ns1:ea typeface="Menlo"/>
                <ns1:cs typeface="Menlo"/>
              </ns1:defRPr>
            </ns1:lvl6pPr>
            <ns1:lvl7pPr algn="l">
              <ns1:defRPr sz="1068">
                <ns1:solidFill>
                  <ns1:srgbClr val="E6EDF7"/>
                </ns1:solidFill>
                <ns1:latin typeface="Menlo"/>
                <ns1:ea typeface="Menlo"/>
                <ns1:cs typeface="Menlo"/>
              </ns1:defRPr>
            </ns1:lvl7pPr>
            <ns1:lvl8pPr algn="l">
              <ns1:defRPr sz="1068">
                <ns1:solidFill>
                  <ns1:srgbClr val="E6EDF7"/>
                </ns1:solidFill>
                <ns1:latin typeface="Menlo"/>
                <ns1:ea typeface="Menlo"/>
                <ns1:cs typeface="Menlo"/>
              </ns1:defRPr>
            </ns1:lvl8pPr>
            <ns1:lvl9pPr algn="l">
              <ns1:defRPr sz="1068">
                <ns1:solidFill>
                  <ns1:srgbClr val="E6EDF7"/>
                </ns1:solidFill>
                <ns1:latin typeface="Menlo"/>
                <ns1:ea typeface="Menlo"/>
                <ns1:cs typeface="Menlo"/>
              </ns1:defRPr>
            </ns1:lvl9pPr>
          </ns1:lstStyle>
          <ns1:p>
            <ns1:pPr algn="l">
              <ns1:defRPr sz="1068">
                <ns1:solidFill>
                  <ns1:srgbClr val="E6EDF7"/>
                </ns1:solidFill>
                <ns1:latin typeface="Menlo"/>
                <ns1:ea typeface="Menlo"/>
                <ns1:cs typeface="Menlo"/>
              </ns1:defRPr>
            </ns1:pPr>
            <ns1:r>
              <ns1:rPr sz="1068">
                <ns1:solidFill>
                  <ns1:srgbClr val="C792EA"/>
                </ns1:solidFill>
                <ns1:latin typeface="Menlo"/>
                <ns1:ea typeface="Menlo"/>
                <ns1:cs typeface="Menlo"/>
              </ns1:rPr>
              <ns1:t>if</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ns1:t>
            </ns1:r>
            <ns1:r>
              <ns1:rPr sz="1068">
                <ns1:solidFill>
                  <ns1:srgbClr val="82D3F2"/>
                </ns1:solidFill>
                <ns1:latin typeface="Menlo"/>
                <ns1:ea typeface="Menlo"/>
                <ns1:cs typeface="Menlo"/>
              </ns1:rPr>
              <ns1:t>Date</ns1:t>
            </ns1:r>
            <ns1:r>
              <ns1:rPr sz="1068">
                <ns1:solidFill>
                  <ns1:srgbClr val="E6EDF7"/>
                </ns1:solidFill>
                <ns1:latin typeface="Menlo"/>
                <ns1:ea typeface="Menlo"/>
                <ns1:cs typeface="Menlo"/>
              </ns1:rPr>
              <ns1:t>.</ns1:t>
            </ns1:r>
            <ns1:r>
              <ns1:rPr sz="1068">
                <ns1:solidFill>
                  <ns1:srgbClr val="F6C177"/>
                </ns1:solidFill>
                <ns1:latin typeface="Menlo"/>
                <ns1:ea typeface="Menlo"/>
                <ns1:cs typeface="Menlo"/>
              </ns1:rPr>
              <ns1:t>parse</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delivery</ns1:t>
            </ns1:r>
            <ns1:r>
              <ns1:rPr sz="1068">
                <ns1:solidFill>
                  <ns1:srgbClr val="E6EDF7"/>
                </ns1:solidFill>
                <ns1:latin typeface="Menlo"/>
                <ns1:ea typeface="Menlo"/>
                <ns1:cs typeface="Menlo"/>
              </ns1:rPr>
              <ns1:t>.</ns1:t>
            </ns1:r>
            <ns1:r>
              <ns1:rPr sz="1068">
                <ns1:solidFill>
                  <ns1:srgbClr val="F6C177"/>
                </ns1:solidFill>
                <ns1:latin typeface="Menlo"/>
                <ns1:ea typeface="Menlo"/>
                <ns1:cs typeface="Menlo"/>
              </ns1:rPr>
              <ns1:t>expires_at</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&lt;</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 </ns1:t>
            </ns1:r>
            <ns1:r>
              <ns1:rPr sz="1068">
                <ns1:solidFill>
                  <ns1:srgbClr val="82D3F2"/>
                </ns1:solidFill>
                <ns1:latin typeface="Menlo"/>
                <ns1:ea typeface="Menlo"/>
                <ns1:cs typeface="Menlo"/>
              </ns1:rPr>
              <ns1:t>Date</ns1:t>
            </ns1:r>
            <ns1:r>
              <ns1:rPr sz="1068">
                <ns1:solidFill>
                  <ns1:srgbClr val="E6EDF7"/>
                </ns1:solidFill>
                <ns1:latin typeface="Menlo"/>
                <ns1:ea typeface="Menlo"/>
                <ns1:cs typeface="Menlo"/>
              </ns1:rPr>
              <ns1:t>.</ns1:t>
            </ns1:r>
            <ns1:r>
              <ns1:rPr sz="1068">
                <ns1:solidFill>
                  <ns1:srgbClr val="F6C177"/>
                </ns1:solidFill>
                <ns1:latin typeface="Menlo"/>
                <ns1:ea typeface="Menlo"/>
                <ns1:cs typeface="Menlo"/>
              </ns1:rPr>
              <ns1:t>now</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 </ns1:t>
            </ns1:r>
            <ns1:r>
              <ns1:rPr sz="1068">
                <ns1:solidFill>
                  <ns1:srgbClr val="72839B"/>
                </ns1:solidFill>
                <ns1:latin typeface="Menlo"/>
                <ns1:ea typeface="Menlo"/>
                <ns1:cs typeface="Menlo"/>
              </ns1:rPr>
              <ns1:t>// QR por 10 min</ns1:t>
            </ns1:r>
          </ns1:p>
        </ns0:txBody>
      </ns0:sp>
      <ns0:sp>
        <ns0:nvSpPr>
          <ns0:cNvPr id="43" name="">
            <ns1:extLst>
              <ns1:ext uri="{FF2B5EF4-FFF2-40B4-BE49-F238E27FC236}">
                <ns2:creationId id="{05229090-2794-40B7-954E-A4A737CEC17F}"/>
              </ns1:ext>
            </ns1:extLst>
          </ns0:cNvPr>
          <ns0:cNvSpPr>
            <ns1:spLocks noGrp="1"/>
          </ns0:cNvSpPr>
          <ns0:nvPr/>
        </ns0:nvSpPr>
        <ns0:spPr>
          <ns1:xfrm>
            <ns1:off x="1019175" y="4662488"/>
            <ns1:ext cx="247650" cy="173831"/>
          </ns1:xfrm>
          <ns1:prstGeom prst="rect">
            <ns1:avLst/>
          </ns1:prstGeom>
          <ns1:noFill/>
          <ns1:ln w="0">
            <ns1:noFill/>
            <ns1:prstDash val="solid"/>
          </ns1:ln>
        </ns0:spPr>
        <ns0:txBody>
          <ns1:bodyPr lIns="0" tIns="0" rIns="0" bIns="0" anchor="ctr">
            <ns1:normAutofit fontScale="100000"/>
          </ns1:bodyPr>
          <ns1:lstStyle>
            <ns1:defPPr algn="r">
              <ns1:defRPr sz="1068" b="0">
                <ns1:solidFill>
                  <ns1:srgbClr val="647791"/>
                </ns1:solidFill>
                <ns1:latin typeface="Aptos"/>
                <ns1:ea typeface="Aptos"/>
                <ns1:cs typeface="Aptos"/>
              </ns1:defRPr>
            </ns1:defPPr>
            <ns1:lvl1pPr algn="r">
              <ns1:defRPr sz="1068" b="0">
                <ns1:solidFill>
                  <ns1:srgbClr val="647791"/>
                </ns1:solidFill>
                <ns1:latin typeface="Aptos"/>
                <ns1:ea typeface="Aptos"/>
                <ns1:cs typeface="Aptos"/>
              </ns1:defRPr>
            </ns1:lvl1pPr>
            <ns1:lvl2pPr algn="r">
              <ns1:defRPr sz="1068" b="0">
                <ns1:solidFill>
                  <ns1:srgbClr val="647791"/>
                </ns1:solidFill>
                <ns1:latin typeface="Aptos"/>
                <ns1:ea typeface="Aptos"/>
                <ns1:cs typeface="Aptos"/>
              </ns1:defRPr>
            </ns1:lvl2pPr>
            <ns1:lvl3pPr algn="r">
              <ns1:defRPr sz="1068" b="0">
                <ns1:solidFill>
                  <ns1:srgbClr val="647791"/>
                </ns1:solidFill>
                <ns1:latin typeface="Aptos"/>
                <ns1:ea typeface="Aptos"/>
                <ns1:cs typeface="Aptos"/>
              </ns1:defRPr>
            </ns1:lvl3pPr>
            <ns1:lvl4pPr algn="r">
              <ns1:defRPr sz="1068" b="0">
                <ns1:solidFill>
                  <ns1:srgbClr val="647791"/>
                </ns1:solidFill>
                <ns1:latin typeface="Aptos"/>
                <ns1:ea typeface="Aptos"/>
                <ns1:cs typeface="Aptos"/>
              </ns1:defRPr>
            </ns1:lvl4pPr>
            <ns1:lvl5pPr algn="r">
              <ns1:defRPr sz="1068" b="0">
                <ns1:solidFill>
                  <ns1:srgbClr val="647791"/>
                </ns1:solidFill>
                <ns1:latin typeface="Aptos"/>
                <ns1:ea typeface="Aptos"/>
                <ns1:cs typeface="Aptos"/>
              </ns1:defRPr>
            </ns1:lvl5pPr>
            <ns1:lvl6pPr algn="r">
              <ns1:defRPr sz="1068" b="0">
                <ns1:solidFill>
                  <ns1:srgbClr val="647791"/>
                </ns1:solidFill>
                <ns1:latin typeface="Aptos"/>
                <ns1:ea typeface="Aptos"/>
                <ns1:cs typeface="Aptos"/>
              </ns1:defRPr>
            </ns1:lvl6pPr>
            <ns1:lvl7pPr algn="r">
              <ns1:defRPr sz="1068" b="0">
                <ns1:solidFill>
                  <ns1:srgbClr val="647791"/>
                </ns1:solidFill>
                <ns1:latin typeface="Aptos"/>
                <ns1:ea typeface="Aptos"/>
                <ns1:cs typeface="Aptos"/>
              </ns1:defRPr>
            </ns1:lvl7pPr>
            <ns1:lvl8pPr algn="r">
              <ns1:defRPr sz="1068" b="0">
                <ns1:solidFill>
                  <ns1:srgbClr val="647791"/>
                </ns1:solidFill>
                <ns1:latin typeface="Aptos"/>
                <ns1:ea typeface="Aptos"/>
                <ns1:cs typeface="Aptos"/>
              </ns1:defRPr>
            </ns1:lvl8pPr>
            <ns1:lvl9pPr algn="r">
              <ns1:defRPr sz="1068" b="0">
                <ns1:solidFill>
                  <ns1:srgbClr val="647791"/>
                </ns1:solidFill>
                <ns1:latin typeface="Aptos"/>
                <ns1:ea typeface="Aptos"/>
                <ns1:cs typeface="Aptos"/>
              </ns1:defRPr>
            </ns1:lvl9pPr>
          </ns1:lstStyle>
          <ns1:p>
            <ns1:pPr algn="r">
              <ns1:defRPr sz="1068" b="0">
                <ns1:solidFill>
                  <ns1:srgbClr val="647791"/>
                </ns1:solidFill>
                <ns1:latin typeface="Aptos"/>
                <ns1:ea typeface="Aptos"/>
                <ns1:cs typeface="Aptos"/>
              </ns1:defRPr>
            </ns1:pPr>
            <ns1:r>
              <ns1:rPr sz="1068" b="0">
                <ns1:solidFill>
                  <ns1:srgbClr val="647791"/>
                </ns1:solidFill>
                <ns1:latin typeface="Aptos"/>
                <ns1:ea typeface="Aptos"/>
                <ns1:cs typeface="Aptos"/>
              </ns1:rPr>
              <ns1:t>03</ns1:t>
            </ns1:r>
          </ns1:p>
        </ns0:txBody>
      </ns0:sp>
      <ns0:sp>
        <ns0:nvSpPr>
          <ns0:cNvPr id="44" name="Código editable">
            <ns1:extLst>
              <ns1:ext uri="{FF2B5EF4-FFF2-40B4-BE49-F238E27FC236}">
                <ns2:creationId id="{2ABE2834-D713-4A08-B468-2E81952CFDE6}"/>
              </ns1:ext>
            </ns1:extLst>
          </ns0:cNvPr>
          <ns0:cNvSpPr>
            <ns1:spLocks noGrp="1"/>
          </ns0:cNvSpPr>
          <ns0:nvPr/>
        </ns0:nvSpPr>
        <ns0:spPr>
          <ns1:xfrm>
            <ns1:off x="1390650" y="4662488"/>
            <ns1:ext cx="9753600" cy="173831"/>
          </ns1:xfrm>
          <ns1:prstGeom prst="rect">
            <ns1:avLst/>
          </ns1:prstGeom>
          <ns1:noFill/>
          <ns1:ln w="0">
            <ns1:noFill/>
            <ns1:prstDash val="solid"/>
          </ns1:ln>
        </ns0:spPr>
        <ns0:txBody>
          <ns1:bodyPr lIns="0" tIns="0" rIns="0" bIns="0" anchor="ctr">
            <ns1:normAutofit fontScale="100000"/>
          </ns1:bodyPr>
          <ns1:lstStyle>
            <ns1:defPPr algn="l">
              <ns1:defRPr sz="1068">
                <ns1:solidFill>
                  <ns1:srgbClr val="E6EDF7"/>
                </ns1:solidFill>
                <ns1:latin typeface="Menlo"/>
                <ns1:ea typeface="Menlo"/>
                <ns1:cs typeface="Menlo"/>
              </ns1:defRPr>
            </ns1:defPPr>
            <ns1:lvl1pPr algn="l">
              <ns1:defRPr sz="1068">
                <ns1:solidFill>
                  <ns1:srgbClr val="E6EDF7"/>
                </ns1:solidFill>
                <ns1:latin typeface="Menlo"/>
                <ns1:ea typeface="Menlo"/>
                <ns1:cs typeface="Menlo"/>
              </ns1:defRPr>
            </ns1:lvl1pPr>
            <ns1:lvl2pPr algn="l">
              <ns1:defRPr sz="1068">
                <ns1:solidFill>
                  <ns1:srgbClr val="E6EDF7"/>
                </ns1:solidFill>
                <ns1:latin typeface="Menlo"/>
                <ns1:ea typeface="Menlo"/>
                <ns1:cs typeface="Menlo"/>
              </ns1:defRPr>
            </ns1:lvl2pPr>
            <ns1:lvl3pPr algn="l">
              <ns1:defRPr sz="1068">
                <ns1:solidFill>
                  <ns1:srgbClr val="E6EDF7"/>
                </ns1:solidFill>
                <ns1:latin typeface="Menlo"/>
                <ns1:ea typeface="Menlo"/>
                <ns1:cs typeface="Menlo"/>
              </ns1:defRPr>
            </ns1:lvl3pPr>
            <ns1:lvl4pPr algn="l">
              <ns1:defRPr sz="1068">
                <ns1:solidFill>
                  <ns1:srgbClr val="E6EDF7"/>
                </ns1:solidFill>
                <ns1:latin typeface="Menlo"/>
                <ns1:ea typeface="Menlo"/>
                <ns1:cs typeface="Menlo"/>
              </ns1:defRPr>
            </ns1:lvl4pPr>
            <ns1:lvl5pPr algn="l">
              <ns1:defRPr sz="1068">
                <ns1:solidFill>
                  <ns1:srgbClr val="E6EDF7"/>
                </ns1:solidFill>
                <ns1:latin typeface="Menlo"/>
                <ns1:ea typeface="Menlo"/>
                <ns1:cs typeface="Menlo"/>
              </ns1:defRPr>
            </ns1:lvl5pPr>
            <ns1:lvl6pPr algn="l">
              <ns1:defRPr sz="1068">
                <ns1:solidFill>
                  <ns1:srgbClr val="E6EDF7"/>
                </ns1:solidFill>
                <ns1:latin typeface="Menlo"/>
                <ns1:ea typeface="Menlo"/>
                <ns1:cs typeface="Menlo"/>
              </ns1:defRPr>
            </ns1:lvl6pPr>
            <ns1:lvl7pPr algn="l">
              <ns1:defRPr sz="1068">
                <ns1:solidFill>
                  <ns1:srgbClr val="E6EDF7"/>
                </ns1:solidFill>
                <ns1:latin typeface="Menlo"/>
                <ns1:ea typeface="Menlo"/>
                <ns1:cs typeface="Menlo"/>
              </ns1:defRPr>
            </ns1:lvl7pPr>
            <ns1:lvl8pPr algn="l">
              <ns1:defRPr sz="1068">
                <ns1:solidFill>
                  <ns1:srgbClr val="E6EDF7"/>
                </ns1:solidFill>
                <ns1:latin typeface="Menlo"/>
                <ns1:ea typeface="Menlo"/>
                <ns1:cs typeface="Menlo"/>
              </ns1:defRPr>
            </ns1:lvl8pPr>
            <ns1:lvl9pPr algn="l">
              <ns1:defRPr sz="1068">
                <ns1:solidFill>
                  <ns1:srgbClr val="E6EDF7"/>
                </ns1:solidFill>
                <ns1:latin typeface="Menlo"/>
                <ns1:ea typeface="Menlo"/>
                <ns1:cs typeface="Menlo"/>
              </ns1:defRPr>
            </ns1:lvl9pPr>
          </ns1:lstStyle>
          <ns1:p>
            <ns1:pPr algn="l">
              <ns1:defRPr sz="1068">
                <ns1:solidFill>
                  <ns1:srgbClr val="E6EDF7"/>
                </ns1:solidFill>
                <ns1:latin typeface="Menlo"/>
                <ns1:ea typeface="Menlo"/>
                <ns1:cs typeface="Menlo"/>
              </ns1:defRPr>
            </ns1:pPr>
            <ns1:r>
              <ns1:rPr sz="1068">
                <ns1:solidFill>
                  <ns1:srgbClr val="E6EDF7"/>
                </ns1:solidFill>
                <ns1:latin typeface="Menlo"/>
                <ns1:ea typeface="Menlo"/>
                <ns1:cs typeface="Menlo"/>
              </ns1:rPr>
              <ns1:t>  </ns1:t>
            </ns1:r>
            <ns1:r>
              <ns1:rPr sz="1068">
                <ns1:solidFill>
                  <ns1:srgbClr val="C792EA"/>
                </ns1:solidFill>
                <ns1:latin typeface="Menlo"/>
                <ns1:ea typeface="Menlo"/>
                <ns1:cs typeface="Menlo"/>
              </ns1:rPr>
              <ns1:t>return</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expired</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ns1:t>
            </ns1:r>
          </ns1:p>
        </ns0:txBody>
      </ns0:sp>
      <ns0:sp>
        <ns0:nvSpPr>
          <ns0:cNvPr id="45" name="">
            <ns1:extLst>
              <ns1:ext uri="{FF2B5EF4-FFF2-40B4-BE49-F238E27FC236}">
                <ns2:creationId id="{8BB9039C-DA12-409A-AE45-26B6B1745EDF}"/>
              </ns1:ext>
            </ns1:extLst>
          </ns0:cNvPr>
          <ns0:cNvSpPr>
            <ns1:spLocks noGrp="1"/>
          </ns0:cNvSpPr>
          <ns0:nvPr/>
        </ns0:nvSpPr>
        <ns0:spPr>
          <ns1:xfrm>
            <ns1:off x="1343025" y="4826794"/>
            <ns1:ext cx="9829800" cy="173831"/>
          </ns1:xfrm>
          <ns1:prstGeom prst="rect">
            <ns1:avLst/>
          </ns1:prstGeom>
          <ns1:solidFill>
            <ns1:srgbClr val="15243A"/>
          </ns1:solidFill>
          <ns1:ln w="0">
            <ns1:noFill/>
            <ns1:prstDash val="solid"/>
          </ns1:ln>
        </ns0:spPr>
      </ns0:sp>
      <ns0:sp>
        <ns0:nvSpPr>
          <ns0:cNvPr id="46" name="">
            <ns1:extLst>
              <ns1:ext uri="{FF2B5EF4-FFF2-40B4-BE49-F238E27FC236}">
                <ns2:creationId id="{E2E4C70E-0C32-46C6-9610-F3762AD823CA}"/>
              </ns1:ext>
            </ns1:extLst>
          </ns0:cNvPr>
          <ns0:cNvSpPr>
            <ns1:spLocks noGrp="1"/>
          </ns0:cNvSpPr>
          <ns0:nvPr/>
        </ns0:nvSpPr>
        <ns0:spPr>
          <ns1:xfrm>
            <ns1:off x="952500" y="4836319"/>
            <ns1:ext cx="190500" cy="173831"/>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04</ns1:t>
            </ns1:r>
          </ns1:p>
        </ns0:txBody>
      </ns0:sp>
      <ns0:sp>
        <ns0:nvSpPr>
          <ns0:cNvPr id="47" name="">
            <ns1:extLst>
              <ns1:ext uri="{FF2B5EF4-FFF2-40B4-BE49-F238E27FC236}">
                <ns2:creationId id="{113324C2-21AB-4891-8A06-0E09E57073EE}"/>
              </ns1:ext>
            </ns1:extLst>
          </ns0:cNvPr>
          <ns0:cNvSpPr>
            <ns1:spLocks noGrp="1"/>
          </ns0:cNvSpPr>
          <ns0:nvPr/>
        </ns0:nvSpPr>
        <ns0:spPr>
          <ns1:xfrm>
            <ns1:off x="1343025" y="4826794"/>
            <ns1:ext cx="28575" cy="173831"/>
          </ns1:xfrm>
          <ns1:prstGeom prst="rect">
            <ns1:avLst/>
          </ns1:prstGeom>
          <ns1:solidFill>
            <ns1:srgbClr val="F2B544"/>
          </ns1:solidFill>
          <ns1:ln w="0">
            <ns1:noFill/>
            <ns1:prstDash val="solid"/>
          </ns1:ln>
        </ns0:spPr>
      </ns0:sp>
      <ns0:sp>
        <ns0:nvSpPr>
          <ns0:cNvPr id="48" name="">
            <ns1:extLst>
              <ns1:ext uri="{FF2B5EF4-FFF2-40B4-BE49-F238E27FC236}">
                <ns2:creationId id="{245A62A7-1B86-4710-B342-4D7AD606BD9D}"/>
              </ns1:ext>
            </ns1:extLst>
          </ns0:cNvPr>
          <ns0:cNvSpPr>
            <ns1:spLocks noGrp="1"/>
          </ns0:cNvSpPr>
          <ns0:nvPr/>
        </ns0:nvSpPr>
        <ns0:spPr>
          <ns1:xfrm>
            <ns1:off x="1181100" y="4836319"/>
            <ns1:ext cx="171450" cy="171450"/>
          </ns1:xfrm>
          <ns1:prstGeom prst="ellipse">
            <ns1:avLst/>
          </ns1:prstGeom>
          <ns1:solidFill>
            <ns1:srgbClr val="F2B544"/>
          </ns1:solidFill>
          <ns1:ln w="0">
            <ns1:noFill/>
            <ns1:prstDash val="solid"/>
          </ns1:ln>
        </ns0:spPr>
      </ns0:sp>
      <ns0:sp>
        <ns0:nvSpPr>
          <ns0:cNvPr id="49" name="">
            <ns1:extLst>
              <ns1:ext uri="{FF2B5EF4-FFF2-40B4-BE49-F238E27FC236}">
                <ns2:creationId id="{382B8BA4-4B87-42D8-8DB6-606747736012}"/>
              </ns1:ext>
            </ns1:extLst>
          </ns0:cNvPr>
          <ns0:cNvSpPr>
            <ns1:spLocks noGrp="1"/>
          </ns0:cNvSpPr>
          <ns0:nvPr/>
        </ns0:nvSpPr>
        <ns0:spPr>
          <ns1:xfrm>
            <ns1:off x="1181100" y="4836319"/>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3</ns1:t>
            </ns1:r>
          </ns1:p>
        </ns0:txBody>
      </ns0:sp>
      <ns0:sp>
        <ns0:nvSpPr>
          <ns0:cNvPr id="50" name="Código editable">
            <ns1:extLst>
              <ns1:ext uri="{FF2B5EF4-FFF2-40B4-BE49-F238E27FC236}">
                <ns2:creationId id="{17EB7060-5950-4ECE-9E40-6778E4CA89C1}"/>
              </ns1:ext>
            </ns1:extLst>
          </ns0:cNvPr>
          <ns0:cNvSpPr>
            <ns1:spLocks noGrp="1"/>
          </ns0:cNvSpPr>
          <ns0:nvPr/>
        </ns0:nvSpPr>
        <ns0:spPr>
          <ns1:xfrm>
            <ns1:off x="1390650" y="4836319"/>
            <ns1:ext cx="9753600" cy="173831"/>
          </ns1:xfrm>
          <ns1:prstGeom prst="rect">
            <ns1:avLst/>
          </ns1:prstGeom>
          <ns1:noFill/>
          <ns1:ln w="0">
            <ns1:noFill/>
            <ns1:prstDash val="solid"/>
          </ns1:ln>
        </ns0:spPr>
        <ns0:txBody>
          <ns1:bodyPr lIns="0" tIns="0" rIns="0" bIns="0" anchor="ctr">
            <ns1:normAutofit fontScale="100000"/>
          </ns1:bodyPr>
          <ns1:lstStyle>
            <ns1:defPPr algn="l">
              <ns1:defRPr sz="1068">
                <ns1:solidFill>
                  <ns1:srgbClr val="E6EDF7"/>
                </ns1:solidFill>
                <ns1:latin typeface="Menlo"/>
                <ns1:ea typeface="Menlo"/>
                <ns1:cs typeface="Menlo"/>
              </ns1:defRPr>
            </ns1:defPPr>
            <ns1:lvl1pPr algn="l">
              <ns1:defRPr sz="1068">
                <ns1:solidFill>
                  <ns1:srgbClr val="E6EDF7"/>
                </ns1:solidFill>
                <ns1:latin typeface="Menlo"/>
                <ns1:ea typeface="Menlo"/>
                <ns1:cs typeface="Menlo"/>
              </ns1:defRPr>
            </ns1:lvl1pPr>
            <ns1:lvl2pPr algn="l">
              <ns1:defRPr sz="1068">
                <ns1:solidFill>
                  <ns1:srgbClr val="E6EDF7"/>
                </ns1:solidFill>
                <ns1:latin typeface="Menlo"/>
                <ns1:ea typeface="Menlo"/>
                <ns1:cs typeface="Menlo"/>
              </ns1:defRPr>
            </ns1:lvl2pPr>
            <ns1:lvl3pPr algn="l">
              <ns1:defRPr sz="1068">
                <ns1:solidFill>
                  <ns1:srgbClr val="E6EDF7"/>
                </ns1:solidFill>
                <ns1:latin typeface="Menlo"/>
                <ns1:ea typeface="Menlo"/>
                <ns1:cs typeface="Menlo"/>
              </ns1:defRPr>
            </ns1:lvl3pPr>
            <ns1:lvl4pPr algn="l">
              <ns1:defRPr sz="1068">
                <ns1:solidFill>
                  <ns1:srgbClr val="E6EDF7"/>
                </ns1:solidFill>
                <ns1:latin typeface="Menlo"/>
                <ns1:ea typeface="Menlo"/>
                <ns1:cs typeface="Menlo"/>
              </ns1:defRPr>
            </ns1:lvl4pPr>
            <ns1:lvl5pPr algn="l">
              <ns1:defRPr sz="1068">
                <ns1:solidFill>
                  <ns1:srgbClr val="E6EDF7"/>
                </ns1:solidFill>
                <ns1:latin typeface="Menlo"/>
                <ns1:ea typeface="Menlo"/>
                <ns1:cs typeface="Menlo"/>
              </ns1:defRPr>
            </ns1:lvl5pPr>
            <ns1:lvl6pPr algn="l">
              <ns1:defRPr sz="1068">
                <ns1:solidFill>
                  <ns1:srgbClr val="E6EDF7"/>
                </ns1:solidFill>
                <ns1:latin typeface="Menlo"/>
                <ns1:ea typeface="Menlo"/>
                <ns1:cs typeface="Menlo"/>
              </ns1:defRPr>
            </ns1:lvl6pPr>
            <ns1:lvl7pPr algn="l">
              <ns1:defRPr sz="1068">
                <ns1:solidFill>
                  <ns1:srgbClr val="E6EDF7"/>
                </ns1:solidFill>
                <ns1:latin typeface="Menlo"/>
                <ns1:ea typeface="Menlo"/>
                <ns1:cs typeface="Menlo"/>
              </ns1:defRPr>
            </ns1:lvl7pPr>
            <ns1:lvl8pPr algn="l">
              <ns1:defRPr sz="1068">
                <ns1:solidFill>
                  <ns1:srgbClr val="E6EDF7"/>
                </ns1:solidFill>
                <ns1:latin typeface="Menlo"/>
                <ns1:ea typeface="Menlo"/>
                <ns1:cs typeface="Menlo"/>
              </ns1:defRPr>
            </ns1:lvl8pPr>
            <ns1:lvl9pPr algn="l">
              <ns1:defRPr sz="1068">
                <ns1:solidFill>
                  <ns1:srgbClr val="E6EDF7"/>
                </ns1:solidFill>
                <ns1:latin typeface="Menlo"/>
                <ns1:ea typeface="Menlo"/>
                <ns1:cs typeface="Menlo"/>
              </ns1:defRPr>
            </ns1:lvl9pPr>
          </ns1:lstStyle>
          <ns1:p>
            <ns1:pPr algn="l">
              <ns1:defRPr sz="1068">
                <ns1:solidFill>
                  <ns1:srgbClr val="E6EDF7"/>
                </ns1:solidFill>
                <ns1:latin typeface="Menlo"/>
                <ns1:ea typeface="Menlo"/>
                <ns1:cs typeface="Menlo"/>
              </ns1:defRPr>
            </ns1:pPr>
            <ns1:r>
              <ns1:rPr sz="1068">
                <ns1:solidFill>
                  <ns1:srgbClr val="C792EA"/>
                </ns1:solidFill>
                <ns1:latin typeface="Menlo"/>
                <ns1:ea typeface="Menlo"/>
                <ns1:cs typeface="Menlo"/>
              </ns1:rPr>
              <ns1:t>if</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walletProofValid</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 </ns1:t>
            </ns1:r>
            <ns1:r>
              <ns1:rPr sz="1068">
                <ns1:solidFill>
                  <ns1:srgbClr val="C792EA"/>
                </ns1:solidFill>
                <ns1:latin typeface="Menlo"/>
                <ns1:ea typeface="Menlo"/>
                <ns1:cs typeface="Menlo"/>
              </ns1:rPr>
              <ns1:t>return</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reject</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 </ns1:t>
            </ns1:r>
            <ns1:r>
              <ns1:rPr sz="1068">
                <ns1:solidFill>
                  <ns1:srgbClr val="72839B"/>
                </ns1:solidFill>
                <ns1:latin typeface="Menlo"/>
                <ns1:ea typeface="Menlo"/>
                <ns1:cs typeface="Menlo"/>
              </ns1:rPr>
              <ns1:t>// clave vinculada</ns1:t>
            </ns1:r>
          </ns1:p>
        </ns0:txBody>
      </ns0:sp>
      <ns0:sp>
        <ns0:nvSpPr>
          <ns0:cNvPr id="51" name="">
            <ns1:extLst>
              <ns1:ext uri="{FF2B5EF4-FFF2-40B4-BE49-F238E27FC236}">
                <ns2:creationId id="{A4CFFE78-1336-4A41-BA6B-CA37F2ECF446}"/>
              </ns1:ext>
            </ns1:extLst>
          </ns0:cNvPr>
          <ns0:cNvSpPr>
            <ns1:spLocks noGrp="1"/>
          </ns0:cNvSpPr>
          <ns0:nvPr/>
        </ns0:nvSpPr>
        <ns0:spPr>
          <ns1:xfrm>
            <ns1:off x="1019175" y="5010150"/>
            <ns1:ext cx="247650" cy="173831"/>
          </ns1:xfrm>
          <ns1:prstGeom prst="rect">
            <ns1:avLst/>
          </ns1:prstGeom>
          <ns1:noFill/>
          <ns1:ln w="0">
            <ns1:noFill/>
            <ns1:prstDash val="solid"/>
          </ns1:ln>
        </ns0:spPr>
        <ns0:txBody>
          <ns1:bodyPr lIns="0" tIns="0" rIns="0" bIns="0" anchor="ctr">
            <ns1:normAutofit fontScale="100000"/>
          </ns1:bodyPr>
          <ns1:lstStyle>
            <ns1:defPPr algn="r">
              <ns1:defRPr sz="1068" b="0">
                <ns1:solidFill>
                  <ns1:srgbClr val="647791"/>
                </ns1:solidFill>
                <ns1:latin typeface="Aptos"/>
                <ns1:ea typeface="Aptos"/>
                <ns1:cs typeface="Aptos"/>
              </ns1:defRPr>
            </ns1:defPPr>
            <ns1:lvl1pPr algn="r">
              <ns1:defRPr sz="1068" b="0">
                <ns1:solidFill>
                  <ns1:srgbClr val="647791"/>
                </ns1:solidFill>
                <ns1:latin typeface="Aptos"/>
                <ns1:ea typeface="Aptos"/>
                <ns1:cs typeface="Aptos"/>
              </ns1:defRPr>
            </ns1:lvl1pPr>
            <ns1:lvl2pPr algn="r">
              <ns1:defRPr sz="1068" b="0">
                <ns1:solidFill>
                  <ns1:srgbClr val="647791"/>
                </ns1:solidFill>
                <ns1:latin typeface="Aptos"/>
                <ns1:ea typeface="Aptos"/>
                <ns1:cs typeface="Aptos"/>
              </ns1:defRPr>
            </ns1:lvl2pPr>
            <ns1:lvl3pPr algn="r">
              <ns1:defRPr sz="1068" b="0">
                <ns1:solidFill>
                  <ns1:srgbClr val="647791"/>
                </ns1:solidFill>
                <ns1:latin typeface="Aptos"/>
                <ns1:ea typeface="Aptos"/>
                <ns1:cs typeface="Aptos"/>
              </ns1:defRPr>
            </ns1:lvl3pPr>
            <ns1:lvl4pPr algn="r">
              <ns1:defRPr sz="1068" b="0">
                <ns1:solidFill>
                  <ns1:srgbClr val="647791"/>
                </ns1:solidFill>
                <ns1:latin typeface="Aptos"/>
                <ns1:ea typeface="Aptos"/>
                <ns1:cs typeface="Aptos"/>
              </ns1:defRPr>
            </ns1:lvl4pPr>
            <ns1:lvl5pPr algn="r">
              <ns1:defRPr sz="1068" b="0">
                <ns1:solidFill>
                  <ns1:srgbClr val="647791"/>
                </ns1:solidFill>
                <ns1:latin typeface="Aptos"/>
                <ns1:ea typeface="Aptos"/>
                <ns1:cs typeface="Aptos"/>
              </ns1:defRPr>
            </ns1:lvl5pPr>
            <ns1:lvl6pPr algn="r">
              <ns1:defRPr sz="1068" b="0">
                <ns1:solidFill>
                  <ns1:srgbClr val="647791"/>
                </ns1:solidFill>
                <ns1:latin typeface="Aptos"/>
                <ns1:ea typeface="Aptos"/>
                <ns1:cs typeface="Aptos"/>
              </ns1:defRPr>
            </ns1:lvl6pPr>
            <ns1:lvl7pPr algn="r">
              <ns1:defRPr sz="1068" b="0">
                <ns1:solidFill>
                  <ns1:srgbClr val="647791"/>
                </ns1:solidFill>
                <ns1:latin typeface="Aptos"/>
                <ns1:ea typeface="Aptos"/>
                <ns1:cs typeface="Aptos"/>
              </ns1:defRPr>
            </ns1:lvl7pPr>
            <ns1:lvl8pPr algn="r">
              <ns1:defRPr sz="1068" b="0">
                <ns1:solidFill>
                  <ns1:srgbClr val="647791"/>
                </ns1:solidFill>
                <ns1:latin typeface="Aptos"/>
                <ns1:ea typeface="Aptos"/>
                <ns1:cs typeface="Aptos"/>
              </ns1:defRPr>
            </ns1:lvl8pPr>
            <ns1:lvl9pPr algn="r">
              <ns1:defRPr sz="1068" b="0">
                <ns1:solidFill>
                  <ns1:srgbClr val="647791"/>
                </ns1:solidFill>
                <ns1:latin typeface="Aptos"/>
                <ns1:ea typeface="Aptos"/>
                <ns1:cs typeface="Aptos"/>
              </ns1:defRPr>
            </ns1:lvl9pPr>
          </ns1:lstStyle>
          <ns1:p>
            <ns1:pPr algn="r">
              <ns1:defRPr sz="1068" b="0">
                <ns1:solidFill>
                  <ns1:srgbClr val="647791"/>
                </ns1:solidFill>
                <ns1:latin typeface="Aptos"/>
                <ns1:ea typeface="Aptos"/>
                <ns1:cs typeface="Aptos"/>
              </ns1:defRPr>
            </ns1:pPr>
            <ns1:r>
              <ns1:rPr sz="1068" b="0">
                <ns1:solidFill>
                  <ns1:srgbClr val="647791"/>
                </ns1:solidFill>
                <ns1:latin typeface="Aptos"/>
                <ns1:ea typeface="Aptos"/>
                <ns1:cs typeface="Aptos"/>
              </ns1:rPr>
              <ns1:t>05</ns1:t>
            </ns1:r>
          </ns1:p>
        </ns0:txBody>
      </ns0:sp>
      <ns0:sp>
        <ns0:nvSpPr>
          <ns0:cNvPr id="52" name="Código editable">
            <ns1:extLst>
              <ns1:ext uri="{FF2B5EF4-FFF2-40B4-BE49-F238E27FC236}">
                <ns2:creationId id="{7135C491-58EC-4935-A434-9881A8AB4D84}"/>
              </ns1:ext>
            </ns1:extLst>
          </ns0:cNvPr>
          <ns0:cNvSpPr>
            <ns1:spLocks noGrp="1"/>
          </ns0:cNvSpPr>
          <ns0:nvPr/>
        </ns0:nvSpPr>
        <ns0:spPr>
          <ns1:xfrm>
            <ns1:off x="1390650" y="5010150"/>
            <ns1:ext cx="9753600" cy="173831"/>
          </ns1:xfrm>
          <ns1:prstGeom prst="rect">
            <ns1:avLst/>
          </ns1:prstGeom>
          <ns1:noFill/>
          <ns1:ln w="0">
            <ns1:noFill/>
            <ns1:prstDash val="solid"/>
          </ns1:ln>
        </ns0:spPr>
        <ns0:txBody>
          <ns1:bodyPr lIns="0" tIns="0" rIns="0" bIns="0" anchor="ctr">
            <ns1:normAutofit fontScale="100000"/>
          </ns1:bodyPr>
          <ns1:lstStyle>
            <ns1:defPPr algn="l">
              <ns1:defRPr sz="1068">
                <ns1:solidFill>
                  <ns1:srgbClr val="E6EDF7"/>
                </ns1:solidFill>
                <ns1:latin typeface="Menlo"/>
                <ns1:ea typeface="Menlo"/>
                <ns1:cs typeface="Menlo"/>
              </ns1:defRPr>
            </ns1:defPPr>
            <ns1:lvl1pPr algn="l">
              <ns1:defRPr sz="1068">
                <ns1:solidFill>
                  <ns1:srgbClr val="E6EDF7"/>
                </ns1:solidFill>
                <ns1:latin typeface="Menlo"/>
                <ns1:ea typeface="Menlo"/>
                <ns1:cs typeface="Menlo"/>
              </ns1:defRPr>
            </ns1:lvl1pPr>
            <ns1:lvl2pPr algn="l">
              <ns1:defRPr sz="1068">
                <ns1:solidFill>
                  <ns1:srgbClr val="E6EDF7"/>
                </ns1:solidFill>
                <ns1:latin typeface="Menlo"/>
                <ns1:ea typeface="Menlo"/>
                <ns1:cs typeface="Menlo"/>
              </ns1:defRPr>
            </ns1:lvl2pPr>
            <ns1:lvl3pPr algn="l">
              <ns1:defRPr sz="1068">
                <ns1:solidFill>
                  <ns1:srgbClr val="E6EDF7"/>
                </ns1:solidFill>
                <ns1:latin typeface="Menlo"/>
                <ns1:ea typeface="Menlo"/>
                <ns1:cs typeface="Menlo"/>
              </ns1:defRPr>
            </ns1:lvl3pPr>
            <ns1:lvl4pPr algn="l">
              <ns1:defRPr sz="1068">
                <ns1:solidFill>
                  <ns1:srgbClr val="E6EDF7"/>
                </ns1:solidFill>
                <ns1:latin typeface="Menlo"/>
                <ns1:ea typeface="Menlo"/>
                <ns1:cs typeface="Menlo"/>
              </ns1:defRPr>
            </ns1:lvl4pPr>
            <ns1:lvl5pPr algn="l">
              <ns1:defRPr sz="1068">
                <ns1:solidFill>
                  <ns1:srgbClr val="E6EDF7"/>
                </ns1:solidFill>
                <ns1:latin typeface="Menlo"/>
                <ns1:ea typeface="Menlo"/>
                <ns1:cs typeface="Menlo"/>
              </ns1:defRPr>
            </ns1:lvl5pPr>
            <ns1:lvl6pPr algn="l">
              <ns1:defRPr sz="1068">
                <ns1:solidFill>
                  <ns1:srgbClr val="E6EDF7"/>
                </ns1:solidFill>
                <ns1:latin typeface="Menlo"/>
                <ns1:ea typeface="Menlo"/>
                <ns1:cs typeface="Menlo"/>
              </ns1:defRPr>
            </ns1:lvl6pPr>
            <ns1:lvl7pPr algn="l">
              <ns1:defRPr sz="1068">
                <ns1:solidFill>
                  <ns1:srgbClr val="E6EDF7"/>
                </ns1:solidFill>
                <ns1:latin typeface="Menlo"/>
                <ns1:ea typeface="Menlo"/>
                <ns1:cs typeface="Menlo"/>
              </ns1:defRPr>
            </ns1:lvl7pPr>
            <ns1:lvl8pPr algn="l">
              <ns1:defRPr sz="1068">
                <ns1:solidFill>
                  <ns1:srgbClr val="E6EDF7"/>
                </ns1:solidFill>
                <ns1:latin typeface="Menlo"/>
                <ns1:ea typeface="Menlo"/>
                <ns1:cs typeface="Menlo"/>
              </ns1:defRPr>
            </ns1:lvl8pPr>
            <ns1:lvl9pPr algn="l">
              <ns1:defRPr sz="1068">
                <ns1:solidFill>
                  <ns1:srgbClr val="E6EDF7"/>
                </ns1:solidFill>
                <ns1:latin typeface="Menlo"/>
                <ns1:ea typeface="Menlo"/>
                <ns1:cs typeface="Menlo"/>
              </ns1:defRPr>
            </ns1:lvl9pPr>
          </ns1:lstStyle>
          <ns1:p>
            <ns1:pPr algn="l">
              <ns1:defRPr sz="1068">
                <ns1:solidFill>
                  <ns1:srgbClr val="E6EDF7"/>
                </ns1:solidFill>
                <ns1:latin typeface="Menlo"/>
                <ns1:ea typeface="Menlo"/>
                <ns1:cs typeface="Menlo"/>
              </ns1:defRPr>
            </ns1:pPr>
            <ns1:r>
              <ns1:rPr sz="1068">
                <ns1:solidFill>
                  <ns1:srgbClr val="E6EDF7"/>
                </ns1:solidFill>
                <ns1:latin typeface="Menlo"/>
                <ns1:ea typeface="Menlo"/>
                <ns1:cs typeface="Menlo"/>
              </ns1:rPr>
              <ns1:t> </ns1:t>
            </ns1:r>
          </ns1:p>
        </ns0:txBody>
      </ns0:sp>
      <ns0:sp>
        <ns0:nvSpPr>
          <ns0:cNvPr id="53" name="">
            <ns1:extLst>
              <ns1:ext uri="{FF2B5EF4-FFF2-40B4-BE49-F238E27FC236}">
                <ns2:creationId id="{09DA11B9-3105-4220-A1FE-34BCFEB10F2A}"/>
              </ns1:ext>
            </ns1:extLst>
          </ns0:cNvPr>
          <ns0:cNvSpPr>
            <ns1:spLocks noGrp="1"/>
          </ns0:cNvSpPr>
          <ns0:nvPr/>
        </ns0:nvSpPr>
        <ns0:spPr>
          <ns1:xfrm>
            <ns1:off x="1343025" y="5174456"/>
            <ns1:ext cx="9829800" cy="173831"/>
          </ns1:xfrm>
          <ns1:prstGeom prst="rect">
            <ns1:avLst/>
          </ns1:prstGeom>
          <ns1:solidFill>
            <ns1:srgbClr val="15243A"/>
          </ns1:solidFill>
          <ns1:ln w="0">
            <ns1:noFill/>
            <ns1:prstDash val="solid"/>
          </ns1:ln>
        </ns0:spPr>
      </ns0:sp>
      <ns0:sp>
        <ns0:nvSpPr>
          <ns0:cNvPr id="54" name="">
            <ns1:extLst>
              <ns1:ext uri="{FF2B5EF4-FFF2-40B4-BE49-F238E27FC236}">
                <ns2:creationId id="{725E6A95-56F6-4EBB-A385-3F9FA544907F}"/>
              </ns1:ext>
            </ns1:extLst>
          </ns0:cNvPr>
          <ns0:cNvSpPr>
            <ns1:spLocks noGrp="1"/>
          </ns0:cNvSpPr>
          <ns0:nvPr/>
        </ns0:nvSpPr>
        <ns0:spPr>
          <ns1:xfrm>
            <ns1:off x="952500" y="5183981"/>
            <ns1:ext cx="190500" cy="173831"/>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06</ns1:t>
            </ns1:r>
          </ns1:p>
        </ns0:txBody>
      </ns0:sp>
      <ns0:sp>
        <ns0:nvSpPr>
          <ns0:cNvPr id="55" name="">
            <ns1:extLst>
              <ns1:ext uri="{FF2B5EF4-FFF2-40B4-BE49-F238E27FC236}">
                <ns2:creationId id="{720FD9D4-C589-4CCA-B674-472FF7698F16}"/>
              </ns1:ext>
            </ns1:extLst>
          </ns0:cNvPr>
          <ns0:cNvSpPr>
            <ns1:spLocks noGrp="1"/>
          </ns0:cNvSpPr>
          <ns0:nvPr/>
        </ns0:nvSpPr>
        <ns0:spPr>
          <ns1:xfrm>
            <ns1:off x="1343025" y="5174456"/>
            <ns1:ext cx="28575" cy="173831"/>
          </ns1:xfrm>
          <ns1:prstGeom prst="rect">
            <ns1:avLst/>
          </ns1:prstGeom>
          <ns1:solidFill>
            <ns1:srgbClr val="23836E"/>
          </ns1:solidFill>
          <ns1:ln w="0">
            <ns1:noFill/>
            <ns1:prstDash val="solid"/>
          </ns1:ln>
        </ns0:spPr>
      </ns0:sp>
      <ns0:sp>
        <ns0:nvSpPr>
          <ns0:cNvPr id="56" name="">
            <ns1:extLst>
              <ns1:ext uri="{FF2B5EF4-FFF2-40B4-BE49-F238E27FC236}">
                <ns2:creationId id="{229D85F4-C919-49E3-ACC2-6BD4611841FA}"/>
              </ns1:ext>
            </ns1:extLst>
          </ns0:cNvPr>
          <ns0:cNvSpPr>
            <ns1:spLocks noGrp="1"/>
          </ns0:cNvSpPr>
          <ns0:nvPr/>
        </ns0:nvSpPr>
        <ns0:spPr>
          <ns1:xfrm>
            <ns1:off x="1181100" y="5183981"/>
            <ns1:ext cx="171450" cy="171450"/>
          </ns1:xfrm>
          <ns1:prstGeom prst="ellipse">
            <ns1:avLst/>
          </ns1:prstGeom>
          <ns1:solidFill>
            <ns1:srgbClr val="23836E"/>
          </ns1:solidFill>
          <ns1:ln w="0">
            <ns1:noFill/>
            <ns1:prstDash val="solid"/>
          </ns1:ln>
        </ns0:spPr>
      </ns0:sp>
      <ns0:sp>
        <ns0:nvSpPr>
          <ns0:cNvPr id="57" name="">
            <ns1:extLst>
              <ns1:ext uri="{FF2B5EF4-FFF2-40B4-BE49-F238E27FC236}">
                <ns2:creationId id="{D91EDF32-6A56-4FA0-B058-43530B71E821}"/>
              </ns1:ext>
            </ns1:extLst>
          </ns0:cNvPr>
          <ns0:cNvSpPr>
            <ns1:spLocks noGrp="1"/>
          </ns0:cNvSpPr>
          <ns0:nvPr/>
        </ns0:nvSpPr>
        <ns0:spPr>
          <ns1:xfrm>
            <ns1:off x="1181100" y="5183981"/>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4</ns1:t>
            </ns1:r>
          </ns1:p>
        </ns0:txBody>
      </ns0:sp>
      <ns0:sp>
        <ns0:nvSpPr>
          <ns0:cNvPr id="58" name="Código editable">
            <ns1:extLst>
              <ns1:ext uri="{FF2B5EF4-FFF2-40B4-BE49-F238E27FC236}">
                <ns2:creationId id="{609BA342-D1C6-4BD0-9E2E-331B4D36D8F4}"/>
              </ns1:ext>
            </ns1:extLst>
          </ns0:cNvPr>
          <ns0:cNvSpPr>
            <ns1:spLocks noGrp="1"/>
          </ns0:cNvSpPr>
          <ns0:nvPr/>
        </ns0:nvSpPr>
        <ns0:spPr>
          <ns1:xfrm>
            <ns1:off x="1390650" y="5183981"/>
            <ns1:ext cx="9753600" cy="173831"/>
          </ns1:xfrm>
          <ns1:prstGeom prst="rect">
            <ns1:avLst/>
          </ns1:prstGeom>
          <ns1:noFill/>
          <ns1:ln w="0">
            <ns1:noFill/>
            <ns1:prstDash val="solid"/>
          </ns1:ln>
        </ns0:spPr>
        <ns0:txBody>
          <ns1:bodyPr lIns="0" tIns="0" rIns="0" bIns="0" anchor="ctr">
            <ns1:normAutofit fontScale="100000"/>
          </ns1:bodyPr>
          <ns1:lstStyle>
            <ns1:defPPr algn="l">
              <ns1:defRPr sz="1068">
                <ns1:solidFill>
                  <ns1:srgbClr val="E6EDF7"/>
                </ns1:solidFill>
                <ns1:latin typeface="Menlo"/>
                <ns1:ea typeface="Menlo"/>
                <ns1:cs typeface="Menlo"/>
              </ns1:defRPr>
            </ns1:defPPr>
            <ns1:lvl1pPr algn="l">
              <ns1:defRPr sz="1068">
                <ns1:solidFill>
                  <ns1:srgbClr val="E6EDF7"/>
                </ns1:solidFill>
                <ns1:latin typeface="Menlo"/>
                <ns1:ea typeface="Menlo"/>
                <ns1:cs typeface="Menlo"/>
              </ns1:defRPr>
            </ns1:lvl1pPr>
            <ns1:lvl2pPr algn="l">
              <ns1:defRPr sz="1068">
                <ns1:solidFill>
                  <ns1:srgbClr val="E6EDF7"/>
                </ns1:solidFill>
                <ns1:latin typeface="Menlo"/>
                <ns1:ea typeface="Menlo"/>
                <ns1:cs typeface="Menlo"/>
              </ns1:defRPr>
            </ns1:lvl2pPr>
            <ns1:lvl3pPr algn="l">
              <ns1:defRPr sz="1068">
                <ns1:solidFill>
                  <ns1:srgbClr val="E6EDF7"/>
                </ns1:solidFill>
                <ns1:latin typeface="Menlo"/>
                <ns1:ea typeface="Menlo"/>
                <ns1:cs typeface="Menlo"/>
              </ns1:defRPr>
            </ns1:lvl3pPr>
            <ns1:lvl4pPr algn="l">
              <ns1:defRPr sz="1068">
                <ns1:solidFill>
                  <ns1:srgbClr val="E6EDF7"/>
                </ns1:solidFill>
                <ns1:latin typeface="Menlo"/>
                <ns1:ea typeface="Menlo"/>
                <ns1:cs typeface="Menlo"/>
              </ns1:defRPr>
            </ns1:lvl4pPr>
            <ns1:lvl5pPr algn="l">
              <ns1:defRPr sz="1068">
                <ns1:solidFill>
                  <ns1:srgbClr val="E6EDF7"/>
                </ns1:solidFill>
                <ns1:latin typeface="Menlo"/>
                <ns1:ea typeface="Menlo"/>
                <ns1:cs typeface="Menlo"/>
              </ns1:defRPr>
            </ns1:lvl5pPr>
            <ns1:lvl6pPr algn="l">
              <ns1:defRPr sz="1068">
                <ns1:solidFill>
                  <ns1:srgbClr val="E6EDF7"/>
                </ns1:solidFill>
                <ns1:latin typeface="Menlo"/>
                <ns1:ea typeface="Menlo"/>
                <ns1:cs typeface="Menlo"/>
              </ns1:defRPr>
            </ns1:lvl6pPr>
            <ns1:lvl7pPr algn="l">
              <ns1:defRPr sz="1068">
                <ns1:solidFill>
                  <ns1:srgbClr val="E6EDF7"/>
                </ns1:solidFill>
                <ns1:latin typeface="Menlo"/>
                <ns1:ea typeface="Menlo"/>
                <ns1:cs typeface="Menlo"/>
              </ns1:defRPr>
            </ns1:lvl7pPr>
            <ns1:lvl8pPr algn="l">
              <ns1:defRPr sz="1068">
                <ns1:solidFill>
                  <ns1:srgbClr val="E6EDF7"/>
                </ns1:solidFill>
                <ns1:latin typeface="Menlo"/>
                <ns1:ea typeface="Menlo"/>
                <ns1:cs typeface="Menlo"/>
              </ns1:defRPr>
            </ns1:lvl8pPr>
            <ns1:lvl9pPr algn="l">
              <ns1:defRPr sz="1068">
                <ns1:solidFill>
                  <ns1:srgbClr val="E6EDF7"/>
                </ns1:solidFill>
                <ns1:latin typeface="Menlo"/>
                <ns1:ea typeface="Menlo"/>
                <ns1:cs typeface="Menlo"/>
              </ns1:defRPr>
            </ns1:lvl9pPr>
          </ns1:lstStyle>
          <ns1:p>
            <ns1:pPr algn="l">
              <ns1:defRPr sz="1068">
                <ns1:solidFill>
                  <ns1:srgbClr val="E6EDF7"/>
                </ns1:solidFill>
                <ns1:latin typeface="Menlo"/>
                <ns1:ea typeface="Menlo"/>
                <ns1:cs typeface="Menlo"/>
              </ns1:defRPr>
            </ns1:pPr>
            <ns1:r>
              <ns1:rPr sz="1068">
                <ns1:solidFill>
                  <ns1:srgbClr val="C792EA"/>
                </ns1:solidFill>
                <ns1:latin typeface="Menlo"/>
                <ns1:ea typeface="Menlo"/>
                <ns1:cs typeface="Menlo"/>
              </ns1:rPr>
              <ns1:t>UPDATE</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credential_deliveries</ns1:t>
            </ns1:r>
            <ns1:r>
              <ns1:rPr sz="1068">
                <ns1:solidFill>
                  <ns1:srgbClr val="E6EDF7"/>
                </ns1:solidFill>
                <ns1:latin typeface="Menlo"/>
                <ns1:ea typeface="Menlo"/>
                <ns1:cs typeface="Menlo"/>
              </ns1:rPr>
              <ns1:t> </ns1:t>
            </ns1:r>
            <ns1:r>
              <ns1:rPr sz="1068">
                <ns1:solidFill>
                  <ns1:srgbClr val="72839B"/>
                </ns1:solidFill>
                <ns1:latin typeface="Menlo"/>
                <ns1:ea typeface="Menlo"/>
                <ns1:cs typeface="Menlo"/>
              </ns1:rPr>
              <ns1:t>// consumo atómico</ns1:t>
            </ns1:r>
          </ns1:p>
        </ns0:txBody>
      </ns0:sp>
      <ns0:sp>
        <ns0:nvSpPr>
          <ns0:cNvPr id="59" name="">
            <ns1:extLst>
              <ns1:ext uri="{FF2B5EF4-FFF2-40B4-BE49-F238E27FC236}">
                <ns2:creationId id="{8F9FA63A-8AD8-4AD8-9D91-76E79543FB00}"/>
              </ns1:ext>
            </ns1:extLst>
          </ns0:cNvPr>
          <ns0:cNvSpPr>
            <ns1:spLocks noGrp="1"/>
          </ns0:cNvSpPr>
          <ns0:nvPr/>
        </ns0:nvSpPr>
        <ns0:spPr>
          <ns1:xfrm>
            <ns1:off x="1019175" y="5357813"/>
            <ns1:ext cx="247650" cy="173831"/>
          </ns1:xfrm>
          <ns1:prstGeom prst="rect">
            <ns1:avLst/>
          </ns1:prstGeom>
          <ns1:noFill/>
          <ns1:ln w="0">
            <ns1:noFill/>
            <ns1:prstDash val="solid"/>
          </ns1:ln>
        </ns0:spPr>
        <ns0:txBody>
          <ns1:bodyPr lIns="0" tIns="0" rIns="0" bIns="0" anchor="ctr">
            <ns1:normAutofit fontScale="100000"/>
          </ns1:bodyPr>
          <ns1:lstStyle>
            <ns1:defPPr algn="r">
              <ns1:defRPr sz="1068" b="0">
                <ns1:solidFill>
                  <ns1:srgbClr val="647791"/>
                </ns1:solidFill>
                <ns1:latin typeface="Aptos"/>
                <ns1:ea typeface="Aptos"/>
                <ns1:cs typeface="Aptos"/>
              </ns1:defRPr>
            </ns1:defPPr>
            <ns1:lvl1pPr algn="r">
              <ns1:defRPr sz="1068" b="0">
                <ns1:solidFill>
                  <ns1:srgbClr val="647791"/>
                </ns1:solidFill>
                <ns1:latin typeface="Aptos"/>
                <ns1:ea typeface="Aptos"/>
                <ns1:cs typeface="Aptos"/>
              </ns1:defRPr>
            </ns1:lvl1pPr>
            <ns1:lvl2pPr algn="r">
              <ns1:defRPr sz="1068" b="0">
                <ns1:solidFill>
                  <ns1:srgbClr val="647791"/>
                </ns1:solidFill>
                <ns1:latin typeface="Aptos"/>
                <ns1:ea typeface="Aptos"/>
                <ns1:cs typeface="Aptos"/>
              </ns1:defRPr>
            </ns1:lvl2pPr>
            <ns1:lvl3pPr algn="r">
              <ns1:defRPr sz="1068" b="0">
                <ns1:solidFill>
                  <ns1:srgbClr val="647791"/>
                </ns1:solidFill>
                <ns1:latin typeface="Aptos"/>
                <ns1:ea typeface="Aptos"/>
                <ns1:cs typeface="Aptos"/>
              </ns1:defRPr>
            </ns1:lvl3pPr>
            <ns1:lvl4pPr algn="r">
              <ns1:defRPr sz="1068" b="0">
                <ns1:solidFill>
                  <ns1:srgbClr val="647791"/>
                </ns1:solidFill>
                <ns1:latin typeface="Aptos"/>
                <ns1:ea typeface="Aptos"/>
                <ns1:cs typeface="Aptos"/>
              </ns1:defRPr>
            </ns1:lvl4pPr>
            <ns1:lvl5pPr algn="r">
              <ns1:defRPr sz="1068" b="0">
                <ns1:solidFill>
                  <ns1:srgbClr val="647791"/>
                </ns1:solidFill>
                <ns1:latin typeface="Aptos"/>
                <ns1:ea typeface="Aptos"/>
                <ns1:cs typeface="Aptos"/>
              </ns1:defRPr>
            </ns1:lvl5pPr>
            <ns1:lvl6pPr algn="r">
              <ns1:defRPr sz="1068" b="0">
                <ns1:solidFill>
                  <ns1:srgbClr val="647791"/>
                </ns1:solidFill>
                <ns1:latin typeface="Aptos"/>
                <ns1:ea typeface="Aptos"/>
                <ns1:cs typeface="Aptos"/>
              </ns1:defRPr>
            </ns1:lvl6pPr>
            <ns1:lvl7pPr algn="r">
              <ns1:defRPr sz="1068" b="0">
                <ns1:solidFill>
                  <ns1:srgbClr val="647791"/>
                </ns1:solidFill>
                <ns1:latin typeface="Aptos"/>
                <ns1:ea typeface="Aptos"/>
                <ns1:cs typeface="Aptos"/>
              </ns1:defRPr>
            </ns1:lvl7pPr>
            <ns1:lvl8pPr algn="r">
              <ns1:defRPr sz="1068" b="0">
                <ns1:solidFill>
                  <ns1:srgbClr val="647791"/>
                </ns1:solidFill>
                <ns1:latin typeface="Aptos"/>
                <ns1:ea typeface="Aptos"/>
                <ns1:cs typeface="Aptos"/>
              </ns1:defRPr>
            </ns1:lvl8pPr>
            <ns1:lvl9pPr algn="r">
              <ns1:defRPr sz="1068" b="0">
                <ns1:solidFill>
                  <ns1:srgbClr val="647791"/>
                </ns1:solidFill>
                <ns1:latin typeface="Aptos"/>
                <ns1:ea typeface="Aptos"/>
                <ns1:cs typeface="Aptos"/>
              </ns1:defRPr>
            </ns1:lvl9pPr>
          </ns1:lstStyle>
          <ns1:p>
            <ns1:pPr algn="r">
              <ns1:defRPr sz="1068" b="0">
                <ns1:solidFill>
                  <ns1:srgbClr val="647791"/>
                </ns1:solidFill>
                <ns1:latin typeface="Aptos"/>
                <ns1:ea typeface="Aptos"/>
                <ns1:cs typeface="Aptos"/>
              </ns1:defRPr>
            </ns1:pPr>
            <ns1:r>
              <ns1:rPr sz="1068" b="0">
                <ns1:solidFill>
                  <ns1:srgbClr val="647791"/>
                </ns1:solidFill>
                <ns1:latin typeface="Aptos"/>
                <ns1:ea typeface="Aptos"/>
                <ns1:cs typeface="Aptos"/>
              </ns1:rPr>
              <ns1:t>07</ns1:t>
            </ns1:r>
          </ns1:p>
        </ns0:txBody>
      </ns0:sp>
      <ns0:sp>
        <ns0:nvSpPr>
          <ns0:cNvPr id="60" name="Código editable">
            <ns1:extLst>
              <ns1:ext uri="{FF2B5EF4-FFF2-40B4-BE49-F238E27FC236}">
                <ns2:creationId id="{070EEAEB-5AEF-40F8-9BF5-0A35B43705DF}"/>
              </ns1:ext>
            </ns1:extLst>
          </ns0:cNvPr>
          <ns0:cNvSpPr>
            <ns1:spLocks noGrp="1"/>
          </ns0:cNvSpPr>
          <ns0:nvPr/>
        </ns0:nvSpPr>
        <ns0:spPr>
          <ns1:xfrm>
            <ns1:off x="1390650" y="5357813"/>
            <ns1:ext cx="9753600" cy="173831"/>
          </ns1:xfrm>
          <ns1:prstGeom prst="rect">
            <ns1:avLst/>
          </ns1:prstGeom>
          <ns1:noFill/>
          <ns1:ln w="0">
            <ns1:noFill/>
            <ns1:prstDash val="solid"/>
          </ns1:ln>
        </ns0:spPr>
        <ns0:txBody>
          <ns1:bodyPr lIns="0" tIns="0" rIns="0" bIns="0" anchor="ctr">
            <ns1:normAutofit fontScale="100000"/>
          </ns1:bodyPr>
          <ns1:lstStyle>
            <ns1:defPPr algn="l">
              <ns1:defRPr sz="1068">
                <ns1:solidFill>
                  <ns1:srgbClr val="E6EDF7"/>
                </ns1:solidFill>
                <ns1:latin typeface="Menlo"/>
                <ns1:ea typeface="Menlo"/>
                <ns1:cs typeface="Menlo"/>
              </ns1:defRPr>
            </ns1:defPPr>
            <ns1:lvl1pPr algn="l">
              <ns1:defRPr sz="1068">
                <ns1:solidFill>
                  <ns1:srgbClr val="E6EDF7"/>
                </ns1:solidFill>
                <ns1:latin typeface="Menlo"/>
                <ns1:ea typeface="Menlo"/>
                <ns1:cs typeface="Menlo"/>
              </ns1:defRPr>
            </ns1:lvl1pPr>
            <ns1:lvl2pPr algn="l">
              <ns1:defRPr sz="1068">
                <ns1:solidFill>
                  <ns1:srgbClr val="E6EDF7"/>
                </ns1:solidFill>
                <ns1:latin typeface="Menlo"/>
                <ns1:ea typeface="Menlo"/>
                <ns1:cs typeface="Menlo"/>
              </ns1:defRPr>
            </ns1:lvl2pPr>
            <ns1:lvl3pPr algn="l">
              <ns1:defRPr sz="1068">
                <ns1:solidFill>
                  <ns1:srgbClr val="E6EDF7"/>
                </ns1:solidFill>
                <ns1:latin typeface="Menlo"/>
                <ns1:ea typeface="Menlo"/>
                <ns1:cs typeface="Menlo"/>
              </ns1:defRPr>
            </ns1:lvl3pPr>
            <ns1:lvl4pPr algn="l">
              <ns1:defRPr sz="1068">
                <ns1:solidFill>
                  <ns1:srgbClr val="E6EDF7"/>
                </ns1:solidFill>
                <ns1:latin typeface="Menlo"/>
                <ns1:ea typeface="Menlo"/>
                <ns1:cs typeface="Menlo"/>
              </ns1:defRPr>
            </ns1:lvl4pPr>
            <ns1:lvl5pPr algn="l">
              <ns1:defRPr sz="1068">
                <ns1:solidFill>
                  <ns1:srgbClr val="E6EDF7"/>
                </ns1:solidFill>
                <ns1:latin typeface="Menlo"/>
                <ns1:ea typeface="Menlo"/>
                <ns1:cs typeface="Menlo"/>
              </ns1:defRPr>
            </ns1:lvl5pPr>
            <ns1:lvl6pPr algn="l">
              <ns1:defRPr sz="1068">
                <ns1:solidFill>
                  <ns1:srgbClr val="E6EDF7"/>
                </ns1:solidFill>
                <ns1:latin typeface="Menlo"/>
                <ns1:ea typeface="Menlo"/>
                <ns1:cs typeface="Menlo"/>
              </ns1:defRPr>
            </ns1:lvl6pPr>
            <ns1:lvl7pPr algn="l">
              <ns1:defRPr sz="1068">
                <ns1:solidFill>
                  <ns1:srgbClr val="E6EDF7"/>
                </ns1:solidFill>
                <ns1:latin typeface="Menlo"/>
                <ns1:ea typeface="Menlo"/>
                <ns1:cs typeface="Menlo"/>
              </ns1:defRPr>
            </ns1:lvl7pPr>
            <ns1:lvl8pPr algn="l">
              <ns1:defRPr sz="1068">
                <ns1:solidFill>
                  <ns1:srgbClr val="E6EDF7"/>
                </ns1:solidFill>
                <ns1:latin typeface="Menlo"/>
                <ns1:ea typeface="Menlo"/>
                <ns1:cs typeface="Menlo"/>
              </ns1:defRPr>
            </ns1:lvl8pPr>
            <ns1:lvl9pPr algn="l">
              <ns1:defRPr sz="1068">
                <ns1:solidFill>
                  <ns1:srgbClr val="E6EDF7"/>
                </ns1:solidFill>
                <ns1:latin typeface="Menlo"/>
                <ns1:ea typeface="Menlo"/>
                <ns1:cs typeface="Menlo"/>
              </ns1:defRPr>
            </ns1:lvl9pPr>
          </ns1:lstStyle>
          <ns1:p>
            <ns1:pPr algn="l">
              <ns1:defRPr sz="1068">
                <ns1:solidFill>
                  <ns1:srgbClr val="E6EDF7"/>
                </ns1:solidFill>
                <ns1:latin typeface="Menlo"/>
                <ns1:ea typeface="Menlo"/>
                <ns1:cs typeface="Menlo"/>
              </ns1:defRPr>
            </ns1:pPr>
            <ns1:r>
              <ns1:rPr sz="1068">
                <ns1:solidFill>
                  <ns1:srgbClr val="C792EA"/>
                </ns1:solidFill>
                <ns1:latin typeface="Menlo"/>
                <ns1:ea typeface="Menlo"/>
                <ns1:cs typeface="Menlo"/>
              </ns1:rPr>
              <ns1:t>SET</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used_at</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ns1:t>
            </ns1:r>
          </ns1:p>
        </ns0:txBody>
      </ns0:sp>
      <ns0:sp>
        <ns0:nvSpPr>
          <ns0:cNvPr id="61" name="">
            <ns1:extLst>
              <ns1:ext uri="{FF2B5EF4-FFF2-40B4-BE49-F238E27FC236}">
                <ns2:creationId id="{18D2C235-5095-448B-90C3-1E391150E47B}"/>
              </ns1:ext>
            </ns1:extLst>
          </ns0:cNvPr>
          <ns0:cNvSpPr>
            <ns1:spLocks noGrp="1"/>
          </ns0:cNvSpPr>
          <ns0:nvPr/>
        </ns0:nvSpPr>
        <ns0:spPr>
          <ns1:xfrm>
            <ns1:off x="1019175" y="5531644"/>
            <ns1:ext cx="247650" cy="173831"/>
          </ns1:xfrm>
          <ns1:prstGeom prst="rect">
            <ns1:avLst/>
          </ns1:prstGeom>
          <ns1:noFill/>
          <ns1:ln w="0">
            <ns1:noFill/>
            <ns1:prstDash val="solid"/>
          </ns1:ln>
        </ns0:spPr>
        <ns0:txBody>
          <ns1:bodyPr lIns="0" tIns="0" rIns="0" bIns="0" anchor="ctr">
            <ns1:normAutofit fontScale="100000"/>
          </ns1:bodyPr>
          <ns1:lstStyle>
            <ns1:defPPr algn="r">
              <ns1:defRPr sz="1068" b="0">
                <ns1:solidFill>
                  <ns1:srgbClr val="647791"/>
                </ns1:solidFill>
                <ns1:latin typeface="Aptos"/>
                <ns1:ea typeface="Aptos"/>
                <ns1:cs typeface="Aptos"/>
              </ns1:defRPr>
            </ns1:defPPr>
            <ns1:lvl1pPr algn="r">
              <ns1:defRPr sz="1068" b="0">
                <ns1:solidFill>
                  <ns1:srgbClr val="647791"/>
                </ns1:solidFill>
                <ns1:latin typeface="Aptos"/>
                <ns1:ea typeface="Aptos"/>
                <ns1:cs typeface="Aptos"/>
              </ns1:defRPr>
            </ns1:lvl1pPr>
            <ns1:lvl2pPr algn="r">
              <ns1:defRPr sz="1068" b="0">
                <ns1:solidFill>
                  <ns1:srgbClr val="647791"/>
                </ns1:solidFill>
                <ns1:latin typeface="Aptos"/>
                <ns1:ea typeface="Aptos"/>
                <ns1:cs typeface="Aptos"/>
              </ns1:defRPr>
            </ns1:lvl2pPr>
            <ns1:lvl3pPr algn="r">
              <ns1:defRPr sz="1068" b="0">
                <ns1:solidFill>
                  <ns1:srgbClr val="647791"/>
                </ns1:solidFill>
                <ns1:latin typeface="Aptos"/>
                <ns1:ea typeface="Aptos"/>
                <ns1:cs typeface="Aptos"/>
              </ns1:defRPr>
            </ns1:lvl3pPr>
            <ns1:lvl4pPr algn="r">
              <ns1:defRPr sz="1068" b="0">
                <ns1:solidFill>
                  <ns1:srgbClr val="647791"/>
                </ns1:solidFill>
                <ns1:latin typeface="Aptos"/>
                <ns1:ea typeface="Aptos"/>
                <ns1:cs typeface="Aptos"/>
              </ns1:defRPr>
            </ns1:lvl4pPr>
            <ns1:lvl5pPr algn="r">
              <ns1:defRPr sz="1068" b="0">
                <ns1:solidFill>
                  <ns1:srgbClr val="647791"/>
                </ns1:solidFill>
                <ns1:latin typeface="Aptos"/>
                <ns1:ea typeface="Aptos"/>
                <ns1:cs typeface="Aptos"/>
              </ns1:defRPr>
            </ns1:lvl5pPr>
            <ns1:lvl6pPr algn="r">
              <ns1:defRPr sz="1068" b="0">
                <ns1:solidFill>
                  <ns1:srgbClr val="647791"/>
                </ns1:solidFill>
                <ns1:latin typeface="Aptos"/>
                <ns1:ea typeface="Aptos"/>
                <ns1:cs typeface="Aptos"/>
              </ns1:defRPr>
            </ns1:lvl6pPr>
            <ns1:lvl7pPr algn="r">
              <ns1:defRPr sz="1068" b="0">
                <ns1:solidFill>
                  <ns1:srgbClr val="647791"/>
                </ns1:solidFill>
                <ns1:latin typeface="Aptos"/>
                <ns1:ea typeface="Aptos"/>
                <ns1:cs typeface="Aptos"/>
              </ns1:defRPr>
            </ns1:lvl7pPr>
            <ns1:lvl8pPr algn="r">
              <ns1:defRPr sz="1068" b="0">
                <ns1:solidFill>
                  <ns1:srgbClr val="647791"/>
                </ns1:solidFill>
                <ns1:latin typeface="Aptos"/>
                <ns1:ea typeface="Aptos"/>
                <ns1:cs typeface="Aptos"/>
              </ns1:defRPr>
            </ns1:lvl8pPr>
            <ns1:lvl9pPr algn="r">
              <ns1:defRPr sz="1068" b="0">
                <ns1:solidFill>
                  <ns1:srgbClr val="647791"/>
                </ns1:solidFill>
                <ns1:latin typeface="Aptos"/>
                <ns1:ea typeface="Aptos"/>
                <ns1:cs typeface="Aptos"/>
              </ns1:defRPr>
            </ns1:lvl9pPr>
          </ns1:lstStyle>
          <ns1:p>
            <ns1:pPr algn="r">
              <ns1:defRPr sz="1068" b="0">
                <ns1:solidFill>
                  <ns1:srgbClr val="647791"/>
                </ns1:solidFill>
                <ns1:latin typeface="Aptos"/>
                <ns1:ea typeface="Aptos"/>
                <ns1:cs typeface="Aptos"/>
              </ns1:defRPr>
            </ns1:pPr>
            <ns1:r>
              <ns1:rPr sz="1068" b="0">
                <ns1:solidFill>
                  <ns1:srgbClr val="647791"/>
                </ns1:solidFill>
                <ns1:latin typeface="Aptos"/>
                <ns1:ea typeface="Aptos"/>
                <ns1:cs typeface="Aptos"/>
              </ns1:rPr>
              <ns1:t>08</ns1:t>
            </ns1:r>
          </ns1:p>
        </ns0:txBody>
      </ns0:sp>
      <ns0:sp>
        <ns0:nvSpPr>
          <ns0:cNvPr id="62" name="Código editable">
            <ns1:extLst>
              <ns1:ext uri="{FF2B5EF4-FFF2-40B4-BE49-F238E27FC236}">
                <ns2:creationId id="{A1DD0BA6-F11B-47EE-9444-A5983D6FA314}"/>
              </ns1:ext>
            </ns1:extLst>
          </ns0:cNvPr>
          <ns0:cNvSpPr>
            <ns1:spLocks noGrp="1"/>
          </ns0:cNvSpPr>
          <ns0:nvPr/>
        </ns0:nvSpPr>
        <ns0:spPr>
          <ns1:xfrm>
            <ns1:off x="1390650" y="5531644"/>
            <ns1:ext cx="9753600" cy="173831"/>
          </ns1:xfrm>
          <ns1:prstGeom prst="rect">
            <ns1:avLst/>
          </ns1:prstGeom>
          <ns1:noFill/>
          <ns1:ln w="0">
            <ns1:noFill/>
            <ns1:prstDash val="solid"/>
          </ns1:ln>
        </ns0:spPr>
        <ns0:txBody>
          <ns1:bodyPr lIns="0" tIns="0" rIns="0" bIns="0" anchor="ctr">
            <ns1:normAutofit fontScale="100000"/>
          </ns1:bodyPr>
          <ns1:lstStyle>
            <ns1:defPPr algn="l">
              <ns1:defRPr sz="1068">
                <ns1:solidFill>
                  <ns1:srgbClr val="E6EDF7"/>
                </ns1:solidFill>
                <ns1:latin typeface="Menlo"/>
                <ns1:ea typeface="Menlo"/>
                <ns1:cs typeface="Menlo"/>
              </ns1:defRPr>
            </ns1:defPPr>
            <ns1:lvl1pPr algn="l">
              <ns1:defRPr sz="1068">
                <ns1:solidFill>
                  <ns1:srgbClr val="E6EDF7"/>
                </ns1:solidFill>
                <ns1:latin typeface="Menlo"/>
                <ns1:ea typeface="Menlo"/>
                <ns1:cs typeface="Menlo"/>
              </ns1:defRPr>
            </ns1:lvl1pPr>
            <ns1:lvl2pPr algn="l">
              <ns1:defRPr sz="1068">
                <ns1:solidFill>
                  <ns1:srgbClr val="E6EDF7"/>
                </ns1:solidFill>
                <ns1:latin typeface="Menlo"/>
                <ns1:ea typeface="Menlo"/>
                <ns1:cs typeface="Menlo"/>
              </ns1:defRPr>
            </ns1:lvl2pPr>
            <ns1:lvl3pPr algn="l">
              <ns1:defRPr sz="1068">
                <ns1:solidFill>
                  <ns1:srgbClr val="E6EDF7"/>
                </ns1:solidFill>
                <ns1:latin typeface="Menlo"/>
                <ns1:ea typeface="Menlo"/>
                <ns1:cs typeface="Menlo"/>
              </ns1:defRPr>
            </ns1:lvl3pPr>
            <ns1:lvl4pPr algn="l">
              <ns1:defRPr sz="1068">
                <ns1:solidFill>
                  <ns1:srgbClr val="E6EDF7"/>
                </ns1:solidFill>
                <ns1:latin typeface="Menlo"/>
                <ns1:ea typeface="Menlo"/>
                <ns1:cs typeface="Menlo"/>
              </ns1:defRPr>
            </ns1:lvl4pPr>
            <ns1:lvl5pPr algn="l">
              <ns1:defRPr sz="1068">
                <ns1:solidFill>
                  <ns1:srgbClr val="E6EDF7"/>
                </ns1:solidFill>
                <ns1:latin typeface="Menlo"/>
                <ns1:ea typeface="Menlo"/>
                <ns1:cs typeface="Menlo"/>
              </ns1:defRPr>
            </ns1:lvl5pPr>
            <ns1:lvl6pPr algn="l">
              <ns1:defRPr sz="1068">
                <ns1:solidFill>
                  <ns1:srgbClr val="E6EDF7"/>
                </ns1:solidFill>
                <ns1:latin typeface="Menlo"/>
                <ns1:ea typeface="Menlo"/>
                <ns1:cs typeface="Menlo"/>
              </ns1:defRPr>
            </ns1:lvl6pPr>
            <ns1:lvl7pPr algn="l">
              <ns1:defRPr sz="1068">
                <ns1:solidFill>
                  <ns1:srgbClr val="E6EDF7"/>
                </ns1:solidFill>
                <ns1:latin typeface="Menlo"/>
                <ns1:ea typeface="Menlo"/>
                <ns1:cs typeface="Menlo"/>
              </ns1:defRPr>
            </ns1:lvl7pPr>
            <ns1:lvl8pPr algn="l">
              <ns1:defRPr sz="1068">
                <ns1:solidFill>
                  <ns1:srgbClr val="E6EDF7"/>
                </ns1:solidFill>
                <ns1:latin typeface="Menlo"/>
                <ns1:ea typeface="Menlo"/>
                <ns1:cs typeface="Menlo"/>
              </ns1:defRPr>
            </ns1:lvl8pPr>
            <ns1:lvl9pPr algn="l">
              <ns1:defRPr sz="1068">
                <ns1:solidFill>
                  <ns1:srgbClr val="E6EDF7"/>
                </ns1:solidFill>
                <ns1:latin typeface="Menlo"/>
                <ns1:ea typeface="Menlo"/>
                <ns1:cs typeface="Menlo"/>
              </ns1:defRPr>
            </ns1:lvl9pPr>
          </ns1:lstStyle>
          <ns1:p>
            <ns1:pPr algn="l">
              <ns1:defRPr sz="1068">
                <ns1:solidFill>
                  <ns1:srgbClr val="E6EDF7"/>
                </ns1:solidFill>
                <ns1:latin typeface="Menlo"/>
                <ns1:ea typeface="Menlo"/>
                <ns1:cs typeface="Menlo"/>
              </ns1:defRPr>
            </ns1:pPr>
            <ns1:r>
              <ns1:rPr sz="1068">
                <ns1:solidFill>
                  <ns1:srgbClr val="C792EA"/>
                </ns1:solidFill>
                <ns1:latin typeface="Menlo"/>
                <ns1:ea typeface="Menlo"/>
                <ns1:cs typeface="Menlo"/>
              </ns1:rPr>
              <ns1:t>WHERE</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code</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ns1:t>
            </ns1:r>
            <ns1:r>
              <ns1:rPr sz="1068">
                <ns1:solidFill>
                  <ns1:srgbClr val="E6EDF7"/>
                </ns1:solidFill>
                <ns1:latin typeface="Menlo"/>
                <ns1:ea typeface="Menlo"/>
                <ns1:cs typeface="Menlo"/>
              </ns1:rPr>
              <ns1:t> </ns1:t>
            </ns1:r>
            <ns1:r>
              <ns1:rPr sz="1068">
                <ns1:solidFill>
                  <ns1:srgbClr val="C792EA"/>
                </ns1:solidFill>
                <ns1:latin typeface="Menlo"/>
                <ns1:ea typeface="Menlo"/>
                <ns1:cs typeface="Menlo"/>
              </ns1:rPr>
              <ns1:t>AND</ns1:t>
            </ns1:r>
            <ns1:r>
              <ns1:rPr sz="1068">
                <ns1:solidFill>
                  <ns1:srgbClr val="E6EDF7"/>
                </ns1:solidFill>
                <ns1:latin typeface="Menlo"/>
                <ns1:ea typeface="Menlo"/>
                <ns1:cs typeface="Menlo"/>
              </ns1:rPr>
              <ns1:t> </ns1:t>
            </ns1:r>
            <ns1:r>
              <ns1:rPr sz="1068">
                <ns1:solidFill>
                  <ns1:srgbClr val="E6EDF7"/>
                </ns1:solidFill>
                <ns1:latin typeface="Menlo"/>
                <ns1:ea typeface="Menlo"/>
                <ns1:cs typeface="Menlo"/>
              </ns1:rPr>
              <ns1:t>used_at</ns1:t>
            </ns1:r>
            <ns1:r>
              <ns1:rPr sz="1068">
                <ns1:solidFill>
                  <ns1:srgbClr val="E6EDF7"/>
                </ns1:solidFill>
                <ns1:latin typeface="Menlo"/>
                <ns1:ea typeface="Menlo"/>
                <ns1:cs typeface="Menlo"/>
              </ns1:rPr>
              <ns1:t> </ns1:t>
            </ns1:r>
            <ns1:r>
              <ns1:rPr sz="1068">
                <ns1:solidFill>
                  <ns1:srgbClr val="82D3F2"/>
                </ns1:solidFill>
                <ns1:latin typeface="Menlo"/>
                <ns1:ea typeface="Menlo"/>
                <ns1:cs typeface="Menlo"/>
              </ns1:rPr>
              <ns1:t>IS</ns1:t>
            </ns1:r>
            <ns1:r>
              <ns1:rPr sz="1068">
                <ns1:solidFill>
                  <ns1:srgbClr val="E6EDF7"/>
                </ns1:solidFill>
                <ns1:latin typeface="Menlo"/>
                <ns1:ea typeface="Menlo"/>
                <ns1:cs typeface="Menlo"/>
              </ns1:rPr>
              <ns1:t> </ns1:t>
            </ns1:r>
            <ns1:r>
              <ns1:rPr sz="1068">
                <ns1:solidFill>
                  <ns1:srgbClr val="82D3F2"/>
                </ns1:solidFill>
                <ns1:latin typeface="Menlo"/>
                <ns1:ea typeface="Menlo"/>
                <ns1:cs typeface="Menlo"/>
              </ns1:rPr>
              <ns1:t>NULL</ns1:t>
            </ns1:r>
          </ns1:p>
        </ns0:txBody>
      </ns0:sp>
    </ns0:spTree>
    <ns0:extLst>
      <ns0:ext uri="{BB962C8B-B14F-4D97-AF65-F5344CB8AC3E}">
        <ns3:creationId val="38299779"/>
      </ns0:ext>
    </ns0:extLst>
  </ns0:cSld>
</ns0:sld>
</file>

<file path=ppt/slides/slide1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31" name="">
            <ns1:extLst>
              <ns1:ext uri="{FF2B5EF4-FFF2-40B4-BE49-F238E27FC236}">
                <ns2:creationId id="{FE1289AB-F8F0-43C4-B61F-7429452DCB98}"/>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IMPLEMENTACIÓN · ALMACENAMIENTO</ns1:t>
            </ns1:r>
          </ns1:p>
        </ns0:txBody>
      </ns0:sp>
      <ns0:sp>
        <ns0:nvSpPr>
          <ns0:cNvPr id="2" name="">
            <ns1:extLst>
              <ns1:ext uri="{FF2B5EF4-FFF2-40B4-BE49-F238E27FC236}">
                <ns2:creationId id="{9D2339F7-F2B7-4079-9528-23B5046827FF}"/>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2:30</ns1:t>
            </ns1:r>
          </ns1:p>
        </ns0:txBody>
      </ns0:sp>
      <ns0:sp>
        <ns0:nvSpPr>
          <ns0:cNvPr id="3" name="">
            <ns1:extLst>
              <ns1:ext uri="{FF2B5EF4-FFF2-40B4-BE49-F238E27FC236}">
                <ns2:creationId id="{B85C72D6-AA95-4F03-B374-2C70F780EC9A}"/>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La billetera guarda la credencial y una clave</ns1:t>
            </ns1:r>
          </ns1:p>
        </ns0:txBody>
      </ns0:sp>
      <ns0:sp>
        <ns0:nvSpPr>
          <ns0:cNvPr id="4" name="">
            <ns1:extLst>
              <ns1:ext uri="{FF2B5EF4-FFF2-40B4-BE49-F238E27FC236}">
                <ns2:creationId id="{4960AEA8-2A16-4F2E-8B0D-9527E378C3A6}"/>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94290943-CD4D-4F13-A89A-DB2348A2D19B}"/>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E3911EEC-B8DC-4C83-924C-273CBF5BE266}"/>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17</ns1:t>
            </ns1:r>
          </ns1:p>
        </ns0:txBody>
      </ns0:sp>
      <ns0:sp>
        <ns0:nvSpPr>
          <ns0:cNvPr id="7" name="">
            <ns1:extLst>
              <ns1:ext uri="{FF2B5EF4-FFF2-40B4-BE49-F238E27FC236}">
                <ns2:creationId id="{A563BFE2-45FD-4D94-A20A-6EC69935578B}"/>
              </ns1:ext>
            </ns1:extLst>
          </ns0:cNvPr>
          <ns0:cNvSpPr>
            <ns1:spLocks noGrp="1"/>
          </ns0:cNvSpPr>
          <ns0:nvPr/>
        </ns0:nvSpPr>
        <ns0:spPr>
          <ns1:xfrm>
            <ns1:off x="666750" y="1762125"/>
            <ns1:ext cx="3095625" cy="1428750"/>
          </ns1:xfrm>
          <ns1:prstGeom prst="roundRect">
            <ns1:avLst>
              <ns1:gd name="adj" fmla="val 5333"/>
            </ns1:avLst>
          </ns1:prstGeom>
          <ns1:solidFill>
            <ns1:srgbClr val="FFFFFF"/>
          </ns1:solidFill>
          <ns1:ln w="9525">
            <ns1:solidFill>
              <ns1:srgbClr val="DCE3ED"/>
            </ns1:solidFill>
            <ns1:prstDash val="solid"/>
          </ns1:ln>
        </ns0:spPr>
      </ns0:sp>
      <ns0:sp>
        <ns0:nvSpPr>
          <ns0:cNvPr id="8" name="">
            <ns1:extLst>
              <ns1:ext uri="{FF2B5EF4-FFF2-40B4-BE49-F238E27FC236}">
                <ns2:creationId id="{842DF65D-2AFF-4D73-B08B-3536C505A8F8}"/>
              </ns1:ext>
            </ns1:extLst>
          </ns0:cNvPr>
          <ns0:cNvSpPr>
            <ns1:spLocks noGrp="1"/>
          </ns0:cNvSpPr>
          <ns0:nvPr/>
        </ns0:nvSpPr>
        <ns0:spPr>
          <ns1:xfrm>
            <ns1:off x="666750" y="1762125"/>
            <ns1:ext cx="76200" cy="1428750"/>
          </ns1:xfrm>
          <ns1:prstGeom prst="roundRect">
            <ns1:avLst>
              <ns1:gd name="adj" fmla="val 50000"/>
            </ns1:avLst>
          </ns1:prstGeom>
          <ns1:solidFill>
            <ns1:srgbClr val="2846A0"/>
          </ns1:solidFill>
          <ns1:ln w="0">
            <ns1:noFill/>
            <ns1:prstDash val="solid"/>
          </ns1:ln>
        </ns0:spPr>
      </ns0:sp>
      <ns0:sp>
        <ns0:nvSpPr>
          <ns0:cNvPr id="9" name="">
            <ns1:extLst>
              <ns1:ext uri="{FF2B5EF4-FFF2-40B4-BE49-F238E27FC236}">
                <ns2:creationId id="{0F7780F9-F8D0-40C6-AD99-D3B98CD5301E}"/>
              </ns1:ext>
            </ns1:extLst>
          </ns0:cNvPr>
          <ns0:cNvSpPr>
            <ns1:spLocks noGrp="1"/>
          </ns0:cNvSpPr>
          <ns0:nvPr/>
        </ns0:nvSpPr>
        <ns0:spPr>
          <ns1:xfrm>
            <ns1:off x="876300" y="1895475"/>
            <ns1:ext cx="2733675"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2846A0"/>
                </ns1:solidFill>
                <ns1:latin typeface="Aptos"/>
                <ns1:ea typeface="Aptos"/>
                <ns1:cs typeface="Aptos"/>
              </ns1:defRPr>
            </ns1:defPPr>
            <ns1:lvl1pPr algn="l">
              <ns1:defRPr sz="1500" b="1">
                <ns1:solidFill>
                  <ns1:srgbClr val="2846A0"/>
                </ns1:solidFill>
                <ns1:latin typeface="Aptos"/>
                <ns1:ea typeface="Aptos"/>
                <ns1:cs typeface="Aptos"/>
              </ns1:defRPr>
            </ns1:lvl1pPr>
            <ns1:lvl2pPr algn="l">
              <ns1:defRPr sz="1500" b="1">
                <ns1:solidFill>
                  <ns1:srgbClr val="2846A0"/>
                </ns1:solidFill>
                <ns1:latin typeface="Aptos"/>
                <ns1:ea typeface="Aptos"/>
                <ns1:cs typeface="Aptos"/>
              </ns1:defRPr>
            </ns1:lvl2pPr>
            <ns1:lvl3pPr algn="l">
              <ns1:defRPr sz="1500" b="1">
                <ns1:solidFill>
                  <ns1:srgbClr val="2846A0"/>
                </ns1:solidFill>
                <ns1:latin typeface="Aptos"/>
                <ns1:ea typeface="Aptos"/>
                <ns1:cs typeface="Aptos"/>
              </ns1:defRPr>
            </ns1:lvl3pPr>
            <ns1:lvl4pPr algn="l">
              <ns1:defRPr sz="1500" b="1">
                <ns1:solidFill>
                  <ns1:srgbClr val="2846A0"/>
                </ns1:solidFill>
                <ns1:latin typeface="Aptos"/>
                <ns1:ea typeface="Aptos"/>
                <ns1:cs typeface="Aptos"/>
              </ns1:defRPr>
            </ns1:lvl4pPr>
            <ns1:lvl5pPr algn="l">
              <ns1:defRPr sz="1500" b="1">
                <ns1:solidFill>
                  <ns1:srgbClr val="2846A0"/>
                </ns1:solidFill>
                <ns1:latin typeface="Aptos"/>
                <ns1:ea typeface="Aptos"/>
                <ns1:cs typeface="Aptos"/>
              </ns1:defRPr>
            </ns1:lvl5pPr>
            <ns1:lvl6pPr algn="l">
              <ns1:defRPr sz="1500" b="1">
                <ns1:solidFill>
                  <ns1:srgbClr val="2846A0"/>
                </ns1:solidFill>
                <ns1:latin typeface="Aptos"/>
                <ns1:ea typeface="Aptos"/>
                <ns1:cs typeface="Aptos"/>
              </ns1:defRPr>
            </ns1:lvl6pPr>
            <ns1:lvl7pPr algn="l">
              <ns1:defRPr sz="1500" b="1">
                <ns1:solidFill>
                  <ns1:srgbClr val="2846A0"/>
                </ns1:solidFill>
                <ns1:latin typeface="Aptos"/>
                <ns1:ea typeface="Aptos"/>
                <ns1:cs typeface="Aptos"/>
              </ns1:defRPr>
            </ns1:lvl7pPr>
            <ns1:lvl8pPr algn="l">
              <ns1:defRPr sz="1500" b="1">
                <ns1:solidFill>
                  <ns1:srgbClr val="2846A0"/>
                </ns1:solidFill>
                <ns1:latin typeface="Aptos"/>
                <ns1:ea typeface="Aptos"/>
                <ns1:cs typeface="Aptos"/>
              </ns1:defRPr>
            </ns1:lvl8pPr>
            <ns1:lvl9pPr algn="l">
              <ns1:defRPr sz="1500" b="1">
                <ns1:solidFill>
                  <ns1:srgbClr val="2846A0"/>
                </ns1:solidFill>
                <ns1:latin typeface="Aptos"/>
                <ns1:ea typeface="Aptos"/>
                <ns1:cs typeface="Aptos"/>
              </ns1:defRPr>
            </ns1:lvl9pPr>
          </ns1:lstStyle>
          <ns1:p>
            <ns1:pPr algn="l">
              <ns1:defRPr sz="1500" b="1">
                <ns1:solidFill>
                  <ns1:srgbClr val="2846A0"/>
                </ns1:solidFill>
                <ns1:latin typeface="Aptos"/>
                <ns1:ea typeface="Aptos"/>
                <ns1:cs typeface="Aptos"/>
              </ns1:defRPr>
            </ns1:pPr>
            <ns1:r>
              <ns1:rPr sz="1500" b="1">
                <ns1:solidFill>
                  <ns1:srgbClr val="2846A0"/>
                </ns1:solidFill>
                <ns1:latin typeface="Aptos"/>
                <ns1:ea typeface="Aptos"/>
                <ns1:cs typeface="Aptos"/>
              </ns1:rPr>
              <ns1:t>Credencial</ns1:t>
            </ns1:r>
          </ns1:p>
        </ns0:txBody>
      </ns0:sp>
      <ns0:sp>
        <ns0:nvSpPr>
          <ns0:cNvPr id="10" name="">
            <ns1:extLst>
              <ns1:ext uri="{FF2B5EF4-FFF2-40B4-BE49-F238E27FC236}">
                <ns2:creationId id="{05091063-3C65-4251-9E5A-4D0EC520AD46}"/>
              </ns1:ext>
            </ns1:extLst>
          </ns0:cNvPr>
          <ns0:cNvSpPr>
            <ns1:spLocks noGrp="1"/>
          </ns0:cNvSpPr>
          <ns0:nvPr/>
        </ns0:nvSpPr>
        <ns0:spPr>
          <ns1:xfrm>
            <ns1:off x="876300" y="2219325"/>
            <ns1:ext cx="2733675" cy="89535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Datos y firma del emisor.</ns1:t>
            </ns1:r>
          </ns1:p>
        </ns0:txBody>
      </ns0:sp>
      <ns0:sp>
        <ns0:nvSpPr>
          <ns0:cNvPr id="11" name="">
            <ns1:extLst>
              <ns1:ext uri="{FF2B5EF4-FFF2-40B4-BE49-F238E27FC236}">
                <ns2:creationId id="{5FC3502A-725A-4B3C-91B8-E53503000FE7}"/>
              </ns1:ext>
            </ns1:extLst>
          </ns0:cNvPr>
          <ns0:cNvSpPr>
            <ns1:spLocks noGrp="1"/>
          </ns0:cNvSpPr>
          <ns0:nvPr/>
        </ns0:nvSpPr>
        <ns0:spPr>
          <ns1:xfrm>
            <ns1:off x="666750" y="3857625"/>
            <ns1:ext cx="3095625" cy="1428750"/>
          </ns1:xfrm>
          <ns1:prstGeom prst="roundRect">
            <ns1:avLst>
              <ns1:gd name="adj" fmla="val 5333"/>
            </ns1:avLst>
          </ns1:prstGeom>
          <ns1:solidFill>
            <ns1:srgbClr val="FFFFFF"/>
          </ns1:solidFill>
          <ns1:ln w="9525">
            <ns1:solidFill>
              <ns1:srgbClr val="DCE3ED"/>
            </ns1:solidFill>
            <ns1:prstDash val="solid"/>
          </ns1:ln>
        </ns0:spPr>
      </ns0:sp>
      <ns0:sp>
        <ns0:nvSpPr>
          <ns0:cNvPr id="12" name="">
            <ns1:extLst>
              <ns1:ext uri="{FF2B5EF4-FFF2-40B4-BE49-F238E27FC236}">
                <ns2:creationId id="{BA2D13CD-A25A-4994-9669-448920682E24}"/>
              </ns1:ext>
            </ns1:extLst>
          </ns0:cNvPr>
          <ns0:cNvSpPr>
            <ns1:spLocks noGrp="1"/>
          </ns0:cNvSpPr>
          <ns0:nvPr/>
        </ns0:nvSpPr>
        <ns0:spPr>
          <ns1:xfrm>
            <ns1:off x="666750" y="3857625"/>
            <ns1:ext cx="76200" cy="1428750"/>
          </ns1:xfrm>
          <ns1:prstGeom prst="roundRect">
            <ns1:avLst>
              <ns1:gd name="adj" fmla="val 50000"/>
            </ns1:avLst>
          </ns1:prstGeom>
          <ns1:solidFill>
            <ns1:srgbClr val="22B8A8"/>
          </ns1:solidFill>
          <ns1:ln w="0">
            <ns1:noFill/>
            <ns1:prstDash val="solid"/>
          </ns1:ln>
        </ns0:spPr>
      </ns0:sp>
      <ns0:sp>
        <ns0:nvSpPr>
          <ns0:cNvPr id="13" name="">
            <ns1:extLst>
              <ns1:ext uri="{FF2B5EF4-FFF2-40B4-BE49-F238E27FC236}">
                <ns2:creationId id="{E7F0A7CD-C41E-4088-9416-AF45565DE9EF}"/>
              </ns1:ext>
            </ns1:extLst>
          </ns0:cNvPr>
          <ns0:cNvSpPr>
            <ns1:spLocks noGrp="1"/>
          </ns0:cNvSpPr>
          <ns0:nvPr/>
        </ns0:nvSpPr>
        <ns0:spPr>
          <ns1:xfrm>
            <ns1:off x="876300" y="3990975"/>
            <ns1:ext cx="2733675"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22B8A8"/>
                </ns1:solidFill>
                <ns1:latin typeface="Aptos"/>
                <ns1:ea typeface="Aptos"/>
                <ns1:cs typeface="Aptos"/>
              </ns1:defRPr>
            </ns1:defPPr>
            <ns1:lvl1pPr algn="l">
              <ns1:defRPr sz="1500" b="1">
                <ns1:solidFill>
                  <ns1:srgbClr val="22B8A8"/>
                </ns1:solidFill>
                <ns1:latin typeface="Aptos"/>
                <ns1:ea typeface="Aptos"/>
                <ns1:cs typeface="Aptos"/>
              </ns1:defRPr>
            </ns1:lvl1pPr>
            <ns1:lvl2pPr algn="l">
              <ns1:defRPr sz="1500" b="1">
                <ns1:solidFill>
                  <ns1:srgbClr val="22B8A8"/>
                </ns1:solidFill>
                <ns1:latin typeface="Aptos"/>
                <ns1:ea typeface="Aptos"/>
                <ns1:cs typeface="Aptos"/>
              </ns1:defRPr>
            </ns1:lvl2pPr>
            <ns1:lvl3pPr algn="l">
              <ns1:defRPr sz="1500" b="1">
                <ns1:solidFill>
                  <ns1:srgbClr val="22B8A8"/>
                </ns1:solidFill>
                <ns1:latin typeface="Aptos"/>
                <ns1:ea typeface="Aptos"/>
                <ns1:cs typeface="Aptos"/>
              </ns1:defRPr>
            </ns1:lvl3pPr>
            <ns1:lvl4pPr algn="l">
              <ns1:defRPr sz="1500" b="1">
                <ns1:solidFill>
                  <ns1:srgbClr val="22B8A8"/>
                </ns1:solidFill>
                <ns1:latin typeface="Aptos"/>
                <ns1:ea typeface="Aptos"/>
                <ns1:cs typeface="Aptos"/>
              </ns1:defRPr>
            </ns1:lvl4pPr>
            <ns1:lvl5pPr algn="l">
              <ns1:defRPr sz="1500" b="1">
                <ns1:solidFill>
                  <ns1:srgbClr val="22B8A8"/>
                </ns1:solidFill>
                <ns1:latin typeface="Aptos"/>
                <ns1:ea typeface="Aptos"/>
                <ns1:cs typeface="Aptos"/>
              </ns1:defRPr>
            </ns1:lvl5pPr>
            <ns1:lvl6pPr algn="l">
              <ns1:defRPr sz="1500" b="1">
                <ns1:solidFill>
                  <ns1:srgbClr val="22B8A8"/>
                </ns1:solidFill>
                <ns1:latin typeface="Aptos"/>
                <ns1:ea typeface="Aptos"/>
                <ns1:cs typeface="Aptos"/>
              </ns1:defRPr>
            </ns1:lvl6pPr>
            <ns1:lvl7pPr algn="l">
              <ns1:defRPr sz="1500" b="1">
                <ns1:solidFill>
                  <ns1:srgbClr val="22B8A8"/>
                </ns1:solidFill>
                <ns1:latin typeface="Aptos"/>
                <ns1:ea typeface="Aptos"/>
                <ns1:cs typeface="Aptos"/>
              </ns1:defRPr>
            </ns1:lvl7pPr>
            <ns1:lvl8pPr algn="l">
              <ns1:defRPr sz="1500" b="1">
                <ns1:solidFill>
                  <ns1:srgbClr val="22B8A8"/>
                </ns1:solidFill>
                <ns1:latin typeface="Aptos"/>
                <ns1:ea typeface="Aptos"/>
                <ns1:cs typeface="Aptos"/>
              </ns1:defRPr>
            </ns1:lvl8pPr>
            <ns1:lvl9pPr algn="l">
              <ns1:defRPr sz="1500" b="1">
                <ns1:solidFill>
                  <ns1:srgbClr val="22B8A8"/>
                </ns1:solidFill>
                <ns1:latin typeface="Aptos"/>
                <ns1:ea typeface="Aptos"/>
                <ns1:cs typeface="Aptos"/>
              </ns1:defRPr>
            </ns1:lvl9pPr>
          </ns1:lstStyle>
          <ns1:p>
            <ns1:pPr algn="l">
              <ns1:defRPr sz="1500" b="1">
                <ns1:solidFill>
                  <ns1:srgbClr val="22B8A8"/>
                </ns1:solidFill>
                <ns1:latin typeface="Aptos"/>
                <ns1:ea typeface="Aptos"/>
                <ns1:cs typeface="Aptos"/>
              </ns1:defRPr>
            </ns1:pPr>
            <ns1:r>
              <ns1:rPr sz="1500" b="1">
                <ns1:solidFill>
                  <ns1:srgbClr val="22B8A8"/>
                </ns1:solidFill>
                <ns1:latin typeface="Aptos"/>
                <ns1:ea typeface="Aptos"/>
                <ns1:cs typeface="Aptos"/>
              </ns1:rPr>
              <ns1:t>Par Ed25519</ns1:t>
            </ns1:r>
          </ns1:p>
        </ns0:txBody>
      </ns0:sp>
      <ns0:sp>
        <ns0:nvSpPr>
          <ns0:cNvPr id="14" name="">
            <ns1:extLst>
              <ns1:ext uri="{FF2B5EF4-FFF2-40B4-BE49-F238E27FC236}">
                <ns2:creationId id="{F4D51B74-8067-47ED-8DD5-B8A32B034A5D}"/>
              </ns1:ext>
            </ns1:extLst>
          </ns0:cNvPr>
          <ns0:cNvSpPr>
            <ns1:spLocks noGrp="1"/>
          </ns0:cNvSpPr>
          <ns0:nvPr/>
        </ns0:nvSpPr>
        <ns0:spPr>
          <ns1:xfrm>
            <ns1:off x="876300" y="4314825"/>
            <ns1:ext cx="2733675" cy="89535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El teléfono crea un par de claves.</ns1:t>
            </ns1:r>
          </ns1:p>
        </ns0:txBody>
      </ns0:sp>
      <ns0:sp>
        <ns0:nvSpPr>
          <ns0:cNvPr id="15" name="">
            <ns1:extLst>
              <ns1:ext uri="{FF2B5EF4-FFF2-40B4-BE49-F238E27FC236}">
                <ns2:creationId id="{56162B6E-36D8-42E1-AF9A-1C4D37402C5C}"/>
              </ns1:ext>
            </ns1:extLst>
          </ns0:cNvPr>
          <ns0:cNvSpPr>
            <ns1:spLocks noGrp="1"/>
          </ns0:cNvSpPr>
          <ns0:nvPr/>
        </ns0:nvSpPr>
        <ns0:spPr>
          <ns1:xfrm>
            <ns1:off x="4762500" y="2000250"/>
            <ns1:ext cx="2952750" cy="2952750"/>
          </ns1:xfrm>
          <ns1:prstGeom prst="roundRect">
            <ns1:avLst>
              <ns1:gd name="adj" fmla="val 2581"/>
            </ns1:avLst>
          </ns1:prstGeom>
          <ns1:solidFill>
            <ns1:srgbClr val="FFFFFF"/>
          </ns1:solidFill>
          <ns1:ln w="19050">
            <ns1:solidFill>
              <ns1:srgbClr val="DCE3ED"/>
            </ns1:solidFill>
            <ns1:prstDash val="solid"/>
          </ns1:ln>
        </ns0:spPr>
      </ns0:sp>
      <ns0:sp>
        <ns0:nvSpPr>
          <ns0:cNvPr id="16" name="">
            <ns1:extLst>
              <ns1:ext uri="{FF2B5EF4-FFF2-40B4-BE49-F238E27FC236}">
                <ns2:creationId id="{C3679FCA-C44B-4FFC-9FCE-3862BFC7C09E}"/>
              </ns1:ext>
            </ns1:extLst>
          </ns0:cNvPr>
          <ns0:cNvSpPr>
            <ns1:spLocks noGrp="1"/>
          </ns0:cNvSpPr>
          <ns0:nvPr/>
        </ns0:nvSpPr>
        <ns0:spPr>
          <ns1:xfrm>
            <ns1:off x="5143500" y="2362200"/>
            <ns1:ext cx="2190750" cy="2190750"/>
          </ns1:xfrm>
          <ns1:prstGeom prst="roundRect">
            <ns1:avLst>
              <ns1:gd name="adj" fmla="val 3478"/>
            </ns1:avLst>
          </ns1:prstGeom>
          <ns1:solidFill>
            <ns1:srgbClr val="E8EDFF"/>
          </ns1:solidFill>
          <ns1:ln w="0">
            <ns1:noFill/>
            <ns1:prstDash val="solid"/>
          </ns1:ln>
        </ns0:spPr>
      </ns0:sp>
      <ns0:sp>
        <ns0:nvSpPr>
          <ns0:cNvPr id="17" name="brand-mark">
            <ns1:extLst>
              <ns1:ext uri="{FF2B5EF4-FFF2-40B4-BE49-F238E27FC236}">
                <ns2:creationId id="{30EA7205-0E59-431F-82D9-C2C6E2A500CB}"/>
              </ns1:ext>
            </ns1:extLst>
          </ns0:cNvPr>
          <ns0:cNvSpPr>
            <ns1:spLocks noGrp="1"/>
          </ns0:cNvSpPr>
          <ns0:nvPr/>
        </ns0:nvSpPr>
        <ns0:spPr>
          <ns1:xfrm>
            <ns1:off x="5905500" y="2619375"/>
            <ns1:ext cx="666750" cy="666750"/>
          </ns1:xfrm>
          <ns1:prstGeom prst="roundRect">
            <ns1:avLst>
              <ns1:gd name="adj" fmla="val 11429"/>
            </ns1:avLst>
          </ns1:prstGeom>
          <ns1:solidFill>
            <ns1:srgbClr val="172554"/>
          </ns1:solidFill>
          <ns1:ln w="0">
            <ns1:noFill/>
            <ns1:prstDash val="solid"/>
          </ns1:ln>
        </ns0:spPr>
      </ns0:sp>
      <ns0:sp>
        <ns0:nvSpPr>
          <ns0:cNvPr id="18" name="">
            <ns1:extLst>
              <ns1:ext uri="{FF2B5EF4-FFF2-40B4-BE49-F238E27FC236}">
                <ns2:creationId id="{4B7BFF00-B69F-40D2-AB84-F98FDCA2F294}"/>
              </ns1:ext>
            </ns1:extLst>
          </ns0:cNvPr>
          <ns0:cNvSpPr>
            <ns1:spLocks noGrp="1"/>
          </ns0:cNvSpPr>
          <ns0:nvPr/>
        </ns0:nvSpPr>
        <ns0:spPr>
          <ns1:xfrm>
            <ns1:off x="6038850" y="2739390"/>
            <ns1:ext cx="400050" cy="426720"/>
          </ns1:xfrm>
          <ns1:prstGeom prst="roundRect">
            <ns1:avLst>
              <ns1:gd name="adj" fmla="val 19048"/>
            </ns1:avLst>
          </ns1:prstGeom>
          <ns1:noFill/>
          <ns1:ln w="21908">
            <ns1:solidFill>
              <ns1:srgbClr val="FFFFFF"/>
            </ns1:solidFill>
            <ns1:prstDash val="solid"/>
          </ns1:ln>
        </ns0:spPr>
      </ns0:sp>
      <ns0:sp>
        <ns0:nvSpPr>
          <ns0:cNvPr id="19" name="">
            <ns1:extLst>
              <ns1:ext uri="{FF2B5EF4-FFF2-40B4-BE49-F238E27FC236}">
                <ns2:creationId id="{68BC2B4D-C9C0-4DB1-9BD0-2016723D5B9F}"/>
              </ns1:ext>
            </ns1:extLst>
          </ns0:cNvPr>
          <ns0:cNvSpPr>
            <ns1:spLocks noGrp="1"/>
          </ns0:cNvSpPr>
          <ns0:nvPr/>
        </ns0:nvSpPr>
        <ns0:spPr>
          <ns1:xfrm flipV="0">
            <ns1:off x="6112193" y="2866073"/>
            <ns1:ext cx="160020" cy="9525"/>
          </ns1:xfrm>
          <ns1:prstGeom prst="line">
            <ns1:avLst/>
          </ns1:prstGeom>
          <ns1:noFill/>
          <ns1:ln w="20003">
            <ns1:solidFill>
              <ns1:srgbClr val="FFFFFF"/>
            </ns1:solidFill>
            <ns1:prstDash val="solid"/>
          </ns1:ln>
        </ns0:spPr>
      </ns0:sp>
      <ns0:sp>
        <ns0:nvSpPr>
          <ns0:cNvPr id="20" name="">
            <ns1:extLst>
              <ns1:ext uri="{FF2B5EF4-FFF2-40B4-BE49-F238E27FC236}">
                <ns2:creationId id="{8E2AF14B-838A-4421-B524-F045303F18D0}"/>
              </ns1:ext>
            </ns1:extLst>
          </ns0:cNvPr>
          <ns0:cNvSpPr>
            <ns1:spLocks noGrp="1"/>
          </ns0:cNvSpPr>
          <ns0:nvPr/>
        </ns0:nvSpPr>
        <ns0:spPr>
          <ns1:xfrm flipV="0">
            <ns1:off x="6112193" y="2939415"/>
            <ns1:ext cx="80010" cy="9525"/>
          </ns1:xfrm>
          <ns1:prstGeom prst="line">
            <ns1:avLst/>
          </ns1:prstGeom>
          <ns1:noFill/>
          <ns1:ln w="20003">
            <ns1:solidFill>
              <ns1:srgbClr val="FFFFFF"/>
            </ns1:solidFill>
            <ns1:prstDash val="solid"/>
          </ns1:ln>
        </ns0:spPr>
      </ns0:sp>
      <ns0:sp>
        <ns0:nvSpPr>
          <ns0:cNvPr id="21" name="">
            <ns1:extLst>
              <ns1:ext uri="{FF2B5EF4-FFF2-40B4-BE49-F238E27FC236}">
                <ns2:creationId id="{8108120A-58BE-489E-991D-0B4D5FBE1876}"/>
              </ns1:ext>
            </ns1:extLst>
          </ns0:cNvPr>
          <ns0:cNvSpPr>
            <ns1:spLocks noGrp="1"/>
          </ns0:cNvSpPr>
          <ns0:nvPr/>
        </ns0:nvSpPr>
        <ns0:spPr>
          <ns1:xfrm flipV="0">
            <ns1:off x="6238875" y="3032760"/>
            <ns1:ext cx="60007" cy="53340"/>
          </ns1:xfrm>
          <ns1:prstGeom prst="line">
            <ns1:avLst/>
          </ns1:prstGeom>
          <ns1:noFill/>
          <ns1:ln w="32385">
            <ns1:solidFill>
              <ns1:srgbClr val="22B8A8"/>
            </ns1:solidFill>
            <ns1:prstDash val="solid"/>
          </ns1:ln>
        </ns0:spPr>
      </ns0:sp>
      <ns0:sp>
        <ns0:nvSpPr>
          <ns0:cNvPr id="22" name="">
            <ns1:extLst>
              <ns1:ext uri="{FF2B5EF4-FFF2-40B4-BE49-F238E27FC236}">
                <ns2:creationId id="{58D20935-4934-4F38-A8B8-91C49BB67D2A}"/>
              </ns1:ext>
            </ns1:extLst>
          </ns0:cNvPr>
          <ns0:cNvSpPr>
            <ns1:spLocks noGrp="1"/>
          </ns0:cNvSpPr>
          <ns0:nvPr/>
        </ns0:nvSpPr>
        <ns0:spPr>
          <ns1:xfrm flipV="1">
            <ns1:off x="6298883" y="2966085"/>
            <ns1:ext cx="100013" cy="120015"/>
          </ns1:xfrm>
          <ns1:prstGeom prst="line">
            <ns1:avLst/>
          </ns1:prstGeom>
          <ns1:noFill/>
          <ns1:ln w="32385">
            <ns1:solidFill>
              <ns1:srgbClr val="22B8A8"/>
            </ns1:solidFill>
            <ns1:prstDash val="solid"/>
          </ns1:ln>
        </ns0:spPr>
      </ns0:sp>
      <ns0:sp>
        <ns0:nvSpPr>
          <ns0:cNvPr id="23" name="">
            <ns1:extLst>
              <ns1:ext uri="{FF2B5EF4-FFF2-40B4-BE49-F238E27FC236}">
                <ns2:creationId id="{5324BE7E-4D7C-4729-85DE-EDFC2817FCC5}"/>
              </ns1:ext>
            </ns1:extLst>
          </ns0:cNvPr>
          <ns0:cNvSpPr>
            <ns1:spLocks noGrp="1"/>
          </ns0:cNvSpPr>
          <ns0:nvPr/>
        </ns0:nvSpPr>
        <ns0:spPr>
          <ns1:xfrm>
            <ns1:off x="5191125" y="3562350"/>
            <ns1:ext cx="2095500" cy="333375"/>
          </ns1:xfrm>
          <ns1:prstGeom prst="rect">
            <ns1:avLst/>
          </ns1:prstGeom>
          <ns1:noFill/>
          <ns1:ln w="0">
            <ns1:noFill/>
            <ns1:prstDash val="solid"/>
          </ns1:ln>
        </ns0:spPr>
        <ns0:txBody>
          <ns1:bodyPr lIns="0" tIns="0" rIns="0" bIns="0" anchor="ctr">
            <ns1:normAutofit fontScale="100000"/>
          </ns1:bodyPr>
          <ns1:lstStyle>
            <ns1:defPPr algn="ctr">
              <ns1:defRPr sz="1800" b="1">
                <ns1:solidFill>
                  <ns1:srgbClr val="172554"/>
                </ns1:solidFill>
                <ns1:latin typeface="Aptos"/>
                <ns1:ea typeface="Aptos"/>
                <ns1:cs typeface="Aptos"/>
              </ns1:defRPr>
            </ns1:defPPr>
            <ns1:lvl1pPr algn="ctr">
              <ns1:defRPr sz="1800" b="1">
                <ns1:solidFill>
                  <ns1:srgbClr val="172554"/>
                </ns1:solidFill>
                <ns1:latin typeface="Aptos"/>
                <ns1:ea typeface="Aptos"/>
                <ns1:cs typeface="Aptos"/>
              </ns1:defRPr>
            </ns1:lvl1pPr>
            <ns1:lvl2pPr algn="ctr">
              <ns1:defRPr sz="1800" b="1">
                <ns1:solidFill>
                  <ns1:srgbClr val="172554"/>
                </ns1:solidFill>
                <ns1:latin typeface="Aptos"/>
                <ns1:ea typeface="Aptos"/>
                <ns1:cs typeface="Aptos"/>
              </ns1:defRPr>
            </ns1:lvl2pPr>
            <ns1:lvl3pPr algn="ctr">
              <ns1:defRPr sz="1800" b="1">
                <ns1:solidFill>
                  <ns1:srgbClr val="172554"/>
                </ns1:solidFill>
                <ns1:latin typeface="Aptos"/>
                <ns1:ea typeface="Aptos"/>
                <ns1:cs typeface="Aptos"/>
              </ns1:defRPr>
            </ns1:lvl3pPr>
            <ns1:lvl4pPr algn="ctr">
              <ns1:defRPr sz="1800" b="1">
                <ns1:solidFill>
                  <ns1:srgbClr val="172554"/>
                </ns1:solidFill>
                <ns1:latin typeface="Aptos"/>
                <ns1:ea typeface="Aptos"/>
                <ns1:cs typeface="Aptos"/>
              </ns1:defRPr>
            </ns1:lvl4pPr>
            <ns1:lvl5pPr algn="ctr">
              <ns1:defRPr sz="1800" b="1">
                <ns1:solidFill>
                  <ns1:srgbClr val="172554"/>
                </ns1:solidFill>
                <ns1:latin typeface="Aptos"/>
                <ns1:ea typeface="Aptos"/>
                <ns1:cs typeface="Aptos"/>
              </ns1:defRPr>
            </ns1:lvl5pPr>
            <ns1:lvl6pPr algn="ctr">
              <ns1:defRPr sz="1800" b="1">
                <ns1:solidFill>
                  <ns1:srgbClr val="172554"/>
                </ns1:solidFill>
                <ns1:latin typeface="Aptos"/>
                <ns1:ea typeface="Aptos"/>
                <ns1:cs typeface="Aptos"/>
              </ns1:defRPr>
            </ns1:lvl6pPr>
            <ns1:lvl7pPr algn="ctr">
              <ns1:defRPr sz="1800" b="1">
                <ns1:solidFill>
                  <ns1:srgbClr val="172554"/>
                </ns1:solidFill>
                <ns1:latin typeface="Aptos"/>
                <ns1:ea typeface="Aptos"/>
                <ns1:cs typeface="Aptos"/>
              </ns1:defRPr>
            </ns1:lvl7pPr>
            <ns1:lvl8pPr algn="ctr">
              <ns1:defRPr sz="1800" b="1">
                <ns1:solidFill>
                  <ns1:srgbClr val="172554"/>
                </ns1:solidFill>
                <ns1:latin typeface="Aptos"/>
                <ns1:ea typeface="Aptos"/>
                <ns1:cs typeface="Aptos"/>
              </ns1:defRPr>
            </ns1:lvl8pPr>
            <ns1:lvl9pPr algn="ctr">
              <ns1:defRPr sz="1800" b="1">
                <ns1:solidFill>
                  <ns1:srgbClr val="172554"/>
                </ns1:solidFill>
                <ns1:latin typeface="Aptos"/>
                <ns1:ea typeface="Aptos"/>
                <ns1:cs typeface="Aptos"/>
              </ns1:defRPr>
            </ns1:lvl9pPr>
          </ns1:lstStyle>
          <ns1:p>
            <ns1:pPr algn="ctr">
              <ns1:defRPr sz="1800" b="1">
                <ns1:solidFill>
                  <ns1:srgbClr val="172554"/>
                </ns1:solidFill>
                <ns1:latin typeface="Aptos"/>
                <ns1:ea typeface="Aptos"/>
                <ns1:cs typeface="Aptos"/>
              </ns1:defRPr>
            </ns1:pPr>
            <ns1:r>
              <ns1:rPr sz="1800" b="1">
                <ns1:solidFill>
                  <ns1:srgbClr val="172554"/>
                </ns1:solidFill>
                <ns1:latin typeface="Aptos"/>
                <ns1:ea typeface="Aptos"/>
                <ns1:cs typeface="Aptos"/>
              </ns1:rPr>
              <ns1:t>IndexedDB</ns1:t>
            </ns1:r>
          </ns1:p>
        </ns0:txBody>
      </ns0:sp>
      <ns0:sp>
        <ns0:nvSpPr>
          <ns0:cNvPr id="24" name="">
            <ns1:extLst>
              <ns1:ext uri="{FF2B5EF4-FFF2-40B4-BE49-F238E27FC236}">
                <ns2:creationId id="{AA317437-CF8C-4F4F-9A7F-DD037B5ACC08}"/>
              </ns1:ext>
            </ns1:extLst>
          </ns0:cNvPr>
          <ns0:cNvSpPr>
            <ns1:spLocks noGrp="1"/>
          </ns0:cNvSpPr>
          <ns0:nvPr/>
        </ns0:nvSpPr>
        <ns0:spPr>
          <ns1:xfrm>
            <ns1:off x="5191125" y="4029075"/>
            <ns1:ext cx="2095500" cy="257175"/>
          </ns1:xfrm>
          <ns1:prstGeom prst="rect">
            <ns1:avLst/>
          </ns1:prstGeom>
          <ns1:noFill/>
          <ns1:ln w="0">
            <ns1:noFill/>
            <ns1:prstDash val="solid"/>
          </ns1:ln>
        </ns0:spPr>
        <ns0:txBody>
          <ns1:bodyPr lIns="0" tIns="0" rIns="0" bIns="0" anchor="ctr">
            <ns1:normAutofit fontScale="100000"/>
          </ns1:bodyPr>
          <ns1:lstStyle>
            <ns1:defPPr algn="ctr">
              <ns1:defRPr sz="1275" b="0">
                <ns1:solidFill>
                  <ns1:srgbClr val="536276"/>
                </ns1:solidFill>
                <ns1:latin typeface="Aptos"/>
                <ns1:ea typeface="Aptos"/>
                <ns1:cs typeface="Aptos"/>
              </ns1:defRPr>
            </ns1:defPPr>
            <ns1:lvl1pPr algn="ctr">
              <ns1:defRPr sz="1275" b="0">
                <ns1:solidFill>
                  <ns1:srgbClr val="536276"/>
                </ns1:solidFill>
                <ns1:latin typeface="Aptos"/>
                <ns1:ea typeface="Aptos"/>
                <ns1:cs typeface="Aptos"/>
              </ns1:defRPr>
            </ns1:lvl1pPr>
            <ns1:lvl2pPr algn="ctr">
              <ns1:defRPr sz="1275" b="0">
                <ns1:solidFill>
                  <ns1:srgbClr val="536276"/>
                </ns1:solidFill>
                <ns1:latin typeface="Aptos"/>
                <ns1:ea typeface="Aptos"/>
                <ns1:cs typeface="Aptos"/>
              </ns1:defRPr>
            </ns1:lvl2pPr>
            <ns1:lvl3pPr algn="ctr">
              <ns1:defRPr sz="1275" b="0">
                <ns1:solidFill>
                  <ns1:srgbClr val="536276"/>
                </ns1:solidFill>
                <ns1:latin typeface="Aptos"/>
                <ns1:ea typeface="Aptos"/>
                <ns1:cs typeface="Aptos"/>
              </ns1:defRPr>
            </ns1:lvl3pPr>
            <ns1:lvl4pPr algn="ctr">
              <ns1:defRPr sz="1275" b="0">
                <ns1:solidFill>
                  <ns1:srgbClr val="536276"/>
                </ns1:solidFill>
                <ns1:latin typeface="Aptos"/>
                <ns1:ea typeface="Aptos"/>
                <ns1:cs typeface="Aptos"/>
              </ns1:defRPr>
            </ns1:lvl4pPr>
            <ns1:lvl5pPr algn="ctr">
              <ns1:defRPr sz="1275" b="0">
                <ns1:solidFill>
                  <ns1:srgbClr val="536276"/>
                </ns1:solidFill>
                <ns1:latin typeface="Aptos"/>
                <ns1:ea typeface="Aptos"/>
                <ns1:cs typeface="Aptos"/>
              </ns1:defRPr>
            </ns1:lvl5pPr>
            <ns1:lvl6pPr algn="ctr">
              <ns1:defRPr sz="1275" b="0">
                <ns1:solidFill>
                  <ns1:srgbClr val="536276"/>
                </ns1:solidFill>
                <ns1:latin typeface="Aptos"/>
                <ns1:ea typeface="Aptos"/>
                <ns1:cs typeface="Aptos"/>
              </ns1:defRPr>
            </ns1:lvl6pPr>
            <ns1:lvl7pPr algn="ctr">
              <ns1:defRPr sz="1275" b="0">
                <ns1:solidFill>
                  <ns1:srgbClr val="536276"/>
                </ns1:solidFill>
                <ns1:latin typeface="Aptos"/>
                <ns1:ea typeface="Aptos"/>
                <ns1:cs typeface="Aptos"/>
              </ns1:defRPr>
            </ns1:lvl7pPr>
            <ns1:lvl8pPr algn="ctr">
              <ns1:defRPr sz="1275" b="0">
                <ns1:solidFill>
                  <ns1:srgbClr val="536276"/>
                </ns1:solidFill>
                <ns1:latin typeface="Aptos"/>
                <ns1:ea typeface="Aptos"/>
                <ns1:cs typeface="Aptos"/>
              </ns1:defRPr>
            </ns1:lvl8pPr>
            <ns1:lvl9pPr algn="ctr">
              <ns1:defRPr sz="1275" b="0">
                <ns1:solidFill>
                  <ns1:srgbClr val="536276"/>
                </ns1:solidFill>
                <ns1:latin typeface="Aptos"/>
                <ns1:ea typeface="Aptos"/>
                <ns1:cs typeface="Aptos"/>
              </ns1:defRPr>
            </ns1:lvl9pPr>
          </ns1:lstStyle>
          <ns1:p>
            <ns1:pPr algn="ctr">
              <ns1:defRPr sz="1275" b="0">
                <ns1:solidFill>
                  <ns1:srgbClr val="536276"/>
                </ns1:solidFill>
                <ns1:latin typeface="Aptos"/>
                <ns1:ea typeface="Aptos"/>
                <ns1:cs typeface="Aptos"/>
              </ns1:defRPr>
            </ns1:pPr>
            <ns1:r>
              <ns1:rPr sz="1275" b="0">
                <ns1:solidFill>
                  <ns1:srgbClr val="536276"/>
                </ns1:solidFill>
                <ns1:latin typeface="Aptos"/>
                <ns1:ea typeface="Aptos"/>
                <ns1:cs typeface="Aptos"/>
              </ns1:rPr>
              <ns1:t>Almacenamiento del navegador</ns1:t>
            </ns1:r>
          </ns1:p>
        </ns0:txBody>
      </ns0:sp>
      <ns0:sp>
        <ns0:nvSpPr>
          <ns0:cNvPr id="25" name="">
            <ns1:extLst>
              <ns1:ext uri="{FF2B5EF4-FFF2-40B4-BE49-F238E27FC236}">
                <ns2:creationId id="{3782BB2A-E135-4C27-8177-D5908D030D53}"/>
              </ns1:ext>
            </ns1:extLst>
          </ns0:cNvPr>
          <ns0:cNvSpPr>
            <ns1:spLocks noGrp="1"/>
          </ns0:cNvSpPr>
          <ns0:nvPr/>
        </ns0:nvSpPr>
        <ns0:spPr>
          <ns1:xfrm>
            <ns1:off x="7953375" y="3048000"/>
            <ns1:ext cx="857250" cy="428625"/>
          </ns1:xfrm>
          <ns1:prstGeom prst="rightArrow">
            <ns1:avLst/>
          </ns1:prstGeom>
          <ns1:solidFill>
            <ns1:srgbClr val="22B8A8"/>
          </ns1:solidFill>
          <ns1:ln w="0">
            <ns1:noFill/>
            <ns1:prstDash val="solid"/>
          </ns1:ln>
        </ns0:spPr>
      </ns0:sp>
      <ns0:sp>
        <ns0:nvSpPr>
          <ns0:cNvPr id="26" name="">
            <ns1:extLst>
              <ns1:ext uri="{FF2B5EF4-FFF2-40B4-BE49-F238E27FC236}">
                <ns2:creationId id="{9535FA61-ACE3-4163-860C-5EEADF5A8527}"/>
              </ns1:ext>
            </ns1:extLst>
          </ns0:cNvPr>
          <ns0:cNvSpPr>
            <ns1:spLocks noGrp="1"/>
          </ns0:cNvSpPr>
          <ns0:nvPr/>
        </ns0:nvSpPr>
        <ns0:spPr>
          <ns1:xfrm>
            <ns1:off x="9144000" y="2381250"/>
            <ns1:ext cx="2381250" cy="2000250"/>
          </ns1:xfrm>
          <ns1:prstGeom prst="roundRect">
            <ns1:avLst>
              <ns1:gd name="adj" fmla="val 3810"/>
            </ns1:avLst>
          </ns1:prstGeom>
          <ns1:solidFill>
            <ns1:srgbClr val="FFFFFF"/>
          </ns1:solidFill>
          <ns1:ln w="9525">
            <ns1:solidFill>
              <ns1:srgbClr val="DCE3ED"/>
            </ns1:solidFill>
            <ns1:prstDash val="solid"/>
          </ns1:ln>
        </ns0:spPr>
      </ns0:sp>
      <ns0:sp>
        <ns0:nvSpPr>
          <ns0:cNvPr id="27" name="">
            <ns1:extLst>
              <ns1:ext uri="{FF2B5EF4-FFF2-40B4-BE49-F238E27FC236}">
                <ns2:creationId id="{962891B6-7903-4FB2-A06F-297F0887F40F}"/>
              </ns1:ext>
            </ns1:extLst>
          </ns0:cNvPr>
          <ns0:cNvSpPr>
            <ns1:spLocks noGrp="1"/>
          </ns0:cNvSpPr>
          <ns0:nvPr/>
        </ns0:nvSpPr>
        <ns0:spPr>
          <ns1:xfrm>
            <ns1:off x="9144000" y="2381250"/>
            <ns1:ext cx="76200" cy="2000250"/>
          </ns1:xfrm>
          <ns1:prstGeom prst="roundRect">
            <ns1:avLst>
              <ns1:gd name="adj" fmla="val 50000"/>
            </ns1:avLst>
          </ns1:prstGeom>
          <ns1:solidFill>
            <ns1:srgbClr val="23836E"/>
          </ns1:solidFill>
          <ns1:ln w="0">
            <ns1:noFill/>
            <ns1:prstDash val="solid"/>
          </ns1:ln>
        </ns0:spPr>
      </ns0:sp>
      <ns0:sp>
        <ns0:nvSpPr>
          <ns0:cNvPr id="28" name="">
            <ns1:extLst>
              <ns1:ext uri="{FF2B5EF4-FFF2-40B4-BE49-F238E27FC236}">
                <ns2:creationId id="{2E1CE746-3B2A-41F4-9FC6-0BF1640C7223}"/>
              </ns1:ext>
            </ns1:extLst>
          </ns0:cNvPr>
          <ns0:cNvSpPr>
            <ns1:spLocks noGrp="1"/>
          </ns0:cNvSpPr>
          <ns0:nvPr/>
        </ns0:nvSpPr>
        <ns0:spPr>
          <ns1:xfrm>
            <ns1:off x="9353550" y="2514600"/>
            <ns1:ext cx="2019300"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23836E"/>
                </ns1:solidFill>
                <ns1:latin typeface="Aptos"/>
                <ns1:ea typeface="Aptos"/>
                <ns1:cs typeface="Aptos"/>
              </ns1:defRPr>
            </ns1:defPPr>
            <ns1:lvl1pPr algn="l">
              <ns1:defRPr sz="1500" b="1">
                <ns1:solidFill>
                  <ns1:srgbClr val="23836E"/>
                </ns1:solidFill>
                <ns1:latin typeface="Aptos"/>
                <ns1:ea typeface="Aptos"/>
                <ns1:cs typeface="Aptos"/>
              </ns1:defRPr>
            </ns1:lvl1pPr>
            <ns1:lvl2pPr algn="l">
              <ns1:defRPr sz="1500" b="1">
                <ns1:solidFill>
                  <ns1:srgbClr val="23836E"/>
                </ns1:solidFill>
                <ns1:latin typeface="Aptos"/>
                <ns1:ea typeface="Aptos"/>
                <ns1:cs typeface="Aptos"/>
              </ns1:defRPr>
            </ns1:lvl2pPr>
            <ns1:lvl3pPr algn="l">
              <ns1:defRPr sz="1500" b="1">
                <ns1:solidFill>
                  <ns1:srgbClr val="23836E"/>
                </ns1:solidFill>
                <ns1:latin typeface="Aptos"/>
                <ns1:ea typeface="Aptos"/>
                <ns1:cs typeface="Aptos"/>
              </ns1:defRPr>
            </ns1:lvl3pPr>
            <ns1:lvl4pPr algn="l">
              <ns1:defRPr sz="1500" b="1">
                <ns1:solidFill>
                  <ns1:srgbClr val="23836E"/>
                </ns1:solidFill>
                <ns1:latin typeface="Aptos"/>
                <ns1:ea typeface="Aptos"/>
                <ns1:cs typeface="Aptos"/>
              </ns1:defRPr>
            </ns1:lvl4pPr>
            <ns1:lvl5pPr algn="l">
              <ns1:defRPr sz="1500" b="1">
                <ns1:solidFill>
                  <ns1:srgbClr val="23836E"/>
                </ns1:solidFill>
                <ns1:latin typeface="Aptos"/>
                <ns1:ea typeface="Aptos"/>
                <ns1:cs typeface="Aptos"/>
              </ns1:defRPr>
            </ns1:lvl5pPr>
            <ns1:lvl6pPr algn="l">
              <ns1:defRPr sz="1500" b="1">
                <ns1:solidFill>
                  <ns1:srgbClr val="23836E"/>
                </ns1:solidFill>
                <ns1:latin typeface="Aptos"/>
                <ns1:ea typeface="Aptos"/>
                <ns1:cs typeface="Aptos"/>
              </ns1:defRPr>
            </ns1:lvl6pPr>
            <ns1:lvl7pPr algn="l">
              <ns1:defRPr sz="1500" b="1">
                <ns1:solidFill>
                  <ns1:srgbClr val="23836E"/>
                </ns1:solidFill>
                <ns1:latin typeface="Aptos"/>
                <ns1:ea typeface="Aptos"/>
                <ns1:cs typeface="Aptos"/>
              </ns1:defRPr>
            </ns1:lvl7pPr>
            <ns1:lvl8pPr algn="l">
              <ns1:defRPr sz="1500" b="1">
                <ns1:solidFill>
                  <ns1:srgbClr val="23836E"/>
                </ns1:solidFill>
                <ns1:latin typeface="Aptos"/>
                <ns1:ea typeface="Aptos"/>
                <ns1:cs typeface="Aptos"/>
              </ns1:defRPr>
            </ns1:lvl8pPr>
            <ns1:lvl9pPr algn="l">
              <ns1:defRPr sz="1500" b="1">
                <ns1:solidFill>
                  <ns1:srgbClr val="23836E"/>
                </ns1:solidFill>
                <ns1:latin typeface="Aptos"/>
                <ns1:ea typeface="Aptos"/>
                <ns1:cs typeface="Aptos"/>
              </ns1:defRPr>
            </ns1:lvl9pPr>
          </ns1:lstStyle>
          <ns1:p>
            <ns1:pPr algn="l">
              <ns1:defRPr sz="1500" b="1">
                <ns1:solidFill>
                  <ns1:srgbClr val="23836E"/>
                </ns1:solidFill>
                <ns1:latin typeface="Aptos"/>
                <ns1:ea typeface="Aptos"/>
                <ns1:cs typeface="Aptos"/>
              </ns1:defRPr>
            </ns1:pPr>
            <ns1:r>
              <ns1:rPr sz="1500" b="1">
                <ns1:solidFill>
                  <ns1:srgbClr val="23836E"/>
                </ns1:solidFill>
                <ns1:latin typeface="Aptos"/>
                <ns1:ea typeface="Aptos"/>
                <ns1:cs typeface="Aptos"/>
              </ns1:rPr>
              <ns1:t>Presentación</ns1:t>
            </ns1:r>
          </ns1:p>
        </ns0:txBody>
      </ns0:sp>
      <ns0:sp>
        <ns0:nvSpPr>
          <ns0:cNvPr id="29" name="">
            <ns1:extLst>
              <ns1:ext uri="{FF2B5EF4-FFF2-40B4-BE49-F238E27FC236}">
                <ns2:creationId id="{ADBFCE03-2B2E-48CF-88CF-6D9983448351}"/>
              </ns1:ext>
            </ns1:extLst>
          </ns0:cNvPr>
          <ns0:cNvSpPr>
            <ns1:spLocks noGrp="1"/>
          </ns0:cNvSpPr>
          <ns0:nvPr/>
        </ns0:nvSpPr>
        <ns0:spPr>
          <ns1:xfrm>
            <ns1:off x="9353550" y="2838450"/>
            <ns1:ext cx="2019300" cy="1466850"/>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Firma una respuesta para cada solicitud aprobada.</ns1:t>
            </ns1:r>
          </ns1:p>
        </ns0:txBody>
      </ns0:sp>
      <ns0:sp>
        <ns0:nvSpPr>
          <ns0:cNvPr id="30" name="">
            <ns1:extLst>
              <ns1:ext uri="{FF2B5EF4-FFF2-40B4-BE49-F238E27FC236}">
                <ns2:creationId id="{072587E4-5570-4D82-B721-7C82790F5978}"/>
              </ns1:ext>
            </ns1:extLst>
          </ns0:cNvPr>
          <ns0:cNvSpPr>
            <ns1:spLocks noGrp="1"/>
          </ns0:cNvSpPr>
          <ns0:nvPr/>
        </ns0:nvSpPr>
        <ns0:spPr>
          <ns1:xfrm>
            <ns1:off x="876300" y="5572125"/>
            <ns1:ext cx="10382250" cy="342900"/>
          </ns1:xfrm>
          <ns1:prstGeom prst="rect">
            <ns1:avLst/>
          </ns1:prstGeom>
          <ns1:noFill/>
          <ns1:ln w="0">
            <ns1:noFill/>
            <ns1:prstDash val="solid"/>
          </ns1:ln>
        </ns0:spPr>
        <ns0:txBody>
          <ns1:bodyPr lIns="0" tIns="0" rIns="0" bIns="0" anchor="ctr">
            <ns1:normAutofit fontScale="100000"/>
          </ns1:bodyPr>
          <ns1:lstStyle>
            <ns1:defPPr algn="ctr">
              <ns1:defRPr sz="1575" b="1">
                <ns1:solidFill>
                  <ns1:srgbClr val="172554"/>
                </ns1:solidFill>
                <ns1:latin typeface="Aptos"/>
                <ns1:ea typeface="Aptos"/>
                <ns1:cs typeface="Aptos"/>
              </ns1:defRPr>
            </ns1:defPPr>
            <ns1:lvl1pPr algn="ctr">
              <ns1:defRPr sz="1575" b="1">
                <ns1:solidFill>
                  <ns1:srgbClr val="172554"/>
                </ns1:solidFill>
                <ns1:latin typeface="Aptos"/>
                <ns1:ea typeface="Aptos"/>
                <ns1:cs typeface="Aptos"/>
              </ns1:defRPr>
            </ns1:lvl1pPr>
            <ns1:lvl2pPr algn="ctr">
              <ns1:defRPr sz="1575" b="1">
                <ns1:solidFill>
                  <ns1:srgbClr val="172554"/>
                </ns1:solidFill>
                <ns1:latin typeface="Aptos"/>
                <ns1:ea typeface="Aptos"/>
                <ns1:cs typeface="Aptos"/>
              </ns1:defRPr>
            </ns1:lvl2pPr>
            <ns1:lvl3pPr algn="ctr">
              <ns1:defRPr sz="1575" b="1">
                <ns1:solidFill>
                  <ns1:srgbClr val="172554"/>
                </ns1:solidFill>
                <ns1:latin typeface="Aptos"/>
                <ns1:ea typeface="Aptos"/>
                <ns1:cs typeface="Aptos"/>
              </ns1:defRPr>
            </ns1:lvl3pPr>
            <ns1:lvl4pPr algn="ctr">
              <ns1:defRPr sz="1575" b="1">
                <ns1:solidFill>
                  <ns1:srgbClr val="172554"/>
                </ns1:solidFill>
                <ns1:latin typeface="Aptos"/>
                <ns1:ea typeface="Aptos"/>
                <ns1:cs typeface="Aptos"/>
              </ns1:defRPr>
            </ns1:lvl4pPr>
            <ns1:lvl5pPr algn="ctr">
              <ns1:defRPr sz="1575" b="1">
                <ns1:solidFill>
                  <ns1:srgbClr val="172554"/>
                </ns1:solidFill>
                <ns1:latin typeface="Aptos"/>
                <ns1:ea typeface="Aptos"/>
                <ns1:cs typeface="Aptos"/>
              </ns1:defRPr>
            </ns1:lvl5pPr>
            <ns1:lvl6pPr algn="ctr">
              <ns1:defRPr sz="1575" b="1">
                <ns1:solidFill>
                  <ns1:srgbClr val="172554"/>
                </ns1:solidFill>
                <ns1:latin typeface="Aptos"/>
                <ns1:ea typeface="Aptos"/>
                <ns1:cs typeface="Aptos"/>
              </ns1:defRPr>
            </ns1:lvl6pPr>
            <ns1:lvl7pPr algn="ctr">
              <ns1:defRPr sz="1575" b="1">
                <ns1:solidFill>
                  <ns1:srgbClr val="172554"/>
                </ns1:solidFill>
                <ns1:latin typeface="Aptos"/>
                <ns1:ea typeface="Aptos"/>
                <ns1:cs typeface="Aptos"/>
              </ns1:defRPr>
            </ns1:lvl7pPr>
            <ns1:lvl8pPr algn="ctr">
              <ns1:defRPr sz="1575" b="1">
                <ns1:solidFill>
                  <ns1:srgbClr val="172554"/>
                </ns1:solidFill>
                <ns1:latin typeface="Aptos"/>
                <ns1:ea typeface="Aptos"/>
                <ns1:cs typeface="Aptos"/>
              </ns1:defRPr>
            </ns1:lvl8pPr>
            <ns1:lvl9pPr algn="ctr">
              <ns1:defRPr sz="1575" b="1">
                <ns1:solidFill>
                  <ns1:srgbClr val="172554"/>
                </ns1:solidFill>
                <ns1:latin typeface="Aptos"/>
                <ns1:ea typeface="Aptos"/>
                <ns1:cs typeface="Aptos"/>
              </ns1:defRPr>
            </ns1:lvl9pPr>
          </ns1:lstStyle>
          <ns1:p>
            <ns1:pPr algn="ctr">
              <ns1:defRPr sz="1575" b="1">
                <ns1:solidFill>
                  <ns1:srgbClr val="172554"/>
                </ns1:solidFill>
                <ns1:latin typeface="Aptos"/>
                <ns1:ea typeface="Aptos"/>
                <ns1:cs typeface="Aptos"/>
              </ns1:defRPr>
            </ns1:pPr>
            <ns1:r>
              <ns1:rPr sz="1575" b="1">
                <ns1:solidFill>
                  <ns1:srgbClr val="172554"/>
                </ns1:solidFill>
                <ns1:latin typeface="Aptos"/>
                <ns1:ea typeface="Aptos"/>
                <ns1:cs typeface="Aptos"/>
              </ns1:rPr>
              <ns1:t>Copiar la credencial no copia la clave privada guardada por el navegador.</ns1:t>
            </ns1:r>
          </ns1:p>
        </ns0:txBody>
      </ns0:sp>
    </ns0:spTree>
    <ns0:extLst>
      <ns0:ext uri="{BB962C8B-B14F-4D97-AF65-F5344CB8AC3E}">
        <ns3:creationId val="722704491"/>
      </ns0:ext>
    </ns0:extLst>
  </ns0:cSld>
</ns0:sld>
</file>

<file path=ppt/slides/slide1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70" name="">
            <ns1:extLst>
              <ns1:ext uri="{FF2B5EF4-FFF2-40B4-BE49-F238E27FC236}">
                <ns2:creationId id="{51D30081-7BEA-4B68-B1BE-BE6560BB0957}"/>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IMPLEMENTACIÓN · INTERACCIÓN</ns1:t>
            </ns1:r>
          </ns1:p>
        </ns0:txBody>
      </ns0:sp>
      <ns0:sp>
        <ns0:nvSpPr>
          <ns0:cNvPr id="2" name="">
            <ns1:extLst>
              <ns1:ext uri="{FF2B5EF4-FFF2-40B4-BE49-F238E27FC236}">
                <ns2:creationId id="{E1638110-72DC-47A9-A434-A8823B57339E}"/>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2:30</ns1:t>
            </ns1:r>
          </ns1:p>
        </ns0:txBody>
      </ns0:sp>
      <ns0:sp>
        <ns0:nvSpPr>
          <ns0:cNvPr id="3" name="">
            <ns1:extLst>
              <ns1:ext uri="{FF2B5EF4-FFF2-40B4-BE49-F238E27FC236}">
                <ns2:creationId id="{64A8A541-26A6-40DA-8B90-620488F93012}"/>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La cámara lee el QR y la aplicación muestra qué se pide</ns1:t>
            </ns1:r>
          </ns1:p>
        </ns0:txBody>
      </ns0:sp>
      <ns0:sp>
        <ns0:nvSpPr>
          <ns0:cNvPr id="4" name="">
            <ns1:extLst>
              <ns1:ext uri="{FF2B5EF4-FFF2-40B4-BE49-F238E27FC236}">
                <ns2:creationId id="{0458BE9E-5CDF-4F67-B826-B9FB736D4DB3}"/>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94D949A3-937F-460A-9579-18D1E6B8BB3E}"/>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F2CBC2C4-E49D-4857-8263-2FBE3B6A5D46}"/>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18</ns1:t>
            </ns1:r>
          </ns1:p>
        </ns0:txBody>
      </ns0:sp>
      <ns0:sp>
        <ns0:nvSpPr>
          <ns0:cNvPr id="7" name="">
            <ns1:extLst>
              <ns1:ext uri="{FF2B5EF4-FFF2-40B4-BE49-F238E27FC236}">
                <ns2:creationId id="{CB059F02-8C21-44D1-B7DF-44C7E9E19C97}"/>
              </ns1:ext>
            </ns1:extLst>
          </ns0:cNvPr>
          <ns0:cNvSpPr>
            <ns1:spLocks noGrp="1"/>
          </ns0:cNvSpPr>
          <ns0:nvPr/>
        </ns0:nvSpPr>
        <ns0:spPr>
          <ns1:xfrm>
            <ns1:off x="704850" y="1762125"/>
            <ns1:ext cx="5953125" cy="2381250"/>
          </ns1:xfrm>
          <ns1:prstGeom prst="roundRect">
            <ns1:avLst>
              <ns1:gd name="adj" fmla="val 3200"/>
            </ns1:avLst>
          </ns1:prstGeom>
          <ns1:solidFill>
            <ns1:srgbClr val="0D1728"/>
          </ns1:solidFill>
          <ns1:ln w="11430">
            <ns1:solidFill>
              <ns1:srgbClr val="26354C"/>
            </ns1:solidFill>
            <ns1:prstDash val="solid"/>
          </ns1:ln>
        </ns0:spPr>
      </ns0:sp>
      <ns0:sp>
        <ns0:nvSpPr>
          <ns0:cNvPr id="8" name="">
            <ns1:extLst>
              <ns1:ext uri="{FF2B5EF4-FFF2-40B4-BE49-F238E27FC236}">
                <ns2:creationId id="{9D535EBB-9CB8-4775-B1C4-0B9155D97C0B}"/>
              </ns1:ext>
            </ns1:extLst>
          </ns0:cNvPr>
          <ns0:cNvSpPr>
            <ns1:spLocks noGrp="1"/>
          </ns0:cNvSpPr>
          <ns0:nvPr/>
        </ns0:nvSpPr>
        <ns0:spPr>
          <ns1:xfrm>
            <ns1:off x="704850" y="1762125"/>
            <ns1:ext cx="5953125" cy="400050"/>
          </ns1:xfrm>
          <ns1:prstGeom prst="roundRect">
            <ns1:avLst>
              <ns1:gd name="adj" fmla="val 19048"/>
            </ns1:avLst>
          </ns1:prstGeom>
          <ns1:solidFill>
            <ns1:srgbClr val="1B2940"/>
          </ns1:solidFill>
          <ns1:ln w="0">
            <ns1:noFill/>
            <ns1:prstDash val="solid"/>
          </ns1:ln>
        </ns0:spPr>
      </ns0:sp>
      <ns0:sp>
        <ns0:nvSpPr>
          <ns0:cNvPr id="9" name="">
            <ns1:extLst>
              <ns1:ext uri="{FF2B5EF4-FFF2-40B4-BE49-F238E27FC236}">
                <ns2:creationId id="{C8D43036-F39D-4FEC-A4E8-C645CE7C2469}"/>
              </ns1:ext>
            </ns1:extLst>
          </ns0:cNvPr>
          <ns0:cNvSpPr>
            <ns1:spLocks noGrp="1"/>
          </ns0:cNvSpPr>
          <ns0:nvPr/>
        </ns0:nvSpPr>
        <ns0:spPr>
          <ns1:xfrm>
            <ns1:off x="866775" y="1895475"/>
            <ns1:ext cx="123825" cy="123825"/>
          </ns1:xfrm>
          <ns1:prstGeom prst="ellipse">
            <ns1:avLst/>
          </ns1:prstGeom>
          <ns1:solidFill>
            <ns1:srgbClr val="FF5F57"/>
          </ns1:solidFill>
          <ns1:ln w="0">
            <ns1:noFill/>
            <ns1:prstDash val="solid"/>
          </ns1:ln>
        </ns0:spPr>
      </ns0:sp>
      <ns0:sp>
        <ns0:nvSpPr>
          <ns0:cNvPr id="10" name="">
            <ns1:extLst>
              <ns1:ext uri="{FF2B5EF4-FFF2-40B4-BE49-F238E27FC236}">
                <ns2:creationId id="{FB65625A-D1BE-415D-BB67-C6A37F46A154}"/>
              </ns1:ext>
            </ns1:extLst>
          </ns0:cNvPr>
          <ns0:cNvSpPr>
            <ns1:spLocks noGrp="1"/>
          </ns0:cNvSpPr>
          <ns0:nvPr/>
        </ns0:nvSpPr>
        <ns0:spPr>
          <ns1:xfrm>
            <ns1:off x="1066800" y="1895475"/>
            <ns1:ext cx="123825" cy="123825"/>
          </ns1:xfrm>
          <ns1:prstGeom prst="ellipse">
            <ns1:avLst/>
          </ns1:prstGeom>
          <ns1:solidFill>
            <ns1:srgbClr val="FEBC2E"/>
          </ns1:solidFill>
          <ns1:ln w="0">
            <ns1:noFill/>
            <ns1:prstDash val="solid"/>
          </ns1:ln>
        </ns0:spPr>
      </ns0:sp>
      <ns0:sp>
        <ns0:nvSpPr>
          <ns0:cNvPr id="11" name="">
            <ns1:extLst>
              <ns1:ext uri="{FF2B5EF4-FFF2-40B4-BE49-F238E27FC236}">
                <ns2:creationId id="{3627FEE0-16C0-4AC7-924F-C611793FB1B6}"/>
              </ns1:ext>
            </ns1:extLst>
          </ns0:cNvPr>
          <ns0:cNvSpPr>
            <ns1:spLocks noGrp="1"/>
          </ns0:cNvSpPr>
          <ns0:nvPr/>
        </ns0:nvSpPr>
        <ns0:spPr>
          <ns1:xfrm>
            <ns1:off x="1266825" y="1895475"/>
            <ns1:ext cx="123825" cy="123825"/>
          </ns1:xfrm>
          <ns1:prstGeom prst="ellipse">
            <ns1:avLst/>
          </ns1:prstGeom>
          <ns1:solidFill>
            <ns1:srgbClr val="28C840"/>
          </ns1:solidFill>
          <ns1:ln w="0">
            <ns1:noFill/>
            <ns1:prstDash val="solid"/>
          </ns1:ln>
        </ns0:spPr>
      </ns0:sp>
      <ns0:sp>
        <ns0:nvSpPr>
          <ns0:cNvPr id="12" name="">
            <ns1:extLst>
              <ns1:ext uri="{FF2B5EF4-FFF2-40B4-BE49-F238E27FC236}">
                <ns2:creationId id="{DED0CDEA-F0C3-4FF2-8EB6-AD210F4E7F1F}"/>
              </ns1:ext>
            </ns1:extLst>
          </ns0:cNvPr>
          <ns0:cNvSpPr>
            <ns1:spLocks noGrp="1"/>
          </ns0:cNvSpPr>
          <ns0:nvPr/>
        </ns0:nvSpPr>
        <ns0:spPr>
          <ns1:xfrm>
            <ns1:off x="1771650" y="1838325"/>
            <ns1:ext cx="3819525" cy="23812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CFD8E8"/>
                </ns1:solidFill>
                <ns1:latin typeface="Aptos"/>
                <ns1:ea typeface="Aptos"/>
                <ns1:cs typeface="Aptos"/>
              </ns1:defRPr>
            </ns1:defPPr>
            <ns1:lvl1pPr algn="ctr">
              <ns1:defRPr sz="975" b="1">
                <ns1:solidFill>
                  <ns1:srgbClr val="CFD8E8"/>
                </ns1:solidFill>
                <ns1:latin typeface="Aptos"/>
                <ns1:ea typeface="Aptos"/>
                <ns1:cs typeface="Aptos"/>
              </ns1:defRPr>
            </ns1:lvl1pPr>
            <ns1:lvl2pPr algn="ctr">
              <ns1:defRPr sz="975" b="1">
                <ns1:solidFill>
                  <ns1:srgbClr val="CFD8E8"/>
                </ns1:solidFill>
                <ns1:latin typeface="Aptos"/>
                <ns1:ea typeface="Aptos"/>
                <ns1:cs typeface="Aptos"/>
              </ns1:defRPr>
            </ns1:lvl2pPr>
            <ns1:lvl3pPr algn="ctr">
              <ns1:defRPr sz="975" b="1">
                <ns1:solidFill>
                  <ns1:srgbClr val="CFD8E8"/>
                </ns1:solidFill>
                <ns1:latin typeface="Aptos"/>
                <ns1:ea typeface="Aptos"/>
                <ns1:cs typeface="Aptos"/>
              </ns1:defRPr>
            </ns1:lvl3pPr>
            <ns1:lvl4pPr algn="ctr">
              <ns1:defRPr sz="975" b="1">
                <ns1:solidFill>
                  <ns1:srgbClr val="CFD8E8"/>
                </ns1:solidFill>
                <ns1:latin typeface="Aptos"/>
                <ns1:ea typeface="Aptos"/>
                <ns1:cs typeface="Aptos"/>
              </ns1:defRPr>
            </ns1:lvl4pPr>
            <ns1:lvl5pPr algn="ctr">
              <ns1:defRPr sz="975" b="1">
                <ns1:solidFill>
                  <ns1:srgbClr val="CFD8E8"/>
                </ns1:solidFill>
                <ns1:latin typeface="Aptos"/>
                <ns1:ea typeface="Aptos"/>
                <ns1:cs typeface="Aptos"/>
              </ns1:defRPr>
            </ns1:lvl5pPr>
            <ns1:lvl6pPr algn="ctr">
              <ns1:defRPr sz="975" b="1">
                <ns1:solidFill>
                  <ns1:srgbClr val="CFD8E8"/>
                </ns1:solidFill>
                <ns1:latin typeface="Aptos"/>
                <ns1:ea typeface="Aptos"/>
                <ns1:cs typeface="Aptos"/>
              </ns1:defRPr>
            </ns1:lvl6pPr>
            <ns1:lvl7pPr algn="ctr">
              <ns1:defRPr sz="975" b="1">
                <ns1:solidFill>
                  <ns1:srgbClr val="CFD8E8"/>
                </ns1:solidFill>
                <ns1:latin typeface="Aptos"/>
                <ns1:ea typeface="Aptos"/>
                <ns1:cs typeface="Aptos"/>
              </ns1:defRPr>
            </ns1:lvl7pPr>
            <ns1:lvl8pPr algn="ctr">
              <ns1:defRPr sz="975" b="1">
                <ns1:solidFill>
                  <ns1:srgbClr val="CFD8E8"/>
                </ns1:solidFill>
                <ns1:latin typeface="Aptos"/>
                <ns1:ea typeface="Aptos"/>
                <ns1:cs typeface="Aptos"/>
              </ns1:defRPr>
            </ns1:lvl8pPr>
            <ns1:lvl9pPr algn="ctr">
              <ns1:defRPr sz="975" b="1">
                <ns1:solidFill>
                  <ns1:srgbClr val="CFD8E8"/>
                </ns1:solidFill>
                <ns1:latin typeface="Aptos"/>
                <ns1:ea typeface="Aptos"/>
                <ns1:cs typeface="Aptos"/>
              </ns1:defRPr>
            </ns1:lvl9pPr>
          </ns1:lstStyle>
          <ns1:p>
            <ns1:pPr algn="ctr">
              <ns1:defRPr sz="975" b="1">
                <ns1:solidFill>
                  <ns1:srgbClr val="CFD8E8"/>
                </ns1:solidFill>
                <ns1:latin typeface="Aptos"/>
                <ns1:ea typeface="Aptos"/>
                <ns1:cs typeface="Aptos"/>
              </ns1:defRPr>
            </ns1:pPr>
            <ns1:r>
              <ns1:rPr sz="975" b="1">
                <ns1:solidFill>
                  <ns1:srgbClr val="CFD8E8"/>
                </ns1:solidFill>
                <ns1:latin typeface="Aptos"/>
                <ns1:ea typeface="Aptos"/>
                <ns1:cs typeface="Aptos"/>
              </ns1:rPr>
              <ns1:t>src/App.tsx</ns1:t>
            </ns1:r>
          </ns1:p>
        </ns0:txBody>
      </ns0:sp>
      <ns0:sp>
        <ns0:nvSpPr>
          <ns0:cNvPr id="13" name="">
            <ns1:extLst>
              <ns1:ext uri="{FF2B5EF4-FFF2-40B4-BE49-F238E27FC236}">
                <ns2:creationId id="{6E011035-58D0-4751-B2E7-578D0A5A1FB3}"/>
              </ns1:ext>
            </ns1:extLst>
          </ns0:cNvPr>
          <ns0:cNvSpPr>
            <ns1:spLocks noGrp="1"/>
          </ns0:cNvSpPr>
          <ns0:nvPr/>
        </ns0:nvSpPr>
        <ns0:spPr>
          <ns1:xfrm>
            <ns1:off x="6172200" y="1838325"/>
            <ns1:ext cx="323850" cy="247650"/>
          </ns1:xfrm>
          <ns1:prstGeom prst="roundRect">
            <ns1:avLst>
              <ns1:gd name="adj" fmla="val 30769"/>
            </ns1:avLst>
          </ns1:prstGeom>
          <ns1:solidFill>
            <ns1:srgbClr val="2A3A52"/>
          </ns1:solidFill>
          <ns1:ln w="0">
            <ns1:noFill/>
            <ns1:prstDash val="solid"/>
          </ns1:ln>
        </ns0:spPr>
      </ns0:sp>
      <ns0:sp>
        <ns0:nvSpPr>
          <ns0:cNvPr id="14" name="">
            <ns1:extLst>
              <ns1:ext uri="{FF2B5EF4-FFF2-40B4-BE49-F238E27FC236}">
                <ns2:creationId id="{9AFB8194-A832-40DB-91DA-BBD09870A3EB}"/>
              </ns1:ext>
            </ns1:extLst>
          </ns0:cNvPr>
          <ns0:cNvSpPr>
            <ns1:spLocks noGrp="1"/>
          </ns0:cNvSpPr>
          <ns0:nvPr/>
        </ns0:nvSpPr>
        <ns0:spPr>
          <ns1:xfrm>
            <ns1:off x="6172200" y="1838325"/>
            <ns1:ext cx="323850" cy="247650"/>
          </ns1:xfrm>
          <ns1:prstGeom prst="rect">
            <ns1:avLst/>
          </ns1:prstGeom>
          <ns1:noFill/>
          <ns1:ln w="0">
            <ns1:noFill/>
            <ns1:prstDash val="solid"/>
          </ns1:ln>
        </ns0:spPr>
        <ns0:txBody>
          <ns1:bodyPr lIns="0" tIns="0" rIns="0" bIns="0" anchor="ctr">
            <ns1:normAutofit fontScale="100000"/>
          </ns1:bodyPr>
          <ns1:lstStyle>
            <ns1:defPPr algn="ctr">
              <ns1:defRPr sz="900" b="1">
                <ns1:solidFill>
                  <ns1:srgbClr val="B9C9E0"/>
                </ns1:solidFill>
                <ns1:latin typeface="Aptos"/>
                <ns1:ea typeface="Aptos"/>
                <ns1:cs typeface="Aptos"/>
              </ns1:defRPr>
            </ns1:defPPr>
            <ns1:lvl1pPr algn="ctr">
              <ns1:defRPr sz="900" b="1">
                <ns1:solidFill>
                  <ns1:srgbClr val="B9C9E0"/>
                </ns1:solidFill>
                <ns1:latin typeface="Aptos"/>
                <ns1:ea typeface="Aptos"/>
                <ns1:cs typeface="Aptos"/>
              </ns1:defRPr>
            </ns1:lvl1pPr>
            <ns1:lvl2pPr algn="ctr">
              <ns1:defRPr sz="900" b="1">
                <ns1:solidFill>
                  <ns1:srgbClr val="B9C9E0"/>
                </ns1:solidFill>
                <ns1:latin typeface="Aptos"/>
                <ns1:ea typeface="Aptos"/>
                <ns1:cs typeface="Aptos"/>
              </ns1:defRPr>
            </ns1:lvl2pPr>
            <ns1:lvl3pPr algn="ctr">
              <ns1:defRPr sz="900" b="1">
                <ns1:solidFill>
                  <ns1:srgbClr val="B9C9E0"/>
                </ns1:solidFill>
                <ns1:latin typeface="Aptos"/>
                <ns1:ea typeface="Aptos"/>
                <ns1:cs typeface="Aptos"/>
              </ns1:defRPr>
            </ns1:lvl3pPr>
            <ns1:lvl4pPr algn="ctr">
              <ns1:defRPr sz="900" b="1">
                <ns1:solidFill>
                  <ns1:srgbClr val="B9C9E0"/>
                </ns1:solidFill>
                <ns1:latin typeface="Aptos"/>
                <ns1:ea typeface="Aptos"/>
                <ns1:cs typeface="Aptos"/>
              </ns1:defRPr>
            </ns1:lvl4pPr>
            <ns1:lvl5pPr algn="ctr">
              <ns1:defRPr sz="900" b="1">
                <ns1:solidFill>
                  <ns1:srgbClr val="B9C9E0"/>
                </ns1:solidFill>
                <ns1:latin typeface="Aptos"/>
                <ns1:ea typeface="Aptos"/>
                <ns1:cs typeface="Aptos"/>
              </ns1:defRPr>
            </ns1:lvl5pPr>
            <ns1:lvl6pPr algn="ctr">
              <ns1:defRPr sz="900" b="1">
                <ns1:solidFill>
                  <ns1:srgbClr val="B9C9E0"/>
                </ns1:solidFill>
                <ns1:latin typeface="Aptos"/>
                <ns1:ea typeface="Aptos"/>
                <ns1:cs typeface="Aptos"/>
              </ns1:defRPr>
            </ns1:lvl6pPr>
            <ns1:lvl7pPr algn="ctr">
              <ns1:defRPr sz="900" b="1">
                <ns1:solidFill>
                  <ns1:srgbClr val="B9C9E0"/>
                </ns1:solidFill>
                <ns1:latin typeface="Aptos"/>
                <ns1:ea typeface="Aptos"/>
                <ns1:cs typeface="Aptos"/>
              </ns1:defRPr>
            </ns1:lvl7pPr>
            <ns1:lvl8pPr algn="ctr">
              <ns1:defRPr sz="900" b="1">
                <ns1:solidFill>
                  <ns1:srgbClr val="B9C9E0"/>
                </ns1:solidFill>
                <ns1:latin typeface="Aptos"/>
                <ns1:ea typeface="Aptos"/>
                <ns1:cs typeface="Aptos"/>
              </ns1:defRPr>
            </ns1:lvl8pPr>
            <ns1:lvl9pPr algn="ctr">
              <ns1:defRPr sz="900" b="1">
                <ns1:solidFill>
                  <ns1:srgbClr val="B9C9E0"/>
                </ns1:solidFill>
                <ns1:latin typeface="Aptos"/>
                <ns1:ea typeface="Aptos"/>
                <ns1:cs typeface="Aptos"/>
              </ns1:defRPr>
            </ns1:lvl9pPr>
          </ns1:lstStyle>
          <ns1:p>
            <ns1:pPr algn="ctr">
              <ns1:defRPr sz="900" b="1">
                <ns1:solidFill>
                  <ns1:srgbClr val="B9C9E0"/>
                </ns1:solidFill>
                <ns1:latin typeface="Aptos"/>
                <ns1:ea typeface="Aptos"/>
                <ns1:cs typeface="Aptos"/>
              </ns1:defRPr>
            </ns1:pPr>
            <ns1:r>
              <ns1:rPr sz="900" b="1">
                <ns1:solidFill>
                  <ns1:srgbClr val="B9C9E0"/>
                </ns1:solidFill>
                <ns1:latin typeface="Aptos"/>
                <ns1:ea typeface="Aptos"/>
                <ns1:cs typeface="Aptos"/>
              </ns1:rPr>
              <ns1:t>TS</ns1:t>
            </ns1:r>
          </ns1:p>
        </ns0:txBody>
      </ns0:sp>
      <ns0:sp>
        <ns0:nvSpPr>
          <ns0:cNvPr id="15" name="">
            <ns1:extLst>
              <ns1:ext uri="{FF2B5EF4-FFF2-40B4-BE49-F238E27FC236}">
                <ns2:creationId id="{66F91358-18D7-40E4-A6A6-0FA1088BD5A6}"/>
              </ns1:ext>
            </ns1:extLst>
          </ns0:cNvPr>
          <ns0:cNvSpPr>
            <ns1:spLocks noGrp="1"/>
          </ns0:cNvSpPr>
          <ns0:nvPr/>
        </ns0:nvSpPr>
        <ns0:spPr>
          <ns1:xfrm>
            <ns1:off x="1143000" y="2257425"/>
            <ns1:ext cx="5400675" cy="219075"/>
          </ns1:xfrm>
          <ns1:prstGeom prst="rect">
            <ns1:avLst/>
          </ns1:prstGeom>
          <ns1:solidFill>
            <ns1:srgbClr val="15243A"/>
          </ns1:solidFill>
          <ns1:ln w="0">
            <ns1:noFill/>
            <ns1:prstDash val="solid"/>
          </ns1:ln>
        </ns0:spPr>
      </ns0:sp>
      <ns0:sp>
        <ns0:nvSpPr>
          <ns0:cNvPr id="16" name="">
            <ns1:extLst>
              <ns1:ext uri="{FF2B5EF4-FFF2-40B4-BE49-F238E27FC236}">
                <ns2:creationId id="{4AC6ABCA-E807-4D13-98DE-997175B7CE7C}"/>
              </ns1:ext>
            </ns1:extLst>
          </ns0:cNvPr>
          <ns0:cNvSpPr>
            <ns1:spLocks noGrp="1"/>
          </ns0:cNvSpPr>
          <ns0:nvPr/>
        </ns0:nvSpPr>
        <ns0:spPr>
          <ns1:xfrm>
            <ns1:off x="752475" y="2266950"/>
            <ns1:ext cx="190500" cy="219075"/>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01</ns1:t>
            </ns1:r>
          </ns1:p>
        </ns0:txBody>
      </ns0:sp>
      <ns0:sp>
        <ns0:nvSpPr>
          <ns0:cNvPr id="17" name="">
            <ns1:extLst>
              <ns1:ext uri="{FF2B5EF4-FFF2-40B4-BE49-F238E27FC236}">
                <ns2:creationId id="{77C4FB65-8FD9-4B2E-977D-67BB488339D4}"/>
              </ns1:ext>
            </ns1:extLst>
          </ns0:cNvPr>
          <ns0:cNvSpPr>
            <ns1:spLocks noGrp="1"/>
          </ns0:cNvSpPr>
          <ns0:nvPr/>
        </ns0:nvSpPr>
        <ns0:spPr>
          <ns1:xfrm>
            <ns1:off x="1143000" y="2257425"/>
            <ns1:ext cx="28575" cy="219075"/>
          </ns1:xfrm>
          <ns1:prstGeom prst="rect">
            <ns1:avLst/>
          </ns1:prstGeom>
          <ns1:solidFill>
            <ns1:srgbClr val="22B8A8"/>
          </ns1:solidFill>
          <ns1:ln w="0">
            <ns1:noFill/>
            <ns1:prstDash val="solid"/>
          </ns1:ln>
        </ns0:spPr>
      </ns0:sp>
      <ns0:sp>
        <ns0:nvSpPr>
          <ns0:cNvPr id="18" name="">
            <ns1:extLst>
              <ns1:ext uri="{FF2B5EF4-FFF2-40B4-BE49-F238E27FC236}">
                <ns2:creationId id="{608EA872-FACE-41F0-84A4-A7AE6FFD7A2E}"/>
              </ns1:ext>
            </ns1:extLst>
          </ns0:cNvPr>
          <ns0:cNvSpPr>
            <ns1:spLocks noGrp="1"/>
          </ns0:cNvSpPr>
          <ns0:nvPr/>
        </ns0:nvSpPr>
        <ns0:spPr>
          <ns1:xfrm>
            <ns1:off x="981075" y="2286000"/>
            <ns1:ext cx="171450" cy="171450"/>
          </ns1:xfrm>
          <ns1:prstGeom prst="ellipse">
            <ns1:avLst/>
          </ns1:prstGeom>
          <ns1:solidFill>
            <ns1:srgbClr val="22B8A8"/>
          </ns1:solidFill>
          <ns1:ln w="0">
            <ns1:noFill/>
            <ns1:prstDash val="solid"/>
          </ns1:ln>
        </ns0:spPr>
      </ns0:sp>
      <ns0:sp>
        <ns0:nvSpPr>
          <ns0:cNvPr id="19" name="">
            <ns1:extLst>
              <ns1:ext uri="{FF2B5EF4-FFF2-40B4-BE49-F238E27FC236}">
                <ns2:creationId id="{31A1375B-25CB-4FF3-A4FE-0CA3242CBF2F}"/>
              </ns1:ext>
            </ns1:extLst>
          </ns0:cNvPr>
          <ns0:cNvSpPr>
            <ns1:spLocks noGrp="1"/>
          </ns0:cNvSpPr>
          <ns0:nvPr/>
        </ns0:nvSpPr>
        <ns0:spPr>
          <ns1:xfrm>
            <ns1:off x="981075" y="2286000"/>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1</ns1:t>
            </ns1:r>
          </ns1:p>
        </ns0:txBody>
      </ns0:sp>
      <ns0:sp>
        <ns0:nvSpPr>
          <ns0:cNvPr id="20" name="Código editable">
            <ns1:extLst>
              <ns1:ext uri="{FF2B5EF4-FFF2-40B4-BE49-F238E27FC236}">
                <ns2:creationId id="{01D5EA9D-14F0-46FE-BA66-C90FCC836E55}"/>
              </ns1:ext>
            </ns1:extLst>
          </ns0:cNvPr>
          <ns0:cNvSpPr>
            <ns1:spLocks noGrp="1"/>
          </ns0:cNvSpPr>
          <ns0:nvPr/>
        </ns0:nvSpPr>
        <ns0:spPr>
          <ns1:xfrm>
            <ns1:off x="1190625" y="2266950"/>
            <ns1:ext cx="5324475" cy="219075"/>
          </ns1:xfrm>
          <ns1:prstGeom prst="rect">
            <ns1:avLst/>
          </ns1:prstGeom>
          <ns1:noFill/>
          <ns1:ln w="0">
            <ns1:noFill/>
            <ns1:prstDash val="solid"/>
          </ns1:ln>
        </ns0:spPr>
        <ns0:txBody>
          <ns1:bodyPr lIns="0" tIns="0" rIns="0" bIns="0" anchor="ctr">
            <ns1:normAutofit fontScale="100000"/>
          </ns1:bodyPr>
          <ns1:lstStyle>
            <ns1:defPPr algn="l">
              <ns1:defRPr sz="1288">
                <ns1:solidFill>
                  <ns1:srgbClr val="E6EDF7"/>
                </ns1:solidFill>
                <ns1:latin typeface="Menlo"/>
                <ns1:ea typeface="Menlo"/>
                <ns1:cs typeface="Menlo"/>
              </ns1:defRPr>
            </ns1:defPPr>
            <ns1:lvl1pPr algn="l">
              <ns1:defRPr sz="1288">
                <ns1:solidFill>
                  <ns1:srgbClr val="E6EDF7"/>
                </ns1:solidFill>
                <ns1:latin typeface="Menlo"/>
                <ns1:ea typeface="Menlo"/>
                <ns1:cs typeface="Menlo"/>
              </ns1:defRPr>
            </ns1:lvl1pPr>
            <ns1:lvl2pPr algn="l">
              <ns1:defRPr sz="1288">
                <ns1:solidFill>
                  <ns1:srgbClr val="E6EDF7"/>
                </ns1:solidFill>
                <ns1:latin typeface="Menlo"/>
                <ns1:ea typeface="Menlo"/>
                <ns1:cs typeface="Menlo"/>
              </ns1:defRPr>
            </ns1:lvl2pPr>
            <ns1:lvl3pPr algn="l">
              <ns1:defRPr sz="1288">
                <ns1:solidFill>
                  <ns1:srgbClr val="E6EDF7"/>
                </ns1:solidFill>
                <ns1:latin typeface="Menlo"/>
                <ns1:ea typeface="Menlo"/>
                <ns1:cs typeface="Menlo"/>
              </ns1:defRPr>
            </ns1:lvl3pPr>
            <ns1:lvl4pPr algn="l">
              <ns1:defRPr sz="1288">
                <ns1:solidFill>
                  <ns1:srgbClr val="E6EDF7"/>
                </ns1:solidFill>
                <ns1:latin typeface="Menlo"/>
                <ns1:ea typeface="Menlo"/>
                <ns1:cs typeface="Menlo"/>
              </ns1:defRPr>
            </ns1:lvl4pPr>
            <ns1:lvl5pPr algn="l">
              <ns1:defRPr sz="1288">
                <ns1:solidFill>
                  <ns1:srgbClr val="E6EDF7"/>
                </ns1:solidFill>
                <ns1:latin typeface="Menlo"/>
                <ns1:ea typeface="Menlo"/>
                <ns1:cs typeface="Menlo"/>
              </ns1:defRPr>
            </ns1:lvl5pPr>
            <ns1:lvl6pPr algn="l">
              <ns1:defRPr sz="1288">
                <ns1:solidFill>
                  <ns1:srgbClr val="E6EDF7"/>
                </ns1:solidFill>
                <ns1:latin typeface="Menlo"/>
                <ns1:ea typeface="Menlo"/>
                <ns1:cs typeface="Menlo"/>
              </ns1:defRPr>
            </ns1:lvl6pPr>
            <ns1:lvl7pPr algn="l">
              <ns1:defRPr sz="1288">
                <ns1:solidFill>
                  <ns1:srgbClr val="E6EDF7"/>
                </ns1:solidFill>
                <ns1:latin typeface="Menlo"/>
                <ns1:ea typeface="Menlo"/>
                <ns1:cs typeface="Menlo"/>
              </ns1:defRPr>
            </ns1:lvl7pPr>
            <ns1:lvl8pPr algn="l">
              <ns1:defRPr sz="1288">
                <ns1:solidFill>
                  <ns1:srgbClr val="E6EDF7"/>
                </ns1:solidFill>
                <ns1:latin typeface="Menlo"/>
                <ns1:ea typeface="Menlo"/>
                <ns1:cs typeface="Menlo"/>
              </ns1:defRPr>
            </ns1:lvl8pPr>
            <ns1:lvl9pPr algn="l">
              <ns1:defRPr sz="1288">
                <ns1:solidFill>
                  <ns1:srgbClr val="E6EDF7"/>
                </ns1:solidFill>
                <ns1:latin typeface="Menlo"/>
                <ns1:ea typeface="Menlo"/>
                <ns1:cs typeface="Menlo"/>
              </ns1:defRPr>
            </ns1:lvl9pPr>
          </ns1:lstStyle>
          <ns1:p>
            <ns1:pPr algn="l">
              <ns1:defRPr sz="1288">
                <ns1:solidFill>
                  <ns1:srgbClr val="E6EDF7"/>
                </ns1:solidFill>
                <ns1:latin typeface="Menlo"/>
                <ns1:ea typeface="Menlo"/>
                <ns1:cs typeface="Menlo"/>
              </ns1:defRPr>
            </ns1:pPr>
            <ns1:r>
              <ns1:rPr sz="1288">
                <ns1:solidFill>
                  <ns1:srgbClr val="C792EA"/>
                </ns1:solidFill>
                <ns1:latin typeface="Menlo"/>
                <ns1:ea typeface="Menlo"/>
                <ns1:cs typeface="Menlo"/>
              </ns1:rPr>
              <ns1:t>new</ns1:t>
            </ns1:r>
            <ns1:r>
              <ns1:rPr sz="1288">
                <ns1:solidFill>
                  <ns1:srgbClr val="E6EDF7"/>
                </ns1:solidFill>
                <ns1:latin typeface="Menlo"/>
                <ns1:ea typeface="Menlo"/>
                <ns1:cs typeface="Menlo"/>
              </ns1:rPr>
              <ns1:t> </ns1:t>
            </ns1:r>
            <ns1:r>
              <ns1:rPr sz="1288">
                <ns1:solidFill>
                  <ns1:srgbClr val="82D3F2"/>
                </ns1:solidFill>
                <ns1:latin typeface="Menlo"/>
                <ns1:ea typeface="Menlo"/>
                <ns1:cs typeface="Menlo"/>
              </ns1:rPr>
              <ns1:t>BrowserQRCodeReader</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 </ns1:t>
            </ns1:r>
            <ns1:r>
              <ns1:rPr sz="1288">
                <ns1:solidFill>
                  <ns1:srgbClr val="72839B"/>
                </ns1:solidFill>
                <ns1:latin typeface="Menlo"/>
                <ns1:ea typeface="Menlo"/>
                <ns1:cs typeface="Menlo"/>
              </ns1:rPr>
              <ns1:t>// ZXing inicia lectura</ns1:t>
            </ns1:r>
          </ns1:p>
        </ns0:txBody>
      </ns0:sp>
      <ns0:sp>
        <ns0:nvSpPr>
          <ns0:cNvPr id="21" name="">
            <ns1:extLst>
              <ns1:ext uri="{FF2B5EF4-FFF2-40B4-BE49-F238E27FC236}">
                <ns2:creationId id="{EE3ADD08-7241-4BCE-849D-EE98B81C2C4E}"/>
              </ns1:ext>
            </ns1:extLst>
          </ns0:cNvPr>
          <ns0:cNvSpPr>
            <ns1:spLocks noGrp="1"/>
          </ns0:cNvSpPr>
          <ns0:nvPr/>
        </ns0:nvSpPr>
        <ns0:spPr>
          <ns1:xfrm>
            <ns1:off x="819150" y="2486025"/>
            <ns1:ext cx="247650" cy="219075"/>
          </ns1:xfrm>
          <ns1:prstGeom prst="rect">
            <ns1:avLst/>
          </ns1:prstGeom>
          <ns1:noFill/>
          <ns1:ln w="0">
            <ns1:noFill/>
            <ns1:prstDash val="solid"/>
          </ns1:ln>
        </ns0:spPr>
        <ns0:txBody>
          <ns1:bodyPr lIns="0" tIns="0" rIns="0" bIns="0" anchor="ctr">
            <ns1:normAutofit fontScale="100000"/>
          </ns1:bodyPr>
          <ns1:lstStyle>
            <ns1:defPPr algn="r">
              <ns1:defRPr sz="1288" b="0">
                <ns1:solidFill>
                  <ns1:srgbClr val="647791"/>
                </ns1:solidFill>
                <ns1:latin typeface="Aptos"/>
                <ns1:ea typeface="Aptos"/>
                <ns1:cs typeface="Aptos"/>
              </ns1:defRPr>
            </ns1:defPPr>
            <ns1:lvl1pPr algn="r">
              <ns1:defRPr sz="1288" b="0">
                <ns1:solidFill>
                  <ns1:srgbClr val="647791"/>
                </ns1:solidFill>
                <ns1:latin typeface="Aptos"/>
                <ns1:ea typeface="Aptos"/>
                <ns1:cs typeface="Aptos"/>
              </ns1:defRPr>
            </ns1:lvl1pPr>
            <ns1:lvl2pPr algn="r">
              <ns1:defRPr sz="1288" b="0">
                <ns1:solidFill>
                  <ns1:srgbClr val="647791"/>
                </ns1:solidFill>
                <ns1:latin typeface="Aptos"/>
                <ns1:ea typeface="Aptos"/>
                <ns1:cs typeface="Aptos"/>
              </ns1:defRPr>
            </ns1:lvl2pPr>
            <ns1:lvl3pPr algn="r">
              <ns1:defRPr sz="1288" b="0">
                <ns1:solidFill>
                  <ns1:srgbClr val="647791"/>
                </ns1:solidFill>
                <ns1:latin typeface="Aptos"/>
                <ns1:ea typeface="Aptos"/>
                <ns1:cs typeface="Aptos"/>
              </ns1:defRPr>
            </ns1:lvl3pPr>
            <ns1:lvl4pPr algn="r">
              <ns1:defRPr sz="1288" b="0">
                <ns1:solidFill>
                  <ns1:srgbClr val="647791"/>
                </ns1:solidFill>
                <ns1:latin typeface="Aptos"/>
                <ns1:ea typeface="Aptos"/>
                <ns1:cs typeface="Aptos"/>
              </ns1:defRPr>
            </ns1:lvl4pPr>
            <ns1:lvl5pPr algn="r">
              <ns1:defRPr sz="1288" b="0">
                <ns1:solidFill>
                  <ns1:srgbClr val="647791"/>
                </ns1:solidFill>
                <ns1:latin typeface="Aptos"/>
                <ns1:ea typeface="Aptos"/>
                <ns1:cs typeface="Aptos"/>
              </ns1:defRPr>
            </ns1:lvl5pPr>
            <ns1:lvl6pPr algn="r">
              <ns1:defRPr sz="1288" b="0">
                <ns1:solidFill>
                  <ns1:srgbClr val="647791"/>
                </ns1:solidFill>
                <ns1:latin typeface="Aptos"/>
                <ns1:ea typeface="Aptos"/>
                <ns1:cs typeface="Aptos"/>
              </ns1:defRPr>
            </ns1:lvl6pPr>
            <ns1:lvl7pPr algn="r">
              <ns1:defRPr sz="1288" b="0">
                <ns1:solidFill>
                  <ns1:srgbClr val="647791"/>
                </ns1:solidFill>
                <ns1:latin typeface="Aptos"/>
                <ns1:ea typeface="Aptos"/>
                <ns1:cs typeface="Aptos"/>
              </ns1:defRPr>
            </ns1:lvl7pPr>
            <ns1:lvl8pPr algn="r">
              <ns1:defRPr sz="1288" b="0">
                <ns1:solidFill>
                  <ns1:srgbClr val="647791"/>
                </ns1:solidFill>
                <ns1:latin typeface="Aptos"/>
                <ns1:ea typeface="Aptos"/>
                <ns1:cs typeface="Aptos"/>
              </ns1:defRPr>
            </ns1:lvl8pPr>
            <ns1:lvl9pPr algn="r">
              <ns1:defRPr sz="1288" b="0">
                <ns1:solidFill>
                  <ns1:srgbClr val="647791"/>
                </ns1:solidFill>
                <ns1:latin typeface="Aptos"/>
                <ns1:ea typeface="Aptos"/>
                <ns1:cs typeface="Aptos"/>
              </ns1:defRPr>
            </ns1:lvl9pPr>
          </ns1:lstStyle>
          <ns1:p>
            <ns1:pPr algn="r">
              <ns1:defRPr sz="1288" b="0">
                <ns1:solidFill>
                  <ns1:srgbClr val="647791"/>
                </ns1:solidFill>
                <ns1:latin typeface="Aptos"/>
                <ns1:ea typeface="Aptos"/>
                <ns1:cs typeface="Aptos"/>
              </ns1:defRPr>
            </ns1:pPr>
            <ns1:r>
              <ns1:rPr sz="1288" b="0">
                <ns1:solidFill>
                  <ns1:srgbClr val="647791"/>
                </ns1:solidFill>
                <ns1:latin typeface="Aptos"/>
                <ns1:ea typeface="Aptos"/>
                <ns1:cs typeface="Aptos"/>
              </ns1:rPr>
              <ns1:t>02</ns1:t>
            </ns1:r>
          </ns1:p>
        </ns0:txBody>
      </ns0:sp>
      <ns0:sp>
        <ns0:nvSpPr>
          <ns0:cNvPr id="22" name="Código editable">
            <ns1:extLst>
              <ns1:ext uri="{FF2B5EF4-FFF2-40B4-BE49-F238E27FC236}">
                <ns2:creationId id="{8ECA521E-56B0-48D8-BF8D-F39BCF8ED178}"/>
              </ns1:ext>
            </ns1:extLst>
          </ns0:cNvPr>
          <ns0:cNvSpPr>
            <ns1:spLocks noGrp="1"/>
          </ns0:cNvSpPr>
          <ns0:nvPr/>
        </ns0:nvSpPr>
        <ns0:spPr>
          <ns1:xfrm>
            <ns1:off x="1190625" y="2486025"/>
            <ns1:ext cx="5324475" cy="219075"/>
          </ns1:xfrm>
          <ns1:prstGeom prst="rect">
            <ns1:avLst/>
          </ns1:prstGeom>
          <ns1:noFill/>
          <ns1:ln w="0">
            <ns1:noFill/>
            <ns1:prstDash val="solid"/>
          </ns1:ln>
        </ns0:spPr>
        <ns0:txBody>
          <ns1:bodyPr lIns="0" tIns="0" rIns="0" bIns="0" anchor="ctr">
            <ns1:normAutofit fontScale="100000"/>
          </ns1:bodyPr>
          <ns1:lstStyle>
            <ns1:defPPr algn="l">
              <ns1:defRPr sz="1288">
                <ns1:solidFill>
                  <ns1:srgbClr val="E6EDF7"/>
                </ns1:solidFill>
                <ns1:latin typeface="Menlo"/>
                <ns1:ea typeface="Menlo"/>
                <ns1:cs typeface="Menlo"/>
              </ns1:defRPr>
            </ns1:defPPr>
            <ns1:lvl1pPr algn="l">
              <ns1:defRPr sz="1288">
                <ns1:solidFill>
                  <ns1:srgbClr val="E6EDF7"/>
                </ns1:solidFill>
                <ns1:latin typeface="Menlo"/>
                <ns1:ea typeface="Menlo"/>
                <ns1:cs typeface="Menlo"/>
              </ns1:defRPr>
            </ns1:lvl1pPr>
            <ns1:lvl2pPr algn="l">
              <ns1:defRPr sz="1288">
                <ns1:solidFill>
                  <ns1:srgbClr val="E6EDF7"/>
                </ns1:solidFill>
                <ns1:latin typeface="Menlo"/>
                <ns1:ea typeface="Menlo"/>
                <ns1:cs typeface="Menlo"/>
              </ns1:defRPr>
            </ns1:lvl2pPr>
            <ns1:lvl3pPr algn="l">
              <ns1:defRPr sz="1288">
                <ns1:solidFill>
                  <ns1:srgbClr val="E6EDF7"/>
                </ns1:solidFill>
                <ns1:latin typeface="Menlo"/>
                <ns1:ea typeface="Menlo"/>
                <ns1:cs typeface="Menlo"/>
              </ns1:defRPr>
            </ns1:lvl3pPr>
            <ns1:lvl4pPr algn="l">
              <ns1:defRPr sz="1288">
                <ns1:solidFill>
                  <ns1:srgbClr val="E6EDF7"/>
                </ns1:solidFill>
                <ns1:latin typeface="Menlo"/>
                <ns1:ea typeface="Menlo"/>
                <ns1:cs typeface="Menlo"/>
              </ns1:defRPr>
            </ns1:lvl4pPr>
            <ns1:lvl5pPr algn="l">
              <ns1:defRPr sz="1288">
                <ns1:solidFill>
                  <ns1:srgbClr val="E6EDF7"/>
                </ns1:solidFill>
                <ns1:latin typeface="Menlo"/>
                <ns1:ea typeface="Menlo"/>
                <ns1:cs typeface="Menlo"/>
              </ns1:defRPr>
            </ns1:lvl5pPr>
            <ns1:lvl6pPr algn="l">
              <ns1:defRPr sz="1288">
                <ns1:solidFill>
                  <ns1:srgbClr val="E6EDF7"/>
                </ns1:solidFill>
                <ns1:latin typeface="Menlo"/>
                <ns1:ea typeface="Menlo"/>
                <ns1:cs typeface="Menlo"/>
              </ns1:defRPr>
            </ns1:lvl6pPr>
            <ns1:lvl7pPr algn="l">
              <ns1:defRPr sz="1288">
                <ns1:solidFill>
                  <ns1:srgbClr val="E6EDF7"/>
                </ns1:solidFill>
                <ns1:latin typeface="Menlo"/>
                <ns1:ea typeface="Menlo"/>
                <ns1:cs typeface="Menlo"/>
              </ns1:defRPr>
            </ns1:lvl7pPr>
            <ns1:lvl8pPr algn="l">
              <ns1:defRPr sz="1288">
                <ns1:solidFill>
                  <ns1:srgbClr val="E6EDF7"/>
                </ns1:solidFill>
                <ns1:latin typeface="Menlo"/>
                <ns1:ea typeface="Menlo"/>
                <ns1:cs typeface="Menlo"/>
              </ns1:defRPr>
            </ns1:lvl8pPr>
            <ns1:lvl9pPr algn="l">
              <ns1:defRPr sz="1288">
                <ns1:solidFill>
                  <ns1:srgbClr val="E6EDF7"/>
                </ns1:solidFill>
                <ns1:latin typeface="Menlo"/>
                <ns1:ea typeface="Menlo"/>
                <ns1:cs typeface="Menlo"/>
              </ns1:defRPr>
            </ns1:lvl9pPr>
          </ns1:lstStyle>
          <ns1:p>
            <ns1:pPr algn="l">
              <ns1:defRPr sz="1288">
                <ns1:solidFill>
                  <ns1:srgbClr val="E6EDF7"/>
                </ns1:solidFill>
                <ns1:latin typeface="Menlo"/>
                <ns1:ea typeface="Menlo"/>
                <ns1:cs typeface="Menlo"/>
              </ns1:defRPr>
            </ns1:pP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ns1:t>
            </ns1:r>
            <ns1:r>
              <ns1:rPr sz="1288">
                <ns1:solidFill>
                  <ns1:srgbClr val="F6C177"/>
                </ns1:solidFill>
                <ns1:latin typeface="Menlo"/>
                <ns1:ea typeface="Menlo"/>
                <ns1:cs typeface="Menlo"/>
              </ns1:rPr>
              <ns1:t>decodeFromVideoDevice</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undefined</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video</ns1:t>
            </ns1:r>
            <ns1:r>
              <ns1:rPr sz="1288">
                <ns1:solidFill>
                  <ns1:srgbClr val="E6EDF7"/>
                </ns1:solidFill>
                <ns1:latin typeface="Menlo"/>
                <ns1:ea typeface="Menlo"/>
                <ns1:cs typeface="Menlo"/>
              </ns1:rPr>
              <ns1:t>,</ns1:t>
            </ns1:r>
          </ns1:p>
        </ns0:txBody>
      </ns0:sp>
      <ns0:sp>
        <ns0:nvSpPr>
          <ns0:cNvPr id="23" name="">
            <ns1:extLst>
              <ns1:ext uri="{FF2B5EF4-FFF2-40B4-BE49-F238E27FC236}">
                <ns2:creationId id="{D11C7D7D-0921-44BF-B052-C299F102292F}"/>
              </ns1:ext>
            </ns1:extLst>
          </ns0:cNvPr>
          <ns0:cNvSpPr>
            <ns1:spLocks noGrp="1"/>
          </ns0:cNvSpPr>
          <ns0:nvPr/>
        </ns0:nvSpPr>
        <ns0:spPr>
          <ns1:xfrm>
            <ns1:off x="819150" y="2705100"/>
            <ns1:ext cx="247650" cy="219075"/>
          </ns1:xfrm>
          <ns1:prstGeom prst="rect">
            <ns1:avLst/>
          </ns1:prstGeom>
          <ns1:noFill/>
          <ns1:ln w="0">
            <ns1:noFill/>
            <ns1:prstDash val="solid"/>
          </ns1:ln>
        </ns0:spPr>
        <ns0:txBody>
          <ns1:bodyPr lIns="0" tIns="0" rIns="0" bIns="0" anchor="ctr">
            <ns1:normAutofit fontScale="100000"/>
          </ns1:bodyPr>
          <ns1:lstStyle>
            <ns1:defPPr algn="r">
              <ns1:defRPr sz="1288" b="0">
                <ns1:solidFill>
                  <ns1:srgbClr val="647791"/>
                </ns1:solidFill>
                <ns1:latin typeface="Aptos"/>
                <ns1:ea typeface="Aptos"/>
                <ns1:cs typeface="Aptos"/>
              </ns1:defRPr>
            </ns1:defPPr>
            <ns1:lvl1pPr algn="r">
              <ns1:defRPr sz="1288" b="0">
                <ns1:solidFill>
                  <ns1:srgbClr val="647791"/>
                </ns1:solidFill>
                <ns1:latin typeface="Aptos"/>
                <ns1:ea typeface="Aptos"/>
                <ns1:cs typeface="Aptos"/>
              </ns1:defRPr>
            </ns1:lvl1pPr>
            <ns1:lvl2pPr algn="r">
              <ns1:defRPr sz="1288" b="0">
                <ns1:solidFill>
                  <ns1:srgbClr val="647791"/>
                </ns1:solidFill>
                <ns1:latin typeface="Aptos"/>
                <ns1:ea typeface="Aptos"/>
                <ns1:cs typeface="Aptos"/>
              </ns1:defRPr>
            </ns1:lvl2pPr>
            <ns1:lvl3pPr algn="r">
              <ns1:defRPr sz="1288" b="0">
                <ns1:solidFill>
                  <ns1:srgbClr val="647791"/>
                </ns1:solidFill>
                <ns1:latin typeface="Aptos"/>
                <ns1:ea typeface="Aptos"/>
                <ns1:cs typeface="Aptos"/>
              </ns1:defRPr>
            </ns1:lvl3pPr>
            <ns1:lvl4pPr algn="r">
              <ns1:defRPr sz="1288" b="0">
                <ns1:solidFill>
                  <ns1:srgbClr val="647791"/>
                </ns1:solidFill>
                <ns1:latin typeface="Aptos"/>
                <ns1:ea typeface="Aptos"/>
                <ns1:cs typeface="Aptos"/>
              </ns1:defRPr>
            </ns1:lvl4pPr>
            <ns1:lvl5pPr algn="r">
              <ns1:defRPr sz="1288" b="0">
                <ns1:solidFill>
                  <ns1:srgbClr val="647791"/>
                </ns1:solidFill>
                <ns1:latin typeface="Aptos"/>
                <ns1:ea typeface="Aptos"/>
                <ns1:cs typeface="Aptos"/>
              </ns1:defRPr>
            </ns1:lvl5pPr>
            <ns1:lvl6pPr algn="r">
              <ns1:defRPr sz="1288" b="0">
                <ns1:solidFill>
                  <ns1:srgbClr val="647791"/>
                </ns1:solidFill>
                <ns1:latin typeface="Aptos"/>
                <ns1:ea typeface="Aptos"/>
                <ns1:cs typeface="Aptos"/>
              </ns1:defRPr>
            </ns1:lvl6pPr>
            <ns1:lvl7pPr algn="r">
              <ns1:defRPr sz="1288" b="0">
                <ns1:solidFill>
                  <ns1:srgbClr val="647791"/>
                </ns1:solidFill>
                <ns1:latin typeface="Aptos"/>
                <ns1:ea typeface="Aptos"/>
                <ns1:cs typeface="Aptos"/>
              </ns1:defRPr>
            </ns1:lvl7pPr>
            <ns1:lvl8pPr algn="r">
              <ns1:defRPr sz="1288" b="0">
                <ns1:solidFill>
                  <ns1:srgbClr val="647791"/>
                </ns1:solidFill>
                <ns1:latin typeface="Aptos"/>
                <ns1:ea typeface="Aptos"/>
                <ns1:cs typeface="Aptos"/>
              </ns1:defRPr>
            </ns1:lvl8pPr>
            <ns1:lvl9pPr algn="r">
              <ns1:defRPr sz="1288" b="0">
                <ns1:solidFill>
                  <ns1:srgbClr val="647791"/>
                </ns1:solidFill>
                <ns1:latin typeface="Aptos"/>
                <ns1:ea typeface="Aptos"/>
                <ns1:cs typeface="Aptos"/>
              </ns1:defRPr>
            </ns1:lvl9pPr>
          </ns1:lstStyle>
          <ns1:p>
            <ns1:pPr algn="r">
              <ns1:defRPr sz="1288" b="0">
                <ns1:solidFill>
                  <ns1:srgbClr val="647791"/>
                </ns1:solidFill>
                <ns1:latin typeface="Aptos"/>
                <ns1:ea typeface="Aptos"/>
                <ns1:cs typeface="Aptos"/>
              </ns1:defRPr>
            </ns1:pPr>
            <ns1:r>
              <ns1:rPr sz="1288" b="0">
                <ns1:solidFill>
                  <ns1:srgbClr val="647791"/>
                </ns1:solidFill>
                <ns1:latin typeface="Aptos"/>
                <ns1:ea typeface="Aptos"/>
                <ns1:cs typeface="Aptos"/>
              </ns1:rPr>
              <ns1:t>03</ns1:t>
            </ns1:r>
          </ns1:p>
        </ns0:txBody>
      </ns0:sp>
      <ns0:sp>
        <ns0:nvSpPr>
          <ns0:cNvPr id="24" name="Código editable">
            <ns1:extLst>
              <ns1:ext uri="{FF2B5EF4-FFF2-40B4-BE49-F238E27FC236}">
                <ns2:creationId id="{D2DB4234-9F48-43D2-BE27-B987C4AB81D5}"/>
              </ns1:ext>
            </ns1:extLst>
          </ns0:cNvPr>
          <ns0:cNvSpPr>
            <ns1:spLocks noGrp="1"/>
          </ns0:cNvSpPr>
          <ns0:nvPr/>
        </ns0:nvSpPr>
        <ns0:spPr>
          <ns1:xfrm>
            <ns1:off x="1190625" y="2705100"/>
            <ns1:ext cx="5324475" cy="219075"/>
          </ns1:xfrm>
          <ns1:prstGeom prst="rect">
            <ns1:avLst/>
          </ns1:prstGeom>
          <ns1:noFill/>
          <ns1:ln w="0">
            <ns1:noFill/>
            <ns1:prstDash val="solid"/>
          </ns1:ln>
        </ns0:spPr>
        <ns0:txBody>
          <ns1:bodyPr lIns="0" tIns="0" rIns="0" bIns="0" anchor="ctr">
            <ns1:normAutofit fontScale="100000"/>
          </ns1:bodyPr>
          <ns1:lstStyle>
            <ns1:defPPr algn="l">
              <ns1:defRPr sz="1288">
                <ns1:solidFill>
                  <ns1:srgbClr val="E6EDF7"/>
                </ns1:solidFill>
                <ns1:latin typeface="Menlo"/>
                <ns1:ea typeface="Menlo"/>
                <ns1:cs typeface="Menlo"/>
              </ns1:defRPr>
            </ns1:defPPr>
            <ns1:lvl1pPr algn="l">
              <ns1:defRPr sz="1288">
                <ns1:solidFill>
                  <ns1:srgbClr val="E6EDF7"/>
                </ns1:solidFill>
                <ns1:latin typeface="Menlo"/>
                <ns1:ea typeface="Menlo"/>
                <ns1:cs typeface="Menlo"/>
              </ns1:defRPr>
            </ns1:lvl1pPr>
            <ns1:lvl2pPr algn="l">
              <ns1:defRPr sz="1288">
                <ns1:solidFill>
                  <ns1:srgbClr val="E6EDF7"/>
                </ns1:solidFill>
                <ns1:latin typeface="Menlo"/>
                <ns1:ea typeface="Menlo"/>
                <ns1:cs typeface="Menlo"/>
              </ns1:defRPr>
            </ns1:lvl2pPr>
            <ns1:lvl3pPr algn="l">
              <ns1:defRPr sz="1288">
                <ns1:solidFill>
                  <ns1:srgbClr val="E6EDF7"/>
                </ns1:solidFill>
                <ns1:latin typeface="Menlo"/>
                <ns1:ea typeface="Menlo"/>
                <ns1:cs typeface="Menlo"/>
              </ns1:defRPr>
            </ns1:lvl3pPr>
            <ns1:lvl4pPr algn="l">
              <ns1:defRPr sz="1288">
                <ns1:solidFill>
                  <ns1:srgbClr val="E6EDF7"/>
                </ns1:solidFill>
                <ns1:latin typeface="Menlo"/>
                <ns1:ea typeface="Menlo"/>
                <ns1:cs typeface="Menlo"/>
              </ns1:defRPr>
            </ns1:lvl4pPr>
            <ns1:lvl5pPr algn="l">
              <ns1:defRPr sz="1288">
                <ns1:solidFill>
                  <ns1:srgbClr val="E6EDF7"/>
                </ns1:solidFill>
                <ns1:latin typeface="Menlo"/>
                <ns1:ea typeface="Menlo"/>
                <ns1:cs typeface="Menlo"/>
              </ns1:defRPr>
            </ns1:lvl5pPr>
            <ns1:lvl6pPr algn="l">
              <ns1:defRPr sz="1288">
                <ns1:solidFill>
                  <ns1:srgbClr val="E6EDF7"/>
                </ns1:solidFill>
                <ns1:latin typeface="Menlo"/>
                <ns1:ea typeface="Menlo"/>
                <ns1:cs typeface="Menlo"/>
              </ns1:defRPr>
            </ns1:lvl6pPr>
            <ns1:lvl7pPr algn="l">
              <ns1:defRPr sz="1288">
                <ns1:solidFill>
                  <ns1:srgbClr val="E6EDF7"/>
                </ns1:solidFill>
                <ns1:latin typeface="Menlo"/>
                <ns1:ea typeface="Menlo"/>
                <ns1:cs typeface="Menlo"/>
              </ns1:defRPr>
            </ns1:lvl7pPr>
            <ns1:lvl8pPr algn="l">
              <ns1:defRPr sz="1288">
                <ns1:solidFill>
                  <ns1:srgbClr val="E6EDF7"/>
                </ns1:solidFill>
                <ns1:latin typeface="Menlo"/>
                <ns1:ea typeface="Menlo"/>
                <ns1:cs typeface="Menlo"/>
              </ns1:defRPr>
            </ns1:lvl8pPr>
            <ns1:lvl9pPr algn="l">
              <ns1:defRPr sz="1288">
                <ns1:solidFill>
                  <ns1:srgbClr val="E6EDF7"/>
                </ns1:solidFill>
                <ns1:latin typeface="Menlo"/>
                <ns1:ea typeface="Menlo"/>
                <ns1:cs typeface="Menlo"/>
              </ns1:defRPr>
            </ns1:lvl9pPr>
          </ns1:lstStyle>
          <ns1:p>
            <ns1:pPr algn="l">
              <ns1:defRPr sz="1288">
                <ns1:solidFill>
                  <ns1:srgbClr val="E6EDF7"/>
                </ns1:solidFill>
                <ns1:latin typeface="Menlo"/>
                <ns1:ea typeface="Menlo"/>
                <ns1:cs typeface="Menlo"/>
              </ns1:defRPr>
            </ns1:pP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result</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_error</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controls</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&gt;</ns1:t>
            </ns1: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ns1:t>
            </ns1:r>
          </ns1:p>
        </ns0:txBody>
      </ns0:sp>
      <ns0:sp>
        <ns0:nvSpPr>
          <ns0:cNvPr id="25" name="">
            <ns1:extLst>
              <ns1:ext uri="{FF2B5EF4-FFF2-40B4-BE49-F238E27FC236}">
                <ns2:creationId id="{7AB705FC-E9D1-4BE9-8FDA-AB37E4C79600}"/>
              </ns1:ext>
            </ns1:extLst>
          </ns0:cNvPr>
          <ns0:cNvSpPr>
            <ns1:spLocks noGrp="1"/>
          </ns0:cNvSpPr>
          <ns0:nvPr/>
        </ns0:nvSpPr>
        <ns0:spPr>
          <ns1:xfrm>
            <ns1:off x="1143000" y="2914650"/>
            <ns1:ext cx="5400675" cy="219075"/>
          </ns1:xfrm>
          <ns1:prstGeom prst="rect">
            <ns1:avLst/>
          </ns1:prstGeom>
          <ns1:solidFill>
            <ns1:srgbClr val="15243A"/>
          </ns1:solidFill>
          <ns1:ln w="0">
            <ns1:noFill/>
            <ns1:prstDash val="solid"/>
          </ns1:ln>
        </ns0:spPr>
      </ns0:sp>
      <ns0:sp>
        <ns0:nvSpPr>
          <ns0:cNvPr id="26" name="">
            <ns1:extLst>
              <ns1:ext uri="{FF2B5EF4-FFF2-40B4-BE49-F238E27FC236}">
                <ns2:creationId id="{199A044F-62FB-4CEB-A71F-127A5C85D497}"/>
              </ns1:ext>
            </ns1:extLst>
          </ns0:cNvPr>
          <ns0:cNvSpPr>
            <ns1:spLocks noGrp="1"/>
          </ns0:cNvSpPr>
          <ns0:nvPr/>
        </ns0:nvSpPr>
        <ns0:spPr>
          <ns1:xfrm>
            <ns1:off x="752475" y="2924175"/>
            <ns1:ext cx="190500" cy="219075"/>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04</ns1:t>
            </ns1:r>
          </ns1:p>
        </ns0:txBody>
      </ns0:sp>
      <ns0:sp>
        <ns0:nvSpPr>
          <ns0:cNvPr id="27" name="">
            <ns1:extLst>
              <ns1:ext uri="{FF2B5EF4-FFF2-40B4-BE49-F238E27FC236}">
                <ns2:creationId id="{2CF1AFFF-8896-49EF-9F52-838B11C8D146}"/>
              </ns1:ext>
            </ns1:extLst>
          </ns0:cNvPr>
          <ns0:cNvSpPr>
            <ns1:spLocks noGrp="1"/>
          </ns0:cNvSpPr>
          <ns0:nvPr/>
        </ns0:nvSpPr>
        <ns0:spPr>
          <ns1:xfrm>
            <ns1:off x="1143000" y="2914650"/>
            <ns1:ext cx="28575" cy="219075"/>
          </ns1:xfrm>
          <ns1:prstGeom prst="rect">
            <ns1:avLst/>
          </ns1:prstGeom>
          <ns1:solidFill>
            <ns1:srgbClr val="2846A0"/>
          </ns1:solidFill>
          <ns1:ln w="0">
            <ns1:noFill/>
            <ns1:prstDash val="solid"/>
          </ns1:ln>
        </ns0:spPr>
      </ns0:sp>
      <ns0:sp>
        <ns0:nvSpPr>
          <ns0:cNvPr id="28" name="">
            <ns1:extLst>
              <ns1:ext uri="{FF2B5EF4-FFF2-40B4-BE49-F238E27FC236}">
                <ns2:creationId id="{E69A04EC-7D61-46F5-A02E-89E234CD2336}"/>
              </ns1:ext>
            </ns1:extLst>
          </ns0:cNvPr>
          <ns0:cNvSpPr>
            <ns1:spLocks noGrp="1"/>
          </ns0:cNvSpPr>
          <ns0:nvPr/>
        </ns0:nvSpPr>
        <ns0:spPr>
          <ns1:xfrm>
            <ns1:off x="981075" y="2943225"/>
            <ns1:ext cx="171450" cy="171450"/>
          </ns1:xfrm>
          <ns1:prstGeom prst="ellipse">
            <ns1:avLst/>
          </ns1:prstGeom>
          <ns1:solidFill>
            <ns1:srgbClr val="2846A0"/>
          </ns1:solidFill>
          <ns1:ln w="0">
            <ns1:noFill/>
            <ns1:prstDash val="solid"/>
          </ns1:ln>
        </ns0:spPr>
      </ns0:sp>
      <ns0:sp>
        <ns0:nvSpPr>
          <ns0:cNvPr id="29" name="">
            <ns1:extLst>
              <ns1:ext uri="{FF2B5EF4-FFF2-40B4-BE49-F238E27FC236}">
                <ns2:creationId id="{24636A3B-E963-43DA-A1D9-66C5EB2A7653}"/>
              </ns1:ext>
            </ns1:extLst>
          </ns0:cNvPr>
          <ns0:cNvSpPr>
            <ns1:spLocks noGrp="1"/>
          </ns0:cNvSpPr>
          <ns0:nvPr/>
        </ns0:nvSpPr>
        <ns0:spPr>
          <ns1:xfrm>
            <ns1:off x="981075" y="2943225"/>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2</ns1:t>
            </ns1:r>
          </ns1:p>
        </ns0:txBody>
      </ns0:sp>
      <ns0:sp>
        <ns0:nvSpPr>
          <ns0:cNvPr id="30" name="Código editable">
            <ns1:extLst>
              <ns1:ext uri="{FF2B5EF4-FFF2-40B4-BE49-F238E27FC236}">
                <ns2:creationId id="{5611E9FF-378C-4FB5-B21F-04003C38E20B}"/>
              </ns1:ext>
            </ns1:extLst>
          </ns0:cNvPr>
          <ns0:cNvSpPr>
            <ns1:spLocks noGrp="1"/>
          </ns0:cNvSpPr>
          <ns0:nvPr/>
        </ns0:nvSpPr>
        <ns0:spPr>
          <ns1:xfrm>
            <ns1:off x="1190625" y="2924175"/>
            <ns1:ext cx="5324475" cy="219075"/>
          </ns1:xfrm>
          <ns1:prstGeom prst="rect">
            <ns1:avLst/>
          </ns1:prstGeom>
          <ns1:noFill/>
          <ns1:ln w="0">
            <ns1:noFill/>
            <ns1:prstDash val="solid"/>
          </ns1:ln>
        </ns0:spPr>
        <ns0:txBody>
          <ns1:bodyPr lIns="0" tIns="0" rIns="0" bIns="0" anchor="ctr">
            <ns1:normAutofit fontScale="100000"/>
          </ns1:bodyPr>
          <ns1:lstStyle>
            <ns1:defPPr algn="l">
              <ns1:defRPr sz="1288">
                <ns1:solidFill>
                  <ns1:srgbClr val="E6EDF7"/>
                </ns1:solidFill>
                <ns1:latin typeface="Menlo"/>
                <ns1:ea typeface="Menlo"/>
                <ns1:cs typeface="Menlo"/>
              </ns1:defRPr>
            </ns1:defPPr>
            <ns1:lvl1pPr algn="l">
              <ns1:defRPr sz="1288">
                <ns1:solidFill>
                  <ns1:srgbClr val="E6EDF7"/>
                </ns1:solidFill>
                <ns1:latin typeface="Menlo"/>
                <ns1:ea typeface="Menlo"/>
                <ns1:cs typeface="Menlo"/>
              </ns1:defRPr>
            </ns1:lvl1pPr>
            <ns1:lvl2pPr algn="l">
              <ns1:defRPr sz="1288">
                <ns1:solidFill>
                  <ns1:srgbClr val="E6EDF7"/>
                </ns1:solidFill>
                <ns1:latin typeface="Menlo"/>
                <ns1:ea typeface="Menlo"/>
                <ns1:cs typeface="Menlo"/>
              </ns1:defRPr>
            </ns1:lvl2pPr>
            <ns1:lvl3pPr algn="l">
              <ns1:defRPr sz="1288">
                <ns1:solidFill>
                  <ns1:srgbClr val="E6EDF7"/>
                </ns1:solidFill>
                <ns1:latin typeface="Menlo"/>
                <ns1:ea typeface="Menlo"/>
                <ns1:cs typeface="Menlo"/>
              </ns1:defRPr>
            </ns1:lvl3pPr>
            <ns1:lvl4pPr algn="l">
              <ns1:defRPr sz="1288">
                <ns1:solidFill>
                  <ns1:srgbClr val="E6EDF7"/>
                </ns1:solidFill>
                <ns1:latin typeface="Menlo"/>
                <ns1:ea typeface="Menlo"/>
                <ns1:cs typeface="Menlo"/>
              </ns1:defRPr>
            </ns1:lvl4pPr>
            <ns1:lvl5pPr algn="l">
              <ns1:defRPr sz="1288">
                <ns1:solidFill>
                  <ns1:srgbClr val="E6EDF7"/>
                </ns1:solidFill>
                <ns1:latin typeface="Menlo"/>
                <ns1:ea typeface="Menlo"/>
                <ns1:cs typeface="Menlo"/>
              </ns1:defRPr>
            </ns1:lvl5pPr>
            <ns1:lvl6pPr algn="l">
              <ns1:defRPr sz="1288">
                <ns1:solidFill>
                  <ns1:srgbClr val="E6EDF7"/>
                </ns1:solidFill>
                <ns1:latin typeface="Menlo"/>
                <ns1:ea typeface="Menlo"/>
                <ns1:cs typeface="Menlo"/>
              </ns1:defRPr>
            </ns1:lvl6pPr>
            <ns1:lvl7pPr algn="l">
              <ns1:defRPr sz="1288">
                <ns1:solidFill>
                  <ns1:srgbClr val="E6EDF7"/>
                </ns1:solidFill>
                <ns1:latin typeface="Menlo"/>
                <ns1:ea typeface="Menlo"/>
                <ns1:cs typeface="Menlo"/>
              </ns1:defRPr>
            </ns1:lvl7pPr>
            <ns1:lvl8pPr algn="l">
              <ns1:defRPr sz="1288">
                <ns1:solidFill>
                  <ns1:srgbClr val="E6EDF7"/>
                </ns1:solidFill>
                <ns1:latin typeface="Menlo"/>
                <ns1:ea typeface="Menlo"/>
                <ns1:cs typeface="Menlo"/>
              </ns1:defRPr>
            </ns1:lvl8pPr>
            <ns1:lvl9pPr algn="l">
              <ns1:defRPr sz="1288">
                <ns1:solidFill>
                  <ns1:srgbClr val="E6EDF7"/>
                </ns1:solidFill>
                <ns1:latin typeface="Menlo"/>
                <ns1:ea typeface="Menlo"/>
                <ns1:cs typeface="Menlo"/>
              </ns1:defRPr>
            </ns1:lvl9pPr>
          </ns1:lstStyle>
          <ns1:p>
            <ns1:pPr algn="l">
              <ns1:defRPr sz="1288">
                <ns1:solidFill>
                  <ns1:srgbClr val="E6EDF7"/>
                </ns1:solidFill>
                <ns1:latin typeface="Menlo"/>
                <ns1:ea typeface="Menlo"/>
                <ns1:cs typeface="Menlo"/>
              </ns1:defRPr>
            </ns1:pPr>
            <ns1:r>
              <ns1:rPr sz="1288">
                <ns1:solidFill>
                  <ns1:srgbClr val="E6EDF7"/>
                </ns1:solidFill>
                <ns1:latin typeface="Menlo"/>
                <ns1:ea typeface="Menlo"/>
                <ns1:cs typeface="Menlo"/>
              </ns1:rPr>
              <ns1:t>      </ns1:t>
            </ns1:r>
            <ns1:r>
              <ns1:rPr sz="1288">
                <ns1:solidFill>
                  <ns1:srgbClr val="C792EA"/>
                </ns1:solidFill>
                <ns1:latin typeface="Menlo"/>
                <ns1:ea typeface="Menlo"/>
                <ns1:cs typeface="Menlo"/>
              </ns1:rPr>
              <ns1:t>if</ns1:t>
            </ns1: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result</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ns1:t>
            </ns1:r>
          </ns1:p>
        </ns0:txBody>
      </ns0:sp>
      <ns0:sp>
        <ns0:nvSpPr>
          <ns0:cNvPr id="31" name="">
            <ns1:extLst>
              <ns1:ext uri="{FF2B5EF4-FFF2-40B4-BE49-F238E27FC236}">
                <ns2:creationId id="{4595A5CC-CA0E-4CEB-A2F5-45C0376705EC}"/>
              </ns1:ext>
            </ns1:extLst>
          </ns0:cNvPr>
          <ns0:cNvSpPr>
            <ns1:spLocks noGrp="1"/>
          </ns0:cNvSpPr>
          <ns0:nvPr/>
        </ns0:nvSpPr>
        <ns0:spPr>
          <ns1:xfrm>
            <ns1:off x="1143000" y="3133725"/>
            <ns1:ext cx="5400675" cy="219075"/>
          </ns1:xfrm>
          <ns1:prstGeom prst="rect">
            <ns1:avLst/>
          </ns1:prstGeom>
          <ns1:solidFill>
            <ns1:srgbClr val="15243A"/>
          </ns1:solidFill>
          <ns1:ln w="0">
            <ns1:noFill/>
            <ns1:prstDash val="solid"/>
          </ns1:ln>
        </ns0:spPr>
      </ns0:sp>
      <ns0:sp>
        <ns0:nvSpPr>
          <ns0:cNvPr id="32" name="">
            <ns1:extLst>
              <ns1:ext uri="{FF2B5EF4-FFF2-40B4-BE49-F238E27FC236}">
                <ns2:creationId id="{D26D031C-2D80-4F40-98A8-BEE2769FF1E1}"/>
              </ns1:ext>
            </ns1:extLst>
          </ns0:cNvPr>
          <ns0:cNvSpPr>
            <ns1:spLocks noGrp="1"/>
          </ns0:cNvSpPr>
          <ns0:nvPr/>
        </ns0:nvSpPr>
        <ns0:spPr>
          <ns1:xfrm>
            <ns1:off x="752475" y="3143250"/>
            <ns1:ext cx="190500" cy="219075"/>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05</ns1:t>
            </ns1:r>
          </ns1:p>
        </ns0:txBody>
      </ns0:sp>
      <ns0:sp>
        <ns0:nvSpPr>
          <ns0:cNvPr id="33" name="">
            <ns1:extLst>
              <ns1:ext uri="{FF2B5EF4-FFF2-40B4-BE49-F238E27FC236}">
                <ns2:creationId id="{CFDA0F13-6A70-44F3-9E0E-6C39E5AFC717}"/>
              </ns1:ext>
            </ns1:extLst>
          </ns0:cNvPr>
          <ns0:cNvSpPr>
            <ns1:spLocks noGrp="1"/>
          </ns0:cNvSpPr>
          <ns0:nvPr/>
        </ns0:nvSpPr>
        <ns0:spPr>
          <ns1:xfrm>
            <ns1:off x="1143000" y="3133725"/>
            <ns1:ext cx="28575" cy="219075"/>
          </ns1:xfrm>
          <ns1:prstGeom prst="rect">
            <ns1:avLst/>
          </ns1:prstGeom>
          <ns1:solidFill>
            <ns1:srgbClr val="F2B544"/>
          </ns1:solidFill>
          <ns1:ln w="0">
            <ns1:noFill/>
            <ns1:prstDash val="solid"/>
          </ns1:ln>
        </ns0:spPr>
      </ns0:sp>
      <ns0:sp>
        <ns0:nvSpPr>
          <ns0:cNvPr id="34" name="">
            <ns1:extLst>
              <ns1:ext uri="{FF2B5EF4-FFF2-40B4-BE49-F238E27FC236}">
                <ns2:creationId id="{337792BD-0E4C-4F98-B759-D94804E0C665}"/>
              </ns1:ext>
            </ns1:extLst>
          </ns0:cNvPr>
          <ns0:cNvSpPr>
            <ns1:spLocks noGrp="1"/>
          </ns0:cNvSpPr>
          <ns0:nvPr/>
        </ns0:nvSpPr>
        <ns0:spPr>
          <ns1:xfrm>
            <ns1:off x="981075" y="3162300"/>
            <ns1:ext cx="171450" cy="171450"/>
          </ns1:xfrm>
          <ns1:prstGeom prst="ellipse">
            <ns1:avLst/>
          </ns1:prstGeom>
          <ns1:solidFill>
            <ns1:srgbClr val="F2B544"/>
          </ns1:solidFill>
          <ns1:ln w="0">
            <ns1:noFill/>
            <ns1:prstDash val="solid"/>
          </ns1:ln>
        </ns0:spPr>
      </ns0:sp>
      <ns0:sp>
        <ns0:nvSpPr>
          <ns0:cNvPr id="35" name="">
            <ns1:extLst>
              <ns1:ext uri="{FF2B5EF4-FFF2-40B4-BE49-F238E27FC236}">
                <ns2:creationId id="{416BBE36-32CB-46C3-8051-F324CD9C58CC}"/>
              </ns1:ext>
            </ns1:extLst>
          </ns0:cNvPr>
          <ns0:cNvSpPr>
            <ns1:spLocks noGrp="1"/>
          </ns0:cNvSpPr>
          <ns0:nvPr/>
        </ns0:nvSpPr>
        <ns0:spPr>
          <ns1:xfrm>
            <ns1:off x="981075" y="3162300"/>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3</ns1:t>
            </ns1:r>
          </ns1:p>
        </ns0:txBody>
      </ns0:sp>
      <ns0:sp>
        <ns0:nvSpPr>
          <ns0:cNvPr id="36" name="Código editable">
            <ns1:extLst>
              <ns1:ext uri="{FF2B5EF4-FFF2-40B4-BE49-F238E27FC236}">
                <ns2:creationId id="{98679195-5F1C-4DF0-AB85-127B210F2C4D}"/>
              </ns1:ext>
            </ns1:extLst>
          </ns0:cNvPr>
          <ns0:cNvSpPr>
            <ns1:spLocks noGrp="1"/>
          </ns0:cNvSpPr>
          <ns0:nvPr/>
        </ns0:nvSpPr>
        <ns0:spPr>
          <ns1:xfrm>
            <ns1:off x="1190625" y="3143250"/>
            <ns1:ext cx="5324475" cy="219075"/>
          </ns1:xfrm>
          <ns1:prstGeom prst="rect">
            <ns1:avLst/>
          </ns1:prstGeom>
          <ns1:noFill/>
          <ns1:ln w="0">
            <ns1:noFill/>
            <ns1:prstDash val="solid"/>
          </ns1:ln>
        </ns0:spPr>
        <ns0:txBody>
          <ns1:bodyPr lIns="0" tIns="0" rIns="0" bIns="0" anchor="ctr">
            <ns1:normAutofit fontScale="100000"/>
          </ns1:bodyPr>
          <ns1:lstStyle>
            <ns1:defPPr algn="l">
              <ns1:defRPr sz="1288">
                <ns1:solidFill>
                  <ns1:srgbClr val="E6EDF7"/>
                </ns1:solidFill>
                <ns1:latin typeface="Menlo"/>
                <ns1:ea typeface="Menlo"/>
                <ns1:cs typeface="Menlo"/>
              </ns1:defRPr>
            </ns1:defPPr>
            <ns1:lvl1pPr algn="l">
              <ns1:defRPr sz="1288">
                <ns1:solidFill>
                  <ns1:srgbClr val="E6EDF7"/>
                </ns1:solidFill>
                <ns1:latin typeface="Menlo"/>
                <ns1:ea typeface="Menlo"/>
                <ns1:cs typeface="Menlo"/>
              </ns1:defRPr>
            </ns1:lvl1pPr>
            <ns1:lvl2pPr algn="l">
              <ns1:defRPr sz="1288">
                <ns1:solidFill>
                  <ns1:srgbClr val="E6EDF7"/>
                </ns1:solidFill>
                <ns1:latin typeface="Menlo"/>
                <ns1:ea typeface="Menlo"/>
                <ns1:cs typeface="Menlo"/>
              </ns1:defRPr>
            </ns1:lvl2pPr>
            <ns1:lvl3pPr algn="l">
              <ns1:defRPr sz="1288">
                <ns1:solidFill>
                  <ns1:srgbClr val="E6EDF7"/>
                </ns1:solidFill>
                <ns1:latin typeface="Menlo"/>
                <ns1:ea typeface="Menlo"/>
                <ns1:cs typeface="Menlo"/>
              </ns1:defRPr>
            </ns1:lvl3pPr>
            <ns1:lvl4pPr algn="l">
              <ns1:defRPr sz="1288">
                <ns1:solidFill>
                  <ns1:srgbClr val="E6EDF7"/>
                </ns1:solidFill>
                <ns1:latin typeface="Menlo"/>
                <ns1:ea typeface="Menlo"/>
                <ns1:cs typeface="Menlo"/>
              </ns1:defRPr>
            </ns1:lvl4pPr>
            <ns1:lvl5pPr algn="l">
              <ns1:defRPr sz="1288">
                <ns1:solidFill>
                  <ns1:srgbClr val="E6EDF7"/>
                </ns1:solidFill>
                <ns1:latin typeface="Menlo"/>
                <ns1:ea typeface="Menlo"/>
                <ns1:cs typeface="Menlo"/>
              </ns1:defRPr>
            </ns1:lvl5pPr>
            <ns1:lvl6pPr algn="l">
              <ns1:defRPr sz="1288">
                <ns1:solidFill>
                  <ns1:srgbClr val="E6EDF7"/>
                </ns1:solidFill>
                <ns1:latin typeface="Menlo"/>
                <ns1:ea typeface="Menlo"/>
                <ns1:cs typeface="Menlo"/>
              </ns1:defRPr>
            </ns1:lvl6pPr>
            <ns1:lvl7pPr algn="l">
              <ns1:defRPr sz="1288">
                <ns1:solidFill>
                  <ns1:srgbClr val="E6EDF7"/>
                </ns1:solidFill>
                <ns1:latin typeface="Menlo"/>
                <ns1:ea typeface="Menlo"/>
                <ns1:cs typeface="Menlo"/>
              </ns1:defRPr>
            </ns1:lvl7pPr>
            <ns1:lvl8pPr algn="l">
              <ns1:defRPr sz="1288">
                <ns1:solidFill>
                  <ns1:srgbClr val="E6EDF7"/>
                </ns1:solidFill>
                <ns1:latin typeface="Menlo"/>
                <ns1:ea typeface="Menlo"/>
                <ns1:cs typeface="Menlo"/>
              </ns1:defRPr>
            </ns1:lvl8pPr>
            <ns1:lvl9pPr algn="l">
              <ns1:defRPr sz="1288">
                <ns1:solidFill>
                  <ns1:srgbClr val="E6EDF7"/>
                </ns1:solidFill>
                <ns1:latin typeface="Menlo"/>
                <ns1:ea typeface="Menlo"/>
                <ns1:cs typeface="Menlo"/>
              </ns1:defRPr>
            </ns1:lvl9pPr>
          </ns1:lstStyle>
          <ns1:p>
            <ns1:pPr algn="l">
              <ns1:defRPr sz="1288">
                <ns1:solidFill>
                  <ns1:srgbClr val="E6EDF7"/>
                </ns1:solidFill>
                <ns1:latin typeface="Menlo"/>
                <ns1:ea typeface="Menlo"/>
                <ns1:cs typeface="Menlo"/>
              </ns1:defRPr>
            </ns1:pP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controls</ns1:t>
            </ns1:r>
            <ns1:r>
              <ns1:rPr sz="1288">
                <ns1:solidFill>
                  <ns1:srgbClr val="E6EDF7"/>
                </ns1:solidFill>
                <ns1:latin typeface="Menlo"/>
                <ns1:ea typeface="Menlo"/>
                <ns1:cs typeface="Menlo"/>
              </ns1:rPr>
              <ns1:t>.</ns1:t>
            </ns1:r>
            <ns1:r>
              <ns1:rPr sz="1288">
                <ns1:solidFill>
                  <ns1:srgbClr val="F6C177"/>
                </ns1:solidFill>
                <ns1:latin typeface="Menlo"/>
                <ns1:ea typeface="Menlo"/>
                <ns1:cs typeface="Menlo"/>
              </ns1:rPr>
              <ns1:t>stop</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 </ns1:t>
            </ns1:r>
            <ns1:r>
              <ns1:rPr sz="1288">
                <ns1:solidFill>
                  <ns1:srgbClr val="72839B"/>
                </ns1:solidFill>
                <ns1:latin typeface="Menlo"/>
                <ns1:ea typeface="Menlo"/>
                <ns1:cs typeface="Menlo"/>
              </ns1:rPr>
              <ns1:t>// libera la cámara</ns1:t>
            </ns1:r>
          </ns1:p>
        </ns0:txBody>
      </ns0:sp>
      <ns0:sp>
        <ns0:nvSpPr>
          <ns0:cNvPr id="37" name="">
            <ns1:extLst>
              <ns1:ext uri="{FF2B5EF4-FFF2-40B4-BE49-F238E27FC236}">
                <ns2:creationId id="{0B3C70B6-F0A3-45DB-AD7E-80460DE369A8}"/>
              </ns1:ext>
            </ns1:extLst>
          </ns0:cNvPr>
          <ns0:cNvSpPr>
            <ns1:spLocks noGrp="1"/>
          </ns0:cNvSpPr>
          <ns0:nvPr/>
        </ns0:nvSpPr>
        <ns0:spPr>
          <ns1:xfrm>
            <ns1:off x="1143000" y="3352800"/>
            <ns1:ext cx="5400675" cy="219075"/>
          </ns1:xfrm>
          <ns1:prstGeom prst="rect">
            <ns1:avLst/>
          </ns1:prstGeom>
          <ns1:solidFill>
            <ns1:srgbClr val="15243A"/>
          </ns1:solidFill>
          <ns1:ln w="0">
            <ns1:noFill/>
            <ns1:prstDash val="solid"/>
          </ns1:ln>
        </ns0:spPr>
      </ns0:sp>
      <ns0:sp>
        <ns0:nvSpPr>
          <ns0:cNvPr id="38" name="">
            <ns1:extLst>
              <ns1:ext uri="{FF2B5EF4-FFF2-40B4-BE49-F238E27FC236}">
                <ns2:creationId id="{943E3B8D-C7C2-4AF1-B888-48479F04ABEE}"/>
              </ns1:ext>
            </ns1:extLst>
          </ns0:cNvPr>
          <ns0:cNvSpPr>
            <ns1:spLocks noGrp="1"/>
          </ns0:cNvSpPr>
          <ns0:nvPr/>
        </ns0:nvSpPr>
        <ns0:spPr>
          <ns1:xfrm>
            <ns1:off x="752475" y="3362325"/>
            <ns1:ext cx="190500" cy="219075"/>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06</ns1:t>
            </ns1:r>
          </ns1:p>
        </ns0:txBody>
      </ns0:sp>
      <ns0:sp>
        <ns0:nvSpPr>
          <ns0:cNvPr id="39" name="">
            <ns1:extLst>
              <ns1:ext uri="{FF2B5EF4-FFF2-40B4-BE49-F238E27FC236}">
                <ns2:creationId id="{F502272F-805C-4B74-8734-F13D936DD83B}"/>
              </ns1:ext>
            </ns1:extLst>
          </ns0:cNvPr>
          <ns0:cNvSpPr>
            <ns1:spLocks noGrp="1"/>
          </ns0:cNvSpPr>
          <ns0:nvPr/>
        </ns0:nvSpPr>
        <ns0:spPr>
          <ns1:xfrm>
            <ns1:off x="1143000" y="3352800"/>
            <ns1:ext cx="28575" cy="219075"/>
          </ns1:xfrm>
          <ns1:prstGeom prst="rect">
            <ns1:avLst/>
          </ns1:prstGeom>
          <ns1:solidFill>
            <ns1:srgbClr val="23836E"/>
          </ns1:solidFill>
          <ns1:ln w="0">
            <ns1:noFill/>
            <ns1:prstDash val="solid"/>
          </ns1:ln>
        </ns0:spPr>
      </ns0:sp>
      <ns0:sp>
        <ns0:nvSpPr>
          <ns0:cNvPr id="40" name="">
            <ns1:extLst>
              <ns1:ext uri="{FF2B5EF4-FFF2-40B4-BE49-F238E27FC236}">
                <ns2:creationId id="{6E020212-830B-48B3-A931-C7B431D17536}"/>
              </ns1:ext>
            </ns1:extLst>
          </ns0:cNvPr>
          <ns0:cNvSpPr>
            <ns1:spLocks noGrp="1"/>
          </ns0:cNvSpPr>
          <ns0:nvPr/>
        </ns0:nvSpPr>
        <ns0:spPr>
          <ns1:xfrm>
            <ns1:off x="981075" y="3381375"/>
            <ns1:ext cx="171450" cy="171450"/>
          </ns1:xfrm>
          <ns1:prstGeom prst="ellipse">
            <ns1:avLst/>
          </ns1:prstGeom>
          <ns1:solidFill>
            <ns1:srgbClr val="23836E"/>
          </ns1:solidFill>
          <ns1:ln w="0">
            <ns1:noFill/>
            <ns1:prstDash val="solid"/>
          </ns1:ln>
        </ns0:spPr>
      </ns0:sp>
      <ns0:sp>
        <ns0:nvSpPr>
          <ns0:cNvPr id="41" name="">
            <ns1:extLst>
              <ns1:ext uri="{FF2B5EF4-FFF2-40B4-BE49-F238E27FC236}">
                <ns2:creationId id="{9B806B91-DBCC-4594-BAF0-40282C0B09F7}"/>
              </ns1:ext>
            </ns1:extLst>
          </ns0:cNvPr>
          <ns0:cNvSpPr>
            <ns1:spLocks noGrp="1"/>
          </ns0:cNvSpPr>
          <ns0:nvPr/>
        </ns0:nvSpPr>
        <ns0:spPr>
          <ns1:xfrm>
            <ns1:off x="981075" y="3381375"/>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4</ns1:t>
            </ns1:r>
          </ns1:p>
        </ns0:txBody>
      </ns0:sp>
      <ns0:sp>
        <ns0:nvSpPr>
          <ns0:cNvPr id="42" name="Código editable">
            <ns1:extLst>
              <ns1:ext uri="{FF2B5EF4-FFF2-40B4-BE49-F238E27FC236}">
                <ns2:creationId id="{F0FD0F73-7666-47E6-9B82-98803A9D18C9}"/>
              </ns1:ext>
            </ns1:extLst>
          </ns0:cNvPr>
          <ns0:cNvSpPr>
            <ns1:spLocks noGrp="1"/>
          </ns0:cNvSpPr>
          <ns0:nvPr/>
        </ns0:nvSpPr>
        <ns0:spPr>
          <ns1:xfrm>
            <ns1:off x="1190625" y="3362325"/>
            <ns1:ext cx="5324475" cy="219075"/>
          </ns1:xfrm>
          <ns1:prstGeom prst="rect">
            <ns1:avLst/>
          </ns1:prstGeom>
          <ns1:noFill/>
          <ns1:ln w="0">
            <ns1:noFill/>
            <ns1:prstDash val="solid"/>
          </ns1:ln>
        </ns0:spPr>
        <ns0:txBody>
          <ns1:bodyPr lIns="0" tIns="0" rIns="0" bIns="0" anchor="ctr">
            <ns1:normAutofit fontScale="100000"/>
          </ns1:bodyPr>
          <ns1:lstStyle>
            <ns1:defPPr algn="l">
              <ns1:defRPr sz="1288">
                <ns1:solidFill>
                  <ns1:srgbClr val="E6EDF7"/>
                </ns1:solidFill>
                <ns1:latin typeface="Menlo"/>
                <ns1:ea typeface="Menlo"/>
                <ns1:cs typeface="Menlo"/>
              </ns1:defRPr>
            </ns1:defPPr>
            <ns1:lvl1pPr algn="l">
              <ns1:defRPr sz="1288">
                <ns1:solidFill>
                  <ns1:srgbClr val="E6EDF7"/>
                </ns1:solidFill>
                <ns1:latin typeface="Menlo"/>
                <ns1:ea typeface="Menlo"/>
                <ns1:cs typeface="Menlo"/>
              </ns1:defRPr>
            </ns1:lvl1pPr>
            <ns1:lvl2pPr algn="l">
              <ns1:defRPr sz="1288">
                <ns1:solidFill>
                  <ns1:srgbClr val="E6EDF7"/>
                </ns1:solidFill>
                <ns1:latin typeface="Menlo"/>
                <ns1:ea typeface="Menlo"/>
                <ns1:cs typeface="Menlo"/>
              </ns1:defRPr>
            </ns1:lvl2pPr>
            <ns1:lvl3pPr algn="l">
              <ns1:defRPr sz="1288">
                <ns1:solidFill>
                  <ns1:srgbClr val="E6EDF7"/>
                </ns1:solidFill>
                <ns1:latin typeface="Menlo"/>
                <ns1:ea typeface="Menlo"/>
                <ns1:cs typeface="Menlo"/>
              </ns1:defRPr>
            </ns1:lvl3pPr>
            <ns1:lvl4pPr algn="l">
              <ns1:defRPr sz="1288">
                <ns1:solidFill>
                  <ns1:srgbClr val="E6EDF7"/>
                </ns1:solidFill>
                <ns1:latin typeface="Menlo"/>
                <ns1:ea typeface="Menlo"/>
                <ns1:cs typeface="Menlo"/>
              </ns1:defRPr>
            </ns1:lvl4pPr>
            <ns1:lvl5pPr algn="l">
              <ns1:defRPr sz="1288">
                <ns1:solidFill>
                  <ns1:srgbClr val="E6EDF7"/>
                </ns1:solidFill>
                <ns1:latin typeface="Menlo"/>
                <ns1:ea typeface="Menlo"/>
                <ns1:cs typeface="Menlo"/>
              </ns1:defRPr>
            </ns1:lvl5pPr>
            <ns1:lvl6pPr algn="l">
              <ns1:defRPr sz="1288">
                <ns1:solidFill>
                  <ns1:srgbClr val="E6EDF7"/>
                </ns1:solidFill>
                <ns1:latin typeface="Menlo"/>
                <ns1:ea typeface="Menlo"/>
                <ns1:cs typeface="Menlo"/>
              </ns1:defRPr>
            </ns1:lvl6pPr>
            <ns1:lvl7pPr algn="l">
              <ns1:defRPr sz="1288">
                <ns1:solidFill>
                  <ns1:srgbClr val="E6EDF7"/>
                </ns1:solidFill>
                <ns1:latin typeface="Menlo"/>
                <ns1:ea typeface="Menlo"/>
                <ns1:cs typeface="Menlo"/>
              </ns1:defRPr>
            </ns1:lvl7pPr>
            <ns1:lvl8pPr algn="l">
              <ns1:defRPr sz="1288">
                <ns1:solidFill>
                  <ns1:srgbClr val="E6EDF7"/>
                </ns1:solidFill>
                <ns1:latin typeface="Menlo"/>
                <ns1:ea typeface="Menlo"/>
                <ns1:cs typeface="Menlo"/>
              </ns1:defRPr>
            </ns1:lvl8pPr>
            <ns1:lvl9pPr algn="l">
              <ns1:defRPr sz="1288">
                <ns1:solidFill>
                  <ns1:srgbClr val="E6EDF7"/>
                </ns1:solidFill>
                <ns1:latin typeface="Menlo"/>
                <ns1:ea typeface="Menlo"/>
                <ns1:cs typeface="Menlo"/>
              </ns1:defRPr>
            </ns1:lvl9pPr>
          </ns1:lstStyle>
          <ns1:p>
            <ns1:pPr algn="l">
              <ns1:defRPr sz="1288">
                <ns1:solidFill>
                  <ns1:srgbClr val="E6EDF7"/>
                </ns1:solidFill>
                <ns1:latin typeface="Menlo"/>
                <ns1:ea typeface="Menlo"/>
                <ns1:cs typeface="Menlo"/>
              </ns1:defRPr>
            </ns1:pP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onScan</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result</ns1:t>
            </ns1:r>
            <ns1:r>
              <ns1:rPr sz="1288">
                <ns1:solidFill>
                  <ns1:srgbClr val="E6EDF7"/>
                </ns1:solidFill>
                <ns1:latin typeface="Menlo"/>
                <ns1:ea typeface="Menlo"/>
                <ns1:cs typeface="Menlo"/>
              </ns1:rPr>
              <ns1:t>.</ns1:t>
            </ns1:r>
            <ns1:r>
              <ns1:rPr sz="1288">
                <ns1:solidFill>
                  <ns1:srgbClr val="F6C177"/>
                </ns1:solidFill>
                <ns1:latin typeface="Menlo"/>
                <ns1:ea typeface="Menlo"/>
                <ns1:cs typeface="Menlo"/>
              </ns1:rPr>
              <ns1:t>getText</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 </ns1:t>
            </ns1:r>
            <ns1:r>
              <ns1:rPr sz="1288">
                <ns1:solidFill>
                  <ns1:srgbClr val="72839B"/>
                </ns1:solidFill>
                <ns1:latin typeface="Menlo"/>
                <ns1:ea typeface="Menlo"/>
                <ns1:cs typeface="Menlo"/>
              </ns1:rPr>
              <ns1:t>// deriva el flujo</ns1:t>
            </ns1:r>
          </ns1:p>
        </ns0:txBody>
      </ns0:sp>
      <ns0:sp>
        <ns0:nvSpPr>
          <ns0:cNvPr id="43" name="">
            <ns1:extLst>
              <ns1:ext uri="{FF2B5EF4-FFF2-40B4-BE49-F238E27FC236}">
                <ns2:creationId id="{E81BE418-D425-43AF-8C37-EFCA1FABE324}"/>
              </ns1:ext>
            </ns1:extLst>
          </ns0:cNvPr>
          <ns0:cNvSpPr>
            <ns1:spLocks noGrp="1"/>
          </ns0:cNvSpPr>
          <ns0:nvPr/>
        </ns0:nvSpPr>
        <ns0:spPr>
          <ns1:xfrm>
            <ns1:off x="819150" y="3581400"/>
            <ns1:ext cx="247650" cy="219075"/>
          </ns1:xfrm>
          <ns1:prstGeom prst="rect">
            <ns1:avLst/>
          </ns1:prstGeom>
          <ns1:noFill/>
          <ns1:ln w="0">
            <ns1:noFill/>
            <ns1:prstDash val="solid"/>
          </ns1:ln>
        </ns0:spPr>
        <ns0:txBody>
          <ns1:bodyPr lIns="0" tIns="0" rIns="0" bIns="0" anchor="ctr">
            <ns1:normAutofit fontScale="100000"/>
          </ns1:bodyPr>
          <ns1:lstStyle>
            <ns1:defPPr algn="r">
              <ns1:defRPr sz="1288" b="0">
                <ns1:solidFill>
                  <ns1:srgbClr val="647791"/>
                </ns1:solidFill>
                <ns1:latin typeface="Aptos"/>
                <ns1:ea typeface="Aptos"/>
                <ns1:cs typeface="Aptos"/>
              </ns1:defRPr>
            </ns1:defPPr>
            <ns1:lvl1pPr algn="r">
              <ns1:defRPr sz="1288" b="0">
                <ns1:solidFill>
                  <ns1:srgbClr val="647791"/>
                </ns1:solidFill>
                <ns1:latin typeface="Aptos"/>
                <ns1:ea typeface="Aptos"/>
                <ns1:cs typeface="Aptos"/>
              </ns1:defRPr>
            </ns1:lvl1pPr>
            <ns1:lvl2pPr algn="r">
              <ns1:defRPr sz="1288" b="0">
                <ns1:solidFill>
                  <ns1:srgbClr val="647791"/>
                </ns1:solidFill>
                <ns1:latin typeface="Aptos"/>
                <ns1:ea typeface="Aptos"/>
                <ns1:cs typeface="Aptos"/>
              </ns1:defRPr>
            </ns1:lvl2pPr>
            <ns1:lvl3pPr algn="r">
              <ns1:defRPr sz="1288" b="0">
                <ns1:solidFill>
                  <ns1:srgbClr val="647791"/>
                </ns1:solidFill>
                <ns1:latin typeface="Aptos"/>
                <ns1:ea typeface="Aptos"/>
                <ns1:cs typeface="Aptos"/>
              </ns1:defRPr>
            </ns1:lvl3pPr>
            <ns1:lvl4pPr algn="r">
              <ns1:defRPr sz="1288" b="0">
                <ns1:solidFill>
                  <ns1:srgbClr val="647791"/>
                </ns1:solidFill>
                <ns1:latin typeface="Aptos"/>
                <ns1:ea typeface="Aptos"/>
                <ns1:cs typeface="Aptos"/>
              </ns1:defRPr>
            </ns1:lvl4pPr>
            <ns1:lvl5pPr algn="r">
              <ns1:defRPr sz="1288" b="0">
                <ns1:solidFill>
                  <ns1:srgbClr val="647791"/>
                </ns1:solidFill>
                <ns1:latin typeface="Aptos"/>
                <ns1:ea typeface="Aptos"/>
                <ns1:cs typeface="Aptos"/>
              </ns1:defRPr>
            </ns1:lvl5pPr>
            <ns1:lvl6pPr algn="r">
              <ns1:defRPr sz="1288" b="0">
                <ns1:solidFill>
                  <ns1:srgbClr val="647791"/>
                </ns1:solidFill>
                <ns1:latin typeface="Aptos"/>
                <ns1:ea typeface="Aptos"/>
                <ns1:cs typeface="Aptos"/>
              </ns1:defRPr>
            </ns1:lvl6pPr>
            <ns1:lvl7pPr algn="r">
              <ns1:defRPr sz="1288" b="0">
                <ns1:solidFill>
                  <ns1:srgbClr val="647791"/>
                </ns1:solidFill>
                <ns1:latin typeface="Aptos"/>
                <ns1:ea typeface="Aptos"/>
                <ns1:cs typeface="Aptos"/>
              </ns1:defRPr>
            </ns1:lvl7pPr>
            <ns1:lvl8pPr algn="r">
              <ns1:defRPr sz="1288" b="0">
                <ns1:solidFill>
                  <ns1:srgbClr val="647791"/>
                </ns1:solidFill>
                <ns1:latin typeface="Aptos"/>
                <ns1:ea typeface="Aptos"/>
                <ns1:cs typeface="Aptos"/>
              </ns1:defRPr>
            </ns1:lvl8pPr>
            <ns1:lvl9pPr algn="r">
              <ns1:defRPr sz="1288" b="0">
                <ns1:solidFill>
                  <ns1:srgbClr val="647791"/>
                </ns1:solidFill>
                <ns1:latin typeface="Aptos"/>
                <ns1:ea typeface="Aptos"/>
                <ns1:cs typeface="Aptos"/>
              </ns1:defRPr>
            </ns1:lvl9pPr>
          </ns1:lstStyle>
          <ns1:p>
            <ns1:pPr algn="r">
              <ns1:defRPr sz="1288" b="0">
                <ns1:solidFill>
                  <ns1:srgbClr val="647791"/>
                </ns1:solidFill>
                <ns1:latin typeface="Aptos"/>
                <ns1:ea typeface="Aptos"/>
                <ns1:cs typeface="Aptos"/>
              </ns1:defRPr>
            </ns1:pPr>
            <ns1:r>
              <ns1:rPr sz="1288" b="0">
                <ns1:solidFill>
                  <ns1:srgbClr val="647791"/>
                </ns1:solidFill>
                <ns1:latin typeface="Aptos"/>
                <ns1:ea typeface="Aptos"/>
                <ns1:cs typeface="Aptos"/>
              </ns1:rPr>
              <ns1:t>07</ns1:t>
            </ns1:r>
          </ns1:p>
        </ns0:txBody>
      </ns0:sp>
      <ns0:sp>
        <ns0:nvSpPr>
          <ns0:cNvPr id="44" name="Código editable">
            <ns1:extLst>
              <ns1:ext uri="{FF2B5EF4-FFF2-40B4-BE49-F238E27FC236}">
                <ns2:creationId id="{6BDA96FB-1417-4CCF-8B6C-EF8C410ED8DD}"/>
              </ns1:ext>
            </ns1:extLst>
          </ns0:cNvPr>
          <ns0:cNvSpPr>
            <ns1:spLocks noGrp="1"/>
          </ns0:cNvSpPr>
          <ns0:nvPr/>
        </ns0:nvSpPr>
        <ns0:spPr>
          <ns1:xfrm>
            <ns1:off x="1190625" y="3581400"/>
            <ns1:ext cx="5324475" cy="219075"/>
          </ns1:xfrm>
          <ns1:prstGeom prst="rect">
            <ns1:avLst/>
          </ns1:prstGeom>
          <ns1:noFill/>
          <ns1:ln w="0">
            <ns1:noFill/>
            <ns1:prstDash val="solid"/>
          </ns1:ln>
        </ns0:spPr>
        <ns0:txBody>
          <ns1:bodyPr lIns="0" tIns="0" rIns="0" bIns="0" anchor="ctr">
            <ns1:normAutofit fontScale="100000"/>
          </ns1:bodyPr>
          <ns1:lstStyle>
            <ns1:defPPr algn="l">
              <ns1:defRPr sz="1288">
                <ns1:solidFill>
                  <ns1:srgbClr val="E6EDF7"/>
                </ns1:solidFill>
                <ns1:latin typeface="Menlo"/>
                <ns1:ea typeface="Menlo"/>
                <ns1:cs typeface="Menlo"/>
              </ns1:defRPr>
            </ns1:defPPr>
            <ns1:lvl1pPr algn="l">
              <ns1:defRPr sz="1288">
                <ns1:solidFill>
                  <ns1:srgbClr val="E6EDF7"/>
                </ns1:solidFill>
                <ns1:latin typeface="Menlo"/>
                <ns1:ea typeface="Menlo"/>
                <ns1:cs typeface="Menlo"/>
              </ns1:defRPr>
            </ns1:lvl1pPr>
            <ns1:lvl2pPr algn="l">
              <ns1:defRPr sz="1288">
                <ns1:solidFill>
                  <ns1:srgbClr val="E6EDF7"/>
                </ns1:solidFill>
                <ns1:latin typeface="Menlo"/>
                <ns1:ea typeface="Menlo"/>
                <ns1:cs typeface="Menlo"/>
              </ns1:defRPr>
            </ns1:lvl2pPr>
            <ns1:lvl3pPr algn="l">
              <ns1:defRPr sz="1288">
                <ns1:solidFill>
                  <ns1:srgbClr val="E6EDF7"/>
                </ns1:solidFill>
                <ns1:latin typeface="Menlo"/>
                <ns1:ea typeface="Menlo"/>
                <ns1:cs typeface="Menlo"/>
              </ns1:defRPr>
            </ns1:lvl3pPr>
            <ns1:lvl4pPr algn="l">
              <ns1:defRPr sz="1288">
                <ns1:solidFill>
                  <ns1:srgbClr val="E6EDF7"/>
                </ns1:solidFill>
                <ns1:latin typeface="Menlo"/>
                <ns1:ea typeface="Menlo"/>
                <ns1:cs typeface="Menlo"/>
              </ns1:defRPr>
            </ns1:lvl4pPr>
            <ns1:lvl5pPr algn="l">
              <ns1:defRPr sz="1288">
                <ns1:solidFill>
                  <ns1:srgbClr val="E6EDF7"/>
                </ns1:solidFill>
                <ns1:latin typeface="Menlo"/>
                <ns1:ea typeface="Menlo"/>
                <ns1:cs typeface="Menlo"/>
              </ns1:defRPr>
            </ns1:lvl5pPr>
            <ns1:lvl6pPr algn="l">
              <ns1:defRPr sz="1288">
                <ns1:solidFill>
                  <ns1:srgbClr val="E6EDF7"/>
                </ns1:solidFill>
                <ns1:latin typeface="Menlo"/>
                <ns1:ea typeface="Menlo"/>
                <ns1:cs typeface="Menlo"/>
              </ns1:defRPr>
            </ns1:lvl6pPr>
            <ns1:lvl7pPr algn="l">
              <ns1:defRPr sz="1288">
                <ns1:solidFill>
                  <ns1:srgbClr val="E6EDF7"/>
                </ns1:solidFill>
                <ns1:latin typeface="Menlo"/>
                <ns1:ea typeface="Menlo"/>
                <ns1:cs typeface="Menlo"/>
              </ns1:defRPr>
            </ns1:lvl7pPr>
            <ns1:lvl8pPr algn="l">
              <ns1:defRPr sz="1288">
                <ns1:solidFill>
                  <ns1:srgbClr val="E6EDF7"/>
                </ns1:solidFill>
                <ns1:latin typeface="Menlo"/>
                <ns1:ea typeface="Menlo"/>
                <ns1:cs typeface="Menlo"/>
              </ns1:defRPr>
            </ns1:lvl8pPr>
            <ns1:lvl9pPr algn="l">
              <ns1:defRPr sz="1288">
                <ns1:solidFill>
                  <ns1:srgbClr val="E6EDF7"/>
                </ns1:solidFill>
                <ns1:latin typeface="Menlo"/>
                <ns1:ea typeface="Menlo"/>
                <ns1:cs typeface="Menlo"/>
              </ns1:defRPr>
            </ns1:lvl9pPr>
          </ns1:lstStyle>
          <ns1:p>
            <ns1:pPr algn="l">
              <ns1:defRPr sz="1288">
                <ns1:solidFill>
                  <ns1:srgbClr val="E6EDF7"/>
                </ns1:solidFill>
                <ns1:latin typeface="Menlo"/>
                <ns1:ea typeface="Menlo"/>
                <ns1:cs typeface="Menlo"/>
              </ns1:defRPr>
            </ns1:pP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ns1:t>
            </ns1:r>
          </ns1:p>
        </ns0:txBody>
      </ns0:sp>
      <ns0:sp>
        <ns0:nvSpPr>
          <ns0:cNvPr id="45" name="">
            <ns1:extLst>
              <ns1:ext uri="{FF2B5EF4-FFF2-40B4-BE49-F238E27FC236}">
                <ns2:creationId id="{469295A8-C898-44A6-990C-58D808EC2AE5}"/>
              </ns1:ext>
            </ns1:extLst>
          </ns0:cNvPr>
          <ns0:cNvSpPr>
            <ns1:spLocks noGrp="1"/>
          </ns0:cNvSpPr>
          <ns0:nvPr/>
        </ns0:nvSpPr>
        <ns0:spPr>
          <ns1:xfrm>
            <ns1:off x="819150" y="3800475"/>
            <ns1:ext cx="247650" cy="219075"/>
          </ns1:xfrm>
          <ns1:prstGeom prst="rect">
            <ns1:avLst/>
          </ns1:prstGeom>
          <ns1:noFill/>
          <ns1:ln w="0">
            <ns1:noFill/>
            <ns1:prstDash val="solid"/>
          </ns1:ln>
        </ns0:spPr>
        <ns0:txBody>
          <ns1:bodyPr lIns="0" tIns="0" rIns="0" bIns="0" anchor="ctr">
            <ns1:normAutofit fontScale="100000"/>
          </ns1:bodyPr>
          <ns1:lstStyle>
            <ns1:defPPr algn="r">
              <ns1:defRPr sz="1288" b="0">
                <ns1:solidFill>
                  <ns1:srgbClr val="647791"/>
                </ns1:solidFill>
                <ns1:latin typeface="Aptos"/>
                <ns1:ea typeface="Aptos"/>
                <ns1:cs typeface="Aptos"/>
              </ns1:defRPr>
            </ns1:defPPr>
            <ns1:lvl1pPr algn="r">
              <ns1:defRPr sz="1288" b="0">
                <ns1:solidFill>
                  <ns1:srgbClr val="647791"/>
                </ns1:solidFill>
                <ns1:latin typeface="Aptos"/>
                <ns1:ea typeface="Aptos"/>
                <ns1:cs typeface="Aptos"/>
              </ns1:defRPr>
            </ns1:lvl1pPr>
            <ns1:lvl2pPr algn="r">
              <ns1:defRPr sz="1288" b="0">
                <ns1:solidFill>
                  <ns1:srgbClr val="647791"/>
                </ns1:solidFill>
                <ns1:latin typeface="Aptos"/>
                <ns1:ea typeface="Aptos"/>
                <ns1:cs typeface="Aptos"/>
              </ns1:defRPr>
            </ns1:lvl2pPr>
            <ns1:lvl3pPr algn="r">
              <ns1:defRPr sz="1288" b="0">
                <ns1:solidFill>
                  <ns1:srgbClr val="647791"/>
                </ns1:solidFill>
                <ns1:latin typeface="Aptos"/>
                <ns1:ea typeface="Aptos"/>
                <ns1:cs typeface="Aptos"/>
              </ns1:defRPr>
            </ns1:lvl3pPr>
            <ns1:lvl4pPr algn="r">
              <ns1:defRPr sz="1288" b="0">
                <ns1:solidFill>
                  <ns1:srgbClr val="647791"/>
                </ns1:solidFill>
                <ns1:latin typeface="Aptos"/>
                <ns1:ea typeface="Aptos"/>
                <ns1:cs typeface="Aptos"/>
              </ns1:defRPr>
            </ns1:lvl4pPr>
            <ns1:lvl5pPr algn="r">
              <ns1:defRPr sz="1288" b="0">
                <ns1:solidFill>
                  <ns1:srgbClr val="647791"/>
                </ns1:solidFill>
                <ns1:latin typeface="Aptos"/>
                <ns1:ea typeface="Aptos"/>
                <ns1:cs typeface="Aptos"/>
              </ns1:defRPr>
            </ns1:lvl5pPr>
            <ns1:lvl6pPr algn="r">
              <ns1:defRPr sz="1288" b="0">
                <ns1:solidFill>
                  <ns1:srgbClr val="647791"/>
                </ns1:solidFill>
                <ns1:latin typeface="Aptos"/>
                <ns1:ea typeface="Aptos"/>
                <ns1:cs typeface="Aptos"/>
              </ns1:defRPr>
            </ns1:lvl6pPr>
            <ns1:lvl7pPr algn="r">
              <ns1:defRPr sz="1288" b="0">
                <ns1:solidFill>
                  <ns1:srgbClr val="647791"/>
                </ns1:solidFill>
                <ns1:latin typeface="Aptos"/>
                <ns1:ea typeface="Aptos"/>
                <ns1:cs typeface="Aptos"/>
              </ns1:defRPr>
            </ns1:lvl7pPr>
            <ns1:lvl8pPr algn="r">
              <ns1:defRPr sz="1288" b="0">
                <ns1:solidFill>
                  <ns1:srgbClr val="647791"/>
                </ns1:solidFill>
                <ns1:latin typeface="Aptos"/>
                <ns1:ea typeface="Aptos"/>
                <ns1:cs typeface="Aptos"/>
              </ns1:defRPr>
            </ns1:lvl8pPr>
            <ns1:lvl9pPr algn="r">
              <ns1:defRPr sz="1288" b="0">
                <ns1:solidFill>
                  <ns1:srgbClr val="647791"/>
                </ns1:solidFill>
                <ns1:latin typeface="Aptos"/>
                <ns1:ea typeface="Aptos"/>
                <ns1:cs typeface="Aptos"/>
              </ns1:defRPr>
            </ns1:lvl9pPr>
          </ns1:lstStyle>
          <ns1:p>
            <ns1:pPr algn="r">
              <ns1:defRPr sz="1288" b="0">
                <ns1:solidFill>
                  <ns1:srgbClr val="647791"/>
                </ns1:solidFill>
                <ns1:latin typeface="Aptos"/>
                <ns1:ea typeface="Aptos"/>
                <ns1:cs typeface="Aptos"/>
              </ns1:defRPr>
            </ns1:pPr>
            <ns1:r>
              <ns1:rPr sz="1288" b="0">
                <ns1:solidFill>
                  <ns1:srgbClr val="647791"/>
                </ns1:solidFill>
                <ns1:latin typeface="Aptos"/>
                <ns1:ea typeface="Aptos"/>
                <ns1:cs typeface="Aptos"/>
              </ns1:rPr>
              <ns1:t>08</ns1:t>
            </ns1:r>
          </ns1:p>
        </ns0:txBody>
      </ns0:sp>
      <ns0:sp>
        <ns0:nvSpPr>
          <ns0:cNvPr id="46" name="Código editable">
            <ns1:extLst>
              <ns1:ext uri="{FF2B5EF4-FFF2-40B4-BE49-F238E27FC236}">
                <ns2:creationId id="{B7C3C4BC-0BE8-462F-94D0-2B9B799F4C2B}"/>
              </ns1:ext>
            </ns1:extLst>
          </ns0:cNvPr>
          <ns0:cNvSpPr>
            <ns1:spLocks noGrp="1"/>
          </ns0:cNvSpPr>
          <ns0:nvPr/>
        </ns0:nvSpPr>
        <ns0:spPr>
          <ns1:xfrm>
            <ns1:off x="1190625" y="3800475"/>
            <ns1:ext cx="5324475" cy="219075"/>
          </ns1:xfrm>
          <ns1:prstGeom prst="rect">
            <ns1:avLst/>
          </ns1:prstGeom>
          <ns1:noFill/>
          <ns1:ln w="0">
            <ns1:noFill/>
            <ns1:prstDash val="solid"/>
          </ns1:ln>
        </ns0:spPr>
        <ns0:txBody>
          <ns1:bodyPr lIns="0" tIns="0" rIns="0" bIns="0" anchor="ctr">
            <ns1:normAutofit fontScale="100000"/>
          </ns1:bodyPr>
          <ns1:lstStyle>
            <ns1:defPPr algn="l">
              <ns1:defRPr sz="1288">
                <ns1:solidFill>
                  <ns1:srgbClr val="E6EDF7"/>
                </ns1:solidFill>
                <ns1:latin typeface="Menlo"/>
                <ns1:ea typeface="Menlo"/>
                <ns1:cs typeface="Menlo"/>
              </ns1:defRPr>
            </ns1:defPPr>
            <ns1:lvl1pPr algn="l">
              <ns1:defRPr sz="1288">
                <ns1:solidFill>
                  <ns1:srgbClr val="E6EDF7"/>
                </ns1:solidFill>
                <ns1:latin typeface="Menlo"/>
                <ns1:ea typeface="Menlo"/>
                <ns1:cs typeface="Menlo"/>
              </ns1:defRPr>
            </ns1:lvl1pPr>
            <ns1:lvl2pPr algn="l">
              <ns1:defRPr sz="1288">
                <ns1:solidFill>
                  <ns1:srgbClr val="E6EDF7"/>
                </ns1:solidFill>
                <ns1:latin typeface="Menlo"/>
                <ns1:ea typeface="Menlo"/>
                <ns1:cs typeface="Menlo"/>
              </ns1:defRPr>
            </ns1:lvl2pPr>
            <ns1:lvl3pPr algn="l">
              <ns1:defRPr sz="1288">
                <ns1:solidFill>
                  <ns1:srgbClr val="E6EDF7"/>
                </ns1:solidFill>
                <ns1:latin typeface="Menlo"/>
                <ns1:ea typeface="Menlo"/>
                <ns1:cs typeface="Menlo"/>
              </ns1:defRPr>
            </ns1:lvl3pPr>
            <ns1:lvl4pPr algn="l">
              <ns1:defRPr sz="1288">
                <ns1:solidFill>
                  <ns1:srgbClr val="E6EDF7"/>
                </ns1:solidFill>
                <ns1:latin typeface="Menlo"/>
                <ns1:ea typeface="Menlo"/>
                <ns1:cs typeface="Menlo"/>
              </ns1:defRPr>
            </ns1:lvl4pPr>
            <ns1:lvl5pPr algn="l">
              <ns1:defRPr sz="1288">
                <ns1:solidFill>
                  <ns1:srgbClr val="E6EDF7"/>
                </ns1:solidFill>
                <ns1:latin typeface="Menlo"/>
                <ns1:ea typeface="Menlo"/>
                <ns1:cs typeface="Menlo"/>
              </ns1:defRPr>
            </ns1:lvl5pPr>
            <ns1:lvl6pPr algn="l">
              <ns1:defRPr sz="1288">
                <ns1:solidFill>
                  <ns1:srgbClr val="E6EDF7"/>
                </ns1:solidFill>
                <ns1:latin typeface="Menlo"/>
                <ns1:ea typeface="Menlo"/>
                <ns1:cs typeface="Menlo"/>
              </ns1:defRPr>
            </ns1:lvl6pPr>
            <ns1:lvl7pPr algn="l">
              <ns1:defRPr sz="1288">
                <ns1:solidFill>
                  <ns1:srgbClr val="E6EDF7"/>
                </ns1:solidFill>
                <ns1:latin typeface="Menlo"/>
                <ns1:ea typeface="Menlo"/>
                <ns1:cs typeface="Menlo"/>
              </ns1:defRPr>
            </ns1:lvl7pPr>
            <ns1:lvl8pPr algn="l">
              <ns1:defRPr sz="1288">
                <ns1:solidFill>
                  <ns1:srgbClr val="E6EDF7"/>
                </ns1:solidFill>
                <ns1:latin typeface="Menlo"/>
                <ns1:ea typeface="Menlo"/>
                <ns1:cs typeface="Menlo"/>
              </ns1:defRPr>
            </ns1:lvl8pPr>
            <ns1:lvl9pPr algn="l">
              <ns1:defRPr sz="1288">
                <ns1:solidFill>
                  <ns1:srgbClr val="E6EDF7"/>
                </ns1:solidFill>
                <ns1:latin typeface="Menlo"/>
                <ns1:ea typeface="Menlo"/>
                <ns1:cs typeface="Menlo"/>
              </ns1:defRPr>
            </ns1:lvl9pPr>
          </ns1:lstStyle>
          <ns1:p>
            <ns1:pPr algn="l">
              <ns1:defRPr sz="1288">
                <ns1:solidFill>
                  <ns1:srgbClr val="E6EDF7"/>
                </ns1:solidFill>
                <ns1:latin typeface="Menlo"/>
                <ns1:ea typeface="Menlo"/>
                <ns1:cs typeface="Menlo"/>
              </ns1:defRPr>
            </ns1:pPr>
            <ns1:r>
              <ns1:rPr sz="1288">
                <ns1:solidFill>
                  <ns1:srgbClr val="E6EDF7"/>
                </ns1:solidFill>
                <ns1:latin typeface="Menlo"/>
                <ns1:ea typeface="Menlo"/>
                <ns1:cs typeface="Menlo"/>
              </ns1:rPr>
              <ns1:t>    </ns1:t>
            </ns1:r>
            <ns1:r>
              <ns1:rPr sz="1288">
                <ns1:solidFill>
                  <ns1:srgbClr val="E6EDF7"/>
                </ns1:solidFill>
                <ns1:latin typeface="Menlo"/>
                <ns1:ea typeface="Menlo"/>
                <ns1:cs typeface="Menlo"/>
              </ns1:rPr>
              <ns1:t>}</ns1:t>
            </ns1:r>
            <ns1:r>
              <ns1:rPr sz="1288">
                <ns1:solidFill>
                  <ns1:srgbClr val="E6EDF7"/>
                </ns1:solidFill>
                <ns1:latin typeface="Menlo"/>
                <ns1:ea typeface="Menlo"/>
                <ns1:cs typeface="Menlo"/>
              </ns1:rPr>
              <ns1:t>)</ns1:t>
            </ns1:r>
          </ns1:p>
        </ns0:txBody>
      </ns0:sp>
      <ns0:sp>
        <ns0:nvSpPr>
          <ns0:cNvPr id="47" name="">
            <ns1:extLst>
              <ns1:ext uri="{FF2B5EF4-FFF2-40B4-BE49-F238E27FC236}">
                <ns2:creationId id="{EA0D3B18-01E9-446F-9E05-3A592BAE11CC}"/>
              </ns1:ext>
            </ns1:extLst>
          </ns0:cNvPr>
          <ns0:cNvSpPr>
            <ns1:spLocks noGrp="1"/>
          </ns0:cNvSpPr>
          <ns0:nvPr/>
        </ns0:nvSpPr>
        <ns0:spPr>
          <ns1:xfrm>
            <ns1:off x="7334250" y="1771650"/>
            <ns1:ext cx="361950" cy="361950"/>
          </ns1:xfrm>
          <ns1:prstGeom prst="ellipse">
            <ns1:avLst/>
          </ns1:prstGeom>
          <ns1:solidFill>
            <ns1:srgbClr val="22B8A8"/>
          </ns1:solidFill>
          <ns1:ln w="0">
            <ns1:noFill/>
            <ns1:prstDash val="solid"/>
          </ns1:ln>
        </ns0:spPr>
      </ns0:sp>
      <ns0:sp>
        <ns0:nvSpPr>
          <ns0:cNvPr id="48" name="">
            <ns1:extLst>
              <ns1:ext uri="{FF2B5EF4-FFF2-40B4-BE49-F238E27FC236}">
                <ns2:creationId id="{0A61D6C5-825E-4748-ADFA-6BB0BDCB6889}"/>
              </ns1:ext>
            </ns1:extLst>
          </ns0:cNvPr>
          <ns0:cNvSpPr>
            <ns1:spLocks noGrp="1"/>
          </ns0:cNvSpPr>
          <ns0:nvPr/>
        </ns0:nvSpPr>
        <ns0:spPr>
          <ns1:xfrm>
            <ns1:off x="7334250" y="1771650"/>
            <ns1:ext cx="361950" cy="36195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72554"/>
                </ns1:solidFill>
                <ns1:latin typeface="Aptos"/>
                <ns1:ea typeface="Aptos"/>
                <ns1:cs typeface="Aptos"/>
              </ns1:defRPr>
            </ns1:defPPr>
            <ns1:lvl1pPr algn="ctr">
              <ns1:defRPr sz="1200" b="1">
                <ns1:solidFill>
                  <ns1:srgbClr val="172554"/>
                </ns1:solidFill>
                <ns1:latin typeface="Aptos"/>
                <ns1:ea typeface="Aptos"/>
                <ns1:cs typeface="Aptos"/>
              </ns1:defRPr>
            </ns1:lvl1pPr>
            <ns1:lvl2pPr algn="ctr">
              <ns1:defRPr sz="1200" b="1">
                <ns1:solidFill>
                  <ns1:srgbClr val="172554"/>
                </ns1:solidFill>
                <ns1:latin typeface="Aptos"/>
                <ns1:ea typeface="Aptos"/>
                <ns1:cs typeface="Aptos"/>
              </ns1:defRPr>
            </ns1:lvl2pPr>
            <ns1:lvl3pPr algn="ctr">
              <ns1:defRPr sz="1200" b="1">
                <ns1:solidFill>
                  <ns1:srgbClr val="172554"/>
                </ns1:solidFill>
                <ns1:latin typeface="Aptos"/>
                <ns1:ea typeface="Aptos"/>
                <ns1:cs typeface="Aptos"/>
              </ns1:defRPr>
            </ns1:lvl3pPr>
            <ns1:lvl4pPr algn="ctr">
              <ns1:defRPr sz="1200" b="1">
                <ns1:solidFill>
                  <ns1:srgbClr val="172554"/>
                </ns1:solidFill>
                <ns1:latin typeface="Aptos"/>
                <ns1:ea typeface="Aptos"/>
                <ns1:cs typeface="Aptos"/>
              </ns1:defRPr>
            </ns1:lvl4pPr>
            <ns1:lvl5pPr algn="ctr">
              <ns1:defRPr sz="1200" b="1">
                <ns1:solidFill>
                  <ns1:srgbClr val="172554"/>
                </ns1:solidFill>
                <ns1:latin typeface="Aptos"/>
                <ns1:ea typeface="Aptos"/>
                <ns1:cs typeface="Aptos"/>
              </ns1:defRPr>
            </ns1:lvl5pPr>
            <ns1:lvl6pPr algn="ctr">
              <ns1:defRPr sz="1200" b="1">
                <ns1:solidFill>
                  <ns1:srgbClr val="172554"/>
                </ns1:solidFill>
                <ns1:latin typeface="Aptos"/>
                <ns1:ea typeface="Aptos"/>
                <ns1:cs typeface="Aptos"/>
              </ns1:defRPr>
            </ns1:lvl6pPr>
            <ns1:lvl7pPr algn="ctr">
              <ns1:defRPr sz="1200" b="1">
                <ns1:solidFill>
                  <ns1:srgbClr val="172554"/>
                </ns1:solidFill>
                <ns1:latin typeface="Aptos"/>
                <ns1:ea typeface="Aptos"/>
                <ns1:cs typeface="Aptos"/>
              </ns1:defRPr>
            </ns1:lvl7pPr>
            <ns1:lvl8pPr algn="ctr">
              <ns1:defRPr sz="1200" b="1">
                <ns1:solidFill>
                  <ns1:srgbClr val="172554"/>
                </ns1:solidFill>
                <ns1:latin typeface="Aptos"/>
                <ns1:ea typeface="Aptos"/>
                <ns1:cs typeface="Aptos"/>
              </ns1:defRPr>
            </ns1:lvl8pPr>
            <ns1:lvl9pPr algn="ctr">
              <ns1:defRPr sz="1200" b="1">
                <ns1:solidFill>
                  <ns1:srgbClr val="172554"/>
                </ns1:solidFill>
                <ns1:latin typeface="Aptos"/>
                <ns1:ea typeface="Aptos"/>
                <ns1:cs typeface="Aptos"/>
              </ns1:defRPr>
            </ns1:lvl9pPr>
          </ns1:lstStyle>
          <ns1:p>
            <ns1:pPr algn="ctr">
              <ns1:defRPr sz="1200" b="1">
                <ns1:solidFill>
                  <ns1:srgbClr val="172554"/>
                </ns1:solidFill>
                <ns1:latin typeface="Aptos"/>
                <ns1:ea typeface="Aptos"/>
                <ns1:cs typeface="Aptos"/>
              </ns1:defRPr>
            </ns1:pPr>
            <ns1:r>
              <ns1:rPr sz="1200" b="1">
                <ns1:solidFill>
                  <ns1:srgbClr val="172554"/>
                </ns1:solidFill>
                <ns1:latin typeface="Aptos"/>
                <ns1:ea typeface="Aptos"/>
                <ns1:cs typeface="Aptos"/>
              </ns1:rPr>
              <ns1:t>1</ns1:t>
            </ns1:r>
          </ns1:p>
        </ns0:txBody>
      </ns0:sp>
      <ns0:sp>
        <ns0:nvSpPr>
          <ns0:cNvPr id="49" name="">
            <ns1:extLst>
              <ns1:ext uri="{FF2B5EF4-FFF2-40B4-BE49-F238E27FC236}">
                <ns2:creationId id="{86FBEEF3-789C-4F48-9AFD-7E811846FB52}"/>
              </ns1:ext>
            </ns1:extLst>
          </ns0:cNvPr>
          <ns0:cNvSpPr>
            <ns1:spLocks noGrp="1"/>
          </ns0:cNvSpPr>
          <ns0:nvPr/>
        </ns0:nvSpPr>
        <ns0:spPr>
          <ns1:xfrm>
            <ns1:off x="7905750" y="1714500"/>
            <ns1:ext cx="1524000"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172554"/>
                </ns1:solidFill>
                <ns1:latin typeface="Aptos"/>
                <ns1:ea typeface="Aptos"/>
                <ns1:cs typeface="Aptos"/>
              </ns1:defRPr>
            </ns1:defPPr>
            <ns1:lvl1pPr algn="l">
              <ns1:defRPr sz="1425" b="1">
                <ns1:solidFill>
                  <ns1:srgbClr val="172554"/>
                </ns1:solidFill>
                <ns1:latin typeface="Aptos"/>
                <ns1:ea typeface="Aptos"/>
                <ns1:cs typeface="Aptos"/>
              </ns1:defRPr>
            </ns1:lvl1pPr>
            <ns1:lvl2pPr algn="l">
              <ns1:defRPr sz="1425" b="1">
                <ns1:solidFill>
                  <ns1:srgbClr val="172554"/>
                </ns1:solidFill>
                <ns1:latin typeface="Aptos"/>
                <ns1:ea typeface="Aptos"/>
                <ns1:cs typeface="Aptos"/>
              </ns1:defRPr>
            </ns1:lvl2pPr>
            <ns1:lvl3pPr algn="l">
              <ns1:defRPr sz="1425" b="1">
                <ns1:solidFill>
                  <ns1:srgbClr val="172554"/>
                </ns1:solidFill>
                <ns1:latin typeface="Aptos"/>
                <ns1:ea typeface="Aptos"/>
                <ns1:cs typeface="Aptos"/>
              </ns1:defRPr>
            </ns1:lvl3pPr>
            <ns1:lvl4pPr algn="l">
              <ns1:defRPr sz="1425" b="1">
                <ns1:solidFill>
                  <ns1:srgbClr val="172554"/>
                </ns1:solidFill>
                <ns1:latin typeface="Aptos"/>
                <ns1:ea typeface="Aptos"/>
                <ns1:cs typeface="Aptos"/>
              </ns1:defRPr>
            </ns1:lvl4pPr>
            <ns1:lvl5pPr algn="l">
              <ns1:defRPr sz="1425" b="1">
                <ns1:solidFill>
                  <ns1:srgbClr val="172554"/>
                </ns1:solidFill>
                <ns1:latin typeface="Aptos"/>
                <ns1:ea typeface="Aptos"/>
                <ns1:cs typeface="Aptos"/>
              </ns1:defRPr>
            </ns1:lvl5pPr>
            <ns1:lvl6pPr algn="l">
              <ns1:defRPr sz="1425" b="1">
                <ns1:solidFill>
                  <ns1:srgbClr val="172554"/>
                </ns1:solidFill>
                <ns1:latin typeface="Aptos"/>
                <ns1:ea typeface="Aptos"/>
                <ns1:cs typeface="Aptos"/>
              </ns1:defRPr>
            </ns1:lvl6pPr>
            <ns1:lvl7pPr algn="l">
              <ns1:defRPr sz="1425" b="1">
                <ns1:solidFill>
                  <ns1:srgbClr val="172554"/>
                </ns1:solidFill>
                <ns1:latin typeface="Aptos"/>
                <ns1:ea typeface="Aptos"/>
                <ns1:cs typeface="Aptos"/>
              </ns1:defRPr>
            </ns1:lvl7pPr>
            <ns1:lvl8pPr algn="l">
              <ns1:defRPr sz="1425" b="1">
                <ns1:solidFill>
                  <ns1:srgbClr val="172554"/>
                </ns1:solidFill>
                <ns1:latin typeface="Aptos"/>
                <ns1:ea typeface="Aptos"/>
                <ns1:cs typeface="Aptos"/>
              </ns1:defRPr>
            </ns1:lvl8pPr>
            <ns1:lvl9pPr algn="l">
              <ns1:defRPr sz="1425" b="1">
                <ns1:solidFill>
                  <ns1:srgbClr val="172554"/>
                </ns1:solidFill>
                <ns1:latin typeface="Aptos"/>
                <ns1:ea typeface="Aptos"/>
                <ns1:cs typeface="Aptos"/>
              </ns1:defRPr>
            </ns1:lvl9pPr>
          </ns1:lstStyle>
          <ns1:p>
            <ns1:pPr algn="l">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Escanear</ns1:t>
            </ns1:r>
          </ns1:p>
        </ns0:txBody>
      </ns0:sp>
      <ns0:sp>
        <ns0:nvSpPr>
          <ns0:cNvPr id="50" name="">
            <ns1:extLst>
              <ns1:ext uri="{FF2B5EF4-FFF2-40B4-BE49-F238E27FC236}">
                <ns2:creationId id="{EE8464C7-F14D-4F1A-8593-E6796775447B}"/>
              </ns1:ext>
            </ns1:extLst>
          </ns0:cNvPr>
          <ns0:cNvSpPr>
            <ns1:spLocks noGrp="1"/>
          </ns0:cNvSpPr>
          <ns0:nvPr/>
        </ns0:nvSpPr>
        <ns0:spPr>
          <ns1:xfrm>
            <ns1:off x="7905750" y="2038350"/>
            <ns1:ext cx="3333750" cy="333375"/>
          </ns1:xfrm>
          <ns1:prstGeom prst="rect">
            <ns1:avLst/>
          </ns1:prstGeom>
          <ns1:noFill/>
          <ns1:ln w="0">
            <ns1:noFill/>
            <ns1:prstDash val="solid"/>
          </ns1:ln>
        </ns0:spPr>
        <ns0:txBody>
          <ns1:bodyPr lIns="0" tIns="0" rIns="0" bIns="0" anchor="ctr">
            <ns1:normAutofit fontScale="100000"/>
          </ns1:bodyPr>
          <ns1:lstStyle>
            <ns1:defPPr algn="l">
              <ns1:defRPr sz="1200" b="0">
                <ns1:solidFill>
                  <ns1:srgbClr val="536276"/>
                </ns1:solidFill>
                <ns1:latin typeface="Aptos"/>
                <ns1:ea typeface="Aptos"/>
                <ns1:cs typeface="Aptos"/>
              </ns1:defRPr>
            </ns1:defPPr>
            <ns1:lvl1pPr algn="l">
              <ns1:defRPr sz="1200" b="0">
                <ns1:solidFill>
                  <ns1:srgbClr val="536276"/>
                </ns1:solidFill>
                <ns1:latin typeface="Aptos"/>
                <ns1:ea typeface="Aptos"/>
                <ns1:cs typeface="Aptos"/>
              </ns1:defRPr>
            </ns1:lvl1pPr>
            <ns1:lvl2pPr algn="l">
              <ns1:defRPr sz="1200" b="0">
                <ns1:solidFill>
                  <ns1:srgbClr val="536276"/>
                </ns1:solidFill>
                <ns1:latin typeface="Aptos"/>
                <ns1:ea typeface="Aptos"/>
                <ns1:cs typeface="Aptos"/>
              </ns1:defRPr>
            </ns1:lvl2pPr>
            <ns1:lvl3pPr algn="l">
              <ns1:defRPr sz="1200" b="0">
                <ns1:solidFill>
                  <ns1:srgbClr val="536276"/>
                </ns1:solidFill>
                <ns1:latin typeface="Aptos"/>
                <ns1:ea typeface="Aptos"/>
                <ns1:cs typeface="Aptos"/>
              </ns1:defRPr>
            </ns1:lvl3pPr>
            <ns1:lvl4pPr algn="l">
              <ns1:defRPr sz="1200" b="0">
                <ns1:solidFill>
                  <ns1:srgbClr val="536276"/>
                </ns1:solidFill>
                <ns1:latin typeface="Aptos"/>
                <ns1:ea typeface="Aptos"/>
                <ns1:cs typeface="Aptos"/>
              </ns1:defRPr>
            </ns1:lvl4pPr>
            <ns1:lvl5pPr algn="l">
              <ns1:defRPr sz="1200" b="0">
                <ns1:solidFill>
                  <ns1:srgbClr val="536276"/>
                </ns1:solidFill>
                <ns1:latin typeface="Aptos"/>
                <ns1:ea typeface="Aptos"/>
                <ns1:cs typeface="Aptos"/>
              </ns1:defRPr>
            </ns1:lvl5pPr>
            <ns1:lvl6pPr algn="l">
              <ns1:defRPr sz="1200" b="0">
                <ns1:solidFill>
                  <ns1:srgbClr val="536276"/>
                </ns1:solidFill>
                <ns1:latin typeface="Aptos"/>
                <ns1:ea typeface="Aptos"/>
                <ns1:cs typeface="Aptos"/>
              </ns1:defRPr>
            </ns1:lvl6pPr>
            <ns1:lvl7pPr algn="l">
              <ns1:defRPr sz="1200" b="0">
                <ns1:solidFill>
                  <ns1:srgbClr val="536276"/>
                </ns1:solidFill>
                <ns1:latin typeface="Aptos"/>
                <ns1:ea typeface="Aptos"/>
                <ns1:cs typeface="Aptos"/>
              </ns1:defRPr>
            </ns1:lvl7pPr>
            <ns1:lvl8pPr algn="l">
              <ns1:defRPr sz="1200" b="0">
                <ns1:solidFill>
                  <ns1:srgbClr val="536276"/>
                </ns1:solidFill>
                <ns1:latin typeface="Aptos"/>
                <ns1:ea typeface="Aptos"/>
                <ns1:cs typeface="Aptos"/>
              </ns1:defRPr>
            </ns1:lvl8pPr>
            <ns1:lvl9pPr algn="l">
              <ns1:defRPr sz="1200" b="0">
                <ns1:solidFill>
                  <ns1:srgbClr val="536276"/>
                </ns1:solidFill>
                <ns1:latin typeface="Aptos"/>
                <ns1:ea typeface="Aptos"/>
                <ns1:cs typeface="Aptos"/>
              </ns1:defRPr>
            </ns1:lvl9pPr>
          </ns1:lstStyle>
          <ns1:p>
            <ns1:pPr algn="l">
              <ns1:defRPr sz="1200" b="0">
                <ns1:solidFill>
                  <ns1:srgbClr val="536276"/>
                </ns1:solidFill>
                <ns1:latin typeface="Aptos"/>
                <ns1:ea typeface="Aptos"/>
                <ns1:cs typeface="Aptos"/>
              </ns1:defRPr>
            </ns1:pPr>
            <ns1:r>
              <ns1:rPr sz="1200" b="0">
                <ns1:solidFill>
                  <ns1:srgbClr val="536276"/>
                </ns1:solidFill>
                <ns1:latin typeface="Aptos"/>
                <ns1:ea typeface="Aptos"/>
                <ns1:cs typeface="Aptos"/>
              </ns1:rPr>
              <ns1:t>La cámara lee el código.</ns1:t>
            </ns1:r>
          </ns1:p>
        </ns0:txBody>
      </ns0:sp>
      <ns0:sp>
        <ns0:nvSpPr>
          <ns0:cNvPr id="51" name="">
            <ns1:extLst>
              <ns1:ext uri="{FF2B5EF4-FFF2-40B4-BE49-F238E27FC236}">
                <ns2:creationId id="{C1AC70C7-717B-435D-802F-9DEA5CE0F54A}"/>
              </ns1:ext>
            </ns1:extLst>
          </ns0:cNvPr>
          <ns0:cNvSpPr>
            <ns1:spLocks noGrp="1"/>
          </ns0:cNvSpPr>
          <ns0:nvPr/>
        </ns0:nvSpPr>
        <ns0:spPr>
          <ns1:xfrm flipV="0">
            <ns1:off x="7515225" y="2171700"/>
            <ns1:ext cx="9525" cy="542925"/>
          </ns1:xfrm>
          <ns1:prstGeom prst="line">
            <ns1:avLst/>
          </ns1:prstGeom>
          <ns1:noFill/>
          <ns1:ln w="19050">
            <ns1:solidFill>
              <ns1:srgbClr val="DCE3ED"/>
            </ns1:solidFill>
            <ns1:prstDash val="solid"/>
          </ns1:ln>
        </ns0:spPr>
      </ns0:sp>
      <ns0:sp>
        <ns0:nvSpPr>
          <ns0:cNvPr id="52" name="">
            <ns1:extLst>
              <ns1:ext uri="{FF2B5EF4-FFF2-40B4-BE49-F238E27FC236}">
                <ns2:creationId id="{545239FC-1152-4DF1-9120-F8CA329E9C18}"/>
              </ns1:ext>
            </ns1:extLst>
          </ns0:cNvPr>
          <ns0:cNvSpPr>
            <ns1:spLocks noGrp="1"/>
          </ns0:cNvSpPr>
          <ns0:nvPr/>
        </ns0:nvSpPr>
        <ns0:spPr>
          <ns1:xfrm>
            <ns1:off x="7334250" y="2771775"/>
            <ns1:ext cx="361950" cy="361950"/>
          </ns1:xfrm>
          <ns1:prstGeom prst="ellipse">
            <ns1:avLst/>
          </ns1:prstGeom>
          <ns1:solidFill>
            <ns1:srgbClr val="22B8A8"/>
          </ns1:solidFill>
          <ns1:ln w="0">
            <ns1:noFill/>
            <ns1:prstDash val="solid"/>
          </ns1:ln>
        </ns0:spPr>
      </ns0:sp>
      <ns0:sp>
        <ns0:nvSpPr>
          <ns0:cNvPr id="53" name="">
            <ns1:extLst>
              <ns1:ext uri="{FF2B5EF4-FFF2-40B4-BE49-F238E27FC236}">
                <ns2:creationId id="{40D09484-4DD9-4EB1-A926-E2ABDEB49B7A}"/>
              </ns1:ext>
            </ns1:extLst>
          </ns0:cNvPr>
          <ns0:cNvSpPr>
            <ns1:spLocks noGrp="1"/>
          </ns0:cNvSpPr>
          <ns0:nvPr/>
        </ns0:nvSpPr>
        <ns0:spPr>
          <ns1:xfrm>
            <ns1:off x="7334250" y="2771775"/>
            <ns1:ext cx="361950" cy="36195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72554"/>
                </ns1:solidFill>
                <ns1:latin typeface="Aptos"/>
                <ns1:ea typeface="Aptos"/>
                <ns1:cs typeface="Aptos"/>
              </ns1:defRPr>
            </ns1:defPPr>
            <ns1:lvl1pPr algn="ctr">
              <ns1:defRPr sz="1200" b="1">
                <ns1:solidFill>
                  <ns1:srgbClr val="172554"/>
                </ns1:solidFill>
                <ns1:latin typeface="Aptos"/>
                <ns1:ea typeface="Aptos"/>
                <ns1:cs typeface="Aptos"/>
              </ns1:defRPr>
            </ns1:lvl1pPr>
            <ns1:lvl2pPr algn="ctr">
              <ns1:defRPr sz="1200" b="1">
                <ns1:solidFill>
                  <ns1:srgbClr val="172554"/>
                </ns1:solidFill>
                <ns1:latin typeface="Aptos"/>
                <ns1:ea typeface="Aptos"/>
                <ns1:cs typeface="Aptos"/>
              </ns1:defRPr>
            </ns1:lvl2pPr>
            <ns1:lvl3pPr algn="ctr">
              <ns1:defRPr sz="1200" b="1">
                <ns1:solidFill>
                  <ns1:srgbClr val="172554"/>
                </ns1:solidFill>
                <ns1:latin typeface="Aptos"/>
                <ns1:ea typeface="Aptos"/>
                <ns1:cs typeface="Aptos"/>
              </ns1:defRPr>
            </ns1:lvl3pPr>
            <ns1:lvl4pPr algn="ctr">
              <ns1:defRPr sz="1200" b="1">
                <ns1:solidFill>
                  <ns1:srgbClr val="172554"/>
                </ns1:solidFill>
                <ns1:latin typeface="Aptos"/>
                <ns1:ea typeface="Aptos"/>
                <ns1:cs typeface="Aptos"/>
              </ns1:defRPr>
            </ns1:lvl4pPr>
            <ns1:lvl5pPr algn="ctr">
              <ns1:defRPr sz="1200" b="1">
                <ns1:solidFill>
                  <ns1:srgbClr val="172554"/>
                </ns1:solidFill>
                <ns1:latin typeface="Aptos"/>
                <ns1:ea typeface="Aptos"/>
                <ns1:cs typeface="Aptos"/>
              </ns1:defRPr>
            </ns1:lvl5pPr>
            <ns1:lvl6pPr algn="ctr">
              <ns1:defRPr sz="1200" b="1">
                <ns1:solidFill>
                  <ns1:srgbClr val="172554"/>
                </ns1:solidFill>
                <ns1:latin typeface="Aptos"/>
                <ns1:ea typeface="Aptos"/>
                <ns1:cs typeface="Aptos"/>
              </ns1:defRPr>
            </ns1:lvl6pPr>
            <ns1:lvl7pPr algn="ctr">
              <ns1:defRPr sz="1200" b="1">
                <ns1:solidFill>
                  <ns1:srgbClr val="172554"/>
                </ns1:solidFill>
                <ns1:latin typeface="Aptos"/>
                <ns1:ea typeface="Aptos"/>
                <ns1:cs typeface="Aptos"/>
              </ns1:defRPr>
            </ns1:lvl7pPr>
            <ns1:lvl8pPr algn="ctr">
              <ns1:defRPr sz="1200" b="1">
                <ns1:solidFill>
                  <ns1:srgbClr val="172554"/>
                </ns1:solidFill>
                <ns1:latin typeface="Aptos"/>
                <ns1:ea typeface="Aptos"/>
                <ns1:cs typeface="Aptos"/>
              </ns1:defRPr>
            </ns1:lvl8pPr>
            <ns1:lvl9pPr algn="ctr">
              <ns1:defRPr sz="1200" b="1">
                <ns1:solidFill>
                  <ns1:srgbClr val="172554"/>
                </ns1:solidFill>
                <ns1:latin typeface="Aptos"/>
                <ns1:ea typeface="Aptos"/>
                <ns1:cs typeface="Aptos"/>
              </ns1:defRPr>
            </ns1:lvl9pPr>
          </ns1:lstStyle>
          <ns1:p>
            <ns1:pPr algn="ctr">
              <ns1:defRPr sz="1200" b="1">
                <ns1:solidFill>
                  <ns1:srgbClr val="172554"/>
                </ns1:solidFill>
                <ns1:latin typeface="Aptos"/>
                <ns1:ea typeface="Aptos"/>
                <ns1:cs typeface="Aptos"/>
              </ns1:defRPr>
            </ns1:pPr>
            <ns1:r>
              <ns1:rPr sz="1200" b="1">
                <ns1:solidFill>
                  <ns1:srgbClr val="172554"/>
                </ns1:solidFill>
                <ns1:latin typeface="Aptos"/>
                <ns1:ea typeface="Aptos"/>
                <ns1:cs typeface="Aptos"/>
              </ns1:rPr>
              <ns1:t>2</ns1:t>
            </ns1:r>
          </ns1:p>
        </ns0:txBody>
      </ns0:sp>
      <ns0:sp>
        <ns0:nvSpPr>
          <ns0:cNvPr id="54" name="">
            <ns1:extLst>
              <ns1:ext uri="{FF2B5EF4-FFF2-40B4-BE49-F238E27FC236}">
                <ns2:creationId id="{9C1E0CE0-8772-4685-95F7-3A20B2DBD858}"/>
              </ns1:ext>
            </ns1:extLst>
          </ns0:cNvPr>
          <ns0:cNvSpPr>
            <ns1:spLocks noGrp="1"/>
          </ns0:cNvSpPr>
          <ns0:nvPr/>
        </ns0:nvSpPr>
        <ns0:spPr>
          <ns1:xfrm>
            <ns1:off x="7905750" y="2714625"/>
            <ns1:ext cx="1524000"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172554"/>
                </ns1:solidFill>
                <ns1:latin typeface="Aptos"/>
                <ns1:ea typeface="Aptos"/>
                <ns1:cs typeface="Aptos"/>
              </ns1:defRPr>
            </ns1:defPPr>
            <ns1:lvl1pPr algn="l">
              <ns1:defRPr sz="1425" b="1">
                <ns1:solidFill>
                  <ns1:srgbClr val="172554"/>
                </ns1:solidFill>
                <ns1:latin typeface="Aptos"/>
                <ns1:ea typeface="Aptos"/>
                <ns1:cs typeface="Aptos"/>
              </ns1:defRPr>
            </ns1:lvl1pPr>
            <ns1:lvl2pPr algn="l">
              <ns1:defRPr sz="1425" b="1">
                <ns1:solidFill>
                  <ns1:srgbClr val="172554"/>
                </ns1:solidFill>
                <ns1:latin typeface="Aptos"/>
                <ns1:ea typeface="Aptos"/>
                <ns1:cs typeface="Aptos"/>
              </ns1:defRPr>
            </ns1:lvl2pPr>
            <ns1:lvl3pPr algn="l">
              <ns1:defRPr sz="1425" b="1">
                <ns1:solidFill>
                  <ns1:srgbClr val="172554"/>
                </ns1:solidFill>
                <ns1:latin typeface="Aptos"/>
                <ns1:ea typeface="Aptos"/>
                <ns1:cs typeface="Aptos"/>
              </ns1:defRPr>
            </ns1:lvl3pPr>
            <ns1:lvl4pPr algn="l">
              <ns1:defRPr sz="1425" b="1">
                <ns1:solidFill>
                  <ns1:srgbClr val="172554"/>
                </ns1:solidFill>
                <ns1:latin typeface="Aptos"/>
                <ns1:ea typeface="Aptos"/>
                <ns1:cs typeface="Aptos"/>
              </ns1:defRPr>
            </ns1:lvl4pPr>
            <ns1:lvl5pPr algn="l">
              <ns1:defRPr sz="1425" b="1">
                <ns1:solidFill>
                  <ns1:srgbClr val="172554"/>
                </ns1:solidFill>
                <ns1:latin typeface="Aptos"/>
                <ns1:ea typeface="Aptos"/>
                <ns1:cs typeface="Aptos"/>
              </ns1:defRPr>
            </ns1:lvl5pPr>
            <ns1:lvl6pPr algn="l">
              <ns1:defRPr sz="1425" b="1">
                <ns1:solidFill>
                  <ns1:srgbClr val="172554"/>
                </ns1:solidFill>
                <ns1:latin typeface="Aptos"/>
                <ns1:ea typeface="Aptos"/>
                <ns1:cs typeface="Aptos"/>
              </ns1:defRPr>
            </ns1:lvl6pPr>
            <ns1:lvl7pPr algn="l">
              <ns1:defRPr sz="1425" b="1">
                <ns1:solidFill>
                  <ns1:srgbClr val="172554"/>
                </ns1:solidFill>
                <ns1:latin typeface="Aptos"/>
                <ns1:ea typeface="Aptos"/>
                <ns1:cs typeface="Aptos"/>
              </ns1:defRPr>
            </ns1:lvl7pPr>
            <ns1:lvl8pPr algn="l">
              <ns1:defRPr sz="1425" b="1">
                <ns1:solidFill>
                  <ns1:srgbClr val="172554"/>
                </ns1:solidFill>
                <ns1:latin typeface="Aptos"/>
                <ns1:ea typeface="Aptos"/>
                <ns1:cs typeface="Aptos"/>
              </ns1:defRPr>
            </ns1:lvl8pPr>
            <ns1:lvl9pPr algn="l">
              <ns1:defRPr sz="1425" b="1">
                <ns1:solidFill>
                  <ns1:srgbClr val="172554"/>
                </ns1:solidFill>
                <ns1:latin typeface="Aptos"/>
                <ns1:ea typeface="Aptos"/>
                <ns1:cs typeface="Aptos"/>
              </ns1:defRPr>
            </ns1:lvl9pPr>
          </ns1:lstStyle>
          <ns1:p>
            <ns1:pPr algn="l">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Clasificar</ns1:t>
            </ns1:r>
          </ns1:p>
        </ns0:txBody>
      </ns0:sp>
      <ns0:sp>
        <ns0:nvSpPr>
          <ns0:cNvPr id="55" name="">
            <ns1:extLst>
              <ns1:ext uri="{FF2B5EF4-FFF2-40B4-BE49-F238E27FC236}">
                <ns2:creationId id="{85747485-29CD-4A1A-A734-62B1211D2C85}"/>
              </ns1:ext>
            </ns1:extLst>
          </ns0:cNvPr>
          <ns0:cNvSpPr>
            <ns1:spLocks noGrp="1"/>
          </ns0:cNvSpPr>
          <ns0:nvPr/>
        </ns0:nvSpPr>
        <ns0:spPr>
          <ns1:xfrm>
            <ns1:off x="7905750" y="3038475"/>
            <ns1:ext cx="3333750" cy="333375"/>
          </ns1:xfrm>
          <ns1:prstGeom prst="rect">
            <ns1:avLst/>
          </ns1:prstGeom>
          <ns1:noFill/>
          <ns1:ln w="0">
            <ns1:noFill/>
            <ns1:prstDash val="solid"/>
          </ns1:ln>
        </ns0:spPr>
        <ns0:txBody>
          <ns1:bodyPr lIns="0" tIns="0" rIns="0" bIns="0" anchor="ctr">
            <ns1:normAutofit fontScale="100000"/>
          </ns1:bodyPr>
          <ns1:lstStyle>
            <ns1:defPPr algn="l">
              <ns1:defRPr sz="1200" b="0">
                <ns1:solidFill>
                  <ns1:srgbClr val="536276"/>
                </ns1:solidFill>
                <ns1:latin typeface="Aptos"/>
                <ns1:ea typeface="Aptos"/>
                <ns1:cs typeface="Aptos"/>
              </ns1:defRPr>
            </ns1:defPPr>
            <ns1:lvl1pPr algn="l">
              <ns1:defRPr sz="1200" b="0">
                <ns1:solidFill>
                  <ns1:srgbClr val="536276"/>
                </ns1:solidFill>
                <ns1:latin typeface="Aptos"/>
                <ns1:ea typeface="Aptos"/>
                <ns1:cs typeface="Aptos"/>
              </ns1:defRPr>
            </ns1:lvl1pPr>
            <ns1:lvl2pPr algn="l">
              <ns1:defRPr sz="1200" b="0">
                <ns1:solidFill>
                  <ns1:srgbClr val="536276"/>
                </ns1:solidFill>
                <ns1:latin typeface="Aptos"/>
                <ns1:ea typeface="Aptos"/>
                <ns1:cs typeface="Aptos"/>
              </ns1:defRPr>
            </ns1:lvl2pPr>
            <ns1:lvl3pPr algn="l">
              <ns1:defRPr sz="1200" b="0">
                <ns1:solidFill>
                  <ns1:srgbClr val="536276"/>
                </ns1:solidFill>
                <ns1:latin typeface="Aptos"/>
                <ns1:ea typeface="Aptos"/>
                <ns1:cs typeface="Aptos"/>
              </ns1:defRPr>
            </ns1:lvl3pPr>
            <ns1:lvl4pPr algn="l">
              <ns1:defRPr sz="1200" b="0">
                <ns1:solidFill>
                  <ns1:srgbClr val="536276"/>
                </ns1:solidFill>
                <ns1:latin typeface="Aptos"/>
                <ns1:ea typeface="Aptos"/>
                <ns1:cs typeface="Aptos"/>
              </ns1:defRPr>
            </ns1:lvl4pPr>
            <ns1:lvl5pPr algn="l">
              <ns1:defRPr sz="1200" b="0">
                <ns1:solidFill>
                  <ns1:srgbClr val="536276"/>
                </ns1:solidFill>
                <ns1:latin typeface="Aptos"/>
                <ns1:ea typeface="Aptos"/>
                <ns1:cs typeface="Aptos"/>
              </ns1:defRPr>
            </ns1:lvl5pPr>
            <ns1:lvl6pPr algn="l">
              <ns1:defRPr sz="1200" b="0">
                <ns1:solidFill>
                  <ns1:srgbClr val="536276"/>
                </ns1:solidFill>
                <ns1:latin typeface="Aptos"/>
                <ns1:ea typeface="Aptos"/>
                <ns1:cs typeface="Aptos"/>
              </ns1:defRPr>
            </ns1:lvl6pPr>
            <ns1:lvl7pPr algn="l">
              <ns1:defRPr sz="1200" b="0">
                <ns1:solidFill>
                  <ns1:srgbClr val="536276"/>
                </ns1:solidFill>
                <ns1:latin typeface="Aptos"/>
                <ns1:ea typeface="Aptos"/>
                <ns1:cs typeface="Aptos"/>
              </ns1:defRPr>
            </ns1:lvl7pPr>
            <ns1:lvl8pPr algn="l">
              <ns1:defRPr sz="1200" b="0">
                <ns1:solidFill>
                  <ns1:srgbClr val="536276"/>
                </ns1:solidFill>
                <ns1:latin typeface="Aptos"/>
                <ns1:ea typeface="Aptos"/>
                <ns1:cs typeface="Aptos"/>
              </ns1:defRPr>
            </ns1:lvl8pPr>
            <ns1:lvl9pPr algn="l">
              <ns1:defRPr sz="1200" b="0">
                <ns1:solidFill>
                  <ns1:srgbClr val="536276"/>
                </ns1:solidFill>
                <ns1:latin typeface="Aptos"/>
                <ns1:ea typeface="Aptos"/>
                <ns1:cs typeface="Aptos"/>
              </ns1:defRPr>
            </ns1:lvl9pPr>
          </ns1:lstStyle>
          <ns1:p>
            <ns1:pPr algn="l">
              <ns1:defRPr sz="1200" b="0">
                <ns1:solidFill>
                  <ns1:srgbClr val="536276"/>
                </ns1:solidFill>
                <ns1:latin typeface="Aptos"/>
                <ns1:ea typeface="Aptos"/>
                <ns1:cs typeface="Aptos"/>
              </ns1:defRPr>
            </ns1:pPr>
            <ns1:r>
              <ns1:rPr sz="1200" b="0">
                <ns1:solidFill>
                  <ns1:srgbClr val="536276"/>
                </ns1:solidFill>
                <ns1:latin typeface="Aptos"/>
                <ns1:ea typeface="Aptos"/>
                <ns1:cs typeface="Aptos"/>
              </ns1:rPr>
              <ns1:t>La aplicación reconoce para qué sirve.</ns1:t>
            </ns1:r>
          </ns1:p>
        </ns0:txBody>
      </ns0:sp>
      <ns0:sp>
        <ns0:nvSpPr>
          <ns0:cNvPr id="56" name="">
            <ns1:extLst>
              <ns1:ext uri="{FF2B5EF4-FFF2-40B4-BE49-F238E27FC236}">
                <ns2:creationId id="{4AE32ACC-EA31-41C9-83C8-83787C1AD47E}"/>
              </ns1:ext>
            </ns1:extLst>
          </ns0:cNvPr>
          <ns0:cNvSpPr>
            <ns1:spLocks noGrp="1"/>
          </ns0:cNvSpPr>
          <ns0:nvPr/>
        </ns0:nvSpPr>
        <ns0:spPr>
          <ns1:xfrm flipV="0">
            <ns1:off x="7515225" y="3171825"/>
            <ns1:ext cx="9525" cy="542925"/>
          </ns1:xfrm>
          <ns1:prstGeom prst="line">
            <ns1:avLst/>
          </ns1:prstGeom>
          <ns1:noFill/>
          <ns1:ln w="19050">
            <ns1:solidFill>
              <ns1:srgbClr val="DCE3ED"/>
            </ns1:solidFill>
            <ns1:prstDash val="solid"/>
          </ns1:ln>
        </ns0:spPr>
      </ns0:sp>
      <ns0:sp>
        <ns0:nvSpPr>
          <ns0:cNvPr id="57" name="">
            <ns1:extLst>
              <ns1:ext uri="{FF2B5EF4-FFF2-40B4-BE49-F238E27FC236}">
                <ns2:creationId id="{CE48483B-A842-4881-BD4E-03F1BDD6C54A}"/>
              </ns1:ext>
            </ns1:extLst>
          </ns0:cNvPr>
          <ns0:cNvSpPr>
            <ns1:spLocks noGrp="1"/>
          </ns0:cNvSpPr>
          <ns0:nvPr/>
        </ns0:nvSpPr>
        <ns0:spPr>
          <ns1:xfrm>
            <ns1:off x="7334250" y="3771900"/>
            <ns1:ext cx="361950" cy="361950"/>
          </ns1:xfrm>
          <ns1:prstGeom prst="ellipse">
            <ns1:avLst/>
          </ns1:prstGeom>
          <ns1:solidFill>
            <ns1:srgbClr val="22B8A8"/>
          </ns1:solidFill>
          <ns1:ln w="0">
            <ns1:noFill/>
            <ns1:prstDash val="solid"/>
          </ns1:ln>
        </ns0:spPr>
      </ns0:sp>
      <ns0:sp>
        <ns0:nvSpPr>
          <ns0:cNvPr id="58" name="">
            <ns1:extLst>
              <ns1:ext uri="{FF2B5EF4-FFF2-40B4-BE49-F238E27FC236}">
                <ns2:creationId id="{0026BC91-F297-4CFD-95AE-C20F50432092}"/>
              </ns1:ext>
            </ns1:extLst>
          </ns0:cNvPr>
          <ns0:cNvSpPr>
            <ns1:spLocks noGrp="1"/>
          </ns0:cNvSpPr>
          <ns0:nvPr/>
        </ns0:nvSpPr>
        <ns0:spPr>
          <ns1:xfrm>
            <ns1:off x="7334250" y="3771900"/>
            <ns1:ext cx="361950" cy="36195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72554"/>
                </ns1:solidFill>
                <ns1:latin typeface="Aptos"/>
                <ns1:ea typeface="Aptos"/>
                <ns1:cs typeface="Aptos"/>
              </ns1:defRPr>
            </ns1:defPPr>
            <ns1:lvl1pPr algn="ctr">
              <ns1:defRPr sz="1200" b="1">
                <ns1:solidFill>
                  <ns1:srgbClr val="172554"/>
                </ns1:solidFill>
                <ns1:latin typeface="Aptos"/>
                <ns1:ea typeface="Aptos"/>
                <ns1:cs typeface="Aptos"/>
              </ns1:defRPr>
            </ns1:lvl1pPr>
            <ns1:lvl2pPr algn="ctr">
              <ns1:defRPr sz="1200" b="1">
                <ns1:solidFill>
                  <ns1:srgbClr val="172554"/>
                </ns1:solidFill>
                <ns1:latin typeface="Aptos"/>
                <ns1:ea typeface="Aptos"/>
                <ns1:cs typeface="Aptos"/>
              </ns1:defRPr>
            </ns1:lvl2pPr>
            <ns1:lvl3pPr algn="ctr">
              <ns1:defRPr sz="1200" b="1">
                <ns1:solidFill>
                  <ns1:srgbClr val="172554"/>
                </ns1:solidFill>
                <ns1:latin typeface="Aptos"/>
                <ns1:ea typeface="Aptos"/>
                <ns1:cs typeface="Aptos"/>
              </ns1:defRPr>
            </ns1:lvl3pPr>
            <ns1:lvl4pPr algn="ctr">
              <ns1:defRPr sz="1200" b="1">
                <ns1:solidFill>
                  <ns1:srgbClr val="172554"/>
                </ns1:solidFill>
                <ns1:latin typeface="Aptos"/>
                <ns1:ea typeface="Aptos"/>
                <ns1:cs typeface="Aptos"/>
              </ns1:defRPr>
            </ns1:lvl4pPr>
            <ns1:lvl5pPr algn="ctr">
              <ns1:defRPr sz="1200" b="1">
                <ns1:solidFill>
                  <ns1:srgbClr val="172554"/>
                </ns1:solidFill>
                <ns1:latin typeface="Aptos"/>
                <ns1:ea typeface="Aptos"/>
                <ns1:cs typeface="Aptos"/>
              </ns1:defRPr>
            </ns1:lvl5pPr>
            <ns1:lvl6pPr algn="ctr">
              <ns1:defRPr sz="1200" b="1">
                <ns1:solidFill>
                  <ns1:srgbClr val="172554"/>
                </ns1:solidFill>
                <ns1:latin typeface="Aptos"/>
                <ns1:ea typeface="Aptos"/>
                <ns1:cs typeface="Aptos"/>
              </ns1:defRPr>
            </ns1:lvl6pPr>
            <ns1:lvl7pPr algn="ctr">
              <ns1:defRPr sz="1200" b="1">
                <ns1:solidFill>
                  <ns1:srgbClr val="172554"/>
                </ns1:solidFill>
                <ns1:latin typeface="Aptos"/>
                <ns1:ea typeface="Aptos"/>
                <ns1:cs typeface="Aptos"/>
              </ns1:defRPr>
            </ns1:lvl7pPr>
            <ns1:lvl8pPr algn="ctr">
              <ns1:defRPr sz="1200" b="1">
                <ns1:solidFill>
                  <ns1:srgbClr val="172554"/>
                </ns1:solidFill>
                <ns1:latin typeface="Aptos"/>
                <ns1:ea typeface="Aptos"/>
                <ns1:cs typeface="Aptos"/>
              </ns1:defRPr>
            </ns1:lvl8pPr>
            <ns1:lvl9pPr algn="ctr">
              <ns1:defRPr sz="1200" b="1">
                <ns1:solidFill>
                  <ns1:srgbClr val="172554"/>
                </ns1:solidFill>
                <ns1:latin typeface="Aptos"/>
                <ns1:ea typeface="Aptos"/>
                <ns1:cs typeface="Aptos"/>
              </ns1:defRPr>
            </ns1:lvl9pPr>
          </ns1:lstStyle>
          <ns1:p>
            <ns1:pPr algn="ctr">
              <ns1:defRPr sz="1200" b="1">
                <ns1:solidFill>
                  <ns1:srgbClr val="172554"/>
                </ns1:solidFill>
                <ns1:latin typeface="Aptos"/>
                <ns1:ea typeface="Aptos"/>
                <ns1:cs typeface="Aptos"/>
              </ns1:defRPr>
            </ns1:pPr>
            <ns1:r>
              <ns1:rPr sz="1200" b="1">
                <ns1:solidFill>
                  <ns1:srgbClr val="172554"/>
                </ns1:solidFill>
                <ns1:latin typeface="Aptos"/>
                <ns1:ea typeface="Aptos"/>
                <ns1:cs typeface="Aptos"/>
              </ns1:rPr>
              <ns1:t>3</ns1:t>
            </ns1:r>
          </ns1:p>
        </ns0:txBody>
      </ns0:sp>
      <ns0:sp>
        <ns0:nvSpPr>
          <ns0:cNvPr id="59" name="">
            <ns1:extLst>
              <ns1:ext uri="{FF2B5EF4-FFF2-40B4-BE49-F238E27FC236}">
                <ns2:creationId id="{9CA86FAA-BB7D-4AF1-BAE2-B6939646DB03}"/>
              </ns1:ext>
            </ns1:extLst>
          </ns0:cNvPr>
          <ns0:cNvSpPr>
            <ns1:spLocks noGrp="1"/>
          </ns0:cNvSpPr>
          <ns0:nvPr/>
        </ns0:nvSpPr>
        <ns0:spPr>
          <ns1:xfrm>
            <ns1:off x="7905750" y="3714750"/>
            <ns1:ext cx="1524000"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172554"/>
                </ns1:solidFill>
                <ns1:latin typeface="Aptos"/>
                <ns1:ea typeface="Aptos"/>
                <ns1:cs typeface="Aptos"/>
              </ns1:defRPr>
            </ns1:defPPr>
            <ns1:lvl1pPr algn="l">
              <ns1:defRPr sz="1425" b="1">
                <ns1:solidFill>
                  <ns1:srgbClr val="172554"/>
                </ns1:solidFill>
                <ns1:latin typeface="Aptos"/>
                <ns1:ea typeface="Aptos"/>
                <ns1:cs typeface="Aptos"/>
              </ns1:defRPr>
            </ns1:lvl1pPr>
            <ns1:lvl2pPr algn="l">
              <ns1:defRPr sz="1425" b="1">
                <ns1:solidFill>
                  <ns1:srgbClr val="172554"/>
                </ns1:solidFill>
                <ns1:latin typeface="Aptos"/>
                <ns1:ea typeface="Aptos"/>
                <ns1:cs typeface="Aptos"/>
              </ns1:defRPr>
            </ns1:lvl2pPr>
            <ns1:lvl3pPr algn="l">
              <ns1:defRPr sz="1425" b="1">
                <ns1:solidFill>
                  <ns1:srgbClr val="172554"/>
                </ns1:solidFill>
                <ns1:latin typeface="Aptos"/>
                <ns1:ea typeface="Aptos"/>
                <ns1:cs typeface="Aptos"/>
              </ns1:defRPr>
            </ns1:lvl3pPr>
            <ns1:lvl4pPr algn="l">
              <ns1:defRPr sz="1425" b="1">
                <ns1:solidFill>
                  <ns1:srgbClr val="172554"/>
                </ns1:solidFill>
                <ns1:latin typeface="Aptos"/>
                <ns1:ea typeface="Aptos"/>
                <ns1:cs typeface="Aptos"/>
              </ns1:defRPr>
            </ns1:lvl4pPr>
            <ns1:lvl5pPr algn="l">
              <ns1:defRPr sz="1425" b="1">
                <ns1:solidFill>
                  <ns1:srgbClr val="172554"/>
                </ns1:solidFill>
                <ns1:latin typeface="Aptos"/>
                <ns1:ea typeface="Aptos"/>
                <ns1:cs typeface="Aptos"/>
              </ns1:defRPr>
            </ns1:lvl5pPr>
            <ns1:lvl6pPr algn="l">
              <ns1:defRPr sz="1425" b="1">
                <ns1:solidFill>
                  <ns1:srgbClr val="172554"/>
                </ns1:solidFill>
                <ns1:latin typeface="Aptos"/>
                <ns1:ea typeface="Aptos"/>
                <ns1:cs typeface="Aptos"/>
              </ns1:defRPr>
            </ns1:lvl6pPr>
            <ns1:lvl7pPr algn="l">
              <ns1:defRPr sz="1425" b="1">
                <ns1:solidFill>
                  <ns1:srgbClr val="172554"/>
                </ns1:solidFill>
                <ns1:latin typeface="Aptos"/>
                <ns1:ea typeface="Aptos"/>
                <ns1:cs typeface="Aptos"/>
              </ns1:defRPr>
            </ns1:lvl7pPr>
            <ns1:lvl8pPr algn="l">
              <ns1:defRPr sz="1425" b="1">
                <ns1:solidFill>
                  <ns1:srgbClr val="172554"/>
                </ns1:solidFill>
                <ns1:latin typeface="Aptos"/>
                <ns1:ea typeface="Aptos"/>
                <ns1:cs typeface="Aptos"/>
              </ns1:defRPr>
            </ns1:lvl8pPr>
            <ns1:lvl9pPr algn="l">
              <ns1:defRPr sz="1425" b="1">
                <ns1:solidFill>
                  <ns1:srgbClr val="172554"/>
                </ns1:solidFill>
                <ns1:latin typeface="Aptos"/>
                <ns1:ea typeface="Aptos"/>
                <ns1:cs typeface="Aptos"/>
              </ns1:defRPr>
            </ns1:lvl9pPr>
          </ns1:lstStyle>
          <ns1:p>
            <ns1:pPr algn="l">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Mostrar</ns1:t>
            </ns1:r>
          </ns1:p>
        </ns0:txBody>
      </ns0:sp>
      <ns0:sp>
        <ns0:nvSpPr>
          <ns0:cNvPr id="60" name="">
            <ns1:extLst>
              <ns1:ext uri="{FF2B5EF4-FFF2-40B4-BE49-F238E27FC236}">
                <ns2:creationId id="{DDAA2C80-9624-4D3B-B325-A26F4F0A683F}"/>
              </ns1:ext>
            </ns1:extLst>
          </ns0:cNvPr>
          <ns0:cNvSpPr>
            <ns1:spLocks noGrp="1"/>
          </ns0:cNvSpPr>
          <ns0:nvPr/>
        </ns0:nvSpPr>
        <ns0:spPr>
          <ns1:xfrm>
            <ns1:off x="7905750" y="4038600"/>
            <ns1:ext cx="3333750" cy="333375"/>
          </ns1:xfrm>
          <ns1:prstGeom prst="rect">
            <ns1:avLst/>
          </ns1:prstGeom>
          <ns1:noFill/>
          <ns1:ln w="0">
            <ns1:noFill/>
            <ns1:prstDash val="solid"/>
          </ns1:ln>
        </ns0:spPr>
        <ns0:txBody>
          <ns1:bodyPr lIns="0" tIns="0" rIns="0" bIns="0" anchor="ctr">
            <ns1:normAutofit fontScale="100000"/>
          </ns1:bodyPr>
          <ns1:lstStyle>
            <ns1:defPPr algn="l">
              <ns1:defRPr sz="1200" b="0">
                <ns1:solidFill>
                  <ns1:srgbClr val="536276"/>
                </ns1:solidFill>
                <ns1:latin typeface="Aptos"/>
                <ns1:ea typeface="Aptos"/>
                <ns1:cs typeface="Aptos"/>
              </ns1:defRPr>
            </ns1:defPPr>
            <ns1:lvl1pPr algn="l">
              <ns1:defRPr sz="1200" b="0">
                <ns1:solidFill>
                  <ns1:srgbClr val="536276"/>
                </ns1:solidFill>
                <ns1:latin typeface="Aptos"/>
                <ns1:ea typeface="Aptos"/>
                <ns1:cs typeface="Aptos"/>
              </ns1:defRPr>
            </ns1:lvl1pPr>
            <ns1:lvl2pPr algn="l">
              <ns1:defRPr sz="1200" b="0">
                <ns1:solidFill>
                  <ns1:srgbClr val="536276"/>
                </ns1:solidFill>
                <ns1:latin typeface="Aptos"/>
                <ns1:ea typeface="Aptos"/>
                <ns1:cs typeface="Aptos"/>
              </ns1:defRPr>
            </ns1:lvl2pPr>
            <ns1:lvl3pPr algn="l">
              <ns1:defRPr sz="1200" b="0">
                <ns1:solidFill>
                  <ns1:srgbClr val="536276"/>
                </ns1:solidFill>
                <ns1:latin typeface="Aptos"/>
                <ns1:ea typeface="Aptos"/>
                <ns1:cs typeface="Aptos"/>
              </ns1:defRPr>
            </ns1:lvl3pPr>
            <ns1:lvl4pPr algn="l">
              <ns1:defRPr sz="1200" b="0">
                <ns1:solidFill>
                  <ns1:srgbClr val="536276"/>
                </ns1:solidFill>
                <ns1:latin typeface="Aptos"/>
                <ns1:ea typeface="Aptos"/>
                <ns1:cs typeface="Aptos"/>
              </ns1:defRPr>
            </ns1:lvl4pPr>
            <ns1:lvl5pPr algn="l">
              <ns1:defRPr sz="1200" b="0">
                <ns1:solidFill>
                  <ns1:srgbClr val="536276"/>
                </ns1:solidFill>
                <ns1:latin typeface="Aptos"/>
                <ns1:ea typeface="Aptos"/>
                <ns1:cs typeface="Aptos"/>
              </ns1:defRPr>
            </ns1:lvl5pPr>
            <ns1:lvl6pPr algn="l">
              <ns1:defRPr sz="1200" b="0">
                <ns1:solidFill>
                  <ns1:srgbClr val="536276"/>
                </ns1:solidFill>
                <ns1:latin typeface="Aptos"/>
                <ns1:ea typeface="Aptos"/>
                <ns1:cs typeface="Aptos"/>
              </ns1:defRPr>
            </ns1:lvl6pPr>
            <ns1:lvl7pPr algn="l">
              <ns1:defRPr sz="1200" b="0">
                <ns1:solidFill>
                  <ns1:srgbClr val="536276"/>
                </ns1:solidFill>
                <ns1:latin typeface="Aptos"/>
                <ns1:ea typeface="Aptos"/>
                <ns1:cs typeface="Aptos"/>
              </ns1:defRPr>
            </ns1:lvl7pPr>
            <ns1:lvl8pPr algn="l">
              <ns1:defRPr sz="1200" b="0">
                <ns1:solidFill>
                  <ns1:srgbClr val="536276"/>
                </ns1:solidFill>
                <ns1:latin typeface="Aptos"/>
                <ns1:ea typeface="Aptos"/>
                <ns1:cs typeface="Aptos"/>
              </ns1:defRPr>
            </ns1:lvl8pPr>
            <ns1:lvl9pPr algn="l">
              <ns1:defRPr sz="1200" b="0">
                <ns1:solidFill>
                  <ns1:srgbClr val="536276"/>
                </ns1:solidFill>
                <ns1:latin typeface="Aptos"/>
                <ns1:ea typeface="Aptos"/>
                <ns1:cs typeface="Aptos"/>
              </ns1:defRPr>
            </ns1:lvl9pPr>
          </ns1:lstStyle>
          <ns1:p>
            <ns1:pPr algn="l">
              <ns1:defRPr sz="1200" b="0">
                <ns1:solidFill>
                  <ns1:srgbClr val="536276"/>
                </ns1:solidFill>
                <ns1:latin typeface="Aptos"/>
                <ns1:ea typeface="Aptos"/>
                <ns1:cs typeface="Aptos"/>
              </ns1:defRPr>
            </ns1:pPr>
            <ns1:r>
              <ns1:rPr sz="1200" b="0">
                <ns1:solidFill>
                  <ns1:srgbClr val="536276"/>
                </ns1:solidFill>
                <ns1:latin typeface="Aptos"/>
                <ns1:ea typeface="Aptos"/>
                <ns1:cs typeface="Aptos"/>
              </ns1:rPr>
              <ns1:t>Muestra el dato solicitado y cuándo vence.</ns1:t>
            </ns1:r>
          </ns1:p>
        </ns0:txBody>
      </ns0:sp>
      <ns0:sp>
        <ns0:nvSpPr>
          <ns0:cNvPr id="61" name="">
            <ns1:extLst>
              <ns1:ext uri="{FF2B5EF4-FFF2-40B4-BE49-F238E27FC236}">
                <ns2:creationId id="{6E8B2A9D-552F-4CE5-B53B-DB45A5A6EBED}"/>
              </ns1:ext>
            </ns1:extLst>
          </ns0:cNvPr>
          <ns0:cNvSpPr>
            <ns1:spLocks noGrp="1"/>
          </ns0:cNvSpPr>
          <ns0:nvPr/>
        </ns0:nvSpPr>
        <ns0:spPr>
          <ns1:xfrm flipV="0">
            <ns1:off x="7515225" y="4171950"/>
            <ns1:ext cx="9525" cy="542925"/>
          </ns1:xfrm>
          <ns1:prstGeom prst="line">
            <ns1:avLst/>
          </ns1:prstGeom>
          <ns1:noFill/>
          <ns1:ln w="19050">
            <ns1:solidFill>
              <ns1:srgbClr val="DCE3ED"/>
            </ns1:solidFill>
            <ns1:prstDash val="solid"/>
          </ns1:ln>
        </ns0:spPr>
      </ns0:sp>
      <ns0:sp>
        <ns0:nvSpPr>
          <ns0:cNvPr id="62" name="">
            <ns1:extLst>
              <ns1:ext uri="{FF2B5EF4-FFF2-40B4-BE49-F238E27FC236}">
                <ns2:creationId id="{A8D3221A-8A7B-4B3D-BF4F-C72011381F52}"/>
              </ns1:ext>
            </ns1:extLst>
          </ns0:cNvPr>
          <ns0:cNvSpPr>
            <ns1:spLocks noGrp="1"/>
          </ns0:cNvSpPr>
          <ns0:nvPr/>
        </ns0:nvSpPr>
        <ns0:spPr>
          <ns1:xfrm>
            <ns1:off x="7334250" y="4772025"/>
            <ns1:ext cx="361950" cy="361950"/>
          </ns1:xfrm>
          <ns1:prstGeom prst="ellipse">
            <ns1:avLst/>
          </ns1:prstGeom>
          <ns1:solidFill>
            <ns1:srgbClr val="F2B544"/>
          </ns1:solidFill>
          <ns1:ln w="0">
            <ns1:noFill/>
            <ns1:prstDash val="solid"/>
          </ns1:ln>
        </ns0:spPr>
      </ns0:sp>
      <ns0:sp>
        <ns0:nvSpPr>
          <ns0:cNvPr id="63" name="">
            <ns1:extLst>
              <ns1:ext uri="{FF2B5EF4-FFF2-40B4-BE49-F238E27FC236}">
                <ns2:creationId id="{3885E22E-2829-47B7-BB6A-05D0CC8CA822}"/>
              </ns1:ext>
            </ns1:extLst>
          </ns0:cNvPr>
          <ns0:cNvSpPr>
            <ns1:spLocks noGrp="1"/>
          </ns0:cNvSpPr>
          <ns0:nvPr/>
        </ns0:nvSpPr>
        <ns0:spPr>
          <ns1:xfrm>
            <ns1:off x="7334250" y="4772025"/>
            <ns1:ext cx="361950" cy="361950"/>
          </ns1:xfrm>
          <ns1:prstGeom prst="rect">
            <ns1:avLst/>
          </ns1:prstGeom>
          <ns1:noFill/>
          <ns1:ln w="0">
            <ns1:noFill/>
            <ns1:prstDash val="solid"/>
          </ns1:ln>
        </ns0:spPr>
        <ns0:txBody>
          <ns1:bodyPr lIns="0" tIns="0" rIns="0" bIns="0" anchor="ctr">
            <ns1:normAutofit fontScale="100000"/>
          </ns1:bodyPr>
          <ns1:lstStyle>
            <ns1:defPPr algn="ctr">
              <ns1:defRPr sz="1200" b="1">
                <ns1:solidFill>
                  <ns1:srgbClr val="172554"/>
                </ns1:solidFill>
                <ns1:latin typeface="Aptos"/>
                <ns1:ea typeface="Aptos"/>
                <ns1:cs typeface="Aptos"/>
              </ns1:defRPr>
            </ns1:defPPr>
            <ns1:lvl1pPr algn="ctr">
              <ns1:defRPr sz="1200" b="1">
                <ns1:solidFill>
                  <ns1:srgbClr val="172554"/>
                </ns1:solidFill>
                <ns1:latin typeface="Aptos"/>
                <ns1:ea typeface="Aptos"/>
                <ns1:cs typeface="Aptos"/>
              </ns1:defRPr>
            </ns1:lvl1pPr>
            <ns1:lvl2pPr algn="ctr">
              <ns1:defRPr sz="1200" b="1">
                <ns1:solidFill>
                  <ns1:srgbClr val="172554"/>
                </ns1:solidFill>
                <ns1:latin typeface="Aptos"/>
                <ns1:ea typeface="Aptos"/>
                <ns1:cs typeface="Aptos"/>
              </ns1:defRPr>
            </ns1:lvl2pPr>
            <ns1:lvl3pPr algn="ctr">
              <ns1:defRPr sz="1200" b="1">
                <ns1:solidFill>
                  <ns1:srgbClr val="172554"/>
                </ns1:solidFill>
                <ns1:latin typeface="Aptos"/>
                <ns1:ea typeface="Aptos"/>
                <ns1:cs typeface="Aptos"/>
              </ns1:defRPr>
            </ns1:lvl3pPr>
            <ns1:lvl4pPr algn="ctr">
              <ns1:defRPr sz="1200" b="1">
                <ns1:solidFill>
                  <ns1:srgbClr val="172554"/>
                </ns1:solidFill>
                <ns1:latin typeface="Aptos"/>
                <ns1:ea typeface="Aptos"/>
                <ns1:cs typeface="Aptos"/>
              </ns1:defRPr>
            </ns1:lvl4pPr>
            <ns1:lvl5pPr algn="ctr">
              <ns1:defRPr sz="1200" b="1">
                <ns1:solidFill>
                  <ns1:srgbClr val="172554"/>
                </ns1:solidFill>
                <ns1:latin typeface="Aptos"/>
                <ns1:ea typeface="Aptos"/>
                <ns1:cs typeface="Aptos"/>
              </ns1:defRPr>
            </ns1:lvl5pPr>
            <ns1:lvl6pPr algn="ctr">
              <ns1:defRPr sz="1200" b="1">
                <ns1:solidFill>
                  <ns1:srgbClr val="172554"/>
                </ns1:solidFill>
                <ns1:latin typeface="Aptos"/>
                <ns1:ea typeface="Aptos"/>
                <ns1:cs typeface="Aptos"/>
              </ns1:defRPr>
            </ns1:lvl6pPr>
            <ns1:lvl7pPr algn="ctr">
              <ns1:defRPr sz="1200" b="1">
                <ns1:solidFill>
                  <ns1:srgbClr val="172554"/>
                </ns1:solidFill>
                <ns1:latin typeface="Aptos"/>
                <ns1:ea typeface="Aptos"/>
                <ns1:cs typeface="Aptos"/>
              </ns1:defRPr>
            </ns1:lvl7pPr>
            <ns1:lvl8pPr algn="ctr">
              <ns1:defRPr sz="1200" b="1">
                <ns1:solidFill>
                  <ns1:srgbClr val="172554"/>
                </ns1:solidFill>
                <ns1:latin typeface="Aptos"/>
                <ns1:ea typeface="Aptos"/>
                <ns1:cs typeface="Aptos"/>
              </ns1:defRPr>
            </ns1:lvl8pPr>
            <ns1:lvl9pPr algn="ctr">
              <ns1:defRPr sz="1200" b="1">
                <ns1:solidFill>
                  <ns1:srgbClr val="172554"/>
                </ns1:solidFill>
                <ns1:latin typeface="Aptos"/>
                <ns1:ea typeface="Aptos"/>
                <ns1:cs typeface="Aptos"/>
              </ns1:defRPr>
            </ns1:lvl9pPr>
          </ns1:lstStyle>
          <ns1:p>
            <ns1:pPr algn="ctr">
              <ns1:defRPr sz="1200" b="1">
                <ns1:solidFill>
                  <ns1:srgbClr val="172554"/>
                </ns1:solidFill>
                <ns1:latin typeface="Aptos"/>
                <ns1:ea typeface="Aptos"/>
                <ns1:cs typeface="Aptos"/>
              </ns1:defRPr>
            </ns1:pPr>
            <ns1:r>
              <ns1:rPr sz="1200" b="1">
                <ns1:solidFill>
                  <ns1:srgbClr val="172554"/>
                </ns1:solidFill>
                <ns1:latin typeface="Aptos"/>
                <ns1:ea typeface="Aptos"/>
                <ns1:cs typeface="Aptos"/>
              </ns1:rPr>
              <ns1:t>4</ns1:t>
            </ns1:r>
          </ns1:p>
        </ns0:txBody>
      </ns0:sp>
      <ns0:sp>
        <ns0:nvSpPr>
          <ns0:cNvPr id="64" name="">
            <ns1:extLst>
              <ns1:ext uri="{FF2B5EF4-FFF2-40B4-BE49-F238E27FC236}">
                <ns2:creationId id="{58247D4C-C786-4B14-AD12-0354FC72B866}"/>
              </ns1:ext>
            </ns1:extLst>
          </ns0:cNvPr>
          <ns0:cNvSpPr>
            <ns1:spLocks noGrp="1"/>
          </ns0:cNvSpPr>
          <ns0:nvPr/>
        </ns0:nvSpPr>
        <ns0:spPr>
          <ns1:xfrm>
            <ns1:off x="7905750" y="4714875"/>
            <ns1:ext cx="1524000"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172554"/>
                </ns1:solidFill>
                <ns1:latin typeface="Aptos"/>
                <ns1:ea typeface="Aptos"/>
                <ns1:cs typeface="Aptos"/>
              </ns1:defRPr>
            </ns1:defPPr>
            <ns1:lvl1pPr algn="l">
              <ns1:defRPr sz="1425" b="1">
                <ns1:solidFill>
                  <ns1:srgbClr val="172554"/>
                </ns1:solidFill>
                <ns1:latin typeface="Aptos"/>
                <ns1:ea typeface="Aptos"/>
                <ns1:cs typeface="Aptos"/>
              </ns1:defRPr>
            </ns1:lvl1pPr>
            <ns1:lvl2pPr algn="l">
              <ns1:defRPr sz="1425" b="1">
                <ns1:solidFill>
                  <ns1:srgbClr val="172554"/>
                </ns1:solidFill>
                <ns1:latin typeface="Aptos"/>
                <ns1:ea typeface="Aptos"/>
                <ns1:cs typeface="Aptos"/>
              </ns1:defRPr>
            </ns1:lvl2pPr>
            <ns1:lvl3pPr algn="l">
              <ns1:defRPr sz="1425" b="1">
                <ns1:solidFill>
                  <ns1:srgbClr val="172554"/>
                </ns1:solidFill>
                <ns1:latin typeface="Aptos"/>
                <ns1:ea typeface="Aptos"/>
                <ns1:cs typeface="Aptos"/>
              </ns1:defRPr>
            </ns1:lvl3pPr>
            <ns1:lvl4pPr algn="l">
              <ns1:defRPr sz="1425" b="1">
                <ns1:solidFill>
                  <ns1:srgbClr val="172554"/>
                </ns1:solidFill>
                <ns1:latin typeface="Aptos"/>
                <ns1:ea typeface="Aptos"/>
                <ns1:cs typeface="Aptos"/>
              </ns1:defRPr>
            </ns1:lvl4pPr>
            <ns1:lvl5pPr algn="l">
              <ns1:defRPr sz="1425" b="1">
                <ns1:solidFill>
                  <ns1:srgbClr val="172554"/>
                </ns1:solidFill>
                <ns1:latin typeface="Aptos"/>
                <ns1:ea typeface="Aptos"/>
                <ns1:cs typeface="Aptos"/>
              </ns1:defRPr>
            </ns1:lvl5pPr>
            <ns1:lvl6pPr algn="l">
              <ns1:defRPr sz="1425" b="1">
                <ns1:solidFill>
                  <ns1:srgbClr val="172554"/>
                </ns1:solidFill>
                <ns1:latin typeface="Aptos"/>
                <ns1:ea typeface="Aptos"/>
                <ns1:cs typeface="Aptos"/>
              </ns1:defRPr>
            </ns1:lvl6pPr>
            <ns1:lvl7pPr algn="l">
              <ns1:defRPr sz="1425" b="1">
                <ns1:solidFill>
                  <ns1:srgbClr val="172554"/>
                </ns1:solidFill>
                <ns1:latin typeface="Aptos"/>
                <ns1:ea typeface="Aptos"/>
                <ns1:cs typeface="Aptos"/>
              </ns1:defRPr>
            </ns1:lvl7pPr>
            <ns1:lvl8pPr algn="l">
              <ns1:defRPr sz="1425" b="1">
                <ns1:solidFill>
                  <ns1:srgbClr val="172554"/>
                </ns1:solidFill>
                <ns1:latin typeface="Aptos"/>
                <ns1:ea typeface="Aptos"/>
                <ns1:cs typeface="Aptos"/>
              </ns1:defRPr>
            </ns1:lvl8pPr>
            <ns1:lvl9pPr algn="l">
              <ns1:defRPr sz="1425" b="1">
                <ns1:solidFill>
                  <ns1:srgbClr val="172554"/>
                </ns1:solidFill>
                <ns1:latin typeface="Aptos"/>
                <ns1:ea typeface="Aptos"/>
                <ns1:cs typeface="Aptos"/>
              </ns1:defRPr>
            </ns1:lvl9pPr>
          </ns1:lstStyle>
          <ns1:p>
            <ns1:pPr algn="l">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Decidir</ns1:t>
            </ns1:r>
          </ns1:p>
        </ns0:txBody>
      </ns0:sp>
      <ns0:sp>
        <ns0:nvSpPr>
          <ns0:cNvPr id="65" name="">
            <ns1:extLst>
              <ns1:ext uri="{FF2B5EF4-FFF2-40B4-BE49-F238E27FC236}">
                <ns2:creationId id="{0D42D255-E84A-4F2E-943B-552AF86B6725}"/>
              </ns1:ext>
            </ns1:extLst>
          </ns0:cNvPr>
          <ns0:cNvSpPr>
            <ns1:spLocks noGrp="1"/>
          </ns0:cNvSpPr>
          <ns0:nvPr/>
        </ns0:nvSpPr>
        <ns0:spPr>
          <ns1:xfrm>
            <ns1:off x="7905750" y="5038725"/>
            <ns1:ext cx="3333750" cy="333375"/>
          </ns1:xfrm>
          <ns1:prstGeom prst="rect">
            <ns1:avLst/>
          </ns1:prstGeom>
          <ns1:noFill/>
          <ns1:ln w="0">
            <ns1:noFill/>
            <ns1:prstDash val="solid"/>
          </ns1:ln>
        </ns0:spPr>
        <ns0:txBody>
          <ns1:bodyPr lIns="0" tIns="0" rIns="0" bIns="0" anchor="ctr">
            <ns1:normAutofit fontScale="100000"/>
          </ns1:bodyPr>
          <ns1:lstStyle>
            <ns1:defPPr algn="l">
              <ns1:defRPr sz="1200" b="0">
                <ns1:solidFill>
                  <ns1:srgbClr val="536276"/>
                </ns1:solidFill>
                <ns1:latin typeface="Aptos"/>
                <ns1:ea typeface="Aptos"/>
                <ns1:cs typeface="Aptos"/>
              </ns1:defRPr>
            </ns1:defPPr>
            <ns1:lvl1pPr algn="l">
              <ns1:defRPr sz="1200" b="0">
                <ns1:solidFill>
                  <ns1:srgbClr val="536276"/>
                </ns1:solidFill>
                <ns1:latin typeface="Aptos"/>
                <ns1:ea typeface="Aptos"/>
                <ns1:cs typeface="Aptos"/>
              </ns1:defRPr>
            </ns1:lvl1pPr>
            <ns1:lvl2pPr algn="l">
              <ns1:defRPr sz="1200" b="0">
                <ns1:solidFill>
                  <ns1:srgbClr val="536276"/>
                </ns1:solidFill>
                <ns1:latin typeface="Aptos"/>
                <ns1:ea typeface="Aptos"/>
                <ns1:cs typeface="Aptos"/>
              </ns1:defRPr>
            </ns1:lvl2pPr>
            <ns1:lvl3pPr algn="l">
              <ns1:defRPr sz="1200" b="0">
                <ns1:solidFill>
                  <ns1:srgbClr val="536276"/>
                </ns1:solidFill>
                <ns1:latin typeface="Aptos"/>
                <ns1:ea typeface="Aptos"/>
                <ns1:cs typeface="Aptos"/>
              </ns1:defRPr>
            </ns1:lvl3pPr>
            <ns1:lvl4pPr algn="l">
              <ns1:defRPr sz="1200" b="0">
                <ns1:solidFill>
                  <ns1:srgbClr val="536276"/>
                </ns1:solidFill>
                <ns1:latin typeface="Aptos"/>
                <ns1:ea typeface="Aptos"/>
                <ns1:cs typeface="Aptos"/>
              </ns1:defRPr>
            </ns1:lvl4pPr>
            <ns1:lvl5pPr algn="l">
              <ns1:defRPr sz="1200" b="0">
                <ns1:solidFill>
                  <ns1:srgbClr val="536276"/>
                </ns1:solidFill>
                <ns1:latin typeface="Aptos"/>
                <ns1:ea typeface="Aptos"/>
                <ns1:cs typeface="Aptos"/>
              </ns1:defRPr>
            </ns1:lvl5pPr>
            <ns1:lvl6pPr algn="l">
              <ns1:defRPr sz="1200" b="0">
                <ns1:solidFill>
                  <ns1:srgbClr val="536276"/>
                </ns1:solidFill>
                <ns1:latin typeface="Aptos"/>
                <ns1:ea typeface="Aptos"/>
                <ns1:cs typeface="Aptos"/>
              </ns1:defRPr>
            </ns1:lvl6pPr>
            <ns1:lvl7pPr algn="l">
              <ns1:defRPr sz="1200" b="0">
                <ns1:solidFill>
                  <ns1:srgbClr val="536276"/>
                </ns1:solidFill>
                <ns1:latin typeface="Aptos"/>
                <ns1:ea typeface="Aptos"/>
                <ns1:cs typeface="Aptos"/>
              </ns1:defRPr>
            </ns1:lvl7pPr>
            <ns1:lvl8pPr algn="l">
              <ns1:defRPr sz="1200" b="0">
                <ns1:solidFill>
                  <ns1:srgbClr val="536276"/>
                </ns1:solidFill>
                <ns1:latin typeface="Aptos"/>
                <ns1:ea typeface="Aptos"/>
                <ns1:cs typeface="Aptos"/>
              </ns1:defRPr>
            </ns1:lvl8pPr>
            <ns1:lvl9pPr algn="l">
              <ns1:defRPr sz="1200" b="0">
                <ns1:solidFill>
                  <ns1:srgbClr val="536276"/>
                </ns1:solidFill>
                <ns1:latin typeface="Aptos"/>
                <ns1:ea typeface="Aptos"/>
                <ns1:cs typeface="Aptos"/>
              </ns1:defRPr>
            </ns1:lvl9pPr>
          </ns1:lstStyle>
          <ns1:p>
            <ns1:pPr algn="l">
              <ns1:defRPr sz="1200" b="0">
                <ns1:solidFill>
                  <ns1:srgbClr val="536276"/>
                </ns1:solidFill>
                <ns1:latin typeface="Aptos"/>
                <ns1:ea typeface="Aptos"/>
                <ns1:cs typeface="Aptos"/>
              </ns1:defRPr>
            </ns1:pPr>
            <ns1:r>
              <ns1:rPr sz="1200" b="0">
                <ns1:solidFill>
                  <ns1:srgbClr val="536276"/>
                </ns1:solidFill>
                <ns1:latin typeface="Aptos"/>
                <ns1:ea typeface="Aptos"/>
                <ns1:cs typeface="Aptos"/>
              </ns1:rPr>
              <ns1:t>El estudiante acepta o rechaza.</ns1:t>
            </ns1:r>
          </ns1:p>
        </ns0:txBody>
      </ns0:sp>
      <ns0:sp>
        <ns0:nvSpPr>
          <ns0:cNvPr id="66" name="">
            <ns1:extLst>
              <ns1:ext uri="{FF2B5EF4-FFF2-40B4-BE49-F238E27FC236}">
                <ns2:creationId id="{E285343E-7B88-4627-B905-816CEF10A6EA}"/>
              </ns1:ext>
            </ns1:extLst>
          </ns0:cNvPr>
          <ns0:cNvSpPr>
            <ns1:spLocks noGrp="1"/>
          </ns0:cNvSpPr>
          <ns0:nvPr/>
        </ns0:nvSpPr>
        <ns0:spPr>
          <ns1:xfrm>
            <ns1:off x="10933557" y="4727067"/>
            <ns1:ext cx="97536" cy="97536"/>
          </ns1:xfrm>
          <ns1:prstGeom prst="ellipse">
            <ns1:avLst/>
          </ns1:prstGeom>
          <ns1:solidFill>
            <ns1:srgbClr val="F2B544"/>
          </ns1:solidFill>
          <ns1:ln w="0">
            <ns1:noFill/>
            <ns1:prstDash val="solid"/>
          </ns1:ln>
        </ns0:spPr>
      </ns0:sp>
      <ns0:sp>
        <ns0:nvSpPr>
          <ns0:cNvPr id="67" name="">
            <ns1:extLst>
              <ns1:ext uri="{FF2B5EF4-FFF2-40B4-BE49-F238E27FC236}">
                <ns2:creationId id="{F296206E-AFF7-4A5A-8E15-A380DFC8F671}"/>
              </ns1:ext>
            </ns1:extLst>
          </ns0:cNvPr>
          <ns0:cNvSpPr>
            <ns1:spLocks noGrp="1"/>
          </ns0:cNvSpPr>
          <ns0:nvPr/>
        </ns0:nvSpPr>
        <ns0:spPr>
          <ns1:xfrm>
            <ns1:off x="10869549" y="4842891"/>
            <ns1:ext cx="225552" cy="158496"/>
          </ns1:xfrm>
          <ns1:prstGeom prst="ellipse">
            <ns1:avLst/>
          </ns1:prstGeom>
          <ns1:solidFill>
            <ns1:srgbClr val="F2B544"/>
          </ns1:solidFill>
          <ns1:ln w="0">
            <ns1:noFill/>
            <ns1:prstDash val="solid"/>
          </ns1:ln>
        </ns0:spPr>
      </ns0:sp>
      <ns0:sp>
        <ns0:nvSpPr>
          <ns0:cNvPr id="68" name="">
            <ns1:extLst>
              <ns1:ext uri="{FF2B5EF4-FFF2-40B4-BE49-F238E27FC236}">
                <ns2:creationId id="{6D8ED207-3D49-4213-9658-C03DE25082F7}"/>
              </ns1:ext>
            </ns1:extLst>
          </ns0:cNvPr>
          <ns0:cNvSpPr>
            <ns1:spLocks noGrp="1"/>
          </ns0:cNvSpPr>
          <ns0:nvPr/>
        </ns0:nvSpPr>
        <ns0:spPr>
          <ns1:xfrm>
            <ns1:off x="819150" y="4762500"/>
            <ns1:ext cx="5810250" cy="876300"/>
          </ns1:xfrm>
          <ns1:prstGeom prst="roundRect">
            <ns1:avLst>
              <ns1:gd name="adj" fmla="val 8696"/>
            </ns1:avLst>
          </ns1:prstGeom>
          <ns1:solidFill>
            <ns1:srgbClr val="E8EDFF"/>
          </ns1:solidFill>
          <ns1:ln w="0">
            <ns1:noFill/>
            <ns1:prstDash val="solid"/>
          </ns1:ln>
        </ns0:spPr>
      </ns0:sp>
      <ns0:sp>
        <ns0:nvSpPr>
          <ns0:cNvPr id="69" name="">
            <ns1:extLst>
              <ns1:ext uri="{FF2B5EF4-FFF2-40B4-BE49-F238E27FC236}">
                <ns2:creationId id="{B6F97724-99C2-4DB5-BFB2-35ABD377B159}"/>
              </ns1:ext>
            </ns1:extLst>
          </ns0:cNvPr>
          <ns0:cNvSpPr>
            <ns1:spLocks noGrp="1"/>
          </ns0:cNvSpPr>
          <ns0:nvPr/>
        </ns0:nvSpPr>
        <ns0:spPr>
          <ns1:xfrm>
            <ns1:off x="1047750" y="4914900"/>
            <ns1:ext cx="5381625" cy="523875"/>
          </ns1:xfrm>
          <ns1:prstGeom prst="rect">
            <ns1:avLst/>
          </ns1:prstGeom>
          <ns1:noFill/>
          <ns1:ln w="0">
            <ns1:noFill/>
            <ns1:prstDash val="solid"/>
          </ns1:ln>
        </ns0:spPr>
        <ns0:txBody>
          <ns1:bodyPr lIns="0" tIns="0" rIns="0" bIns="0" anchor="ctr">
            <ns1:normAutofit fontScale="100000"/>
          </ns1:bodyPr>
          <ns1:lstStyle>
            <ns1:defPPr algn="ctr">
              <ns1:defRPr sz="1350" b="1">
                <ns1:solidFill>
                  <ns1:srgbClr val="2846A0"/>
                </ns1:solidFill>
                <ns1:latin typeface="Aptos"/>
                <ns1:ea typeface="Aptos"/>
                <ns1:cs typeface="Aptos"/>
              </ns1:defRPr>
            </ns1:defPPr>
            <ns1:lvl1pPr algn="ctr">
              <ns1:defRPr sz="1350" b="1">
                <ns1:solidFill>
                  <ns1:srgbClr val="2846A0"/>
                </ns1:solidFill>
                <ns1:latin typeface="Aptos"/>
                <ns1:ea typeface="Aptos"/>
                <ns1:cs typeface="Aptos"/>
              </ns1:defRPr>
            </ns1:lvl1pPr>
            <ns1:lvl2pPr algn="ctr">
              <ns1:defRPr sz="1350" b="1">
                <ns1:solidFill>
                  <ns1:srgbClr val="2846A0"/>
                </ns1:solidFill>
                <ns1:latin typeface="Aptos"/>
                <ns1:ea typeface="Aptos"/>
                <ns1:cs typeface="Aptos"/>
              </ns1:defRPr>
            </ns1:lvl2pPr>
            <ns1:lvl3pPr algn="ctr">
              <ns1:defRPr sz="1350" b="1">
                <ns1:solidFill>
                  <ns1:srgbClr val="2846A0"/>
                </ns1:solidFill>
                <ns1:latin typeface="Aptos"/>
                <ns1:ea typeface="Aptos"/>
                <ns1:cs typeface="Aptos"/>
              </ns1:defRPr>
            </ns1:lvl3pPr>
            <ns1:lvl4pPr algn="ctr">
              <ns1:defRPr sz="1350" b="1">
                <ns1:solidFill>
                  <ns1:srgbClr val="2846A0"/>
                </ns1:solidFill>
                <ns1:latin typeface="Aptos"/>
                <ns1:ea typeface="Aptos"/>
                <ns1:cs typeface="Aptos"/>
              </ns1:defRPr>
            </ns1:lvl4pPr>
            <ns1:lvl5pPr algn="ctr">
              <ns1:defRPr sz="1350" b="1">
                <ns1:solidFill>
                  <ns1:srgbClr val="2846A0"/>
                </ns1:solidFill>
                <ns1:latin typeface="Aptos"/>
                <ns1:ea typeface="Aptos"/>
                <ns1:cs typeface="Aptos"/>
              </ns1:defRPr>
            </ns1:lvl5pPr>
            <ns1:lvl6pPr algn="ctr">
              <ns1:defRPr sz="1350" b="1">
                <ns1:solidFill>
                  <ns1:srgbClr val="2846A0"/>
                </ns1:solidFill>
                <ns1:latin typeface="Aptos"/>
                <ns1:ea typeface="Aptos"/>
                <ns1:cs typeface="Aptos"/>
              </ns1:defRPr>
            </ns1:lvl6pPr>
            <ns1:lvl7pPr algn="ctr">
              <ns1:defRPr sz="1350" b="1">
                <ns1:solidFill>
                  <ns1:srgbClr val="2846A0"/>
                </ns1:solidFill>
                <ns1:latin typeface="Aptos"/>
                <ns1:ea typeface="Aptos"/>
                <ns1:cs typeface="Aptos"/>
              </ns1:defRPr>
            </ns1:lvl7pPr>
            <ns1:lvl8pPr algn="ctr">
              <ns1:defRPr sz="1350" b="1">
                <ns1:solidFill>
                  <ns1:srgbClr val="2846A0"/>
                </ns1:solidFill>
                <ns1:latin typeface="Aptos"/>
                <ns1:ea typeface="Aptos"/>
                <ns1:cs typeface="Aptos"/>
              </ns1:defRPr>
            </ns1:lvl8pPr>
            <ns1:lvl9pPr algn="ctr">
              <ns1:defRPr sz="1350" b="1">
                <ns1:solidFill>
                  <ns1:srgbClr val="2846A0"/>
                </ns1:solidFill>
                <ns1:latin typeface="Aptos"/>
                <ns1:ea typeface="Aptos"/>
                <ns1:cs typeface="Aptos"/>
              </ns1:defRPr>
            </ns1:lvl9pPr>
          </ns1:lstStyle>
          <ns1:p>
            <ns1:pPr algn="ctr">
              <ns1:defRPr sz="1350" b="1">
                <ns1:solidFill>
                  <ns1:srgbClr val="2846A0"/>
                </ns1:solidFill>
                <ns1:latin typeface="Aptos"/>
                <ns1:ea typeface="Aptos"/>
                <ns1:cs typeface="Aptos"/>
              </ns1:defRPr>
            </ns1:pPr>
            <ns1:r>
              <ns1:rPr sz="1350" b="1">
                <ns1:solidFill>
                  <ns1:srgbClr val="2846A0"/>
                </ns1:solidFill>
                <ns1:latin typeface="Aptos"/>
                <ns1:ea typeface="Aptos"/>
                <ns1:cs typeface="Aptos"/>
              </ns1:rPr>
              <ns1:t>En Android, la cámara necesita una conexión segura para funcionar.</ns1:t>
            </ns1:r>
          </ns1:p>
        </ns0:txBody>
      </ns0:sp>
    </ns0:spTree>
    <ns0:extLst>
      <ns0:ext uri="{BB962C8B-B14F-4D97-AF65-F5344CB8AC3E}">
        <ns3:creationId val="1907787184"/>
      </ns0:ext>
    </ns0:extLst>
  </ns0:cSld>
</ns0:sld>
</file>

<file path=ppt/slides/slide19.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39" name="">
            <ns1:extLst>
              <ns1:ext uri="{FF2B5EF4-FFF2-40B4-BE49-F238E27FC236}">
                <ns2:creationId id="{63BE624B-6363-477E-8209-5A382E9579AD}"/>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IMPLEMENTACIÓN · VALIDACIÓN</ns1:t>
            </ns1:r>
          </ns1:p>
        </ns0:txBody>
      </ns0:sp>
      <ns0:sp>
        <ns0:nvSpPr>
          <ns0:cNvPr id="2" name="">
            <ns1:extLst>
              <ns1:ext uri="{FF2B5EF4-FFF2-40B4-BE49-F238E27FC236}">
                <ns2:creationId id="{26CD356C-6304-4388-9198-E0421B306558}"/>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2:30</ns1:t>
            </ns1:r>
          </ns1:p>
        </ns0:txBody>
      </ns0:sp>
      <ns0:sp>
        <ns0:nvSpPr>
          <ns0:cNvPr id="3" name="">
            <ns1:extLst>
              <ns1:ext uri="{FF2B5EF4-FFF2-40B4-BE49-F238E27FC236}">
                <ns2:creationId id="{C67E67E0-DB95-4120-9F73-61D9A2913D20}"/>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La API revisa siete cosas antes de aceptar</ns1:t>
            </ns1:r>
          </ns1:p>
        </ns0:txBody>
      </ns0:sp>
      <ns0:sp>
        <ns0:nvSpPr>
          <ns0:cNvPr id="4" name="">
            <ns1:extLst>
              <ns1:ext uri="{FF2B5EF4-FFF2-40B4-BE49-F238E27FC236}">
                <ns2:creationId id="{3E53E13D-E958-48CF-AEE4-2EB923C6C703}"/>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1D294715-6512-4903-99CB-A6A17A140C25}"/>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D3C93D4F-67C6-493E-86FB-4B09367CCF4E}"/>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19</ns1:t>
            </ns1:r>
          </ns1:p>
        </ns0:txBody>
      </ns0:sp>
      <ns0:sp>
        <ns0:nvSpPr>
          <ns0:cNvPr id="7" name="">
            <ns1:extLst>
              <ns1:ext uri="{FF2B5EF4-FFF2-40B4-BE49-F238E27FC236}">
                <ns2:creationId id="{5E17536B-F03A-4471-AEE5-E88AE6DE8C7D}"/>
              </ns1:ext>
            </ns1:extLst>
          </ns0:cNvPr>
          <ns0:cNvSpPr>
            <ns1:spLocks noGrp="1"/>
          </ns0:cNvSpPr>
          <ns0:nvPr/>
        </ns0:nvSpPr>
        <ns0:spPr>
          <ns1:xfrm>
            <ns1:off x="809625" y="1666875"/>
            <ns1:ext cx="400050" cy="400050"/>
          </ns1:xfrm>
          <ns1:prstGeom prst="ellipse">
            <ns1:avLst/>
          </ns1:prstGeom>
          <ns1:solidFill>
            <ns1:srgbClr val="22B8A8"/>
          </ns1:solidFill>
          <ns1:ln w="0">
            <ns1:noFill/>
            <ns1:prstDash val="solid"/>
          </ns1:ln>
        </ns0:spPr>
      </ns0:sp>
      <ns0:sp>
        <ns0:nvSpPr>
          <ns0:cNvPr id="8" name="">
            <ns1:extLst>
              <ns1:ext uri="{FF2B5EF4-FFF2-40B4-BE49-F238E27FC236}">
                <ns2:creationId id="{A37054FC-D346-4131-A0AB-96E3070C044D}"/>
              </ns1:ext>
            </ns1:extLst>
          </ns0:cNvPr>
          <ns0:cNvSpPr>
            <ns1:spLocks noGrp="1"/>
          </ns0:cNvSpPr>
          <ns0:nvPr/>
        </ns0:nvSpPr>
        <ns0:spPr>
          <ns1:xfrm>
            <ns1:off x="809625" y="1666875"/>
            <ns1:ext cx="400050" cy="400050"/>
          </ns1:xfrm>
          <ns1:prstGeom prst="rect">
            <ns1:avLst/>
          </ns1:prstGeom>
          <ns1:noFill/>
          <ns1:ln w="0">
            <ns1:noFill/>
            <ns1:prstDash val="solid"/>
          </ns1:ln>
        </ns0:spPr>
        <ns0:txBody>
          <ns1:bodyPr lIns="0" tIns="0" rIns="0" bIns="0" anchor="ctr">
            <ns1:normAutofit fontScale="100000"/>
          </ns1:bodyPr>
          <ns1:lstStyle>
            <ns1:defPPr algn="ctr">
              <ns1:defRPr sz="1050" b="1">
                <ns1:solidFill>
                  <ns1:srgbClr val="172554"/>
                </ns1:solidFill>
                <ns1:latin typeface="Aptos"/>
                <ns1:ea typeface="Aptos"/>
                <ns1:cs typeface="Aptos"/>
              </ns1:defRPr>
            </ns1:defPPr>
            <ns1:lvl1pPr algn="ctr">
              <ns1:defRPr sz="1050" b="1">
                <ns1:solidFill>
                  <ns1:srgbClr val="172554"/>
                </ns1:solidFill>
                <ns1:latin typeface="Aptos"/>
                <ns1:ea typeface="Aptos"/>
                <ns1:cs typeface="Aptos"/>
              </ns1:defRPr>
            </ns1:lvl1pPr>
            <ns1:lvl2pPr algn="ctr">
              <ns1:defRPr sz="1050" b="1">
                <ns1:solidFill>
                  <ns1:srgbClr val="172554"/>
                </ns1:solidFill>
                <ns1:latin typeface="Aptos"/>
                <ns1:ea typeface="Aptos"/>
                <ns1:cs typeface="Aptos"/>
              </ns1:defRPr>
            </ns1:lvl2pPr>
            <ns1:lvl3pPr algn="ctr">
              <ns1:defRPr sz="1050" b="1">
                <ns1:solidFill>
                  <ns1:srgbClr val="172554"/>
                </ns1:solidFill>
                <ns1:latin typeface="Aptos"/>
                <ns1:ea typeface="Aptos"/>
                <ns1:cs typeface="Aptos"/>
              </ns1:defRPr>
            </ns1:lvl3pPr>
            <ns1:lvl4pPr algn="ctr">
              <ns1:defRPr sz="1050" b="1">
                <ns1:solidFill>
                  <ns1:srgbClr val="172554"/>
                </ns1:solidFill>
                <ns1:latin typeface="Aptos"/>
                <ns1:ea typeface="Aptos"/>
                <ns1:cs typeface="Aptos"/>
              </ns1:defRPr>
            </ns1:lvl4pPr>
            <ns1:lvl5pPr algn="ctr">
              <ns1:defRPr sz="1050" b="1">
                <ns1:solidFill>
                  <ns1:srgbClr val="172554"/>
                </ns1:solidFill>
                <ns1:latin typeface="Aptos"/>
                <ns1:ea typeface="Aptos"/>
                <ns1:cs typeface="Aptos"/>
              </ns1:defRPr>
            </ns1:lvl5pPr>
            <ns1:lvl6pPr algn="ctr">
              <ns1:defRPr sz="1050" b="1">
                <ns1:solidFill>
                  <ns1:srgbClr val="172554"/>
                </ns1:solidFill>
                <ns1:latin typeface="Aptos"/>
                <ns1:ea typeface="Aptos"/>
                <ns1:cs typeface="Aptos"/>
              </ns1:defRPr>
            </ns1:lvl6pPr>
            <ns1:lvl7pPr algn="ctr">
              <ns1:defRPr sz="1050" b="1">
                <ns1:solidFill>
                  <ns1:srgbClr val="172554"/>
                </ns1:solidFill>
                <ns1:latin typeface="Aptos"/>
                <ns1:ea typeface="Aptos"/>
                <ns1:cs typeface="Aptos"/>
              </ns1:defRPr>
            </ns1:lvl7pPr>
            <ns1:lvl8pPr algn="ctr">
              <ns1:defRPr sz="1050" b="1">
                <ns1:solidFill>
                  <ns1:srgbClr val="172554"/>
                </ns1:solidFill>
                <ns1:latin typeface="Aptos"/>
                <ns1:ea typeface="Aptos"/>
                <ns1:cs typeface="Aptos"/>
              </ns1:defRPr>
            </ns1:lvl8pPr>
            <ns1:lvl9pPr algn="ctr">
              <ns1:defRPr sz="1050" b="1">
                <ns1:solidFill>
                  <ns1:srgbClr val="172554"/>
                </ns1:solidFill>
                <ns1:latin typeface="Aptos"/>
                <ns1:ea typeface="Aptos"/>
                <ns1:cs typeface="Aptos"/>
              </ns1:defRPr>
            </ns1:lvl9pPr>
          </ns1:lstStyle>
          <ns1:p>
            <ns1:pPr algn="ctr">
              <ns1:defRPr sz="1050" b="1">
                <ns1:solidFill>
                  <ns1:srgbClr val="172554"/>
                </ns1:solidFill>
                <ns1:latin typeface="Aptos"/>
                <ns1:ea typeface="Aptos"/>
                <ns1:cs typeface="Aptos"/>
              </ns1:defRPr>
            </ns1:pPr>
            <ns1:r>
              <ns1:rPr sz="1050" b="1">
                <ns1:solidFill>
                  <ns1:srgbClr val="172554"/>
                </ns1:solidFill>
                <ns1:latin typeface="Aptos"/>
                <ns1:ea typeface="Aptos"/>
                <ns1:cs typeface="Aptos"/>
              </ns1:rPr>
              <ns1:t>01</ns1:t>
            </ns1:r>
          </ns1:p>
        </ns0:txBody>
      </ns0:sp>
      <ns0:sp>
        <ns0:nvSpPr>
          <ns0:cNvPr id="9" name="">
            <ns1:extLst>
              <ns1:ext uri="{FF2B5EF4-FFF2-40B4-BE49-F238E27FC236}">
                <ns2:creationId id="{3BA7B9C4-2A8A-4A4F-A9DD-B84BECB692CE}"/>
              </ns1:ext>
            </ns1:extLst>
          </ns0:cNvPr>
          <ns0:cNvSpPr>
            <ns1:spLocks noGrp="1"/>
          </ns0:cNvSpPr>
          <ns0:nvPr/>
        </ns0:nvSpPr>
        <ns0:spPr>
          <ns1:xfrm>
            <ns1:off x="1362075" y="1676400"/>
            <ns1:ext cx="4429125" cy="40005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182230"/>
                </ns1:solidFill>
                <ns1:latin typeface="Aptos"/>
                <ns1:ea typeface="Aptos"/>
                <ns1:cs typeface="Aptos"/>
              </ns1:defRPr>
            </ns1:defPPr>
            <ns1:lvl1pPr algn="l">
              <ns1:defRPr sz="1350" b="1">
                <ns1:solidFill>
                  <ns1:srgbClr val="182230"/>
                </ns1:solidFill>
                <ns1:latin typeface="Aptos"/>
                <ns1:ea typeface="Aptos"/>
                <ns1:cs typeface="Aptos"/>
              </ns1:defRPr>
            </ns1:lvl1pPr>
            <ns1:lvl2pPr algn="l">
              <ns1:defRPr sz="1350" b="1">
                <ns1:solidFill>
                  <ns1:srgbClr val="182230"/>
                </ns1:solidFill>
                <ns1:latin typeface="Aptos"/>
                <ns1:ea typeface="Aptos"/>
                <ns1:cs typeface="Aptos"/>
              </ns1:defRPr>
            </ns1:lvl2pPr>
            <ns1:lvl3pPr algn="l">
              <ns1:defRPr sz="1350" b="1">
                <ns1:solidFill>
                  <ns1:srgbClr val="182230"/>
                </ns1:solidFill>
                <ns1:latin typeface="Aptos"/>
                <ns1:ea typeface="Aptos"/>
                <ns1:cs typeface="Aptos"/>
              </ns1:defRPr>
            </ns1:lvl3pPr>
            <ns1:lvl4pPr algn="l">
              <ns1:defRPr sz="1350" b="1">
                <ns1:solidFill>
                  <ns1:srgbClr val="182230"/>
                </ns1:solidFill>
                <ns1:latin typeface="Aptos"/>
                <ns1:ea typeface="Aptos"/>
                <ns1:cs typeface="Aptos"/>
              </ns1:defRPr>
            </ns1:lvl4pPr>
            <ns1:lvl5pPr algn="l">
              <ns1:defRPr sz="1350" b="1">
                <ns1:solidFill>
                  <ns1:srgbClr val="182230"/>
                </ns1:solidFill>
                <ns1:latin typeface="Aptos"/>
                <ns1:ea typeface="Aptos"/>
                <ns1:cs typeface="Aptos"/>
              </ns1:defRPr>
            </ns1:lvl5pPr>
            <ns1:lvl6pPr algn="l">
              <ns1:defRPr sz="1350" b="1">
                <ns1:solidFill>
                  <ns1:srgbClr val="182230"/>
                </ns1:solidFill>
                <ns1:latin typeface="Aptos"/>
                <ns1:ea typeface="Aptos"/>
                <ns1:cs typeface="Aptos"/>
              </ns1:defRPr>
            </ns1:lvl6pPr>
            <ns1:lvl7pPr algn="l">
              <ns1:defRPr sz="1350" b="1">
                <ns1:solidFill>
                  <ns1:srgbClr val="182230"/>
                </ns1:solidFill>
                <ns1:latin typeface="Aptos"/>
                <ns1:ea typeface="Aptos"/>
                <ns1:cs typeface="Aptos"/>
              </ns1:defRPr>
            </ns1:lvl7pPr>
            <ns1:lvl8pPr algn="l">
              <ns1:defRPr sz="1350" b="1">
                <ns1:solidFill>
                  <ns1:srgbClr val="182230"/>
                </ns1:solidFill>
                <ns1:latin typeface="Aptos"/>
                <ns1:ea typeface="Aptos"/>
                <ns1:cs typeface="Aptos"/>
              </ns1:defRPr>
            </ns1:lvl8pPr>
            <ns1:lvl9pPr algn="l">
              <ns1:defRPr sz="1350" b="1">
                <ns1:solidFill>
                  <ns1:srgbClr val="182230"/>
                </ns1:solidFill>
                <ns1:latin typeface="Aptos"/>
                <ns1:ea typeface="Aptos"/>
                <ns1:cs typeface="Aptos"/>
              </ns1:defRPr>
            </ns1:lvl9pPr>
          </ns1:lstStyle>
          <ns1:p>
            <ns1:pPr algn="l">
              <ns1:defRPr sz="1350" b="1">
                <ns1:solidFill>
                  <ns1:srgbClr val="182230"/>
                </ns1:solidFill>
                <ns1:latin typeface="Aptos"/>
                <ns1:ea typeface="Aptos"/>
                <ns1:cs typeface="Aptos"/>
              </ns1:defRPr>
            </ns1:pPr>
            <ns1:r>
              <ns1:rPr sz="1350" b="1">
                <ns1:solidFill>
                  <ns1:srgbClr val="182230"/>
                </ns1:solidFill>
                <ns1:latin typeface="Aptos"/>
                <ns1:ea typeface="Aptos"/>
                <ns1:cs typeface="Aptos"/>
              </ns1:rPr>
              <ns1:t>La solicitud sigue activa.</ns1:t>
            </ns1:r>
          </ns1:p>
        </ns0:txBody>
      </ns0:sp>
      <ns0:sp>
        <ns0:nvSpPr>
          <ns0:cNvPr id="10" name="">
            <ns1:extLst>
              <ns1:ext uri="{FF2B5EF4-FFF2-40B4-BE49-F238E27FC236}">
                <ns2:creationId id="{78665BFC-2F63-43B5-8100-901AFE15087E}"/>
              </ns1:ext>
            </ns1:extLst>
          </ns0:cNvPr>
          <ns0:cNvSpPr>
            <ns1:spLocks noGrp="1"/>
          </ns0:cNvSpPr>
          <ns0:nvPr/>
        </ns0:nvSpPr>
        <ns0:spPr>
          <ns1:xfrm>
            <ns1:off x="809625" y="2667000"/>
            <ns1:ext cx="400050" cy="400050"/>
          </ns1:xfrm>
          <ns1:prstGeom prst="ellipse">
            <ns1:avLst/>
          </ns1:prstGeom>
          <ns1:solidFill>
            <ns1:srgbClr val="22B8A8"/>
          </ns1:solidFill>
          <ns1:ln w="0">
            <ns1:noFill/>
            <ns1:prstDash val="solid"/>
          </ns1:ln>
        </ns0:spPr>
      </ns0:sp>
      <ns0:sp>
        <ns0:nvSpPr>
          <ns0:cNvPr id="11" name="">
            <ns1:extLst>
              <ns1:ext uri="{FF2B5EF4-FFF2-40B4-BE49-F238E27FC236}">
                <ns2:creationId id="{CB2622C5-93D4-44EF-8C98-91E0AD5BA833}"/>
              </ns1:ext>
            </ns1:extLst>
          </ns0:cNvPr>
          <ns0:cNvSpPr>
            <ns1:spLocks noGrp="1"/>
          </ns0:cNvSpPr>
          <ns0:nvPr/>
        </ns0:nvSpPr>
        <ns0:spPr>
          <ns1:xfrm>
            <ns1:off x="809625" y="2667000"/>
            <ns1:ext cx="400050" cy="400050"/>
          </ns1:xfrm>
          <ns1:prstGeom prst="rect">
            <ns1:avLst/>
          </ns1:prstGeom>
          <ns1:noFill/>
          <ns1:ln w="0">
            <ns1:noFill/>
            <ns1:prstDash val="solid"/>
          </ns1:ln>
        </ns0:spPr>
        <ns0:txBody>
          <ns1:bodyPr lIns="0" tIns="0" rIns="0" bIns="0" anchor="ctr">
            <ns1:normAutofit fontScale="100000"/>
          </ns1:bodyPr>
          <ns1:lstStyle>
            <ns1:defPPr algn="ctr">
              <ns1:defRPr sz="1050" b="1">
                <ns1:solidFill>
                  <ns1:srgbClr val="172554"/>
                </ns1:solidFill>
                <ns1:latin typeface="Aptos"/>
                <ns1:ea typeface="Aptos"/>
                <ns1:cs typeface="Aptos"/>
              </ns1:defRPr>
            </ns1:defPPr>
            <ns1:lvl1pPr algn="ctr">
              <ns1:defRPr sz="1050" b="1">
                <ns1:solidFill>
                  <ns1:srgbClr val="172554"/>
                </ns1:solidFill>
                <ns1:latin typeface="Aptos"/>
                <ns1:ea typeface="Aptos"/>
                <ns1:cs typeface="Aptos"/>
              </ns1:defRPr>
            </ns1:lvl1pPr>
            <ns1:lvl2pPr algn="ctr">
              <ns1:defRPr sz="1050" b="1">
                <ns1:solidFill>
                  <ns1:srgbClr val="172554"/>
                </ns1:solidFill>
                <ns1:latin typeface="Aptos"/>
                <ns1:ea typeface="Aptos"/>
                <ns1:cs typeface="Aptos"/>
              </ns1:defRPr>
            </ns1:lvl2pPr>
            <ns1:lvl3pPr algn="ctr">
              <ns1:defRPr sz="1050" b="1">
                <ns1:solidFill>
                  <ns1:srgbClr val="172554"/>
                </ns1:solidFill>
                <ns1:latin typeface="Aptos"/>
                <ns1:ea typeface="Aptos"/>
                <ns1:cs typeface="Aptos"/>
              </ns1:defRPr>
            </ns1:lvl3pPr>
            <ns1:lvl4pPr algn="ctr">
              <ns1:defRPr sz="1050" b="1">
                <ns1:solidFill>
                  <ns1:srgbClr val="172554"/>
                </ns1:solidFill>
                <ns1:latin typeface="Aptos"/>
                <ns1:ea typeface="Aptos"/>
                <ns1:cs typeface="Aptos"/>
              </ns1:defRPr>
            </ns1:lvl4pPr>
            <ns1:lvl5pPr algn="ctr">
              <ns1:defRPr sz="1050" b="1">
                <ns1:solidFill>
                  <ns1:srgbClr val="172554"/>
                </ns1:solidFill>
                <ns1:latin typeface="Aptos"/>
                <ns1:ea typeface="Aptos"/>
                <ns1:cs typeface="Aptos"/>
              </ns1:defRPr>
            </ns1:lvl5pPr>
            <ns1:lvl6pPr algn="ctr">
              <ns1:defRPr sz="1050" b="1">
                <ns1:solidFill>
                  <ns1:srgbClr val="172554"/>
                </ns1:solidFill>
                <ns1:latin typeface="Aptos"/>
                <ns1:ea typeface="Aptos"/>
                <ns1:cs typeface="Aptos"/>
              </ns1:defRPr>
            </ns1:lvl6pPr>
            <ns1:lvl7pPr algn="ctr">
              <ns1:defRPr sz="1050" b="1">
                <ns1:solidFill>
                  <ns1:srgbClr val="172554"/>
                </ns1:solidFill>
                <ns1:latin typeface="Aptos"/>
                <ns1:ea typeface="Aptos"/>
                <ns1:cs typeface="Aptos"/>
              </ns1:defRPr>
            </ns1:lvl7pPr>
            <ns1:lvl8pPr algn="ctr">
              <ns1:defRPr sz="1050" b="1">
                <ns1:solidFill>
                  <ns1:srgbClr val="172554"/>
                </ns1:solidFill>
                <ns1:latin typeface="Aptos"/>
                <ns1:ea typeface="Aptos"/>
                <ns1:cs typeface="Aptos"/>
              </ns1:defRPr>
            </ns1:lvl8pPr>
            <ns1:lvl9pPr algn="ctr">
              <ns1:defRPr sz="1050" b="1">
                <ns1:solidFill>
                  <ns1:srgbClr val="172554"/>
                </ns1:solidFill>
                <ns1:latin typeface="Aptos"/>
                <ns1:ea typeface="Aptos"/>
                <ns1:cs typeface="Aptos"/>
              </ns1:defRPr>
            </ns1:lvl9pPr>
          </ns1:lstStyle>
          <ns1:p>
            <ns1:pPr algn="ctr">
              <ns1:defRPr sz="1050" b="1">
                <ns1:solidFill>
                  <ns1:srgbClr val="172554"/>
                </ns1:solidFill>
                <ns1:latin typeface="Aptos"/>
                <ns1:ea typeface="Aptos"/>
                <ns1:cs typeface="Aptos"/>
              </ns1:defRPr>
            </ns1:pPr>
            <ns1:r>
              <ns1:rPr sz="1050" b="1">
                <ns1:solidFill>
                  <ns1:srgbClr val="172554"/>
                </ns1:solidFill>
                <ns1:latin typeface="Aptos"/>
                <ns1:ea typeface="Aptos"/>
                <ns1:cs typeface="Aptos"/>
              </ns1:rPr>
              <ns1:t>02</ns1:t>
            </ns1:r>
          </ns1:p>
        </ns0:txBody>
      </ns0:sp>
      <ns0:sp>
        <ns0:nvSpPr>
          <ns0:cNvPr id="12" name="">
            <ns1:extLst>
              <ns1:ext uri="{FF2B5EF4-FFF2-40B4-BE49-F238E27FC236}">
                <ns2:creationId id="{30CEED86-60AB-4410-983B-37EB2359594C}"/>
              </ns1:ext>
            </ns1:extLst>
          </ns0:cNvPr>
          <ns0:cNvSpPr>
            <ns1:spLocks noGrp="1"/>
          </ns0:cNvSpPr>
          <ns0:nvPr/>
        </ns0:nvSpPr>
        <ns0:spPr>
          <ns1:xfrm>
            <ns1:off x="1362075" y="2676525"/>
            <ns1:ext cx="4429125" cy="40005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182230"/>
                </ns1:solidFill>
                <ns1:latin typeface="Aptos"/>
                <ns1:ea typeface="Aptos"/>
                <ns1:cs typeface="Aptos"/>
              </ns1:defRPr>
            </ns1:defPPr>
            <ns1:lvl1pPr algn="l">
              <ns1:defRPr sz="1350" b="1">
                <ns1:solidFill>
                  <ns1:srgbClr val="182230"/>
                </ns1:solidFill>
                <ns1:latin typeface="Aptos"/>
                <ns1:ea typeface="Aptos"/>
                <ns1:cs typeface="Aptos"/>
              </ns1:defRPr>
            </ns1:lvl1pPr>
            <ns1:lvl2pPr algn="l">
              <ns1:defRPr sz="1350" b="1">
                <ns1:solidFill>
                  <ns1:srgbClr val="182230"/>
                </ns1:solidFill>
                <ns1:latin typeface="Aptos"/>
                <ns1:ea typeface="Aptos"/>
                <ns1:cs typeface="Aptos"/>
              </ns1:defRPr>
            </ns1:lvl2pPr>
            <ns1:lvl3pPr algn="l">
              <ns1:defRPr sz="1350" b="1">
                <ns1:solidFill>
                  <ns1:srgbClr val="182230"/>
                </ns1:solidFill>
                <ns1:latin typeface="Aptos"/>
                <ns1:ea typeface="Aptos"/>
                <ns1:cs typeface="Aptos"/>
              </ns1:defRPr>
            </ns1:lvl3pPr>
            <ns1:lvl4pPr algn="l">
              <ns1:defRPr sz="1350" b="1">
                <ns1:solidFill>
                  <ns1:srgbClr val="182230"/>
                </ns1:solidFill>
                <ns1:latin typeface="Aptos"/>
                <ns1:ea typeface="Aptos"/>
                <ns1:cs typeface="Aptos"/>
              </ns1:defRPr>
            </ns1:lvl4pPr>
            <ns1:lvl5pPr algn="l">
              <ns1:defRPr sz="1350" b="1">
                <ns1:solidFill>
                  <ns1:srgbClr val="182230"/>
                </ns1:solidFill>
                <ns1:latin typeface="Aptos"/>
                <ns1:ea typeface="Aptos"/>
                <ns1:cs typeface="Aptos"/>
              </ns1:defRPr>
            </ns1:lvl5pPr>
            <ns1:lvl6pPr algn="l">
              <ns1:defRPr sz="1350" b="1">
                <ns1:solidFill>
                  <ns1:srgbClr val="182230"/>
                </ns1:solidFill>
                <ns1:latin typeface="Aptos"/>
                <ns1:ea typeface="Aptos"/>
                <ns1:cs typeface="Aptos"/>
              </ns1:defRPr>
            </ns1:lvl6pPr>
            <ns1:lvl7pPr algn="l">
              <ns1:defRPr sz="1350" b="1">
                <ns1:solidFill>
                  <ns1:srgbClr val="182230"/>
                </ns1:solidFill>
                <ns1:latin typeface="Aptos"/>
                <ns1:ea typeface="Aptos"/>
                <ns1:cs typeface="Aptos"/>
              </ns1:defRPr>
            </ns1:lvl7pPr>
            <ns1:lvl8pPr algn="l">
              <ns1:defRPr sz="1350" b="1">
                <ns1:solidFill>
                  <ns1:srgbClr val="182230"/>
                </ns1:solidFill>
                <ns1:latin typeface="Aptos"/>
                <ns1:ea typeface="Aptos"/>
                <ns1:cs typeface="Aptos"/>
              </ns1:defRPr>
            </ns1:lvl8pPr>
            <ns1:lvl9pPr algn="l">
              <ns1:defRPr sz="1350" b="1">
                <ns1:solidFill>
                  <ns1:srgbClr val="182230"/>
                </ns1:solidFill>
                <ns1:latin typeface="Aptos"/>
                <ns1:ea typeface="Aptos"/>
                <ns1:cs typeface="Aptos"/>
              </ns1:defRPr>
            </ns1:lvl9pPr>
          </ns1:lstStyle>
          <ns1:p>
            <ns1:pPr algn="l">
              <ns1:defRPr sz="1350" b="1">
                <ns1:solidFill>
                  <ns1:srgbClr val="182230"/>
                </ns1:solidFill>
                <ns1:latin typeface="Aptos"/>
                <ns1:ea typeface="Aptos"/>
                <ns1:cs typeface="Aptos"/>
              </ns1:defRPr>
            </ns1:pPr>
            <ns1:r>
              <ns1:rPr sz="1350" b="1">
                <ns1:solidFill>
                  <ns1:srgbClr val="182230"/>
                </ns1:solidFill>
                <ns1:latin typeface="Aptos"/>
                <ns1:ea typeface="Aptos"/>
                <ns1:cs typeface="Aptos"/>
              </ns1:rPr>
              <ns1:t>El pedido es del tipo correcto.</ns1:t>
            </ns1:r>
          </ns1:p>
        </ns0:txBody>
      </ns0:sp>
      <ns0:sp>
        <ns0:nvSpPr>
          <ns0:cNvPr id="13" name="">
            <ns1:extLst>
              <ns1:ext uri="{FF2B5EF4-FFF2-40B4-BE49-F238E27FC236}">
                <ns2:creationId id="{BF25C89F-7636-42FF-9DDD-87C1DF9026C1}"/>
              </ns1:ext>
            </ns1:extLst>
          </ns0:cNvPr>
          <ns0:cNvSpPr>
            <ns1:spLocks noGrp="1"/>
          </ns0:cNvSpPr>
          <ns0:nvPr/>
        </ns0:nvSpPr>
        <ns0:spPr>
          <ns1:xfrm>
            <ns1:off x="809625" y="3667125"/>
            <ns1:ext cx="400050" cy="400050"/>
          </ns1:xfrm>
          <ns1:prstGeom prst="ellipse">
            <ns1:avLst/>
          </ns1:prstGeom>
          <ns1:solidFill>
            <ns1:srgbClr val="22B8A8"/>
          </ns1:solidFill>
          <ns1:ln w="0">
            <ns1:noFill/>
            <ns1:prstDash val="solid"/>
          </ns1:ln>
        </ns0:spPr>
      </ns0:sp>
      <ns0:sp>
        <ns0:nvSpPr>
          <ns0:cNvPr id="14" name="">
            <ns1:extLst>
              <ns1:ext uri="{FF2B5EF4-FFF2-40B4-BE49-F238E27FC236}">
                <ns2:creationId id="{159F2A17-47F3-46E0-B4BC-02C06BCAA1E5}"/>
              </ns1:ext>
            </ns1:extLst>
          </ns0:cNvPr>
          <ns0:cNvSpPr>
            <ns1:spLocks noGrp="1"/>
          </ns0:cNvSpPr>
          <ns0:nvPr/>
        </ns0:nvSpPr>
        <ns0:spPr>
          <ns1:xfrm>
            <ns1:off x="809625" y="3667125"/>
            <ns1:ext cx="400050" cy="400050"/>
          </ns1:xfrm>
          <ns1:prstGeom prst="rect">
            <ns1:avLst/>
          </ns1:prstGeom>
          <ns1:noFill/>
          <ns1:ln w="0">
            <ns1:noFill/>
            <ns1:prstDash val="solid"/>
          </ns1:ln>
        </ns0:spPr>
        <ns0:txBody>
          <ns1:bodyPr lIns="0" tIns="0" rIns="0" bIns="0" anchor="ctr">
            <ns1:normAutofit fontScale="100000"/>
          </ns1:bodyPr>
          <ns1:lstStyle>
            <ns1:defPPr algn="ctr">
              <ns1:defRPr sz="1050" b="1">
                <ns1:solidFill>
                  <ns1:srgbClr val="172554"/>
                </ns1:solidFill>
                <ns1:latin typeface="Aptos"/>
                <ns1:ea typeface="Aptos"/>
                <ns1:cs typeface="Aptos"/>
              </ns1:defRPr>
            </ns1:defPPr>
            <ns1:lvl1pPr algn="ctr">
              <ns1:defRPr sz="1050" b="1">
                <ns1:solidFill>
                  <ns1:srgbClr val="172554"/>
                </ns1:solidFill>
                <ns1:latin typeface="Aptos"/>
                <ns1:ea typeface="Aptos"/>
                <ns1:cs typeface="Aptos"/>
              </ns1:defRPr>
            </ns1:lvl1pPr>
            <ns1:lvl2pPr algn="ctr">
              <ns1:defRPr sz="1050" b="1">
                <ns1:solidFill>
                  <ns1:srgbClr val="172554"/>
                </ns1:solidFill>
                <ns1:latin typeface="Aptos"/>
                <ns1:ea typeface="Aptos"/>
                <ns1:cs typeface="Aptos"/>
              </ns1:defRPr>
            </ns1:lvl2pPr>
            <ns1:lvl3pPr algn="ctr">
              <ns1:defRPr sz="1050" b="1">
                <ns1:solidFill>
                  <ns1:srgbClr val="172554"/>
                </ns1:solidFill>
                <ns1:latin typeface="Aptos"/>
                <ns1:ea typeface="Aptos"/>
                <ns1:cs typeface="Aptos"/>
              </ns1:defRPr>
            </ns1:lvl3pPr>
            <ns1:lvl4pPr algn="ctr">
              <ns1:defRPr sz="1050" b="1">
                <ns1:solidFill>
                  <ns1:srgbClr val="172554"/>
                </ns1:solidFill>
                <ns1:latin typeface="Aptos"/>
                <ns1:ea typeface="Aptos"/>
                <ns1:cs typeface="Aptos"/>
              </ns1:defRPr>
            </ns1:lvl4pPr>
            <ns1:lvl5pPr algn="ctr">
              <ns1:defRPr sz="1050" b="1">
                <ns1:solidFill>
                  <ns1:srgbClr val="172554"/>
                </ns1:solidFill>
                <ns1:latin typeface="Aptos"/>
                <ns1:ea typeface="Aptos"/>
                <ns1:cs typeface="Aptos"/>
              </ns1:defRPr>
            </ns1:lvl5pPr>
            <ns1:lvl6pPr algn="ctr">
              <ns1:defRPr sz="1050" b="1">
                <ns1:solidFill>
                  <ns1:srgbClr val="172554"/>
                </ns1:solidFill>
                <ns1:latin typeface="Aptos"/>
                <ns1:ea typeface="Aptos"/>
                <ns1:cs typeface="Aptos"/>
              </ns1:defRPr>
            </ns1:lvl6pPr>
            <ns1:lvl7pPr algn="ctr">
              <ns1:defRPr sz="1050" b="1">
                <ns1:solidFill>
                  <ns1:srgbClr val="172554"/>
                </ns1:solidFill>
                <ns1:latin typeface="Aptos"/>
                <ns1:ea typeface="Aptos"/>
                <ns1:cs typeface="Aptos"/>
              </ns1:defRPr>
            </ns1:lvl7pPr>
            <ns1:lvl8pPr algn="ctr">
              <ns1:defRPr sz="1050" b="1">
                <ns1:solidFill>
                  <ns1:srgbClr val="172554"/>
                </ns1:solidFill>
                <ns1:latin typeface="Aptos"/>
                <ns1:ea typeface="Aptos"/>
                <ns1:cs typeface="Aptos"/>
              </ns1:defRPr>
            </ns1:lvl8pPr>
            <ns1:lvl9pPr algn="ctr">
              <ns1:defRPr sz="1050" b="1">
                <ns1:solidFill>
                  <ns1:srgbClr val="172554"/>
                </ns1:solidFill>
                <ns1:latin typeface="Aptos"/>
                <ns1:ea typeface="Aptos"/>
                <ns1:cs typeface="Aptos"/>
              </ns1:defRPr>
            </ns1:lvl9pPr>
          </ns1:lstStyle>
          <ns1:p>
            <ns1:pPr algn="ctr">
              <ns1:defRPr sz="1050" b="1">
                <ns1:solidFill>
                  <ns1:srgbClr val="172554"/>
                </ns1:solidFill>
                <ns1:latin typeface="Aptos"/>
                <ns1:ea typeface="Aptos"/>
                <ns1:cs typeface="Aptos"/>
              </ns1:defRPr>
            </ns1:pPr>
            <ns1:r>
              <ns1:rPr sz="1050" b="1">
                <ns1:solidFill>
                  <ns1:srgbClr val="172554"/>
                </ns1:solidFill>
                <ns1:latin typeface="Aptos"/>
                <ns1:ea typeface="Aptos"/>
                <ns1:cs typeface="Aptos"/>
              </ns1:rPr>
              <ns1:t>03</ns1:t>
            </ns1:r>
          </ns1:p>
        </ns0:txBody>
      </ns0:sp>
      <ns0:sp>
        <ns0:nvSpPr>
          <ns0:cNvPr id="15" name="">
            <ns1:extLst>
              <ns1:ext uri="{FF2B5EF4-FFF2-40B4-BE49-F238E27FC236}">
                <ns2:creationId id="{9AF8A20B-1C30-405C-86BF-D7728D806335}"/>
              </ns1:ext>
            </ns1:extLst>
          </ns0:cNvPr>
          <ns0:cNvSpPr>
            <ns1:spLocks noGrp="1"/>
          </ns0:cNvSpPr>
          <ns0:nvPr/>
        </ns0:nvSpPr>
        <ns0:spPr>
          <ns1:xfrm>
            <ns1:off x="1362075" y="3676650"/>
            <ns1:ext cx="3810000" cy="40005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182230"/>
                </ns1:solidFill>
                <ns1:latin typeface="Aptos"/>
                <ns1:ea typeface="Aptos"/>
                <ns1:cs typeface="Aptos"/>
              </ns1:defRPr>
            </ns1:defPPr>
            <ns1:lvl1pPr algn="l">
              <ns1:defRPr sz="1350" b="1">
                <ns1:solidFill>
                  <ns1:srgbClr val="182230"/>
                </ns1:solidFill>
                <ns1:latin typeface="Aptos"/>
                <ns1:ea typeface="Aptos"/>
                <ns1:cs typeface="Aptos"/>
              </ns1:defRPr>
            </ns1:lvl1pPr>
            <ns1:lvl2pPr algn="l">
              <ns1:defRPr sz="1350" b="1">
                <ns1:solidFill>
                  <ns1:srgbClr val="182230"/>
                </ns1:solidFill>
                <ns1:latin typeface="Aptos"/>
                <ns1:ea typeface="Aptos"/>
                <ns1:cs typeface="Aptos"/>
              </ns1:defRPr>
            </ns1:lvl2pPr>
            <ns1:lvl3pPr algn="l">
              <ns1:defRPr sz="1350" b="1">
                <ns1:solidFill>
                  <ns1:srgbClr val="182230"/>
                </ns1:solidFill>
                <ns1:latin typeface="Aptos"/>
                <ns1:ea typeface="Aptos"/>
                <ns1:cs typeface="Aptos"/>
              </ns1:defRPr>
            </ns1:lvl3pPr>
            <ns1:lvl4pPr algn="l">
              <ns1:defRPr sz="1350" b="1">
                <ns1:solidFill>
                  <ns1:srgbClr val="182230"/>
                </ns1:solidFill>
                <ns1:latin typeface="Aptos"/>
                <ns1:ea typeface="Aptos"/>
                <ns1:cs typeface="Aptos"/>
              </ns1:defRPr>
            </ns1:lvl4pPr>
            <ns1:lvl5pPr algn="l">
              <ns1:defRPr sz="1350" b="1">
                <ns1:solidFill>
                  <ns1:srgbClr val="182230"/>
                </ns1:solidFill>
                <ns1:latin typeface="Aptos"/>
                <ns1:ea typeface="Aptos"/>
                <ns1:cs typeface="Aptos"/>
              </ns1:defRPr>
            </ns1:lvl5pPr>
            <ns1:lvl6pPr algn="l">
              <ns1:defRPr sz="1350" b="1">
                <ns1:solidFill>
                  <ns1:srgbClr val="182230"/>
                </ns1:solidFill>
                <ns1:latin typeface="Aptos"/>
                <ns1:ea typeface="Aptos"/>
                <ns1:cs typeface="Aptos"/>
              </ns1:defRPr>
            </ns1:lvl6pPr>
            <ns1:lvl7pPr algn="l">
              <ns1:defRPr sz="1350" b="1">
                <ns1:solidFill>
                  <ns1:srgbClr val="182230"/>
                </ns1:solidFill>
                <ns1:latin typeface="Aptos"/>
                <ns1:ea typeface="Aptos"/>
                <ns1:cs typeface="Aptos"/>
              </ns1:defRPr>
            </ns1:lvl7pPr>
            <ns1:lvl8pPr algn="l">
              <ns1:defRPr sz="1350" b="1">
                <ns1:solidFill>
                  <ns1:srgbClr val="182230"/>
                </ns1:solidFill>
                <ns1:latin typeface="Aptos"/>
                <ns1:ea typeface="Aptos"/>
                <ns1:cs typeface="Aptos"/>
              </ns1:defRPr>
            </ns1:lvl8pPr>
            <ns1:lvl9pPr algn="l">
              <ns1:defRPr sz="1350" b="1">
                <ns1:solidFill>
                  <ns1:srgbClr val="182230"/>
                </ns1:solidFill>
                <ns1:latin typeface="Aptos"/>
                <ns1:ea typeface="Aptos"/>
                <ns1:cs typeface="Aptos"/>
              </ns1:defRPr>
            </ns1:lvl9pPr>
          </ns1:lstStyle>
          <ns1:p>
            <ns1:pPr algn="l">
              <ns1:defRPr sz="1350" b="1">
                <ns1:solidFill>
                  <ns1:srgbClr val="182230"/>
                </ns1:solidFill>
                <ns1:latin typeface="Aptos"/>
                <ns1:ea typeface="Aptos"/>
                <ns1:cs typeface="Aptos"/>
              </ns1:defRPr>
            </ns1:pPr>
            <ns1:r>
              <ns1:rPr sz="1350" b="1">
                <ns1:solidFill>
                  <ns1:srgbClr val="182230"/>
                </ns1:solidFill>
                <ns1:latin typeface="Aptos"/>
                <ns1:ea typeface="Aptos"/>
                <ns1:cs typeface="Aptos"/>
              </ns1:rPr>
              <ns1:t>La credencial corresponde a este estudiante.</ns1:t>
            </ns1:r>
          </ns1:p>
        </ns0:txBody>
      </ns0:sp>
      <ns0:sp>
        <ns0:nvSpPr>
          <ns0:cNvPr id="16" name="">
            <ns1:extLst>
              <ns1:ext uri="{FF2B5EF4-FFF2-40B4-BE49-F238E27FC236}">
                <ns2:creationId id="{9784F9EA-E660-486B-A024-52A2DD285A90}"/>
              </ns1:ext>
            </ns1:extLst>
          </ns0:cNvPr>
          <ns0:cNvSpPr>
            <ns1:spLocks noGrp="1"/>
          </ns0:cNvSpPr>
          <ns0:nvPr/>
        </ns0:nvSpPr>
        <ns0:spPr>
          <ns1:xfrm>
            <ns1:off x="5342382" y="3707892"/>
            <ns1:ext cx="97536" cy="97536"/>
          </ns1:xfrm>
          <ns1:prstGeom prst="ellipse">
            <ns1:avLst/>
          </ns1:prstGeom>
          <ns1:solidFill>
            <ns1:srgbClr val="22B8A8"/>
          </ns1:solidFill>
          <ns1:ln w="0">
            <ns1:noFill/>
            <ns1:prstDash val="solid"/>
          </ns1:ln>
        </ns0:spPr>
      </ns0:sp>
      <ns0:sp>
        <ns0:nvSpPr>
          <ns0:cNvPr id="17" name="">
            <ns1:extLst>
              <ns1:ext uri="{FF2B5EF4-FFF2-40B4-BE49-F238E27FC236}">
                <ns2:creationId id="{D300FAAD-7522-4800-A003-C8F6482C3937}"/>
              </ns1:ext>
            </ns1:extLst>
          </ns0:cNvPr>
          <ns0:cNvSpPr>
            <ns1:spLocks noGrp="1"/>
          </ns0:cNvSpPr>
          <ns0:nvPr/>
        </ns0:nvSpPr>
        <ns0:spPr>
          <ns1:xfrm>
            <ns1:off x="5278374" y="3823716"/>
            <ns1:ext cx="225552" cy="158496"/>
          </ns1:xfrm>
          <ns1:prstGeom prst="ellipse">
            <ns1:avLst/>
          </ns1:prstGeom>
          <ns1:solidFill>
            <ns1:srgbClr val="22B8A8"/>
          </ns1:solidFill>
          <ns1:ln w="0">
            <ns1:noFill/>
            <ns1:prstDash val="solid"/>
          </ns1:ln>
        </ns0:spPr>
      </ns0:sp>
      <ns0:sp>
        <ns0:nvSpPr>
          <ns0:cNvPr id="18" name="">
            <ns1:extLst>
              <ns1:ext uri="{FF2B5EF4-FFF2-40B4-BE49-F238E27FC236}">
                <ns2:creationId id="{BDC905CC-EE2A-4006-9DEE-22FDAA36AF82}"/>
              </ns1:ext>
            </ns1:extLst>
          </ns0:cNvPr>
          <ns0:cNvSpPr>
            <ns1:spLocks noGrp="1"/>
          </ns0:cNvSpPr>
          <ns0:nvPr/>
        </ns0:nvSpPr>
        <ns0:spPr>
          <ns1:xfrm>
            <ns1:off x="809625" y="4667250"/>
            <ns1:ext cx="400050" cy="400050"/>
          </ns1:xfrm>
          <ns1:prstGeom prst="ellipse">
            <ns1:avLst/>
          </ns1:prstGeom>
          <ns1:solidFill>
            <ns1:srgbClr val="22B8A8"/>
          </ns1:solidFill>
          <ns1:ln w="0">
            <ns1:noFill/>
            <ns1:prstDash val="solid"/>
          </ns1:ln>
        </ns0:spPr>
      </ns0:sp>
      <ns0:sp>
        <ns0:nvSpPr>
          <ns0:cNvPr id="19" name="">
            <ns1:extLst>
              <ns1:ext uri="{FF2B5EF4-FFF2-40B4-BE49-F238E27FC236}">
                <ns2:creationId id="{AC973A8B-8C43-4848-B1F9-145CF4FB19C3}"/>
              </ns1:ext>
            </ns1:extLst>
          </ns0:cNvPr>
          <ns0:cNvSpPr>
            <ns1:spLocks noGrp="1"/>
          </ns0:cNvSpPr>
          <ns0:nvPr/>
        </ns0:nvSpPr>
        <ns0:spPr>
          <ns1:xfrm>
            <ns1:off x="809625" y="4667250"/>
            <ns1:ext cx="400050" cy="400050"/>
          </ns1:xfrm>
          <ns1:prstGeom prst="rect">
            <ns1:avLst/>
          </ns1:prstGeom>
          <ns1:noFill/>
          <ns1:ln w="0">
            <ns1:noFill/>
            <ns1:prstDash val="solid"/>
          </ns1:ln>
        </ns0:spPr>
        <ns0:txBody>
          <ns1:bodyPr lIns="0" tIns="0" rIns="0" bIns="0" anchor="ctr">
            <ns1:normAutofit fontScale="100000"/>
          </ns1:bodyPr>
          <ns1:lstStyle>
            <ns1:defPPr algn="ctr">
              <ns1:defRPr sz="1050" b="1">
                <ns1:solidFill>
                  <ns1:srgbClr val="172554"/>
                </ns1:solidFill>
                <ns1:latin typeface="Aptos"/>
                <ns1:ea typeface="Aptos"/>
                <ns1:cs typeface="Aptos"/>
              </ns1:defRPr>
            </ns1:defPPr>
            <ns1:lvl1pPr algn="ctr">
              <ns1:defRPr sz="1050" b="1">
                <ns1:solidFill>
                  <ns1:srgbClr val="172554"/>
                </ns1:solidFill>
                <ns1:latin typeface="Aptos"/>
                <ns1:ea typeface="Aptos"/>
                <ns1:cs typeface="Aptos"/>
              </ns1:defRPr>
            </ns1:lvl1pPr>
            <ns1:lvl2pPr algn="ctr">
              <ns1:defRPr sz="1050" b="1">
                <ns1:solidFill>
                  <ns1:srgbClr val="172554"/>
                </ns1:solidFill>
                <ns1:latin typeface="Aptos"/>
                <ns1:ea typeface="Aptos"/>
                <ns1:cs typeface="Aptos"/>
              </ns1:defRPr>
            </ns1:lvl2pPr>
            <ns1:lvl3pPr algn="ctr">
              <ns1:defRPr sz="1050" b="1">
                <ns1:solidFill>
                  <ns1:srgbClr val="172554"/>
                </ns1:solidFill>
                <ns1:latin typeface="Aptos"/>
                <ns1:ea typeface="Aptos"/>
                <ns1:cs typeface="Aptos"/>
              </ns1:defRPr>
            </ns1:lvl3pPr>
            <ns1:lvl4pPr algn="ctr">
              <ns1:defRPr sz="1050" b="1">
                <ns1:solidFill>
                  <ns1:srgbClr val="172554"/>
                </ns1:solidFill>
                <ns1:latin typeface="Aptos"/>
                <ns1:ea typeface="Aptos"/>
                <ns1:cs typeface="Aptos"/>
              </ns1:defRPr>
            </ns1:lvl4pPr>
            <ns1:lvl5pPr algn="ctr">
              <ns1:defRPr sz="1050" b="1">
                <ns1:solidFill>
                  <ns1:srgbClr val="172554"/>
                </ns1:solidFill>
                <ns1:latin typeface="Aptos"/>
                <ns1:ea typeface="Aptos"/>
                <ns1:cs typeface="Aptos"/>
              </ns1:defRPr>
            </ns1:lvl5pPr>
            <ns1:lvl6pPr algn="ctr">
              <ns1:defRPr sz="1050" b="1">
                <ns1:solidFill>
                  <ns1:srgbClr val="172554"/>
                </ns1:solidFill>
                <ns1:latin typeface="Aptos"/>
                <ns1:ea typeface="Aptos"/>
                <ns1:cs typeface="Aptos"/>
              </ns1:defRPr>
            </ns1:lvl6pPr>
            <ns1:lvl7pPr algn="ctr">
              <ns1:defRPr sz="1050" b="1">
                <ns1:solidFill>
                  <ns1:srgbClr val="172554"/>
                </ns1:solidFill>
                <ns1:latin typeface="Aptos"/>
                <ns1:ea typeface="Aptos"/>
                <ns1:cs typeface="Aptos"/>
              </ns1:defRPr>
            </ns1:lvl7pPr>
            <ns1:lvl8pPr algn="ctr">
              <ns1:defRPr sz="1050" b="1">
                <ns1:solidFill>
                  <ns1:srgbClr val="172554"/>
                </ns1:solidFill>
                <ns1:latin typeface="Aptos"/>
                <ns1:ea typeface="Aptos"/>
                <ns1:cs typeface="Aptos"/>
              </ns1:defRPr>
            </ns1:lvl8pPr>
            <ns1:lvl9pPr algn="ctr">
              <ns1:defRPr sz="1050" b="1">
                <ns1:solidFill>
                  <ns1:srgbClr val="172554"/>
                </ns1:solidFill>
                <ns1:latin typeface="Aptos"/>
                <ns1:ea typeface="Aptos"/>
                <ns1:cs typeface="Aptos"/>
              </ns1:defRPr>
            </ns1:lvl9pPr>
          </ns1:lstStyle>
          <ns1:p>
            <ns1:pPr algn="ctr">
              <ns1:defRPr sz="1050" b="1">
                <ns1:solidFill>
                  <ns1:srgbClr val="172554"/>
                </ns1:solidFill>
                <ns1:latin typeface="Aptos"/>
                <ns1:ea typeface="Aptos"/>
                <ns1:cs typeface="Aptos"/>
              </ns1:defRPr>
            </ns1:pPr>
            <ns1:r>
              <ns1:rPr sz="1050" b="1">
                <ns1:solidFill>
                  <ns1:srgbClr val="172554"/>
                </ns1:solidFill>
                <ns1:latin typeface="Aptos"/>
                <ns1:ea typeface="Aptos"/>
                <ns1:cs typeface="Aptos"/>
              </ns1:rPr>
              <ns1:t>04</ns1:t>
            </ns1:r>
          </ns1:p>
        </ns0:txBody>
      </ns0:sp>
      <ns0:sp>
        <ns0:nvSpPr>
          <ns0:cNvPr id="20" name="">
            <ns1:extLst>
              <ns1:ext uri="{FF2B5EF4-FFF2-40B4-BE49-F238E27FC236}">
                <ns2:creationId id="{999A02E0-46B6-40BA-B2B1-EBA9F5A94A5E}"/>
              </ns1:ext>
            </ns1:extLst>
          </ns0:cNvPr>
          <ns0:cNvSpPr>
            <ns1:spLocks noGrp="1"/>
          </ns0:cNvSpPr>
          <ns0:nvPr/>
        </ns0:nvSpPr>
        <ns0:spPr>
          <ns1:xfrm>
            <ns1:off x="1362075" y="4676775"/>
            <ns1:ext cx="3810000" cy="40005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182230"/>
                </ns1:solidFill>
                <ns1:latin typeface="Aptos"/>
                <ns1:ea typeface="Aptos"/>
                <ns1:cs typeface="Aptos"/>
              </ns1:defRPr>
            </ns1:defPPr>
            <ns1:lvl1pPr algn="l">
              <ns1:defRPr sz="1350" b="1">
                <ns1:solidFill>
                  <ns1:srgbClr val="182230"/>
                </ns1:solidFill>
                <ns1:latin typeface="Aptos"/>
                <ns1:ea typeface="Aptos"/>
                <ns1:cs typeface="Aptos"/>
              </ns1:defRPr>
            </ns1:lvl1pPr>
            <ns1:lvl2pPr algn="l">
              <ns1:defRPr sz="1350" b="1">
                <ns1:solidFill>
                  <ns1:srgbClr val="182230"/>
                </ns1:solidFill>
                <ns1:latin typeface="Aptos"/>
                <ns1:ea typeface="Aptos"/>
                <ns1:cs typeface="Aptos"/>
              </ns1:defRPr>
            </ns1:lvl2pPr>
            <ns1:lvl3pPr algn="l">
              <ns1:defRPr sz="1350" b="1">
                <ns1:solidFill>
                  <ns1:srgbClr val="182230"/>
                </ns1:solidFill>
                <ns1:latin typeface="Aptos"/>
                <ns1:ea typeface="Aptos"/>
                <ns1:cs typeface="Aptos"/>
              </ns1:defRPr>
            </ns1:lvl3pPr>
            <ns1:lvl4pPr algn="l">
              <ns1:defRPr sz="1350" b="1">
                <ns1:solidFill>
                  <ns1:srgbClr val="182230"/>
                </ns1:solidFill>
                <ns1:latin typeface="Aptos"/>
                <ns1:ea typeface="Aptos"/>
                <ns1:cs typeface="Aptos"/>
              </ns1:defRPr>
            </ns1:lvl4pPr>
            <ns1:lvl5pPr algn="l">
              <ns1:defRPr sz="1350" b="1">
                <ns1:solidFill>
                  <ns1:srgbClr val="182230"/>
                </ns1:solidFill>
                <ns1:latin typeface="Aptos"/>
                <ns1:ea typeface="Aptos"/>
                <ns1:cs typeface="Aptos"/>
              </ns1:defRPr>
            </ns1:lvl5pPr>
            <ns1:lvl6pPr algn="l">
              <ns1:defRPr sz="1350" b="1">
                <ns1:solidFill>
                  <ns1:srgbClr val="182230"/>
                </ns1:solidFill>
                <ns1:latin typeface="Aptos"/>
                <ns1:ea typeface="Aptos"/>
                <ns1:cs typeface="Aptos"/>
              </ns1:defRPr>
            </ns1:lvl6pPr>
            <ns1:lvl7pPr algn="l">
              <ns1:defRPr sz="1350" b="1">
                <ns1:solidFill>
                  <ns1:srgbClr val="182230"/>
                </ns1:solidFill>
                <ns1:latin typeface="Aptos"/>
                <ns1:ea typeface="Aptos"/>
                <ns1:cs typeface="Aptos"/>
              </ns1:defRPr>
            </ns1:lvl7pPr>
            <ns1:lvl8pPr algn="l">
              <ns1:defRPr sz="1350" b="1">
                <ns1:solidFill>
                  <ns1:srgbClr val="182230"/>
                </ns1:solidFill>
                <ns1:latin typeface="Aptos"/>
                <ns1:ea typeface="Aptos"/>
                <ns1:cs typeface="Aptos"/>
              </ns1:defRPr>
            </ns1:lvl8pPr>
            <ns1:lvl9pPr algn="l">
              <ns1:defRPr sz="1350" b="1">
                <ns1:solidFill>
                  <ns1:srgbClr val="182230"/>
                </ns1:solidFill>
                <ns1:latin typeface="Aptos"/>
                <ns1:ea typeface="Aptos"/>
                <ns1:cs typeface="Aptos"/>
              </ns1:defRPr>
            </ns1:lvl9pPr>
          </ns1:lstStyle>
          <ns1:p>
            <ns1:pPr algn="l">
              <ns1:defRPr sz="1350" b="1">
                <ns1:solidFill>
                  <ns1:srgbClr val="182230"/>
                </ns1:solidFill>
                <ns1:latin typeface="Aptos"/>
                <ns1:ea typeface="Aptos"/>
                <ns1:cs typeface="Aptos"/>
              </ns1:defRPr>
            </ns1:pPr>
            <ns1:r>
              <ns1:rPr sz="1350" b="1">
                <ns1:solidFill>
                  <ns1:srgbClr val="182230"/>
                </ns1:solidFill>
                <ns1:latin typeface="Aptos"/>
                <ns1:ea typeface="Aptos"/>
                <ns1:cs typeface="Aptos"/>
              </ns1:rPr>
              <ns1:t>La firma del emisor es válida.</ns1:t>
            </ns1:r>
          </ns1:p>
        </ns0:txBody>
      </ns0:sp>
      <ns0:sp>
        <ns0:nvSpPr>
          <ns0:cNvPr id="21" name="">
            <ns1:extLst>
              <ns1:ext uri="{FF2B5EF4-FFF2-40B4-BE49-F238E27FC236}">
                <ns2:creationId id="{91DD81BB-DBE4-4588-AD5E-CBE57D9B7BDB}"/>
              </ns1:ext>
            </ns1:extLst>
          </ns0:cNvPr>
          <ns0:cNvSpPr>
            <ns1:spLocks noGrp="1"/>
          </ns0:cNvSpPr>
          <ns0:nvPr/>
        </ns0:nvSpPr>
        <ns0:spPr>
          <ns1:xfrm>
            <ns1:off x="5238750" y="4695825"/>
            <ns1:ext cx="304800" cy="82296"/>
          </ns1:xfrm>
          <ns1:prstGeom prst="triangle">
            <ns1:avLst/>
          </ns1:prstGeom>
          <ns1:solidFill>
            <ns1:srgbClr val="2846A0"/>
          </ns1:solidFill>
          <ns1:ln w="0">
            <ns1:noFill/>
            <ns1:prstDash val="solid"/>
          </ns1:ln>
        </ns0:spPr>
      </ns0:sp>
      <ns0:sp>
        <ns0:nvSpPr>
          <ns0:cNvPr id="22" name="">
            <ns1:extLst>
              <ns1:ext uri="{FF2B5EF4-FFF2-40B4-BE49-F238E27FC236}">
                <ns2:creationId id="{6DD14504-BFF8-4401-B7FE-0979D9E7624F}"/>
              </ns1:ext>
            </ns1:extLst>
          </ns0:cNvPr>
          <ns0:cNvSpPr>
            <ns1:spLocks noGrp="1"/>
          </ns0:cNvSpPr>
          <ns0:nvPr/>
        </ns0:nvSpPr>
        <ns0:spPr>
          <ns1:xfrm>
            <ns1:off x="5263134" y="4781169"/>
            <ns1:ext cx="256032" cy="21336"/>
          </ns1:xfrm>
          <ns1:prstGeom prst="rect">
            <ns1:avLst/>
          </ns1:prstGeom>
          <ns1:solidFill>
            <ns1:srgbClr val="2846A0"/>
          </ns1:solidFill>
          <ns1:ln w="0">
            <ns1:noFill/>
            <ns1:prstDash val="solid"/>
          </ns1:ln>
        </ns0:spPr>
      </ns0:sp>
      <ns0:sp>
        <ns0:nvSpPr>
          <ns0:cNvPr id="23" name="">
            <ns1:extLst>
              <ns1:ext uri="{FF2B5EF4-FFF2-40B4-BE49-F238E27FC236}">
                <ns2:creationId id="{4526E452-E3D8-4381-B09C-73D5ACD2DD2F}"/>
              </ns1:ext>
            </ns1:extLst>
          </ns0:cNvPr>
          <ns0:cNvSpPr>
            <ns1:spLocks noGrp="1"/>
          </ns0:cNvSpPr>
          <ns0:nvPr/>
        </ns0:nvSpPr>
        <ns0:spPr>
          <ns1:xfrm>
            <ns1:off x="5281422" y="4811649"/>
            <ns1:ext cx="24384" cy="131064"/>
          </ns1:xfrm>
          <ns1:prstGeom prst="roundRect">
            <ns1:avLst>
              <ns1:gd name="adj" fmla="val 50000"/>
            </ns1:avLst>
          </ns1:prstGeom>
          <ns1:solidFill>
            <ns1:srgbClr val="2846A0"/>
          </ns1:solidFill>
          <ns1:ln w="0">
            <ns1:prstDash val="solid"/>
          </ns1:ln>
        </ns0:spPr>
      </ns0:sp>
      <ns0:sp>
        <ns0:nvSpPr>
          <ns0:cNvPr id="24" name="">
            <ns1:extLst>
              <ns1:ext uri="{FF2B5EF4-FFF2-40B4-BE49-F238E27FC236}">
                <ns2:creationId id="{EEAA62DD-134F-46E0-AE5C-17CFE2320990}"/>
              </ns1:ext>
            </ns1:extLst>
          </ns0:cNvPr>
          <ns0:cNvSpPr>
            <ns1:spLocks noGrp="1"/>
          </ns0:cNvSpPr>
          <ns0:nvPr/>
        </ns0:nvSpPr>
        <ns0:spPr>
          <ns1:xfrm>
            <ns1:off x="5348478" y="4811649"/>
            <ns1:ext cx="24384" cy="131064"/>
          </ns1:xfrm>
          <ns1:prstGeom prst="roundRect">
            <ns1:avLst>
              <ns1:gd name="adj" fmla="val 50000"/>
            </ns1:avLst>
          </ns1:prstGeom>
          <ns1:solidFill>
            <ns1:srgbClr val="2846A0"/>
          </ns1:solidFill>
          <ns1:ln w="0">
            <ns1:prstDash val="solid"/>
          </ns1:ln>
        </ns0:spPr>
      </ns0:sp>
      <ns0:sp>
        <ns0:nvSpPr>
          <ns0:cNvPr id="25" name="">
            <ns1:extLst>
              <ns1:ext uri="{FF2B5EF4-FFF2-40B4-BE49-F238E27FC236}">
                <ns2:creationId id="{938F4ACB-FB0A-4A69-ACA3-A3FB51BB98A0}"/>
              </ns1:ext>
            </ns1:extLst>
          </ns0:cNvPr>
          <ns0:cNvSpPr>
            <ns1:spLocks noGrp="1"/>
          </ns0:cNvSpPr>
          <ns0:nvPr/>
        </ns0:nvSpPr>
        <ns0:spPr>
          <ns1:xfrm>
            <ns1:off x="5415534" y="4811649"/>
            <ns1:ext cx="24384" cy="131064"/>
          </ns1:xfrm>
          <ns1:prstGeom prst="roundRect">
            <ns1:avLst>
              <ns1:gd name="adj" fmla="val 50000"/>
            </ns1:avLst>
          </ns1:prstGeom>
          <ns1:solidFill>
            <ns1:srgbClr val="2846A0"/>
          </ns1:solidFill>
          <ns1:ln w="0">
            <ns1:prstDash val="solid"/>
          </ns1:ln>
        </ns0:spPr>
      </ns0:sp>
      <ns0:sp>
        <ns0:nvSpPr>
          <ns0:cNvPr id="26" name="">
            <ns1:extLst>
              <ns1:ext uri="{FF2B5EF4-FFF2-40B4-BE49-F238E27FC236}">
                <ns2:creationId id="{E88CAE17-DB76-4078-9FBC-7BD41129644E}"/>
              </ns1:ext>
            </ns1:extLst>
          </ns0:cNvPr>
          <ns0:cNvSpPr>
            <ns1:spLocks noGrp="1"/>
          </ns0:cNvSpPr>
          <ns0:nvPr/>
        </ns0:nvSpPr>
        <ns0:spPr>
          <ns1:xfrm>
            <ns1:off x="5482590" y="4811649"/>
            <ns1:ext cx="24384" cy="131064"/>
          </ns1:xfrm>
          <ns1:prstGeom prst="roundRect">
            <ns1:avLst>
              <ns1:gd name="adj" fmla="val 50000"/>
            </ns1:avLst>
          </ns1:prstGeom>
          <ns1:solidFill>
            <ns1:srgbClr val="2846A0"/>
          </ns1:solidFill>
          <ns1:ln w="0">
            <ns1:prstDash val="solid"/>
          </ns1:ln>
        </ns0:spPr>
      </ns0:sp>
      <ns0:sp>
        <ns0:nvSpPr>
          <ns0:cNvPr id="27" name="">
            <ns1:extLst>
              <ns1:ext uri="{FF2B5EF4-FFF2-40B4-BE49-F238E27FC236}">
                <ns2:creationId id="{9C1DDD6B-3A75-4A5B-B6A1-D2048543F609}"/>
              </ns1:ext>
            </ns1:extLst>
          </ns0:cNvPr>
          <ns0:cNvSpPr>
            <ns1:spLocks noGrp="1"/>
          </ns0:cNvSpPr>
          <ns0:nvPr/>
        </ns0:nvSpPr>
        <ns0:spPr>
          <ns1:xfrm>
            <ns1:off x="5250942" y="4948809"/>
            <ns1:ext cx="280416" cy="24384"/>
          </ns1:xfrm>
          <ns1:prstGeom prst="rect">
            <ns1:avLst/>
          </ns1:prstGeom>
          <ns1:solidFill>
            <ns1:srgbClr val="2846A0"/>
          </ns1:solidFill>
          <ns1:ln w="0">
            <ns1:noFill/>
            <ns1:prstDash val="solid"/>
          </ns1:ln>
        </ns0:spPr>
      </ns0:sp>
      <ns0:sp>
        <ns0:nvSpPr>
          <ns0:cNvPr id="28" name="">
            <ns1:extLst>
              <ns1:ext uri="{FF2B5EF4-FFF2-40B4-BE49-F238E27FC236}">
                <ns2:creationId id="{C17A9489-E2DD-45F8-BEDC-CB5F0410DCD5}"/>
              </ns1:ext>
            </ns1:extLst>
          </ns0:cNvPr>
          <ns0:cNvSpPr>
            <ns1:spLocks noGrp="1"/>
          </ns0:cNvSpPr>
          <ns0:nvPr/>
        </ns0:nvSpPr>
        <ns0:spPr>
          <ns1:xfrm>
            <ns1:off x="6334125" y="1666875"/>
            <ns1:ext cx="400050" cy="400050"/>
          </ns1:xfrm>
          <ns1:prstGeom prst="ellipse">
            <ns1:avLst/>
          </ns1:prstGeom>
          <ns1:solidFill>
            <ns1:srgbClr val="F2B544"/>
          </ns1:solidFill>
          <ns1:ln w="0">
            <ns1:noFill/>
            <ns1:prstDash val="solid"/>
          </ns1:ln>
        </ns0:spPr>
      </ns0:sp>
      <ns0:sp>
        <ns0:nvSpPr>
          <ns0:cNvPr id="29" name="">
            <ns1:extLst>
              <ns1:ext uri="{FF2B5EF4-FFF2-40B4-BE49-F238E27FC236}">
                <ns2:creationId id="{F3B80B7A-D30B-481E-AE7F-C066C5E57BAA}"/>
              </ns1:ext>
            </ns1:extLst>
          </ns0:cNvPr>
          <ns0:cNvSpPr>
            <ns1:spLocks noGrp="1"/>
          </ns0:cNvSpPr>
          <ns0:nvPr/>
        </ns0:nvSpPr>
        <ns0:spPr>
          <ns1:xfrm>
            <ns1:off x="6334125" y="1666875"/>
            <ns1:ext cx="400050" cy="400050"/>
          </ns1:xfrm>
          <ns1:prstGeom prst="rect">
            <ns1:avLst/>
          </ns1:prstGeom>
          <ns1:noFill/>
          <ns1:ln w="0">
            <ns1:noFill/>
            <ns1:prstDash val="solid"/>
          </ns1:ln>
        </ns0:spPr>
        <ns0:txBody>
          <ns1:bodyPr lIns="0" tIns="0" rIns="0" bIns="0" anchor="ctr">
            <ns1:normAutofit fontScale="100000"/>
          </ns1:bodyPr>
          <ns1:lstStyle>
            <ns1:defPPr algn="ctr">
              <ns1:defRPr sz="1050" b="1">
                <ns1:solidFill>
                  <ns1:srgbClr val="172554"/>
                </ns1:solidFill>
                <ns1:latin typeface="Aptos"/>
                <ns1:ea typeface="Aptos"/>
                <ns1:cs typeface="Aptos"/>
              </ns1:defRPr>
            </ns1:defPPr>
            <ns1:lvl1pPr algn="ctr">
              <ns1:defRPr sz="1050" b="1">
                <ns1:solidFill>
                  <ns1:srgbClr val="172554"/>
                </ns1:solidFill>
                <ns1:latin typeface="Aptos"/>
                <ns1:ea typeface="Aptos"/>
                <ns1:cs typeface="Aptos"/>
              </ns1:defRPr>
            </ns1:lvl1pPr>
            <ns1:lvl2pPr algn="ctr">
              <ns1:defRPr sz="1050" b="1">
                <ns1:solidFill>
                  <ns1:srgbClr val="172554"/>
                </ns1:solidFill>
                <ns1:latin typeface="Aptos"/>
                <ns1:ea typeface="Aptos"/>
                <ns1:cs typeface="Aptos"/>
              </ns1:defRPr>
            </ns1:lvl2pPr>
            <ns1:lvl3pPr algn="ctr">
              <ns1:defRPr sz="1050" b="1">
                <ns1:solidFill>
                  <ns1:srgbClr val="172554"/>
                </ns1:solidFill>
                <ns1:latin typeface="Aptos"/>
                <ns1:ea typeface="Aptos"/>
                <ns1:cs typeface="Aptos"/>
              </ns1:defRPr>
            </ns1:lvl3pPr>
            <ns1:lvl4pPr algn="ctr">
              <ns1:defRPr sz="1050" b="1">
                <ns1:solidFill>
                  <ns1:srgbClr val="172554"/>
                </ns1:solidFill>
                <ns1:latin typeface="Aptos"/>
                <ns1:ea typeface="Aptos"/>
                <ns1:cs typeface="Aptos"/>
              </ns1:defRPr>
            </ns1:lvl4pPr>
            <ns1:lvl5pPr algn="ctr">
              <ns1:defRPr sz="1050" b="1">
                <ns1:solidFill>
                  <ns1:srgbClr val="172554"/>
                </ns1:solidFill>
                <ns1:latin typeface="Aptos"/>
                <ns1:ea typeface="Aptos"/>
                <ns1:cs typeface="Aptos"/>
              </ns1:defRPr>
            </ns1:lvl5pPr>
            <ns1:lvl6pPr algn="ctr">
              <ns1:defRPr sz="1050" b="1">
                <ns1:solidFill>
                  <ns1:srgbClr val="172554"/>
                </ns1:solidFill>
                <ns1:latin typeface="Aptos"/>
                <ns1:ea typeface="Aptos"/>
                <ns1:cs typeface="Aptos"/>
              </ns1:defRPr>
            </ns1:lvl6pPr>
            <ns1:lvl7pPr algn="ctr">
              <ns1:defRPr sz="1050" b="1">
                <ns1:solidFill>
                  <ns1:srgbClr val="172554"/>
                </ns1:solidFill>
                <ns1:latin typeface="Aptos"/>
                <ns1:ea typeface="Aptos"/>
                <ns1:cs typeface="Aptos"/>
              </ns1:defRPr>
            </ns1:lvl7pPr>
            <ns1:lvl8pPr algn="ctr">
              <ns1:defRPr sz="1050" b="1">
                <ns1:solidFill>
                  <ns1:srgbClr val="172554"/>
                </ns1:solidFill>
                <ns1:latin typeface="Aptos"/>
                <ns1:ea typeface="Aptos"/>
                <ns1:cs typeface="Aptos"/>
              </ns1:defRPr>
            </ns1:lvl8pPr>
            <ns1:lvl9pPr algn="ctr">
              <ns1:defRPr sz="1050" b="1">
                <ns1:solidFill>
                  <ns1:srgbClr val="172554"/>
                </ns1:solidFill>
                <ns1:latin typeface="Aptos"/>
                <ns1:ea typeface="Aptos"/>
                <ns1:cs typeface="Aptos"/>
              </ns1:defRPr>
            </ns1:lvl9pPr>
          </ns1:lstStyle>
          <ns1:p>
            <ns1:pPr algn="ctr">
              <ns1:defRPr sz="1050" b="1">
                <ns1:solidFill>
                  <ns1:srgbClr val="172554"/>
                </ns1:solidFill>
                <ns1:latin typeface="Aptos"/>
                <ns1:ea typeface="Aptos"/>
                <ns1:cs typeface="Aptos"/>
              </ns1:defRPr>
            </ns1:pPr>
            <ns1:r>
              <ns1:rPr sz="1050" b="1">
                <ns1:solidFill>
                  <ns1:srgbClr val="172554"/>
                </ns1:solidFill>
                <ns1:latin typeface="Aptos"/>
                <ns1:ea typeface="Aptos"/>
                <ns1:cs typeface="Aptos"/>
              </ns1:rPr>
              <ns1:t>05</ns1:t>
            </ns1:r>
          </ns1:p>
        </ns0:txBody>
      </ns0:sp>
      <ns0:sp>
        <ns0:nvSpPr>
          <ns0:cNvPr id="30" name="">
            <ns1:extLst>
              <ns1:ext uri="{FF2B5EF4-FFF2-40B4-BE49-F238E27FC236}">
                <ns2:creationId id="{9675C7CD-2DD9-4608-8578-BF4EE8EB349A}"/>
              </ns1:ext>
            </ns1:extLst>
          </ns0:cNvPr>
          <ns0:cNvSpPr>
            <ns1:spLocks noGrp="1"/>
          </ns0:cNvSpPr>
          <ns0:nvPr/>
        </ns0:nvSpPr>
        <ns0:spPr>
          <ns1:xfrm>
            <ns1:off x="6886575" y="1676400"/>
            <ns1:ext cx="4429125" cy="40005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182230"/>
                </ns1:solidFill>
                <ns1:latin typeface="Aptos"/>
                <ns1:ea typeface="Aptos"/>
                <ns1:cs typeface="Aptos"/>
              </ns1:defRPr>
            </ns1:defPPr>
            <ns1:lvl1pPr algn="l">
              <ns1:defRPr sz="1350" b="1">
                <ns1:solidFill>
                  <ns1:srgbClr val="182230"/>
                </ns1:solidFill>
                <ns1:latin typeface="Aptos"/>
                <ns1:ea typeface="Aptos"/>
                <ns1:cs typeface="Aptos"/>
              </ns1:defRPr>
            </ns1:lvl1pPr>
            <ns1:lvl2pPr algn="l">
              <ns1:defRPr sz="1350" b="1">
                <ns1:solidFill>
                  <ns1:srgbClr val="182230"/>
                </ns1:solidFill>
                <ns1:latin typeface="Aptos"/>
                <ns1:ea typeface="Aptos"/>
                <ns1:cs typeface="Aptos"/>
              </ns1:defRPr>
            </ns1:lvl2pPr>
            <ns1:lvl3pPr algn="l">
              <ns1:defRPr sz="1350" b="1">
                <ns1:solidFill>
                  <ns1:srgbClr val="182230"/>
                </ns1:solidFill>
                <ns1:latin typeface="Aptos"/>
                <ns1:ea typeface="Aptos"/>
                <ns1:cs typeface="Aptos"/>
              </ns1:defRPr>
            </ns1:lvl3pPr>
            <ns1:lvl4pPr algn="l">
              <ns1:defRPr sz="1350" b="1">
                <ns1:solidFill>
                  <ns1:srgbClr val="182230"/>
                </ns1:solidFill>
                <ns1:latin typeface="Aptos"/>
                <ns1:ea typeface="Aptos"/>
                <ns1:cs typeface="Aptos"/>
              </ns1:defRPr>
            </ns1:lvl4pPr>
            <ns1:lvl5pPr algn="l">
              <ns1:defRPr sz="1350" b="1">
                <ns1:solidFill>
                  <ns1:srgbClr val="182230"/>
                </ns1:solidFill>
                <ns1:latin typeface="Aptos"/>
                <ns1:ea typeface="Aptos"/>
                <ns1:cs typeface="Aptos"/>
              </ns1:defRPr>
            </ns1:lvl5pPr>
            <ns1:lvl6pPr algn="l">
              <ns1:defRPr sz="1350" b="1">
                <ns1:solidFill>
                  <ns1:srgbClr val="182230"/>
                </ns1:solidFill>
                <ns1:latin typeface="Aptos"/>
                <ns1:ea typeface="Aptos"/>
                <ns1:cs typeface="Aptos"/>
              </ns1:defRPr>
            </ns1:lvl6pPr>
            <ns1:lvl7pPr algn="l">
              <ns1:defRPr sz="1350" b="1">
                <ns1:solidFill>
                  <ns1:srgbClr val="182230"/>
                </ns1:solidFill>
                <ns1:latin typeface="Aptos"/>
                <ns1:ea typeface="Aptos"/>
                <ns1:cs typeface="Aptos"/>
              </ns1:defRPr>
            </ns1:lvl7pPr>
            <ns1:lvl8pPr algn="l">
              <ns1:defRPr sz="1350" b="1">
                <ns1:solidFill>
                  <ns1:srgbClr val="182230"/>
                </ns1:solidFill>
                <ns1:latin typeface="Aptos"/>
                <ns1:ea typeface="Aptos"/>
                <ns1:cs typeface="Aptos"/>
              </ns1:defRPr>
            </ns1:lvl8pPr>
            <ns1:lvl9pPr algn="l">
              <ns1:defRPr sz="1350" b="1">
                <ns1:solidFill>
                  <ns1:srgbClr val="182230"/>
                </ns1:solidFill>
                <ns1:latin typeface="Aptos"/>
                <ns1:ea typeface="Aptos"/>
                <ns1:cs typeface="Aptos"/>
              </ns1:defRPr>
            </ns1:lvl9pPr>
          </ns1:lstStyle>
          <ns1:p>
            <ns1:pPr algn="l">
              <ns1:defRPr sz="1350" b="1">
                <ns1:solidFill>
                  <ns1:srgbClr val="182230"/>
                </ns1:solidFill>
                <ns1:latin typeface="Aptos"/>
                <ns1:ea typeface="Aptos"/>
                <ns1:cs typeface="Aptos"/>
              </ns1:defRPr>
            </ns1:pPr>
            <ns1:r>
              <ns1:rPr sz="1350" b="1">
                <ns1:solidFill>
                  <ns1:srgbClr val="182230"/>
                </ns1:solidFill>
                <ns1:latin typeface="Aptos"/>
                <ns1:ea typeface="Aptos"/>
                <ns1:cs typeface="Aptos"/>
              </ns1:rPr>
              <ns1:t>La credencial sigue vigente.</ns1:t>
            </ns1:r>
          </ns1:p>
        </ns0:txBody>
      </ns0:sp>
      <ns0:sp>
        <ns0:nvSpPr>
          <ns0:cNvPr id="31" name="">
            <ns1:extLst>
              <ns1:ext uri="{FF2B5EF4-FFF2-40B4-BE49-F238E27FC236}">
                <ns2:creationId id="{50ED8AA1-F50B-41A7-A179-F12401108A34}"/>
              </ns1:ext>
            </ns1:extLst>
          </ns0:cNvPr>
          <ns0:cNvSpPr>
            <ns1:spLocks noGrp="1"/>
          </ns0:cNvSpPr>
          <ns0:nvPr/>
        </ns0:nvSpPr>
        <ns0:spPr>
          <ns1:xfrm>
            <ns1:off x="6334125" y="2667000"/>
            <ns1:ext cx="400050" cy="400050"/>
          </ns1:xfrm>
          <ns1:prstGeom prst="ellipse">
            <ns1:avLst/>
          </ns1:prstGeom>
          <ns1:solidFill>
            <ns1:srgbClr val="22B8A8"/>
          </ns1:solidFill>
          <ns1:ln w="0">
            <ns1:noFill/>
            <ns1:prstDash val="solid"/>
          </ns1:ln>
        </ns0:spPr>
      </ns0:sp>
      <ns0:sp>
        <ns0:nvSpPr>
          <ns0:cNvPr id="32" name="">
            <ns1:extLst>
              <ns1:ext uri="{FF2B5EF4-FFF2-40B4-BE49-F238E27FC236}">
                <ns2:creationId id="{AB29D7CF-85DE-4D5F-99A2-6E2D94EBDF68}"/>
              </ns1:ext>
            </ns1:extLst>
          </ns0:cNvPr>
          <ns0:cNvSpPr>
            <ns1:spLocks noGrp="1"/>
          </ns0:cNvSpPr>
          <ns0:nvPr/>
        </ns0:nvSpPr>
        <ns0:spPr>
          <ns1:xfrm>
            <ns1:off x="6334125" y="2667000"/>
            <ns1:ext cx="400050" cy="400050"/>
          </ns1:xfrm>
          <ns1:prstGeom prst="rect">
            <ns1:avLst/>
          </ns1:prstGeom>
          <ns1:noFill/>
          <ns1:ln w="0">
            <ns1:noFill/>
            <ns1:prstDash val="solid"/>
          </ns1:ln>
        </ns0:spPr>
        <ns0:txBody>
          <ns1:bodyPr lIns="0" tIns="0" rIns="0" bIns="0" anchor="ctr">
            <ns1:normAutofit fontScale="100000"/>
          </ns1:bodyPr>
          <ns1:lstStyle>
            <ns1:defPPr algn="ctr">
              <ns1:defRPr sz="1050" b="1">
                <ns1:solidFill>
                  <ns1:srgbClr val="172554"/>
                </ns1:solidFill>
                <ns1:latin typeface="Aptos"/>
                <ns1:ea typeface="Aptos"/>
                <ns1:cs typeface="Aptos"/>
              </ns1:defRPr>
            </ns1:defPPr>
            <ns1:lvl1pPr algn="ctr">
              <ns1:defRPr sz="1050" b="1">
                <ns1:solidFill>
                  <ns1:srgbClr val="172554"/>
                </ns1:solidFill>
                <ns1:latin typeface="Aptos"/>
                <ns1:ea typeface="Aptos"/>
                <ns1:cs typeface="Aptos"/>
              </ns1:defRPr>
            </ns1:lvl1pPr>
            <ns1:lvl2pPr algn="ctr">
              <ns1:defRPr sz="1050" b="1">
                <ns1:solidFill>
                  <ns1:srgbClr val="172554"/>
                </ns1:solidFill>
                <ns1:latin typeface="Aptos"/>
                <ns1:ea typeface="Aptos"/>
                <ns1:cs typeface="Aptos"/>
              </ns1:defRPr>
            </ns1:lvl2pPr>
            <ns1:lvl3pPr algn="ctr">
              <ns1:defRPr sz="1050" b="1">
                <ns1:solidFill>
                  <ns1:srgbClr val="172554"/>
                </ns1:solidFill>
                <ns1:latin typeface="Aptos"/>
                <ns1:ea typeface="Aptos"/>
                <ns1:cs typeface="Aptos"/>
              </ns1:defRPr>
            </ns1:lvl3pPr>
            <ns1:lvl4pPr algn="ctr">
              <ns1:defRPr sz="1050" b="1">
                <ns1:solidFill>
                  <ns1:srgbClr val="172554"/>
                </ns1:solidFill>
                <ns1:latin typeface="Aptos"/>
                <ns1:ea typeface="Aptos"/>
                <ns1:cs typeface="Aptos"/>
              </ns1:defRPr>
            </ns1:lvl4pPr>
            <ns1:lvl5pPr algn="ctr">
              <ns1:defRPr sz="1050" b="1">
                <ns1:solidFill>
                  <ns1:srgbClr val="172554"/>
                </ns1:solidFill>
                <ns1:latin typeface="Aptos"/>
                <ns1:ea typeface="Aptos"/>
                <ns1:cs typeface="Aptos"/>
              </ns1:defRPr>
            </ns1:lvl5pPr>
            <ns1:lvl6pPr algn="ctr">
              <ns1:defRPr sz="1050" b="1">
                <ns1:solidFill>
                  <ns1:srgbClr val="172554"/>
                </ns1:solidFill>
                <ns1:latin typeface="Aptos"/>
                <ns1:ea typeface="Aptos"/>
                <ns1:cs typeface="Aptos"/>
              </ns1:defRPr>
            </ns1:lvl6pPr>
            <ns1:lvl7pPr algn="ctr">
              <ns1:defRPr sz="1050" b="1">
                <ns1:solidFill>
                  <ns1:srgbClr val="172554"/>
                </ns1:solidFill>
                <ns1:latin typeface="Aptos"/>
                <ns1:ea typeface="Aptos"/>
                <ns1:cs typeface="Aptos"/>
              </ns1:defRPr>
            </ns1:lvl7pPr>
            <ns1:lvl8pPr algn="ctr">
              <ns1:defRPr sz="1050" b="1">
                <ns1:solidFill>
                  <ns1:srgbClr val="172554"/>
                </ns1:solidFill>
                <ns1:latin typeface="Aptos"/>
                <ns1:ea typeface="Aptos"/>
                <ns1:cs typeface="Aptos"/>
              </ns1:defRPr>
            </ns1:lvl8pPr>
            <ns1:lvl9pPr algn="ctr">
              <ns1:defRPr sz="1050" b="1">
                <ns1:solidFill>
                  <ns1:srgbClr val="172554"/>
                </ns1:solidFill>
                <ns1:latin typeface="Aptos"/>
                <ns1:ea typeface="Aptos"/>
                <ns1:cs typeface="Aptos"/>
              </ns1:defRPr>
            </ns1:lvl9pPr>
          </ns1:lstStyle>
          <ns1:p>
            <ns1:pPr algn="ctr">
              <ns1:defRPr sz="1050" b="1">
                <ns1:solidFill>
                  <ns1:srgbClr val="172554"/>
                </ns1:solidFill>
                <ns1:latin typeface="Aptos"/>
                <ns1:ea typeface="Aptos"/>
                <ns1:cs typeface="Aptos"/>
              </ns1:defRPr>
            </ns1:pPr>
            <ns1:r>
              <ns1:rPr sz="1050" b="1">
                <ns1:solidFill>
                  <ns1:srgbClr val="172554"/>
                </ns1:solidFill>
                <ns1:latin typeface="Aptos"/>
                <ns1:ea typeface="Aptos"/>
                <ns1:cs typeface="Aptos"/>
              </ns1:rPr>
              <ns1:t>06</ns1:t>
            </ns1:r>
          </ns1:p>
        </ns0:txBody>
      </ns0:sp>
      <ns0:sp>
        <ns0:nvSpPr>
          <ns0:cNvPr id="33" name="">
            <ns1:extLst>
              <ns1:ext uri="{FF2B5EF4-FFF2-40B4-BE49-F238E27FC236}">
                <ns2:creationId id="{9D694366-5CEE-4F02-80E5-7B6E1C7469CC}"/>
              </ns1:ext>
            </ns1:extLst>
          </ns0:cNvPr>
          <ns0:cNvSpPr>
            <ns1:spLocks noGrp="1"/>
          </ns0:cNvSpPr>
          <ns0:nvPr/>
        </ns0:nvSpPr>
        <ns0:spPr>
          <ns1:xfrm>
            <ns1:off x="6886575" y="2676525"/>
            <ns1:ext cx="4429125" cy="40005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182230"/>
                </ns1:solidFill>
                <ns1:latin typeface="Aptos"/>
                <ns1:ea typeface="Aptos"/>
                <ns1:cs typeface="Aptos"/>
              </ns1:defRPr>
            </ns1:defPPr>
            <ns1:lvl1pPr algn="l">
              <ns1:defRPr sz="1350" b="1">
                <ns1:solidFill>
                  <ns1:srgbClr val="182230"/>
                </ns1:solidFill>
                <ns1:latin typeface="Aptos"/>
                <ns1:ea typeface="Aptos"/>
                <ns1:cs typeface="Aptos"/>
              </ns1:defRPr>
            </ns1:lvl1pPr>
            <ns1:lvl2pPr algn="l">
              <ns1:defRPr sz="1350" b="1">
                <ns1:solidFill>
                  <ns1:srgbClr val="182230"/>
                </ns1:solidFill>
                <ns1:latin typeface="Aptos"/>
                <ns1:ea typeface="Aptos"/>
                <ns1:cs typeface="Aptos"/>
              </ns1:defRPr>
            </ns1:lvl2pPr>
            <ns1:lvl3pPr algn="l">
              <ns1:defRPr sz="1350" b="1">
                <ns1:solidFill>
                  <ns1:srgbClr val="182230"/>
                </ns1:solidFill>
                <ns1:latin typeface="Aptos"/>
                <ns1:ea typeface="Aptos"/>
                <ns1:cs typeface="Aptos"/>
              </ns1:defRPr>
            </ns1:lvl3pPr>
            <ns1:lvl4pPr algn="l">
              <ns1:defRPr sz="1350" b="1">
                <ns1:solidFill>
                  <ns1:srgbClr val="182230"/>
                </ns1:solidFill>
                <ns1:latin typeface="Aptos"/>
                <ns1:ea typeface="Aptos"/>
                <ns1:cs typeface="Aptos"/>
              </ns1:defRPr>
            </ns1:lvl4pPr>
            <ns1:lvl5pPr algn="l">
              <ns1:defRPr sz="1350" b="1">
                <ns1:solidFill>
                  <ns1:srgbClr val="182230"/>
                </ns1:solidFill>
                <ns1:latin typeface="Aptos"/>
                <ns1:ea typeface="Aptos"/>
                <ns1:cs typeface="Aptos"/>
              </ns1:defRPr>
            </ns1:lvl5pPr>
            <ns1:lvl6pPr algn="l">
              <ns1:defRPr sz="1350" b="1">
                <ns1:solidFill>
                  <ns1:srgbClr val="182230"/>
                </ns1:solidFill>
                <ns1:latin typeface="Aptos"/>
                <ns1:ea typeface="Aptos"/>
                <ns1:cs typeface="Aptos"/>
              </ns1:defRPr>
            </ns1:lvl6pPr>
            <ns1:lvl7pPr algn="l">
              <ns1:defRPr sz="1350" b="1">
                <ns1:solidFill>
                  <ns1:srgbClr val="182230"/>
                </ns1:solidFill>
                <ns1:latin typeface="Aptos"/>
                <ns1:ea typeface="Aptos"/>
                <ns1:cs typeface="Aptos"/>
              </ns1:defRPr>
            </ns1:lvl7pPr>
            <ns1:lvl8pPr algn="l">
              <ns1:defRPr sz="1350" b="1">
                <ns1:solidFill>
                  <ns1:srgbClr val="182230"/>
                </ns1:solidFill>
                <ns1:latin typeface="Aptos"/>
                <ns1:ea typeface="Aptos"/>
                <ns1:cs typeface="Aptos"/>
              </ns1:defRPr>
            </ns1:lvl8pPr>
            <ns1:lvl9pPr algn="l">
              <ns1:defRPr sz="1350" b="1">
                <ns1:solidFill>
                  <ns1:srgbClr val="182230"/>
                </ns1:solidFill>
                <ns1:latin typeface="Aptos"/>
                <ns1:ea typeface="Aptos"/>
                <ns1:cs typeface="Aptos"/>
              </ns1:defRPr>
            </ns1:lvl9pPr>
          </ns1:lstStyle>
          <ns1:p>
            <ns1:pPr algn="l">
              <ns1:defRPr sz="1350" b="1">
                <ns1:solidFill>
                  <ns1:srgbClr val="182230"/>
                </ns1:solidFill>
                <ns1:latin typeface="Aptos"/>
                <ns1:ea typeface="Aptos"/>
                <ns1:cs typeface="Aptos"/>
              </ns1:defRPr>
            </ns1:pPr>
            <ns1:r>
              <ns1:rPr sz="1350" b="1">
                <ns1:solidFill>
                  <ns1:srgbClr val="182230"/>
                </ns1:solidFill>
                <ns1:latin typeface="Aptos"/>
                <ns1:ea typeface="Aptos"/>
                <ns1:cs typeface="Aptos"/>
              </ns1:rPr>
              <ns1:t>La billetera demuestra que tiene su clave.</ns1:t>
            </ns1:r>
          </ns1:p>
        </ns0:txBody>
      </ns0:sp>
      <ns0:sp>
        <ns0:nvSpPr>
          <ns0:cNvPr id="34" name="">
            <ns1:extLst>
              <ns1:ext uri="{FF2B5EF4-FFF2-40B4-BE49-F238E27FC236}">
                <ns2:creationId id="{8EA79793-711E-4850-9921-C323A1073320}"/>
              </ns1:ext>
            </ns1:extLst>
          </ns0:cNvPr>
          <ns0:cNvSpPr>
            <ns1:spLocks noGrp="1"/>
          </ns0:cNvSpPr>
          <ns0:nvPr/>
        </ns0:nvSpPr>
        <ns0:spPr>
          <ns1:xfrm>
            <ns1:off x="6334125" y="3667125"/>
            <ns1:ext cx="400050" cy="400050"/>
          </ns1:xfrm>
          <ns1:prstGeom prst="ellipse">
            <ns1:avLst/>
          </ns1:prstGeom>
          <ns1:solidFill>
            <ns1:srgbClr val="22B8A8"/>
          </ns1:solidFill>
          <ns1:ln w="0">
            <ns1:noFill/>
            <ns1:prstDash val="solid"/>
          </ns1:ln>
        </ns0:spPr>
      </ns0:sp>
      <ns0:sp>
        <ns0:nvSpPr>
          <ns0:cNvPr id="35" name="">
            <ns1:extLst>
              <ns1:ext uri="{FF2B5EF4-FFF2-40B4-BE49-F238E27FC236}">
                <ns2:creationId id="{B7B1707F-2118-4FF3-93AD-330B214B362B}"/>
              </ns1:ext>
            </ns1:extLst>
          </ns0:cNvPr>
          <ns0:cNvSpPr>
            <ns1:spLocks noGrp="1"/>
          </ns0:cNvSpPr>
          <ns0:nvPr/>
        </ns0:nvSpPr>
        <ns0:spPr>
          <ns1:xfrm>
            <ns1:off x="6334125" y="3667125"/>
            <ns1:ext cx="400050" cy="400050"/>
          </ns1:xfrm>
          <ns1:prstGeom prst="rect">
            <ns1:avLst/>
          </ns1:prstGeom>
          <ns1:noFill/>
          <ns1:ln w="0">
            <ns1:noFill/>
            <ns1:prstDash val="solid"/>
          </ns1:ln>
        </ns0:spPr>
        <ns0:txBody>
          <ns1:bodyPr lIns="0" tIns="0" rIns="0" bIns="0" anchor="ctr">
            <ns1:normAutofit fontScale="100000"/>
          </ns1:bodyPr>
          <ns1:lstStyle>
            <ns1:defPPr algn="ctr">
              <ns1:defRPr sz="1050" b="1">
                <ns1:solidFill>
                  <ns1:srgbClr val="172554"/>
                </ns1:solidFill>
                <ns1:latin typeface="Aptos"/>
                <ns1:ea typeface="Aptos"/>
                <ns1:cs typeface="Aptos"/>
              </ns1:defRPr>
            </ns1:defPPr>
            <ns1:lvl1pPr algn="ctr">
              <ns1:defRPr sz="1050" b="1">
                <ns1:solidFill>
                  <ns1:srgbClr val="172554"/>
                </ns1:solidFill>
                <ns1:latin typeface="Aptos"/>
                <ns1:ea typeface="Aptos"/>
                <ns1:cs typeface="Aptos"/>
              </ns1:defRPr>
            </ns1:lvl1pPr>
            <ns1:lvl2pPr algn="ctr">
              <ns1:defRPr sz="1050" b="1">
                <ns1:solidFill>
                  <ns1:srgbClr val="172554"/>
                </ns1:solidFill>
                <ns1:latin typeface="Aptos"/>
                <ns1:ea typeface="Aptos"/>
                <ns1:cs typeface="Aptos"/>
              </ns1:defRPr>
            </ns1:lvl2pPr>
            <ns1:lvl3pPr algn="ctr">
              <ns1:defRPr sz="1050" b="1">
                <ns1:solidFill>
                  <ns1:srgbClr val="172554"/>
                </ns1:solidFill>
                <ns1:latin typeface="Aptos"/>
                <ns1:ea typeface="Aptos"/>
                <ns1:cs typeface="Aptos"/>
              </ns1:defRPr>
            </ns1:lvl3pPr>
            <ns1:lvl4pPr algn="ctr">
              <ns1:defRPr sz="1050" b="1">
                <ns1:solidFill>
                  <ns1:srgbClr val="172554"/>
                </ns1:solidFill>
                <ns1:latin typeface="Aptos"/>
                <ns1:ea typeface="Aptos"/>
                <ns1:cs typeface="Aptos"/>
              </ns1:defRPr>
            </ns1:lvl4pPr>
            <ns1:lvl5pPr algn="ctr">
              <ns1:defRPr sz="1050" b="1">
                <ns1:solidFill>
                  <ns1:srgbClr val="172554"/>
                </ns1:solidFill>
                <ns1:latin typeface="Aptos"/>
                <ns1:ea typeface="Aptos"/>
                <ns1:cs typeface="Aptos"/>
              </ns1:defRPr>
            </ns1:lvl5pPr>
            <ns1:lvl6pPr algn="ctr">
              <ns1:defRPr sz="1050" b="1">
                <ns1:solidFill>
                  <ns1:srgbClr val="172554"/>
                </ns1:solidFill>
                <ns1:latin typeface="Aptos"/>
                <ns1:ea typeface="Aptos"/>
                <ns1:cs typeface="Aptos"/>
              </ns1:defRPr>
            </ns1:lvl6pPr>
            <ns1:lvl7pPr algn="ctr">
              <ns1:defRPr sz="1050" b="1">
                <ns1:solidFill>
                  <ns1:srgbClr val="172554"/>
                </ns1:solidFill>
                <ns1:latin typeface="Aptos"/>
                <ns1:ea typeface="Aptos"/>
                <ns1:cs typeface="Aptos"/>
              </ns1:defRPr>
            </ns1:lvl7pPr>
            <ns1:lvl8pPr algn="ctr">
              <ns1:defRPr sz="1050" b="1">
                <ns1:solidFill>
                  <ns1:srgbClr val="172554"/>
                </ns1:solidFill>
                <ns1:latin typeface="Aptos"/>
                <ns1:ea typeface="Aptos"/>
                <ns1:cs typeface="Aptos"/>
              </ns1:defRPr>
            </ns1:lvl8pPr>
            <ns1:lvl9pPr algn="ctr">
              <ns1:defRPr sz="1050" b="1">
                <ns1:solidFill>
                  <ns1:srgbClr val="172554"/>
                </ns1:solidFill>
                <ns1:latin typeface="Aptos"/>
                <ns1:ea typeface="Aptos"/>
                <ns1:cs typeface="Aptos"/>
              </ns1:defRPr>
            </ns1:lvl9pPr>
          </ns1:lstStyle>
          <ns1:p>
            <ns1:pPr algn="ctr">
              <ns1:defRPr sz="1050" b="1">
                <ns1:solidFill>
                  <ns1:srgbClr val="172554"/>
                </ns1:solidFill>
                <ns1:latin typeface="Aptos"/>
                <ns1:ea typeface="Aptos"/>
                <ns1:cs typeface="Aptos"/>
              </ns1:defRPr>
            </ns1:pPr>
            <ns1:r>
              <ns1:rPr sz="1050" b="1">
                <ns1:solidFill>
                  <ns1:srgbClr val="172554"/>
                </ns1:solidFill>
                <ns1:latin typeface="Aptos"/>
                <ns1:ea typeface="Aptos"/>
                <ns1:cs typeface="Aptos"/>
              </ns1:rPr>
              <ns1:t>07</ns1:t>
            </ns1:r>
          </ns1:p>
        </ns0:txBody>
      </ns0:sp>
      <ns0:sp>
        <ns0:nvSpPr>
          <ns0:cNvPr id="36" name="">
            <ns1:extLst>
              <ns1:ext uri="{FF2B5EF4-FFF2-40B4-BE49-F238E27FC236}">
                <ns2:creationId id="{6A293350-AFE2-49D1-ADA0-208119D3D31C}"/>
              </ns1:ext>
            </ns1:extLst>
          </ns0:cNvPr>
          <ns0:cNvSpPr>
            <ns1:spLocks noGrp="1"/>
          </ns0:cNvSpPr>
          <ns0:nvPr/>
        </ns0:nvSpPr>
        <ns0:spPr>
          <ns1:xfrm>
            <ns1:off x="6886575" y="3676650"/>
            <ns1:ext cx="4429125" cy="40005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182230"/>
                </ns1:solidFill>
                <ns1:latin typeface="Aptos"/>
                <ns1:ea typeface="Aptos"/>
                <ns1:cs typeface="Aptos"/>
              </ns1:defRPr>
            </ns1:defPPr>
            <ns1:lvl1pPr algn="l">
              <ns1:defRPr sz="1350" b="1">
                <ns1:solidFill>
                  <ns1:srgbClr val="182230"/>
                </ns1:solidFill>
                <ns1:latin typeface="Aptos"/>
                <ns1:ea typeface="Aptos"/>
                <ns1:cs typeface="Aptos"/>
              </ns1:defRPr>
            </ns1:lvl1pPr>
            <ns1:lvl2pPr algn="l">
              <ns1:defRPr sz="1350" b="1">
                <ns1:solidFill>
                  <ns1:srgbClr val="182230"/>
                </ns1:solidFill>
                <ns1:latin typeface="Aptos"/>
                <ns1:ea typeface="Aptos"/>
                <ns1:cs typeface="Aptos"/>
              </ns1:defRPr>
            </ns1:lvl2pPr>
            <ns1:lvl3pPr algn="l">
              <ns1:defRPr sz="1350" b="1">
                <ns1:solidFill>
                  <ns1:srgbClr val="182230"/>
                </ns1:solidFill>
                <ns1:latin typeface="Aptos"/>
                <ns1:ea typeface="Aptos"/>
                <ns1:cs typeface="Aptos"/>
              </ns1:defRPr>
            </ns1:lvl3pPr>
            <ns1:lvl4pPr algn="l">
              <ns1:defRPr sz="1350" b="1">
                <ns1:solidFill>
                  <ns1:srgbClr val="182230"/>
                </ns1:solidFill>
                <ns1:latin typeface="Aptos"/>
                <ns1:ea typeface="Aptos"/>
                <ns1:cs typeface="Aptos"/>
              </ns1:defRPr>
            </ns1:lvl4pPr>
            <ns1:lvl5pPr algn="l">
              <ns1:defRPr sz="1350" b="1">
                <ns1:solidFill>
                  <ns1:srgbClr val="182230"/>
                </ns1:solidFill>
                <ns1:latin typeface="Aptos"/>
                <ns1:ea typeface="Aptos"/>
                <ns1:cs typeface="Aptos"/>
              </ns1:defRPr>
            </ns1:lvl5pPr>
            <ns1:lvl6pPr algn="l">
              <ns1:defRPr sz="1350" b="1">
                <ns1:solidFill>
                  <ns1:srgbClr val="182230"/>
                </ns1:solidFill>
                <ns1:latin typeface="Aptos"/>
                <ns1:ea typeface="Aptos"/>
                <ns1:cs typeface="Aptos"/>
              </ns1:defRPr>
            </ns1:lvl6pPr>
            <ns1:lvl7pPr algn="l">
              <ns1:defRPr sz="1350" b="1">
                <ns1:solidFill>
                  <ns1:srgbClr val="182230"/>
                </ns1:solidFill>
                <ns1:latin typeface="Aptos"/>
                <ns1:ea typeface="Aptos"/>
                <ns1:cs typeface="Aptos"/>
              </ns1:defRPr>
            </ns1:lvl7pPr>
            <ns1:lvl8pPr algn="l">
              <ns1:defRPr sz="1350" b="1">
                <ns1:solidFill>
                  <ns1:srgbClr val="182230"/>
                </ns1:solidFill>
                <ns1:latin typeface="Aptos"/>
                <ns1:ea typeface="Aptos"/>
                <ns1:cs typeface="Aptos"/>
              </ns1:defRPr>
            </ns1:lvl8pPr>
            <ns1:lvl9pPr algn="l">
              <ns1:defRPr sz="1350" b="1">
                <ns1:solidFill>
                  <ns1:srgbClr val="182230"/>
                </ns1:solidFill>
                <ns1:latin typeface="Aptos"/>
                <ns1:ea typeface="Aptos"/>
                <ns1:cs typeface="Aptos"/>
              </ns1:defRPr>
            </ns1:lvl9pPr>
          </ns1:lstStyle>
          <ns1:p>
            <ns1:pPr algn="l">
              <ns1:defRPr sz="1350" b="1">
                <ns1:solidFill>
                  <ns1:srgbClr val="182230"/>
                </ns1:solidFill>
                <ns1:latin typeface="Aptos"/>
                <ns1:ea typeface="Aptos"/>
                <ns1:cs typeface="Aptos"/>
              </ns1:defRPr>
            </ns1:pPr>
            <ns1:r>
              <ns1:rPr sz="1350" b="1">
                <ns1:solidFill>
                  <ns1:srgbClr val="182230"/>
                </ns1:solidFill>
                <ns1:latin typeface="Aptos"/>
                <ns1:ea typeface="Aptos"/>
                <ns1:cs typeface="Aptos"/>
              </ns1:rPr>
              <ns1:t>La solicitud no se usó antes.</ns1:t>
            </ns1:r>
          </ns1:p>
        </ns0:txBody>
      </ns0:sp>
      <ns0:sp>
        <ns0:nvSpPr>
          <ns0:cNvPr id="37" name="">
            <ns1:extLst>
              <ns1:ext uri="{FF2B5EF4-FFF2-40B4-BE49-F238E27FC236}">
                <ns2:creationId id="{AC7803FB-58AE-489C-B58B-FAED9209A97A}"/>
              </ns1:ext>
            </ns1:extLst>
          </ns0:cNvPr>
          <ns0:cNvSpPr>
            <ns1:spLocks noGrp="1"/>
          </ns0:cNvSpPr>
          <ns0:nvPr/>
        </ns0:nvSpPr>
        <ns0:spPr>
          <ns1:xfrm>
            <ns1:off x="6667500" y="4810125"/>
            <ns1:ext cx="4333875" cy="876300"/>
          </ns1:xfrm>
          <ns1:prstGeom prst="roundRect">
            <ns1:avLst>
              <ns1:gd name="adj" fmla="val 8696"/>
            </ns1:avLst>
          </ns1:prstGeom>
          <ns1:solidFill>
            <ns1:srgbClr val="FFF2D8"/>
          </ns1:solidFill>
          <ns1:ln w="0">
            <ns1:noFill/>
            <ns1:prstDash val="solid"/>
          </ns1:ln>
        </ns0:spPr>
      </ns0:sp>
      <ns0:sp>
        <ns0:nvSpPr>
          <ns0:cNvPr id="38" name="">
            <ns1:extLst>
              <ns1:ext uri="{FF2B5EF4-FFF2-40B4-BE49-F238E27FC236}">
                <ns2:creationId id="{CCF2B904-03CA-46AE-84F8-A2AE802F5C66}"/>
              </ns1:ext>
            </ns1:extLst>
          </ns0:cNvPr>
          <ns0:cNvSpPr>
            <ns1:spLocks noGrp="1"/>
          </ns0:cNvSpPr>
          <ns0:nvPr/>
        </ns0:nvSpPr>
        <ns0:spPr>
          <ns1:xfrm>
            <ns1:off x="6905625" y="4953000"/>
            <ns1:ext cx="3905250" cy="523875"/>
          </ns1:xfrm>
          <ns1:prstGeom prst="rect">
            <ns1:avLst/>
          </ns1:prstGeom>
          <ns1:noFill/>
          <ns1:ln w="0">
            <ns1:noFill/>
            <ns1:prstDash val="solid"/>
          </ns1:ln>
        </ns0:spPr>
        <ns0:txBody>
          <ns1:bodyPr lIns="0" tIns="0" rIns="0" bIns="0" anchor="ctr">
            <ns1:normAutofit fontScale="100000"/>
          </ns1:bodyPr>
          <ns1:lstStyle>
            <ns1:defPPr algn="ctr">
              <ns1:defRPr sz="1500" b="1">
                <ns1:solidFill>
                  <ns1:srgbClr val="775109"/>
                </ns1:solidFill>
                <ns1:latin typeface="Aptos"/>
                <ns1:ea typeface="Aptos"/>
                <ns1:cs typeface="Aptos"/>
              </ns1:defRPr>
            </ns1:defPPr>
            <ns1:lvl1pPr algn="ctr">
              <ns1:defRPr sz="1500" b="1">
                <ns1:solidFill>
                  <ns1:srgbClr val="775109"/>
                </ns1:solidFill>
                <ns1:latin typeface="Aptos"/>
                <ns1:ea typeface="Aptos"/>
                <ns1:cs typeface="Aptos"/>
              </ns1:defRPr>
            </ns1:lvl1pPr>
            <ns1:lvl2pPr algn="ctr">
              <ns1:defRPr sz="1500" b="1">
                <ns1:solidFill>
                  <ns1:srgbClr val="775109"/>
                </ns1:solidFill>
                <ns1:latin typeface="Aptos"/>
                <ns1:ea typeface="Aptos"/>
                <ns1:cs typeface="Aptos"/>
              </ns1:defRPr>
            </ns1:lvl2pPr>
            <ns1:lvl3pPr algn="ctr">
              <ns1:defRPr sz="1500" b="1">
                <ns1:solidFill>
                  <ns1:srgbClr val="775109"/>
                </ns1:solidFill>
                <ns1:latin typeface="Aptos"/>
                <ns1:ea typeface="Aptos"/>
                <ns1:cs typeface="Aptos"/>
              </ns1:defRPr>
            </ns1:lvl3pPr>
            <ns1:lvl4pPr algn="ctr">
              <ns1:defRPr sz="1500" b="1">
                <ns1:solidFill>
                  <ns1:srgbClr val="775109"/>
                </ns1:solidFill>
                <ns1:latin typeface="Aptos"/>
                <ns1:ea typeface="Aptos"/>
                <ns1:cs typeface="Aptos"/>
              </ns1:defRPr>
            </ns1:lvl4pPr>
            <ns1:lvl5pPr algn="ctr">
              <ns1:defRPr sz="1500" b="1">
                <ns1:solidFill>
                  <ns1:srgbClr val="775109"/>
                </ns1:solidFill>
                <ns1:latin typeface="Aptos"/>
                <ns1:ea typeface="Aptos"/>
                <ns1:cs typeface="Aptos"/>
              </ns1:defRPr>
            </ns1:lvl5pPr>
            <ns1:lvl6pPr algn="ctr">
              <ns1:defRPr sz="1500" b="1">
                <ns1:solidFill>
                  <ns1:srgbClr val="775109"/>
                </ns1:solidFill>
                <ns1:latin typeface="Aptos"/>
                <ns1:ea typeface="Aptos"/>
                <ns1:cs typeface="Aptos"/>
              </ns1:defRPr>
            </ns1:lvl6pPr>
            <ns1:lvl7pPr algn="ctr">
              <ns1:defRPr sz="1500" b="1">
                <ns1:solidFill>
                  <ns1:srgbClr val="775109"/>
                </ns1:solidFill>
                <ns1:latin typeface="Aptos"/>
                <ns1:ea typeface="Aptos"/>
                <ns1:cs typeface="Aptos"/>
              </ns1:defRPr>
            </ns1:lvl7pPr>
            <ns1:lvl8pPr algn="ctr">
              <ns1:defRPr sz="1500" b="1">
                <ns1:solidFill>
                  <ns1:srgbClr val="775109"/>
                </ns1:solidFill>
                <ns1:latin typeface="Aptos"/>
                <ns1:ea typeface="Aptos"/>
                <ns1:cs typeface="Aptos"/>
              </ns1:defRPr>
            </ns1:lvl8pPr>
            <ns1:lvl9pPr algn="ctr">
              <ns1:defRPr sz="1500" b="1">
                <ns1:solidFill>
                  <ns1:srgbClr val="775109"/>
                </ns1:solidFill>
                <ns1:latin typeface="Aptos"/>
                <ns1:ea typeface="Aptos"/>
                <ns1:cs typeface="Aptos"/>
              </ns1:defRPr>
            </ns1:lvl9pPr>
          </ns1:lstStyle>
          <ns1:p>
            <ns1:pPr algn="ctr">
              <ns1:defRPr sz="1500" b="1">
                <ns1:solidFill>
                  <ns1:srgbClr val="775109"/>
                </ns1:solidFill>
                <ns1:latin typeface="Aptos"/>
                <ns1:ea typeface="Aptos"/>
                <ns1:cs typeface="Aptos"/>
              </ns1:defRPr>
            </ns1:pPr>
            <ns1:r>
              <ns1:rPr sz="1500" b="1">
                <ns1:solidFill>
                  <ns1:srgbClr val="775109"/>
                </ns1:solidFill>
                <ns1:latin typeface="Aptos"/>
                <ns1:ea typeface="Aptos"/>
                <ns1:cs typeface="Aptos"/>
              </ns1:rPr>
              <ns1:t>La firma puede ser válida aunque la credencial haya sido revocada.</ns1:t>
            </ns1:r>
          </ns1:p>
        </ns0:txBody>
      </ns0:sp>
    </ns0:spTree>
    <ns0:extLst>
      <ns0:ext uri="{BB962C8B-B14F-4D97-AF65-F5344CB8AC3E}">
        <ns3:creationId val="883628507"/>
      </ns0:ext>
    </ns0:extLst>
  </ns0:cSld>
</ns0:sld>
</file>

<file path=ppt/slides/slide20.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32" name="">
            <ns1:extLst>
              <ns1:ext uri="{FF2B5EF4-FFF2-40B4-BE49-F238E27FC236}">
                <ns2:creationId id="{91564019-B8E9-4987-BB78-CD33403AB0E0}"/>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AUTORIZACIÓN</ns1:t>
            </ns1:r>
          </ns1:p>
        </ns0:txBody>
      </ns0:sp>
      <ns0:sp>
        <ns0:nvSpPr>
          <ns0:cNvPr id="2" name="">
            <ns1:extLst>
              <ns1:ext uri="{FF2B5EF4-FFF2-40B4-BE49-F238E27FC236}">
                <ns2:creationId id="{DCA12065-97C9-4F47-9CEC-80B2F408D09C}"/>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2:00</ns1:t>
            </ns1:r>
          </ns1:p>
        </ns0:txBody>
      </ns0:sp>
      <ns0:sp>
        <ns0:nvSpPr>
          <ns0:cNvPr id="3" name="">
            <ns1:extLst>
              <ns1:ext uri="{FF2B5EF4-FFF2-40B4-BE49-F238E27FC236}">
                <ns2:creationId id="{BF5F4272-4A55-4E7E-A7D1-B6EEFDB31FE6}"/>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Cada rol puede realizar acciones distintas</ns1:t>
            </ns1:r>
          </ns1:p>
        </ns0:txBody>
      </ns0:sp>
      <ns0:sp>
        <ns0:nvSpPr>
          <ns0:cNvPr id="4" name="">
            <ns1:extLst>
              <ns1:ext uri="{FF2B5EF4-FFF2-40B4-BE49-F238E27FC236}">
                <ns2:creationId id="{5855A6CE-95E1-42A5-A4BE-9F06CF3FC437}"/>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B2E5F1CB-0A4A-4DD3-87BA-E7A1977A1833}"/>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7D4DF30E-0A83-4B9D-9487-BA0F209699C6}"/>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20</ns1:t>
            </ns1:r>
          </ns1:p>
        </ns0:txBody>
      </ns0:sp>
      <ns0:sp>
        <ns0:nvSpPr>
          <ns0:cNvPr id="7" name="">
            <ns1:extLst>
              <ns1:ext uri="{FF2B5EF4-FFF2-40B4-BE49-F238E27FC236}">
                <ns2:creationId id="{42E6B118-591F-43EA-B42B-28B367F19C94}"/>
              </ns1:ext>
            </ns1:extLst>
          </ns0:cNvPr>
          <ns0:cNvSpPr>
            <ns1:spLocks noGrp="1"/>
          </ns0:cNvSpPr>
          <ns0:nvPr/>
        </ns0:nvSpPr>
        <ns0:spPr>
          <ns1:xfrm>
            <ns1:off x="714375" y="1857375"/>
            <ns1:ext cx="3286125" cy="2524125"/>
          </ns1:xfrm>
          <ns1:prstGeom prst="roundRect">
            <ns1:avLst>
              <ns1:gd name="adj" fmla="val 3019"/>
            </ns1:avLst>
          </ns1:prstGeom>
          <ns1:solidFill>
            <ns1:srgbClr val="FFFFFF"/>
          </ns1:solidFill>
          <ns1:ln w="9525">
            <ns1:solidFill>
              <ns1:srgbClr val="DCE3ED"/>
            </ns1:solidFill>
            <ns1:prstDash val="solid"/>
          </ns1:ln>
        </ns0:spPr>
      </ns0:sp>
      <ns0:sp>
        <ns0:nvSpPr>
          <ns0:cNvPr id="8" name="">
            <ns1:extLst>
              <ns1:ext uri="{FF2B5EF4-FFF2-40B4-BE49-F238E27FC236}">
                <ns2:creationId id="{B6B3D68A-0EE6-4B8C-BA39-01815428C179}"/>
              </ns1:ext>
            </ns1:extLst>
          </ns0:cNvPr>
          <ns0:cNvSpPr>
            <ns1:spLocks noGrp="1"/>
          </ns0:cNvSpPr>
          <ns0:nvPr/>
        </ns0:nvSpPr>
        <ns0:spPr>
          <ns1:xfrm>
            <ns1:off x="714375" y="1857375"/>
            <ns1:ext cx="3286125" cy="142875"/>
          </ns1:xfrm>
          <ns1:prstGeom prst="roundRect">
            <ns1:avLst>
              <ns1:gd name="adj" fmla="val 50000"/>
            </ns1:avLst>
          </ns1:prstGeom>
          <ns1:solidFill>
            <ns1:srgbClr val="22B8A8"/>
          </ns1:solidFill>
          <ns1:ln w="0">
            <ns1:noFill/>
            <ns1:prstDash val="solid"/>
          </ns1:ln>
        </ns0:spPr>
      </ns0:sp>
      <ns0:sp>
        <ns0:nvSpPr>
          <ns0:cNvPr id="9" name="">
            <ns1:extLst>
              <ns1:ext uri="{FF2B5EF4-FFF2-40B4-BE49-F238E27FC236}">
                <ns2:creationId id="{581F37B5-397A-4575-9FE3-ED000854A97A}"/>
              </ns1:ext>
            </ns1:extLst>
          </ns0:cNvPr>
          <ns0:cNvSpPr>
            <ns1:spLocks noGrp="1"/>
          </ns0:cNvSpPr>
          <ns0:nvPr/>
        </ns0:nvSpPr>
        <ns0:spPr>
          <ns1:xfrm>
            <ns1:off x="1072896" y="2198751"/>
            <ns1:ext cx="140208" cy="140208"/>
          </ns1:xfrm>
          <ns1:prstGeom prst="ellipse">
            <ns1:avLst/>
          </ns1:prstGeom>
          <ns1:solidFill>
            <ns1:srgbClr val="22B8A8"/>
          </ns1:solidFill>
          <ns1:ln w="0">
            <ns1:noFill/>
            <ns1:prstDash val="solid"/>
          </ns1:ln>
        </ns0:spPr>
      </ns0:sp>
      <ns0:sp>
        <ns0:nvSpPr>
          <ns0:cNvPr id="10" name="">
            <ns1:extLst>
              <ns1:ext uri="{FF2B5EF4-FFF2-40B4-BE49-F238E27FC236}">
                <ns2:creationId id="{8E44EBB6-31CA-4DFC-9967-515C2E703969}"/>
              </ns1:ext>
            </ns1:extLst>
          </ns0:cNvPr>
          <ns0:cNvSpPr>
            <ns1:spLocks noGrp="1"/>
          </ns0:cNvSpPr>
          <ns0:nvPr/>
        </ns0:nvSpPr>
        <ns0:spPr>
          <ns1:xfrm>
            <ns1:off x="980885" y="2365248"/>
            <ns1:ext cx="324231" cy="227838"/>
          </ns1:xfrm>
          <ns1:prstGeom prst="ellipse">
            <ns1:avLst/>
          </ns1:prstGeom>
          <ns1:solidFill>
            <ns1:srgbClr val="22B8A8"/>
          </ns1:solidFill>
          <ns1:ln w="0">
            <ns1:noFill/>
            <ns1:prstDash val="solid"/>
          </ns1:ln>
        </ns0:spPr>
      </ns0:sp>
      <ns0:sp>
        <ns0:nvSpPr>
          <ns0:cNvPr id="11" name="">
            <ns1:extLst>
              <ns1:ext uri="{FF2B5EF4-FFF2-40B4-BE49-F238E27FC236}">
                <ns2:creationId id="{7976B005-2D6C-4591-B211-F86F1AFC223F}"/>
              </ns1:ext>
            </ns1:extLst>
          </ns0:cNvPr>
          <ns0:cNvSpPr>
            <ns1:spLocks noGrp="1"/>
          </ns0:cNvSpPr>
          <ns0:nvPr/>
        </ns0:nvSpPr>
        <ns0:spPr>
          <ns1:xfrm>
            <ns1:off x="1533525" y="2228850"/>
            <ns1:ext cx="2238375"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2B8A8"/>
                </ns1:solidFill>
                <ns1:latin typeface="Aptos"/>
                <ns1:ea typeface="Aptos"/>
                <ns1:cs typeface="Aptos"/>
              </ns1:defRPr>
            </ns1:defPPr>
            <ns1:lvl1pPr algn="l">
              <ns1:defRPr sz="1425" b="1">
                <ns1:solidFill>
                  <ns1:srgbClr val="22B8A8"/>
                </ns1:solidFill>
                <ns1:latin typeface="Aptos"/>
                <ns1:ea typeface="Aptos"/>
                <ns1:cs typeface="Aptos"/>
              </ns1:defRPr>
            </ns1:lvl1pPr>
            <ns1:lvl2pPr algn="l">
              <ns1:defRPr sz="1425" b="1">
                <ns1:solidFill>
                  <ns1:srgbClr val="22B8A8"/>
                </ns1:solidFill>
                <ns1:latin typeface="Aptos"/>
                <ns1:ea typeface="Aptos"/>
                <ns1:cs typeface="Aptos"/>
              </ns1:defRPr>
            </ns1:lvl2pPr>
            <ns1:lvl3pPr algn="l">
              <ns1:defRPr sz="1425" b="1">
                <ns1:solidFill>
                  <ns1:srgbClr val="22B8A8"/>
                </ns1:solidFill>
                <ns1:latin typeface="Aptos"/>
                <ns1:ea typeface="Aptos"/>
                <ns1:cs typeface="Aptos"/>
              </ns1:defRPr>
            </ns1:lvl3pPr>
            <ns1:lvl4pPr algn="l">
              <ns1:defRPr sz="1425" b="1">
                <ns1:solidFill>
                  <ns1:srgbClr val="22B8A8"/>
                </ns1:solidFill>
                <ns1:latin typeface="Aptos"/>
                <ns1:ea typeface="Aptos"/>
                <ns1:cs typeface="Aptos"/>
              </ns1:defRPr>
            </ns1:lvl4pPr>
            <ns1:lvl5pPr algn="l">
              <ns1:defRPr sz="1425" b="1">
                <ns1:solidFill>
                  <ns1:srgbClr val="22B8A8"/>
                </ns1:solidFill>
                <ns1:latin typeface="Aptos"/>
                <ns1:ea typeface="Aptos"/>
                <ns1:cs typeface="Aptos"/>
              </ns1:defRPr>
            </ns1:lvl5pPr>
            <ns1:lvl6pPr algn="l">
              <ns1:defRPr sz="1425" b="1">
                <ns1:solidFill>
                  <ns1:srgbClr val="22B8A8"/>
                </ns1:solidFill>
                <ns1:latin typeface="Aptos"/>
                <ns1:ea typeface="Aptos"/>
                <ns1:cs typeface="Aptos"/>
              </ns1:defRPr>
            </ns1:lvl6pPr>
            <ns1:lvl7pPr algn="l">
              <ns1:defRPr sz="1425" b="1">
                <ns1:solidFill>
                  <ns1:srgbClr val="22B8A8"/>
                </ns1:solidFill>
                <ns1:latin typeface="Aptos"/>
                <ns1:ea typeface="Aptos"/>
                <ns1:cs typeface="Aptos"/>
              </ns1:defRPr>
            </ns1:lvl7pPr>
            <ns1:lvl8pPr algn="l">
              <ns1:defRPr sz="1425" b="1">
                <ns1:solidFill>
                  <ns1:srgbClr val="22B8A8"/>
                </ns1:solidFill>
                <ns1:latin typeface="Aptos"/>
                <ns1:ea typeface="Aptos"/>
                <ns1:cs typeface="Aptos"/>
              </ns1:defRPr>
            </ns1:lvl8pPr>
            <ns1:lvl9pPr algn="l">
              <ns1:defRPr sz="1425" b="1">
                <ns1:solidFill>
                  <ns1:srgbClr val="22B8A8"/>
                </ns1:solidFill>
                <ns1:latin typeface="Aptos"/>
                <ns1:ea typeface="Aptos"/>
                <ns1:cs typeface="Aptos"/>
              </ns1:defRPr>
            </ns1:lvl9pPr>
          </ns1:lstStyle>
          <ns1:p>
            <ns1:pPr algn="l">
              <ns1:defRPr sz="1425" b="1">
                <ns1:solidFill>
                  <ns1:srgbClr val="22B8A8"/>
                </ns1:solidFill>
                <ns1:latin typeface="Aptos"/>
                <ns1:ea typeface="Aptos"/>
                <ns1:cs typeface="Aptos"/>
              </ns1:defRPr>
            </ns1:pPr>
            <ns1:r>
              <ns1:rPr sz="1425" b="1">
                <ns1:solidFill>
                  <ns1:srgbClr val="22B8A8"/>
                </ns1:solidFill>
                <ns1:latin typeface="Aptos"/>
                <ns1:ea typeface="Aptos"/>
                <ns1:cs typeface="Aptos"/>
              </ns1:rPr>
              <ns1:t>ESTUDIANTE</ns1:t>
            </ns1:r>
          </ns1:p>
        </ns0:txBody>
      </ns0:sp>
      <ns0:sp>
        <ns0:nvSpPr>
          <ns0:cNvPr id="12" name="">
            <ns1:extLst>
              <ns1:ext uri="{FF2B5EF4-FFF2-40B4-BE49-F238E27FC236}">
                <ns2:creationId id="{F30FCE26-581F-4660-8B2E-1664A017832A}"/>
              </ns1:ext>
            </ns1:extLst>
          </ns0:cNvPr>
          <ns0:cNvSpPr>
            <ns1:spLocks noGrp="1"/>
          </ns0:cNvSpPr>
          <ns0:nvPr/>
        </ns0:nvSpPr>
        <ns0:spPr>
          <ns1:xfrm>
            <ns1:off x="923925" y="2857500"/>
            <ns1:ext cx="2857500" cy="1123950"/>
          </ns1:xfrm>
          <ns1:prstGeom prst="rect">
            <ns1:avLst/>
          </ns1:prstGeom>
          <ns1:noFill/>
          <ns1:ln w="0">
            <ns1:noFill/>
            <ns1:prstDash val="solid"/>
          </ns1:ln>
        </ns0:spPr>
        <ns0:txBody>
          <ns1:bodyPr lIns="0" tIns="0" rIns="0" bIns="0" anchor="t">
            <ns1:normAutofit fontScale="100000"/>
          </ns1:bodyPr>
          <ns1:lstStyle>
            <ns1:defPPr algn="l">
              <ns1:defRPr sz="1425" b="0">
                <ns1:solidFill>
                  <ns1:srgbClr val="182230"/>
                </ns1:solidFill>
                <ns1:latin typeface="Aptos"/>
                <ns1:ea typeface="Aptos"/>
                <ns1:cs typeface="Aptos"/>
              </ns1:defRPr>
            </ns1:defPPr>
            <ns1:lvl1pPr algn="l">
              <ns1:defRPr sz="1425" b="0">
                <ns1:solidFill>
                  <ns1:srgbClr val="182230"/>
                </ns1:solidFill>
                <ns1:latin typeface="Aptos"/>
                <ns1:ea typeface="Aptos"/>
                <ns1:cs typeface="Aptos"/>
              </ns1:defRPr>
            </ns1:lvl1pPr>
            <ns1:lvl2pPr algn="l">
              <ns1:defRPr sz="1425" b="0">
                <ns1:solidFill>
                  <ns1:srgbClr val="182230"/>
                </ns1:solidFill>
                <ns1:latin typeface="Aptos"/>
                <ns1:ea typeface="Aptos"/>
                <ns1:cs typeface="Aptos"/>
              </ns1:defRPr>
            </ns1:lvl2pPr>
            <ns1:lvl3pPr algn="l">
              <ns1:defRPr sz="1425" b="0">
                <ns1:solidFill>
                  <ns1:srgbClr val="182230"/>
                </ns1:solidFill>
                <ns1:latin typeface="Aptos"/>
                <ns1:ea typeface="Aptos"/>
                <ns1:cs typeface="Aptos"/>
              </ns1:defRPr>
            </ns1:lvl3pPr>
            <ns1:lvl4pPr algn="l">
              <ns1:defRPr sz="1425" b="0">
                <ns1:solidFill>
                  <ns1:srgbClr val="182230"/>
                </ns1:solidFill>
                <ns1:latin typeface="Aptos"/>
                <ns1:ea typeface="Aptos"/>
                <ns1:cs typeface="Aptos"/>
              </ns1:defRPr>
            </ns1:lvl4pPr>
            <ns1:lvl5pPr algn="l">
              <ns1:defRPr sz="1425" b="0">
                <ns1:solidFill>
                  <ns1:srgbClr val="182230"/>
                </ns1:solidFill>
                <ns1:latin typeface="Aptos"/>
                <ns1:ea typeface="Aptos"/>
                <ns1:cs typeface="Aptos"/>
              </ns1:defRPr>
            </ns1:lvl5pPr>
            <ns1:lvl6pPr algn="l">
              <ns1:defRPr sz="1425" b="0">
                <ns1:solidFill>
                  <ns1:srgbClr val="182230"/>
                </ns1:solidFill>
                <ns1:latin typeface="Aptos"/>
                <ns1:ea typeface="Aptos"/>
                <ns1:cs typeface="Aptos"/>
              </ns1:defRPr>
            </ns1:lvl6pPr>
            <ns1:lvl7pPr algn="l">
              <ns1:defRPr sz="1425" b="0">
                <ns1:solidFill>
                  <ns1:srgbClr val="182230"/>
                </ns1:solidFill>
                <ns1:latin typeface="Aptos"/>
                <ns1:ea typeface="Aptos"/>
                <ns1:cs typeface="Aptos"/>
              </ns1:defRPr>
            </ns1:lvl7pPr>
            <ns1:lvl8pPr algn="l">
              <ns1:defRPr sz="1425" b="0">
                <ns1:solidFill>
                  <ns1:srgbClr val="182230"/>
                </ns1:solidFill>
                <ns1:latin typeface="Aptos"/>
                <ns1:ea typeface="Aptos"/>
                <ns1:cs typeface="Aptos"/>
              </ns1:defRPr>
            </ns1:lvl8pPr>
            <ns1:lvl9pPr algn="l">
              <ns1:defRPr sz="1425" b="0">
                <ns1:solidFill>
                  <ns1:srgbClr val="182230"/>
                </ns1:solidFill>
                <ns1:latin typeface="Aptos"/>
                <ns1:ea typeface="Aptos"/>
                <ns1:cs typeface="Aptos"/>
              </ns1:defRPr>
            </ns1:lvl9pPr>
          </ns1:lstStyle>
          <ns1:p>
            <ns1:pPr algn="l">
              <ns1:defRPr sz="1425" b="0">
                <ns1:solidFill>
                  <ns1:srgbClr val="182230"/>
                </ns1:solidFill>
                <ns1:latin typeface="Aptos"/>
                <ns1:ea typeface="Aptos"/>
                <ns1:cs typeface="Aptos"/>
              </ns1:defRPr>
            </ns1:pPr>
            <ns1:r>
              <ns1:rPr sz="1425" b="0">
                <ns1:solidFill>
                  <ns1:srgbClr val="182230"/>
                </ns1:solidFill>
                <ns1:latin typeface="Aptos"/>
                <ns1:ea typeface="Aptos"/>
                <ns1:cs typeface="Aptos"/>
              </ns1:rPr>
              <ns1:t>Recibir credenciales</ns1:t>
            </ns1:r>
          </ns1:p>
          <ns1:p>
            <ns1:pPr algn="l">
              <ns1:defRPr sz="1425" b="0">
                <ns1:solidFill>
                  <ns1:srgbClr val="182230"/>
                </ns1:solidFill>
                <ns1:latin typeface="Aptos"/>
                <ns1:ea typeface="Aptos"/>
                <ns1:cs typeface="Aptos"/>
              </ns1:defRPr>
            </ns1:pPr>
            <ns1:r>
              <ns1:rPr sz="1425" b="0">
                <ns1:solidFill>
                  <ns1:srgbClr val="182230"/>
                </ns1:solidFill>
                <ns1:latin typeface="Aptos"/>
                <ns1:ea typeface="Aptos"/>
                <ns1:cs typeface="Aptos"/>
              </ns1:rPr>
              <ns1:t>Compartirlas si acepta</ns1:t>
            </ns1:r>
          </ns1:p>
          <ns1:p>
            <ns1:pPr algn="l">
              <ns1:defRPr sz="1425" b="0">
                <ns1:solidFill>
                  <ns1:srgbClr val="182230"/>
                </ns1:solidFill>
                <ns1:latin typeface="Aptos"/>
                <ns1:ea typeface="Aptos"/>
                <ns1:cs typeface="Aptos"/>
              </ns1:defRPr>
            </ns1:pPr>
            <ns1:r>
              <ns1:rPr sz="1425" b="0">
                <ns1:solidFill>
                  <ns1:srgbClr val="182230"/>
                </ns1:solidFill>
                <ns1:latin typeface="Aptos"/>
                <ns1:ea typeface="Aptos"/>
                <ns1:cs typeface="Aptos"/>
              </ns1:rPr>
              <ns1:t>Registrar asistencia</ns1:t>
            </ns1:r>
          </ns1:p>
        </ns0:txBody>
      </ns0:sp>
      <ns0:sp>
        <ns0:nvSpPr>
          <ns0:cNvPr id="13" name="">
            <ns1:extLst>
              <ns1:ext uri="{FF2B5EF4-FFF2-40B4-BE49-F238E27FC236}">
                <ns2:creationId id="{4FA87E04-DD6D-46FD-8C24-FB47D9CA1B40}"/>
              </ns1:ext>
            </ns1:extLst>
          </ns0:cNvPr>
          <ns0:cNvSpPr>
            <ns1:spLocks noGrp="1"/>
          </ns0:cNvSpPr>
          <ns0:nvPr/>
        </ns0:nvSpPr>
        <ns0:spPr>
          <ns1:xfrm>
            <ns1:off x="4476750" y="1857375"/>
            <ns1:ext cx="3286125" cy="2524125"/>
          </ns1:xfrm>
          <ns1:prstGeom prst="roundRect">
            <ns1:avLst>
              <ns1:gd name="adj" fmla="val 3019"/>
            </ns1:avLst>
          </ns1:prstGeom>
          <ns1:solidFill>
            <ns1:srgbClr val="FFFFFF"/>
          </ns1:solidFill>
          <ns1:ln w="9525">
            <ns1:solidFill>
              <ns1:srgbClr val="DCE3ED"/>
            </ns1:solidFill>
            <ns1:prstDash val="solid"/>
          </ns1:ln>
        </ns0:spPr>
      </ns0:sp>
      <ns0:sp>
        <ns0:nvSpPr>
          <ns0:cNvPr id="14" name="">
            <ns1:extLst>
              <ns1:ext uri="{FF2B5EF4-FFF2-40B4-BE49-F238E27FC236}">
                <ns2:creationId id="{CD127526-90B6-4382-87ED-E6857BA0A60C}"/>
              </ns1:ext>
            </ns1:extLst>
          </ns0:cNvPr>
          <ns0:cNvSpPr>
            <ns1:spLocks noGrp="1"/>
          </ns0:cNvSpPr>
          <ns0:nvPr/>
        </ns0:nvSpPr>
        <ns0:spPr>
          <ns1:xfrm>
            <ns1:off x="4476750" y="1857375"/>
            <ns1:ext cx="3286125" cy="142875"/>
          </ns1:xfrm>
          <ns1:prstGeom prst="roundRect">
            <ns1:avLst>
              <ns1:gd name="adj" fmla="val 50000"/>
            </ns1:avLst>
          </ns1:prstGeom>
          <ns1:solidFill>
            <ns1:srgbClr val="2846A0"/>
          </ns1:solidFill>
          <ns1:ln w="0">
            <ns1:noFill/>
            <ns1:prstDash val="solid"/>
          </ns1:ln>
        </ns0:spPr>
      </ns0:sp>
      <ns0:sp>
        <ns0:nvSpPr>
          <ns0:cNvPr id="15" name="">
            <ns1:extLst>
              <ns1:ext uri="{FF2B5EF4-FFF2-40B4-BE49-F238E27FC236}">
                <ns2:creationId id="{5ED6DB62-6E8E-445F-923E-D3C7E3A396E2}"/>
              </ns1:ext>
            </ns1:extLst>
          </ns0:cNvPr>
          <ns0:cNvSpPr>
            <ns1:spLocks noGrp="1"/>
          </ns0:cNvSpPr>
          <ns0:nvPr/>
        </ns0:nvSpPr>
        <ns0:spPr>
          <ns1:xfrm>
            <ns1:off x="4835271" y="2198751"/>
            <ns1:ext cx="140208" cy="140208"/>
          </ns1:xfrm>
          <ns1:prstGeom prst="ellipse">
            <ns1:avLst/>
          </ns1:prstGeom>
          <ns1:solidFill>
            <ns1:srgbClr val="2846A0"/>
          </ns1:solidFill>
          <ns1:ln w="0">
            <ns1:noFill/>
            <ns1:prstDash val="solid"/>
          </ns1:ln>
        </ns0:spPr>
      </ns0:sp>
      <ns0:sp>
        <ns0:nvSpPr>
          <ns0:cNvPr id="16" name="">
            <ns1:extLst>
              <ns1:ext uri="{FF2B5EF4-FFF2-40B4-BE49-F238E27FC236}">
                <ns2:creationId id="{BCCD3C4D-7D99-46D6-A94C-3021AAEA6F73}"/>
              </ns1:ext>
            </ns1:extLst>
          </ns0:cNvPr>
          <ns0:cNvSpPr>
            <ns1:spLocks noGrp="1"/>
          </ns0:cNvSpPr>
          <ns0:nvPr/>
        </ns0:nvSpPr>
        <ns0:spPr>
          <ns1:xfrm>
            <ns1:off x="4743260" y="2365248"/>
            <ns1:ext cx="324231" cy="227838"/>
          </ns1:xfrm>
          <ns1:prstGeom prst="ellipse">
            <ns1:avLst/>
          </ns1:prstGeom>
          <ns1:solidFill>
            <ns1:srgbClr val="2846A0"/>
          </ns1:solidFill>
          <ns1:ln w="0">
            <ns1:noFill/>
            <ns1:prstDash val="solid"/>
          </ns1:ln>
        </ns0:spPr>
      </ns0:sp>
      <ns0:sp>
        <ns0:nvSpPr>
          <ns0:cNvPr id="17" name="">
            <ns1:extLst>
              <ns1:ext uri="{FF2B5EF4-FFF2-40B4-BE49-F238E27FC236}">
                <ns2:creationId id="{32542AA4-CB4D-447F-962E-F5FC00E00072}"/>
              </ns1:ext>
            </ns1:extLst>
          </ns0:cNvPr>
          <ns0:cNvSpPr>
            <ns1:spLocks noGrp="1"/>
          </ns0:cNvSpPr>
          <ns0:nvPr/>
        </ns0:nvSpPr>
        <ns0:spPr>
          <ns1:xfrm>
            <ns1:off x="5295900" y="2228850"/>
            <ns1:ext cx="2238375"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846A0"/>
                </ns1:solidFill>
                <ns1:latin typeface="Aptos"/>
                <ns1:ea typeface="Aptos"/>
                <ns1:cs typeface="Aptos"/>
              </ns1:defRPr>
            </ns1:defPPr>
            <ns1:lvl1pPr algn="l">
              <ns1:defRPr sz="1425" b="1">
                <ns1:solidFill>
                  <ns1:srgbClr val="2846A0"/>
                </ns1:solidFill>
                <ns1:latin typeface="Aptos"/>
                <ns1:ea typeface="Aptos"/>
                <ns1:cs typeface="Aptos"/>
              </ns1:defRPr>
            </ns1:lvl1pPr>
            <ns1:lvl2pPr algn="l">
              <ns1:defRPr sz="1425" b="1">
                <ns1:solidFill>
                  <ns1:srgbClr val="2846A0"/>
                </ns1:solidFill>
                <ns1:latin typeface="Aptos"/>
                <ns1:ea typeface="Aptos"/>
                <ns1:cs typeface="Aptos"/>
              </ns1:defRPr>
            </ns1:lvl2pPr>
            <ns1:lvl3pPr algn="l">
              <ns1:defRPr sz="1425" b="1">
                <ns1:solidFill>
                  <ns1:srgbClr val="2846A0"/>
                </ns1:solidFill>
                <ns1:latin typeface="Aptos"/>
                <ns1:ea typeface="Aptos"/>
                <ns1:cs typeface="Aptos"/>
              </ns1:defRPr>
            </ns1:lvl3pPr>
            <ns1:lvl4pPr algn="l">
              <ns1:defRPr sz="1425" b="1">
                <ns1:solidFill>
                  <ns1:srgbClr val="2846A0"/>
                </ns1:solidFill>
                <ns1:latin typeface="Aptos"/>
                <ns1:ea typeface="Aptos"/>
                <ns1:cs typeface="Aptos"/>
              </ns1:defRPr>
            </ns1:lvl4pPr>
            <ns1:lvl5pPr algn="l">
              <ns1:defRPr sz="1425" b="1">
                <ns1:solidFill>
                  <ns1:srgbClr val="2846A0"/>
                </ns1:solidFill>
                <ns1:latin typeface="Aptos"/>
                <ns1:ea typeface="Aptos"/>
                <ns1:cs typeface="Aptos"/>
              </ns1:defRPr>
            </ns1:lvl5pPr>
            <ns1:lvl6pPr algn="l">
              <ns1:defRPr sz="1425" b="1">
                <ns1:solidFill>
                  <ns1:srgbClr val="2846A0"/>
                </ns1:solidFill>
                <ns1:latin typeface="Aptos"/>
                <ns1:ea typeface="Aptos"/>
                <ns1:cs typeface="Aptos"/>
              </ns1:defRPr>
            </ns1:lvl6pPr>
            <ns1:lvl7pPr algn="l">
              <ns1:defRPr sz="1425" b="1">
                <ns1:solidFill>
                  <ns1:srgbClr val="2846A0"/>
                </ns1:solidFill>
                <ns1:latin typeface="Aptos"/>
                <ns1:ea typeface="Aptos"/>
                <ns1:cs typeface="Aptos"/>
              </ns1:defRPr>
            </ns1:lvl7pPr>
            <ns1:lvl8pPr algn="l">
              <ns1:defRPr sz="1425" b="1">
                <ns1:solidFill>
                  <ns1:srgbClr val="2846A0"/>
                </ns1:solidFill>
                <ns1:latin typeface="Aptos"/>
                <ns1:ea typeface="Aptos"/>
                <ns1:cs typeface="Aptos"/>
              </ns1:defRPr>
            </ns1:lvl8pPr>
            <ns1:lvl9pPr algn="l">
              <ns1:defRPr sz="1425" b="1">
                <ns1:solidFill>
                  <ns1:srgbClr val="2846A0"/>
                </ns1:solidFill>
                <ns1:latin typeface="Aptos"/>
                <ns1:ea typeface="Aptos"/>
                <ns1:cs typeface="Aptos"/>
              </ns1:defRPr>
            </ns1:lvl9pPr>
          </ns1:lstStyle>
          <ns1:p>
            <ns1:pPr algn="l">
              <ns1:defRPr sz="1425" b="1">
                <ns1:solidFill>
                  <ns1:srgbClr val="2846A0"/>
                </ns1:solidFill>
                <ns1:latin typeface="Aptos"/>
                <ns1:ea typeface="Aptos"/>
                <ns1:cs typeface="Aptos"/>
              </ns1:defRPr>
            </ns1:pPr>
            <ns1:r>
              <ns1:rPr sz="1425" b="1">
                <ns1:solidFill>
                  <ns1:srgbClr val="2846A0"/>
                </ns1:solidFill>
                <ns1:latin typeface="Aptos"/>
                <ns1:ea typeface="Aptos"/>
                <ns1:cs typeface="Aptos"/>
              </ns1:rPr>
              <ns1:t>DOCENTE</ns1:t>
            </ns1:r>
          </ns1:p>
        </ns0:txBody>
      </ns0:sp>
      <ns0:sp>
        <ns0:nvSpPr>
          <ns0:cNvPr id="18" name="">
            <ns1:extLst>
              <ns1:ext uri="{FF2B5EF4-FFF2-40B4-BE49-F238E27FC236}">
                <ns2:creationId id="{ED3A8AE9-598E-41D5-8482-DCE586CAE984}"/>
              </ns1:ext>
            </ns1:extLst>
          </ns0:cNvPr>
          <ns0:cNvSpPr>
            <ns1:spLocks noGrp="1"/>
          </ns0:cNvSpPr>
          <ns0:nvPr/>
        </ns0:nvSpPr>
        <ns0:spPr>
          <ns1:xfrm>
            <ns1:off x="4686300" y="2857500"/>
            <ns1:ext cx="2857500" cy="1123950"/>
          </ns1:xfrm>
          <ns1:prstGeom prst="rect">
            <ns1:avLst/>
          </ns1:prstGeom>
          <ns1:noFill/>
          <ns1:ln w="0">
            <ns1:noFill/>
            <ns1:prstDash val="solid"/>
          </ns1:ln>
        </ns0:spPr>
        <ns0:txBody>
          <ns1:bodyPr lIns="0" tIns="0" rIns="0" bIns="0" anchor="t">
            <ns1:normAutofit fontScale="100000"/>
          </ns1:bodyPr>
          <ns1:lstStyle>
            <ns1:defPPr algn="l">
              <ns1:defRPr sz="1425" b="0">
                <ns1:solidFill>
                  <ns1:srgbClr val="182230"/>
                </ns1:solidFill>
                <ns1:latin typeface="Aptos"/>
                <ns1:ea typeface="Aptos"/>
                <ns1:cs typeface="Aptos"/>
              </ns1:defRPr>
            </ns1:defPPr>
            <ns1:lvl1pPr algn="l">
              <ns1:defRPr sz="1425" b="0">
                <ns1:solidFill>
                  <ns1:srgbClr val="182230"/>
                </ns1:solidFill>
                <ns1:latin typeface="Aptos"/>
                <ns1:ea typeface="Aptos"/>
                <ns1:cs typeface="Aptos"/>
              </ns1:defRPr>
            </ns1:lvl1pPr>
            <ns1:lvl2pPr algn="l">
              <ns1:defRPr sz="1425" b="0">
                <ns1:solidFill>
                  <ns1:srgbClr val="182230"/>
                </ns1:solidFill>
                <ns1:latin typeface="Aptos"/>
                <ns1:ea typeface="Aptos"/>
                <ns1:cs typeface="Aptos"/>
              </ns1:defRPr>
            </ns1:lvl2pPr>
            <ns1:lvl3pPr algn="l">
              <ns1:defRPr sz="1425" b="0">
                <ns1:solidFill>
                  <ns1:srgbClr val="182230"/>
                </ns1:solidFill>
                <ns1:latin typeface="Aptos"/>
                <ns1:ea typeface="Aptos"/>
                <ns1:cs typeface="Aptos"/>
              </ns1:defRPr>
            </ns1:lvl3pPr>
            <ns1:lvl4pPr algn="l">
              <ns1:defRPr sz="1425" b="0">
                <ns1:solidFill>
                  <ns1:srgbClr val="182230"/>
                </ns1:solidFill>
                <ns1:latin typeface="Aptos"/>
                <ns1:ea typeface="Aptos"/>
                <ns1:cs typeface="Aptos"/>
              </ns1:defRPr>
            </ns1:lvl4pPr>
            <ns1:lvl5pPr algn="l">
              <ns1:defRPr sz="1425" b="0">
                <ns1:solidFill>
                  <ns1:srgbClr val="182230"/>
                </ns1:solidFill>
                <ns1:latin typeface="Aptos"/>
                <ns1:ea typeface="Aptos"/>
                <ns1:cs typeface="Aptos"/>
              </ns1:defRPr>
            </ns1:lvl5pPr>
            <ns1:lvl6pPr algn="l">
              <ns1:defRPr sz="1425" b="0">
                <ns1:solidFill>
                  <ns1:srgbClr val="182230"/>
                </ns1:solidFill>
                <ns1:latin typeface="Aptos"/>
                <ns1:ea typeface="Aptos"/>
                <ns1:cs typeface="Aptos"/>
              </ns1:defRPr>
            </ns1:lvl6pPr>
            <ns1:lvl7pPr algn="l">
              <ns1:defRPr sz="1425" b="0">
                <ns1:solidFill>
                  <ns1:srgbClr val="182230"/>
                </ns1:solidFill>
                <ns1:latin typeface="Aptos"/>
                <ns1:ea typeface="Aptos"/>
                <ns1:cs typeface="Aptos"/>
              </ns1:defRPr>
            </ns1:lvl7pPr>
            <ns1:lvl8pPr algn="l">
              <ns1:defRPr sz="1425" b="0">
                <ns1:solidFill>
                  <ns1:srgbClr val="182230"/>
                </ns1:solidFill>
                <ns1:latin typeface="Aptos"/>
                <ns1:ea typeface="Aptos"/>
                <ns1:cs typeface="Aptos"/>
              </ns1:defRPr>
            </ns1:lvl8pPr>
            <ns1:lvl9pPr algn="l">
              <ns1:defRPr sz="1425" b="0">
                <ns1:solidFill>
                  <ns1:srgbClr val="182230"/>
                </ns1:solidFill>
                <ns1:latin typeface="Aptos"/>
                <ns1:ea typeface="Aptos"/>
                <ns1:cs typeface="Aptos"/>
              </ns1:defRPr>
            </ns1:lvl9pPr>
          </ns1:lstStyle>
          <ns1:p>
            <ns1:pPr algn="l">
              <ns1:defRPr sz="1425" b="0">
                <ns1:solidFill>
                  <ns1:srgbClr val="182230"/>
                </ns1:solidFill>
                <ns1:latin typeface="Aptos"/>
                <ns1:ea typeface="Aptos"/>
                <ns1:cs typeface="Aptos"/>
              </ns1:defRPr>
            </ns1:pPr>
            <ns1:r>
              <ns1:rPr sz="1425" b="0">
                <ns1:solidFill>
                  <ns1:srgbClr val="182230"/>
                </ns1:solidFill>
                <ns1:latin typeface="Aptos"/>
                <ns1:ea typeface="Aptos"/>
                <ns1:cs typeface="Aptos"/>
              </ns1:rPr>
              <ns1:t>Pedir una verificación</ns1:t>
            </ns1:r>
          </ns1:p>
          <ns1:p>
            <ns1:pPr algn="l">
              <ns1:defRPr sz="1425" b="0">
                <ns1:solidFill>
                  <ns1:srgbClr val="182230"/>
                </ns1:solidFill>
                <ns1:latin typeface="Aptos"/>
                <ns1:ea typeface="Aptos"/>
                <ns1:cs typeface="Aptos"/>
              </ns1:defRPr>
            </ns1:pPr>
            <ns1:r>
              <ns1:rPr sz="1425" b="0">
                <ns1:solidFill>
                  <ns1:srgbClr val="182230"/>
                </ns1:solidFill>
                <ns1:latin typeface="Aptos"/>
                <ns1:ea typeface="Aptos"/>
                <ns1:cs typeface="Aptos"/>
              </ns1:rPr>
              <ns1:t>Abrir y cerrar asistencia</ns1:t>
            </ns1:r>
          </ns1:p>
          <ns1:p>
            <ns1:pPr algn="l">
              <ns1:defRPr sz="1425" b="0">
                <ns1:solidFill>
                  <ns1:srgbClr val="182230"/>
                </ns1:solidFill>
                <ns1:latin typeface="Aptos"/>
                <ns1:ea typeface="Aptos"/>
                <ns1:cs typeface="Aptos"/>
              </ns1:defRPr>
            </ns1:pPr>
            <ns1:r>
              <ns1:rPr sz="1425" b="0">
                <ns1:solidFill>
                  <ns1:srgbClr val="182230"/>
                </ns1:solidFill>
                <ns1:latin typeface="Aptos"/>
                <ns1:ea typeface="Aptos"/>
                <ns1:cs typeface="Aptos"/>
              </ns1:rPr>
              <ns1:t>Ver quién asistió</ns1:t>
            </ns1:r>
          </ns1:p>
        </ns0:txBody>
      </ns0:sp>
      <ns0:sp>
        <ns0:nvSpPr>
          <ns0:cNvPr id="19" name="">
            <ns1:extLst>
              <ns1:ext uri="{FF2B5EF4-FFF2-40B4-BE49-F238E27FC236}">
                <ns2:creationId id="{9F1E808E-C902-484E-B872-4D7C26C9396A}"/>
              </ns1:ext>
            </ns1:extLst>
          </ns0:cNvPr>
          <ns0:cNvSpPr>
            <ns1:spLocks noGrp="1"/>
          </ns0:cNvSpPr>
          <ns0:nvPr/>
        </ns0:nvSpPr>
        <ns0:spPr>
          <ns1:xfrm>
            <ns1:off x="8239125" y="1857375"/>
            <ns1:ext cx="3286125" cy="2524125"/>
          </ns1:xfrm>
          <ns1:prstGeom prst="roundRect">
            <ns1:avLst>
              <ns1:gd name="adj" fmla="val 3019"/>
            </ns1:avLst>
          </ns1:prstGeom>
          <ns1:solidFill>
            <ns1:srgbClr val="FFFFFF"/>
          </ns1:solidFill>
          <ns1:ln w="9525">
            <ns1:solidFill>
              <ns1:srgbClr val="DCE3ED"/>
            </ns1:solidFill>
            <ns1:prstDash val="solid"/>
          </ns1:ln>
        </ns0:spPr>
      </ns0:sp>
      <ns0:sp>
        <ns0:nvSpPr>
          <ns0:cNvPr id="20" name="">
            <ns1:extLst>
              <ns1:ext uri="{FF2B5EF4-FFF2-40B4-BE49-F238E27FC236}">
                <ns2:creationId id="{1788A76F-B30C-43EB-BA5C-289463F61CDF}"/>
              </ns1:ext>
            </ns1:extLst>
          </ns0:cNvPr>
          <ns0:cNvSpPr>
            <ns1:spLocks noGrp="1"/>
          </ns0:cNvSpPr>
          <ns0:nvPr/>
        </ns0:nvSpPr>
        <ns0:spPr>
          <ns1:xfrm>
            <ns1:off x="8239125" y="1857375"/>
            <ns1:ext cx="3286125" cy="142875"/>
          </ns1:xfrm>
          <ns1:prstGeom prst="roundRect">
            <ns1:avLst>
              <ns1:gd name="adj" fmla="val 50000"/>
            </ns1:avLst>
          </ns1:prstGeom>
          <ns1:solidFill>
            <ns1:srgbClr val="F2B544"/>
          </ns1:solidFill>
          <ns1:ln w="0">
            <ns1:noFill/>
            <ns1:prstDash val="solid"/>
          </ns1:ln>
        </ns0:spPr>
      </ns0:sp>
      <ns0:sp>
        <ns0:nvSpPr>
          <ns0:cNvPr id="21" name="">
            <ns1:extLst>
              <ns1:ext uri="{FF2B5EF4-FFF2-40B4-BE49-F238E27FC236}">
                <ns2:creationId id="{D9299EEC-4333-4ED8-94BD-788351409294}"/>
              </ns1:ext>
            </ns1:extLst>
          </ns0:cNvPr>
          <ns0:cNvSpPr>
            <ns1:spLocks noGrp="1"/>
          </ns0:cNvSpPr>
          <ns0:nvPr/>
        </ns0:nvSpPr>
        <ns0:spPr>
          <ns1:xfrm>
            <ns1:off x="8448675" y="2181225"/>
            <ns1:ext cx="438150" cy="118301"/>
          </ns1:xfrm>
          <ns1:prstGeom prst="triangle">
            <ns1:avLst/>
          </ns1:prstGeom>
          <ns1:solidFill>
            <ns1:srgbClr val="F2B544"/>
          </ns1:solidFill>
          <ns1:ln w="0">
            <ns1:noFill/>
            <ns1:prstDash val="solid"/>
          </ns1:ln>
        </ns0:spPr>
      </ns0:sp>
      <ns0:sp>
        <ns0:nvSpPr>
          <ns0:cNvPr id="22" name="">
            <ns1:extLst>
              <ns1:ext uri="{FF2B5EF4-FFF2-40B4-BE49-F238E27FC236}">
                <ns2:creationId id="{D315B9B1-34BD-48F3-AE4A-4BCF4B215051}"/>
              </ns1:ext>
            </ns1:extLst>
          </ns0:cNvPr>
          <ns0:cNvSpPr>
            <ns1:spLocks noGrp="1"/>
          </ns0:cNvSpPr>
          <ns0:nvPr/>
        </ns0:nvSpPr>
        <ns0:spPr>
          <ns1:xfrm>
            <ns1:off x="8483727" y="2303907"/>
            <ns1:ext cx="368046" cy="30671"/>
          </ns1:xfrm>
          <ns1:prstGeom prst="rect">
            <ns1:avLst/>
          </ns1:prstGeom>
          <ns1:solidFill>
            <ns1:srgbClr val="F2B544"/>
          </ns1:solidFill>
          <ns1:ln w="0">
            <ns1:noFill/>
            <ns1:prstDash val="solid"/>
          </ns1:ln>
        </ns0:spPr>
      </ns0:sp>
      <ns0:sp>
        <ns0:nvSpPr>
          <ns0:cNvPr id="23" name="">
            <ns1:extLst>
              <ns1:ext uri="{FF2B5EF4-FFF2-40B4-BE49-F238E27FC236}">
                <ns2:creationId id="{BA9BE6A1-C3AF-4AD2-8442-5A7D4F3D5B2A}"/>
              </ns1:ext>
            </ns1:extLst>
          </ns0:cNvPr>
          <ns0:cNvSpPr>
            <ns1:spLocks noGrp="1"/>
          </ns0:cNvSpPr>
          <ns0:nvPr/>
        </ns0:nvSpPr>
        <ns0:spPr>
          <ns1:xfrm>
            <ns1:off x="8510016" y="2347722"/>
            <ns1:ext cx="35052" cy="188405"/>
          </ns1:xfrm>
          <ns1:prstGeom prst="roundRect">
            <ns1:avLst>
              <ns1:gd name="adj" fmla="val 50000"/>
            </ns1:avLst>
          </ns1:prstGeom>
          <ns1:solidFill>
            <ns1:srgbClr val="F2B544"/>
          </ns1:solidFill>
          <ns1:ln w="0">
            <ns1:prstDash val="solid"/>
          </ns1:ln>
        </ns0:spPr>
      </ns0:sp>
      <ns0:sp>
        <ns0:nvSpPr>
          <ns0:cNvPr id="24" name="">
            <ns1:extLst>
              <ns1:ext uri="{FF2B5EF4-FFF2-40B4-BE49-F238E27FC236}">
                <ns2:creationId id="{10BA613C-B964-440F-9047-5BD54C3C1760}"/>
              </ns1:ext>
            </ns1:extLst>
          </ns0:cNvPr>
          <ns0:cNvSpPr>
            <ns1:spLocks noGrp="1"/>
          </ns0:cNvSpPr>
          <ns0:nvPr/>
        </ns0:nvSpPr>
        <ns0:spPr>
          <ns1:xfrm>
            <ns1:off x="8606409" y="2347722"/>
            <ns1:ext cx="35052" cy="188405"/>
          </ns1:xfrm>
          <ns1:prstGeom prst="roundRect">
            <ns1:avLst>
              <ns1:gd name="adj" fmla="val 50000"/>
            </ns1:avLst>
          </ns1:prstGeom>
          <ns1:solidFill>
            <ns1:srgbClr val="F2B544"/>
          </ns1:solidFill>
          <ns1:ln w="0">
            <ns1:prstDash val="solid"/>
          </ns1:ln>
        </ns0:spPr>
      </ns0:sp>
      <ns0:sp>
        <ns0:nvSpPr>
          <ns0:cNvPr id="25" name="">
            <ns1:extLst>
              <ns1:ext uri="{FF2B5EF4-FFF2-40B4-BE49-F238E27FC236}">
                <ns2:creationId id="{D5B06CDB-0D64-4BFB-831C-E9FB225A0FEA}"/>
              </ns1:ext>
            </ns1:extLst>
          </ns0:cNvPr>
          <ns0:cNvSpPr>
            <ns1:spLocks noGrp="1"/>
          </ns0:cNvSpPr>
          <ns0:nvPr/>
        </ns0:nvSpPr>
        <ns0:spPr>
          <ns1:xfrm>
            <ns1:off x="8702802" y="2347722"/>
            <ns1:ext cx="35052" cy="188405"/>
          </ns1:xfrm>
          <ns1:prstGeom prst="roundRect">
            <ns1:avLst>
              <ns1:gd name="adj" fmla="val 50000"/>
            </ns1:avLst>
          </ns1:prstGeom>
          <ns1:solidFill>
            <ns1:srgbClr val="F2B544"/>
          </ns1:solidFill>
          <ns1:ln w="0">
            <ns1:prstDash val="solid"/>
          </ns1:ln>
        </ns0:spPr>
      </ns0:sp>
      <ns0:sp>
        <ns0:nvSpPr>
          <ns0:cNvPr id="26" name="">
            <ns1:extLst>
              <ns1:ext uri="{FF2B5EF4-FFF2-40B4-BE49-F238E27FC236}">
                <ns2:creationId id="{E7F57B1B-D28A-4F2B-A17C-0B36BC5216C6}"/>
              </ns1:ext>
            </ns1:extLst>
          </ns0:cNvPr>
          <ns0:cNvSpPr>
            <ns1:spLocks noGrp="1"/>
          </ns0:cNvSpPr>
          <ns0:nvPr/>
        </ns0:nvSpPr>
        <ns0:spPr>
          <ns1:xfrm>
            <ns1:off x="8799195" y="2347722"/>
            <ns1:ext cx="35052" cy="188405"/>
          </ns1:xfrm>
          <ns1:prstGeom prst="roundRect">
            <ns1:avLst>
              <ns1:gd name="adj" fmla="val 50000"/>
            </ns1:avLst>
          </ns1:prstGeom>
          <ns1:solidFill>
            <ns1:srgbClr val="F2B544"/>
          </ns1:solidFill>
          <ns1:ln w="0">
            <ns1:prstDash val="solid"/>
          </ns1:ln>
        </ns0:spPr>
      </ns0:sp>
      <ns0:sp>
        <ns0:nvSpPr>
          <ns0:cNvPr id="27" name="">
            <ns1:extLst>
              <ns1:ext uri="{FF2B5EF4-FFF2-40B4-BE49-F238E27FC236}">
                <ns2:creationId id="{B4F7FC19-9DCE-492D-8338-199B99934D3C}"/>
              </ns1:ext>
            </ns1:extLst>
          </ns0:cNvPr>
          <ns0:cNvSpPr>
            <ns1:spLocks noGrp="1"/>
          </ns0:cNvSpPr>
          <ns0:nvPr/>
        </ns0:nvSpPr>
        <ns0:spPr>
          <ns1:xfrm>
            <ns1:off x="8466201" y="2544890"/>
            <ns1:ext cx="403098" cy="35052"/>
          </ns1:xfrm>
          <ns1:prstGeom prst="rect">
            <ns1:avLst/>
          </ns1:prstGeom>
          <ns1:solidFill>
            <ns1:srgbClr val="F2B544"/>
          </ns1:solidFill>
          <ns1:ln w="0">
            <ns1:noFill/>
            <ns1:prstDash val="solid"/>
          </ns1:ln>
        </ns0:spPr>
      </ns0:sp>
      <ns0:sp>
        <ns0:nvSpPr>
          <ns0:cNvPr id="28" name="">
            <ns1:extLst>
              <ns1:ext uri="{FF2B5EF4-FFF2-40B4-BE49-F238E27FC236}">
                <ns2:creationId id="{051B3203-C930-494D-A662-3A662EB50581}"/>
              </ns1:ext>
            </ns1:extLst>
          </ns0:cNvPr>
          <ns0:cNvSpPr>
            <ns1:spLocks noGrp="1"/>
          </ns0:cNvSpPr>
          <ns0:nvPr/>
        </ns0:nvSpPr>
        <ns0:spPr>
          <ns1:xfrm>
            <ns1:off x="9058275" y="2228850"/>
            <ns1:ext cx="2238375"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F2B544"/>
                </ns1:solidFill>
                <ns1:latin typeface="Aptos"/>
                <ns1:ea typeface="Aptos"/>
                <ns1:cs typeface="Aptos"/>
              </ns1:defRPr>
            </ns1:defPPr>
            <ns1:lvl1pPr algn="l">
              <ns1:defRPr sz="1425" b="1">
                <ns1:solidFill>
                  <ns1:srgbClr val="F2B544"/>
                </ns1:solidFill>
                <ns1:latin typeface="Aptos"/>
                <ns1:ea typeface="Aptos"/>
                <ns1:cs typeface="Aptos"/>
              </ns1:defRPr>
            </ns1:lvl1pPr>
            <ns1:lvl2pPr algn="l">
              <ns1:defRPr sz="1425" b="1">
                <ns1:solidFill>
                  <ns1:srgbClr val="F2B544"/>
                </ns1:solidFill>
                <ns1:latin typeface="Aptos"/>
                <ns1:ea typeface="Aptos"/>
                <ns1:cs typeface="Aptos"/>
              </ns1:defRPr>
            </ns1:lvl2pPr>
            <ns1:lvl3pPr algn="l">
              <ns1:defRPr sz="1425" b="1">
                <ns1:solidFill>
                  <ns1:srgbClr val="F2B544"/>
                </ns1:solidFill>
                <ns1:latin typeface="Aptos"/>
                <ns1:ea typeface="Aptos"/>
                <ns1:cs typeface="Aptos"/>
              </ns1:defRPr>
            </ns1:lvl3pPr>
            <ns1:lvl4pPr algn="l">
              <ns1:defRPr sz="1425" b="1">
                <ns1:solidFill>
                  <ns1:srgbClr val="F2B544"/>
                </ns1:solidFill>
                <ns1:latin typeface="Aptos"/>
                <ns1:ea typeface="Aptos"/>
                <ns1:cs typeface="Aptos"/>
              </ns1:defRPr>
            </ns1:lvl4pPr>
            <ns1:lvl5pPr algn="l">
              <ns1:defRPr sz="1425" b="1">
                <ns1:solidFill>
                  <ns1:srgbClr val="F2B544"/>
                </ns1:solidFill>
                <ns1:latin typeface="Aptos"/>
                <ns1:ea typeface="Aptos"/>
                <ns1:cs typeface="Aptos"/>
              </ns1:defRPr>
            </ns1:lvl5pPr>
            <ns1:lvl6pPr algn="l">
              <ns1:defRPr sz="1425" b="1">
                <ns1:solidFill>
                  <ns1:srgbClr val="F2B544"/>
                </ns1:solidFill>
                <ns1:latin typeface="Aptos"/>
                <ns1:ea typeface="Aptos"/>
                <ns1:cs typeface="Aptos"/>
              </ns1:defRPr>
            </ns1:lvl6pPr>
            <ns1:lvl7pPr algn="l">
              <ns1:defRPr sz="1425" b="1">
                <ns1:solidFill>
                  <ns1:srgbClr val="F2B544"/>
                </ns1:solidFill>
                <ns1:latin typeface="Aptos"/>
                <ns1:ea typeface="Aptos"/>
                <ns1:cs typeface="Aptos"/>
              </ns1:defRPr>
            </ns1:lvl7pPr>
            <ns1:lvl8pPr algn="l">
              <ns1:defRPr sz="1425" b="1">
                <ns1:solidFill>
                  <ns1:srgbClr val="F2B544"/>
                </ns1:solidFill>
                <ns1:latin typeface="Aptos"/>
                <ns1:ea typeface="Aptos"/>
                <ns1:cs typeface="Aptos"/>
              </ns1:defRPr>
            </ns1:lvl8pPr>
            <ns1:lvl9pPr algn="l">
              <ns1:defRPr sz="1425" b="1">
                <ns1:solidFill>
                  <ns1:srgbClr val="F2B544"/>
                </ns1:solidFill>
                <ns1:latin typeface="Aptos"/>
                <ns1:ea typeface="Aptos"/>
                <ns1:cs typeface="Aptos"/>
              </ns1:defRPr>
            </ns1:lvl9pPr>
          </ns1:lstStyle>
          <ns1:p>
            <ns1:pPr algn="l">
              <ns1:defRPr sz="1425" b="1">
                <ns1:solidFill>
                  <ns1:srgbClr val="F2B544"/>
                </ns1:solidFill>
                <ns1:latin typeface="Aptos"/>
                <ns1:ea typeface="Aptos"/>
                <ns1:cs typeface="Aptos"/>
              </ns1:defRPr>
            </ns1:pPr>
            <ns1:r>
              <ns1:rPr sz="1425" b="1">
                <ns1:solidFill>
                  <ns1:srgbClr val="F2B544"/>
                </ns1:solidFill>
                <ns1:latin typeface="Aptos"/>
                <ns1:ea typeface="Aptos"/>
                <ns1:cs typeface="Aptos"/>
              </ns1:rPr>
              <ns1:t>INSTITUCIÓN</ns1:t>
            </ns1:r>
          </ns1:p>
        </ns0:txBody>
      </ns0:sp>
      <ns0:sp>
        <ns0:nvSpPr>
          <ns0:cNvPr id="29" name="">
            <ns1:extLst>
              <ns1:ext uri="{FF2B5EF4-FFF2-40B4-BE49-F238E27FC236}">
                <ns2:creationId id="{F22330F1-06E3-49F1-8317-379823CFE9F3}"/>
              </ns1:ext>
            </ns1:extLst>
          </ns0:cNvPr>
          <ns0:cNvSpPr>
            <ns1:spLocks noGrp="1"/>
          </ns0:cNvSpPr>
          <ns0:nvPr/>
        </ns0:nvSpPr>
        <ns0:spPr>
          <ns1:xfrm>
            <ns1:off x="8448675" y="2857500"/>
            <ns1:ext cx="2857500" cy="1123950"/>
          </ns1:xfrm>
          <ns1:prstGeom prst="rect">
            <ns1:avLst/>
          </ns1:prstGeom>
          <ns1:noFill/>
          <ns1:ln w="0">
            <ns1:noFill/>
            <ns1:prstDash val="solid"/>
          </ns1:ln>
        </ns0:spPr>
        <ns0:txBody>
          <ns1:bodyPr lIns="0" tIns="0" rIns="0" bIns="0" anchor="t">
            <ns1:normAutofit fontScale="100000"/>
          </ns1:bodyPr>
          <ns1:lstStyle>
            <ns1:defPPr algn="l">
              <ns1:defRPr sz="1425" b="0">
                <ns1:solidFill>
                  <ns1:srgbClr val="182230"/>
                </ns1:solidFill>
                <ns1:latin typeface="Aptos"/>
                <ns1:ea typeface="Aptos"/>
                <ns1:cs typeface="Aptos"/>
              </ns1:defRPr>
            </ns1:defPPr>
            <ns1:lvl1pPr algn="l">
              <ns1:defRPr sz="1425" b="0">
                <ns1:solidFill>
                  <ns1:srgbClr val="182230"/>
                </ns1:solidFill>
                <ns1:latin typeface="Aptos"/>
                <ns1:ea typeface="Aptos"/>
                <ns1:cs typeface="Aptos"/>
              </ns1:defRPr>
            </ns1:lvl1pPr>
            <ns1:lvl2pPr algn="l">
              <ns1:defRPr sz="1425" b="0">
                <ns1:solidFill>
                  <ns1:srgbClr val="182230"/>
                </ns1:solidFill>
                <ns1:latin typeface="Aptos"/>
                <ns1:ea typeface="Aptos"/>
                <ns1:cs typeface="Aptos"/>
              </ns1:defRPr>
            </ns1:lvl2pPr>
            <ns1:lvl3pPr algn="l">
              <ns1:defRPr sz="1425" b="0">
                <ns1:solidFill>
                  <ns1:srgbClr val="182230"/>
                </ns1:solidFill>
                <ns1:latin typeface="Aptos"/>
                <ns1:ea typeface="Aptos"/>
                <ns1:cs typeface="Aptos"/>
              </ns1:defRPr>
            </ns1:lvl3pPr>
            <ns1:lvl4pPr algn="l">
              <ns1:defRPr sz="1425" b="0">
                <ns1:solidFill>
                  <ns1:srgbClr val="182230"/>
                </ns1:solidFill>
                <ns1:latin typeface="Aptos"/>
                <ns1:ea typeface="Aptos"/>
                <ns1:cs typeface="Aptos"/>
              </ns1:defRPr>
            </ns1:lvl4pPr>
            <ns1:lvl5pPr algn="l">
              <ns1:defRPr sz="1425" b="0">
                <ns1:solidFill>
                  <ns1:srgbClr val="182230"/>
                </ns1:solidFill>
                <ns1:latin typeface="Aptos"/>
                <ns1:ea typeface="Aptos"/>
                <ns1:cs typeface="Aptos"/>
              </ns1:defRPr>
            </ns1:lvl5pPr>
            <ns1:lvl6pPr algn="l">
              <ns1:defRPr sz="1425" b="0">
                <ns1:solidFill>
                  <ns1:srgbClr val="182230"/>
                </ns1:solidFill>
                <ns1:latin typeface="Aptos"/>
                <ns1:ea typeface="Aptos"/>
                <ns1:cs typeface="Aptos"/>
              </ns1:defRPr>
            </ns1:lvl6pPr>
            <ns1:lvl7pPr algn="l">
              <ns1:defRPr sz="1425" b="0">
                <ns1:solidFill>
                  <ns1:srgbClr val="182230"/>
                </ns1:solidFill>
                <ns1:latin typeface="Aptos"/>
                <ns1:ea typeface="Aptos"/>
                <ns1:cs typeface="Aptos"/>
              </ns1:defRPr>
            </ns1:lvl7pPr>
            <ns1:lvl8pPr algn="l">
              <ns1:defRPr sz="1425" b="0">
                <ns1:solidFill>
                  <ns1:srgbClr val="182230"/>
                </ns1:solidFill>
                <ns1:latin typeface="Aptos"/>
                <ns1:ea typeface="Aptos"/>
                <ns1:cs typeface="Aptos"/>
              </ns1:defRPr>
            </ns1:lvl8pPr>
            <ns1:lvl9pPr algn="l">
              <ns1:defRPr sz="1425" b="0">
                <ns1:solidFill>
                  <ns1:srgbClr val="182230"/>
                </ns1:solidFill>
                <ns1:latin typeface="Aptos"/>
                <ns1:ea typeface="Aptos"/>
                <ns1:cs typeface="Aptos"/>
              </ns1:defRPr>
            </ns1:lvl9pPr>
          </ns1:lstStyle>
          <ns1:p>
            <ns1:pPr algn="l">
              <ns1:defRPr sz="1425" b="0">
                <ns1:solidFill>
                  <ns1:srgbClr val="182230"/>
                </ns1:solidFill>
                <ns1:latin typeface="Aptos"/>
                <ns1:ea typeface="Aptos"/>
                <ns1:cs typeface="Aptos"/>
              </ns1:defRPr>
            </ns1:pPr>
            <ns1:r>
              <ns1:rPr sz="1425" b="0">
                <ns1:solidFill>
                  <ns1:srgbClr val="182230"/>
                </ns1:solidFill>
                <ns1:latin typeface="Aptos"/>
                <ns1:ea typeface="Aptos"/>
                <ns1:cs typeface="Aptos"/>
              </ns1:rPr>
              <ns1:t>Emitir según su área</ns1:t>
            </ns1:r>
          </ns1:p>
          <ns1:p>
            <ns1:pPr algn="l">
              <ns1:defRPr sz="1425" b="0">
                <ns1:solidFill>
                  <ns1:srgbClr val="182230"/>
                </ns1:solidFill>
                <ns1:latin typeface="Aptos"/>
                <ns1:ea typeface="Aptos"/>
                <ns1:cs typeface="Aptos"/>
              </ns1:defRPr>
            </ns1:pPr>
            <ns1:r>
              <ns1:rPr sz="1425" b="0">
                <ns1:solidFill>
                  <ns1:srgbClr val="182230"/>
                </ns1:solidFill>
                <ns1:latin typeface="Aptos"/>
                <ns1:ea typeface="Aptos"/>
                <ns1:cs typeface="Aptos"/>
              </ns1:rPr>
              <ns1:t>Revocar credenciales de su área</ns1:t>
            </ns1:r>
          </ns1:p>
          <ns1:p>
            <ns1:pPr algn="l">
              <ns1:defRPr sz="1425" b="0">
                <ns1:solidFill>
                  <ns1:srgbClr val="182230"/>
                </ns1:solidFill>
                <ns1:latin typeface="Aptos"/>
                <ns1:ea typeface="Aptos"/>
                <ns1:cs typeface="Aptos"/>
              </ns1:defRPr>
            </ns1:pPr>
            <ns1:r>
              <ns1:rPr sz="1425" b="0">
                <ns1:solidFill>
                  <ns1:srgbClr val="182230"/>
                </ns1:solidFill>
                <ns1:latin typeface="Aptos"/>
                <ns1:ea typeface="Aptos"/>
                <ns1:cs typeface="Aptos"/>
              </ns1:rPr>
              <ns1:t>Gestionar constancias</ns1:t>
            </ns1:r>
          </ns1:p>
        </ns0:txBody>
      </ns0:sp>
      <ns0:sp>
        <ns0:nvSpPr>
          <ns0:cNvPr id="30" name="">
            <ns1:extLst>
              <ns1:ext uri="{FF2B5EF4-FFF2-40B4-BE49-F238E27FC236}">
                <ns2:creationId id="{FA4C0B1C-8492-4545-B1E4-B79F9B316E9B}"/>
              </ns1:ext>
            </ns1:extLst>
          </ns0:cNvPr>
          <ns0:cNvSpPr>
            <ns1:spLocks noGrp="1"/>
          </ns0:cNvSpPr>
          <ns0:nvPr/>
        </ns0:nvSpPr>
        <ns0:spPr>
          <ns1:xfrm>
            <ns1:off x="914400" y="4857750"/>
            <ns1:ext cx="2095500" cy="266700"/>
          </ns1:xfrm>
          <ns1:prstGeom prst="rect">
            <ns1:avLst/>
          </ns1:prstGeom>
          <ns1:noFill/>
          <ns1:ln w="0">
            <ns1:noFill/>
            <ns1:prstDash val="solid"/>
          </ns1:ln>
        </ns0:spPr>
        <ns0:txBody>
          <ns1:bodyPr lIns="0" tIns="0" rIns="0" bIns="0" anchor="ctr">
            <ns1:normAutofit fontScale="100000"/>
          </ns1:bodyPr>
          <ns1:lstStyle>
            <ns1:defPPr algn="l">
              <ns1:defRPr sz="1350" b="1">
                <ns1:solidFill>
                  <ns1:srgbClr val="172554"/>
                </ns1:solidFill>
                <ns1:latin typeface="Aptos"/>
                <ns1:ea typeface="Aptos"/>
                <ns1:cs typeface="Aptos"/>
              </ns1:defRPr>
            </ns1:defPPr>
            <ns1:lvl1pPr algn="l">
              <ns1:defRPr sz="1350" b="1">
                <ns1:solidFill>
                  <ns1:srgbClr val="172554"/>
                </ns1:solidFill>
                <ns1:latin typeface="Aptos"/>
                <ns1:ea typeface="Aptos"/>
                <ns1:cs typeface="Aptos"/>
              </ns1:defRPr>
            </ns1:lvl1pPr>
            <ns1:lvl2pPr algn="l">
              <ns1:defRPr sz="1350" b="1">
                <ns1:solidFill>
                  <ns1:srgbClr val="172554"/>
                </ns1:solidFill>
                <ns1:latin typeface="Aptos"/>
                <ns1:ea typeface="Aptos"/>
                <ns1:cs typeface="Aptos"/>
              </ns1:defRPr>
            </ns1:lvl2pPr>
            <ns1:lvl3pPr algn="l">
              <ns1:defRPr sz="1350" b="1">
                <ns1:solidFill>
                  <ns1:srgbClr val="172554"/>
                </ns1:solidFill>
                <ns1:latin typeface="Aptos"/>
                <ns1:ea typeface="Aptos"/>
                <ns1:cs typeface="Aptos"/>
              </ns1:defRPr>
            </ns1:lvl3pPr>
            <ns1:lvl4pPr algn="l">
              <ns1:defRPr sz="1350" b="1">
                <ns1:solidFill>
                  <ns1:srgbClr val="172554"/>
                </ns1:solidFill>
                <ns1:latin typeface="Aptos"/>
                <ns1:ea typeface="Aptos"/>
                <ns1:cs typeface="Aptos"/>
              </ns1:defRPr>
            </ns1:lvl4pPr>
            <ns1:lvl5pPr algn="l">
              <ns1:defRPr sz="1350" b="1">
                <ns1:solidFill>
                  <ns1:srgbClr val="172554"/>
                </ns1:solidFill>
                <ns1:latin typeface="Aptos"/>
                <ns1:ea typeface="Aptos"/>
                <ns1:cs typeface="Aptos"/>
              </ns1:defRPr>
            </ns1:lvl5pPr>
            <ns1:lvl6pPr algn="l">
              <ns1:defRPr sz="1350" b="1">
                <ns1:solidFill>
                  <ns1:srgbClr val="172554"/>
                </ns1:solidFill>
                <ns1:latin typeface="Aptos"/>
                <ns1:ea typeface="Aptos"/>
                <ns1:cs typeface="Aptos"/>
              </ns1:defRPr>
            </ns1:lvl6pPr>
            <ns1:lvl7pPr algn="l">
              <ns1:defRPr sz="1350" b="1">
                <ns1:solidFill>
                  <ns1:srgbClr val="172554"/>
                </ns1:solidFill>
                <ns1:latin typeface="Aptos"/>
                <ns1:ea typeface="Aptos"/>
                <ns1:cs typeface="Aptos"/>
              </ns1:defRPr>
            </ns1:lvl7pPr>
            <ns1:lvl8pPr algn="l">
              <ns1:defRPr sz="1350" b="1">
                <ns1:solidFill>
                  <ns1:srgbClr val="172554"/>
                </ns1:solidFill>
                <ns1:latin typeface="Aptos"/>
                <ns1:ea typeface="Aptos"/>
                <ns1:cs typeface="Aptos"/>
              </ns1:defRPr>
            </ns1:lvl8pPr>
            <ns1:lvl9pPr algn="l">
              <ns1:defRPr sz="1350" b="1">
                <ns1:solidFill>
                  <ns1:srgbClr val="172554"/>
                </ns1:solidFill>
                <ns1:latin typeface="Aptos"/>
                <ns1:ea typeface="Aptos"/>
                <ns1:cs typeface="Aptos"/>
              </ns1:defRPr>
            </ns1:lvl9pPr>
          </ns1:lstStyle>
          <ns1:p>
            <ns1:pPr algn="l">
              <ns1:defRPr sz="1350" b="1">
                <ns1:solidFill>
                  <ns1:srgbClr val="172554"/>
                </ns1:solidFill>
                <ns1:latin typeface="Aptos"/>
                <ns1:ea typeface="Aptos"/>
                <ns1:cs typeface="Aptos"/>
              </ns1:defRPr>
            </ns1:pPr>
            <ns1:r>
              <ns1:rPr sz="1350" b="1">
                <ns1:solidFill>
                  <ns1:srgbClr val="172554"/>
                </ns1:solidFill>
                <ns1:latin typeface="Aptos"/>
                <ns1:ea typeface="Aptos"/>
                <ns1:cs typeface="Aptos"/>
              </ns1:rPr>
              <ns1:t>Cada área gestiona sus propios datos</ns1:t>
            </ns1:r>
          </ns1:p>
        </ns0:txBody>
      </ns0:sp>
      <ns0:sp>
        <ns0:nvSpPr>
          <ns0:cNvPr id="31" name="">
            <ns1:extLst>
              <ns1:ext uri="{FF2B5EF4-FFF2-40B4-BE49-F238E27FC236}">
                <ns2:creationId id="{4BAF6C19-2005-474C-BC8B-FABB53D09627}"/>
              </ns1:ext>
            </ns1:extLst>
          </ns0:cNvPr>
          <ns0:cNvSpPr>
            <ns1:spLocks noGrp="1"/>
          </ns0:cNvSpPr>
          <ns0:nvPr/>
        </ns0:nvSpPr>
        <ns0:spPr>
          <ns1:xfrm>
            <ns1:off x="2952750" y="4819650"/>
            <ns1:ext cx="8096250" cy="571500"/>
          </ns1:xfrm>
          <ns1:prstGeom prst="rect">
            <ns1:avLst/>
          </ns1:prstGeom>
          <ns1:noFill/>
          <ns1:ln w="0">
            <ns1:noFill/>
            <ns1:prstDash val="solid"/>
          </ns1:ln>
        </ns0:spPr>
        <ns0:txBody>
          <ns1:bodyPr lIns="0" tIns="0" rIns="0" bIns="0" anchor="ctr">
            <ns1:normAutofit fontScale="100000"/>
          </ns1:bodyPr>
          <ns1:lstStyle>
            <ns1:defPPr algn="l">
              <ns1:defRPr sz="1500" b="0">
                <ns1:solidFill>
                  <ns1:srgbClr val="536276"/>
                </ns1:solidFill>
                <ns1:latin typeface="Aptos"/>
                <ns1:ea typeface="Aptos"/>
                <ns1:cs typeface="Aptos"/>
              </ns1:defRPr>
            </ns1:defPPr>
            <ns1:lvl1pPr algn="l">
              <ns1:defRPr sz="1500" b="0">
                <ns1:solidFill>
                  <ns1:srgbClr val="536276"/>
                </ns1:solidFill>
                <ns1:latin typeface="Aptos"/>
                <ns1:ea typeface="Aptos"/>
                <ns1:cs typeface="Aptos"/>
              </ns1:defRPr>
            </ns1:lvl1pPr>
            <ns1:lvl2pPr algn="l">
              <ns1:defRPr sz="1500" b="0">
                <ns1:solidFill>
                  <ns1:srgbClr val="536276"/>
                </ns1:solidFill>
                <ns1:latin typeface="Aptos"/>
                <ns1:ea typeface="Aptos"/>
                <ns1:cs typeface="Aptos"/>
              </ns1:defRPr>
            </ns1:lvl2pPr>
            <ns1:lvl3pPr algn="l">
              <ns1:defRPr sz="1500" b="0">
                <ns1:solidFill>
                  <ns1:srgbClr val="536276"/>
                </ns1:solidFill>
                <ns1:latin typeface="Aptos"/>
                <ns1:ea typeface="Aptos"/>
                <ns1:cs typeface="Aptos"/>
              </ns1:defRPr>
            </ns1:lvl3pPr>
            <ns1:lvl4pPr algn="l">
              <ns1:defRPr sz="1500" b="0">
                <ns1:solidFill>
                  <ns1:srgbClr val="536276"/>
                </ns1:solidFill>
                <ns1:latin typeface="Aptos"/>
                <ns1:ea typeface="Aptos"/>
                <ns1:cs typeface="Aptos"/>
              </ns1:defRPr>
            </ns1:lvl4pPr>
            <ns1:lvl5pPr algn="l">
              <ns1:defRPr sz="1500" b="0">
                <ns1:solidFill>
                  <ns1:srgbClr val="536276"/>
                </ns1:solidFill>
                <ns1:latin typeface="Aptos"/>
                <ns1:ea typeface="Aptos"/>
                <ns1:cs typeface="Aptos"/>
              </ns1:defRPr>
            </ns1:lvl5pPr>
            <ns1:lvl6pPr algn="l">
              <ns1:defRPr sz="1500" b="0">
                <ns1:solidFill>
                  <ns1:srgbClr val="536276"/>
                </ns1:solidFill>
                <ns1:latin typeface="Aptos"/>
                <ns1:ea typeface="Aptos"/>
                <ns1:cs typeface="Aptos"/>
              </ns1:defRPr>
            </ns1:lvl6pPr>
            <ns1:lvl7pPr algn="l">
              <ns1:defRPr sz="1500" b="0">
                <ns1:solidFill>
                  <ns1:srgbClr val="536276"/>
                </ns1:solidFill>
                <ns1:latin typeface="Aptos"/>
                <ns1:ea typeface="Aptos"/>
                <ns1:cs typeface="Aptos"/>
              </ns1:defRPr>
            </ns1:lvl7pPr>
            <ns1:lvl8pPr algn="l">
              <ns1:defRPr sz="1500" b="0">
                <ns1:solidFill>
                  <ns1:srgbClr val="536276"/>
                </ns1:solidFill>
                <ns1:latin typeface="Aptos"/>
                <ns1:ea typeface="Aptos"/>
                <ns1:cs typeface="Aptos"/>
              </ns1:defRPr>
            </ns1:lvl8pPr>
            <ns1:lvl9pPr algn="l">
              <ns1:defRPr sz="1500" b="0">
                <ns1:solidFill>
                  <ns1:srgbClr val="536276"/>
                </ns1:solidFill>
                <ns1:latin typeface="Aptos"/>
                <ns1:ea typeface="Aptos"/>
                <ns1:cs typeface="Aptos"/>
              </ns1:defRPr>
            </ns1:lvl9pPr>
          </ns1:lstStyle>
          <ns1:p>
            <ns1:pPr algn="l">
              <ns1:defRPr sz="1500" b="0">
                <ns1:solidFill>
                  <ns1:srgbClr val="536276"/>
                </ns1:solidFill>
                <ns1:latin typeface="Aptos"/>
                <ns1:ea typeface="Aptos"/>
                <ns1:cs typeface="Aptos"/>
              </ns1:defRPr>
            </ns1:pPr>
            <ns1:r>
              <ns1:rPr sz="1500" b="0">
                <ns1:solidFill>
                  <ns1:srgbClr val="536276"/>
                </ns1:solidFill>
                <ns1:latin typeface="Aptos"/>
                <ns1:ea typeface="Aptos"/>
                <ns1:cs typeface="Aptos"/>
              </ns1:rPr>
              <ns1:t>El área académica emite notas y regularidad; biblioteca y gimnasio emiten sus propias constancias.</ns1:t>
            </ns1:r>
          </ns1:p>
        </ns0:txBody>
      </ns0:sp>
    </ns0:spTree>
    <ns0:extLst>
      <ns0:ext uri="{BB962C8B-B14F-4D97-AF65-F5344CB8AC3E}">
        <ns3:creationId val="852537071"/>
      </ns0:ext>
    </ns0:extLst>
  </ns0:cSld>
</ns0:sld>
</file>

<file path=ppt/slides/slide2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79" name="">
            <ns1:extLst>
              <ns1:ext uri="{FF2B5EF4-FFF2-40B4-BE49-F238E27FC236}">
                <ns2:creationId id="{DAFCA6B0-59A7-4FCD-85D3-3FB1B58D2DD6}"/>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IMPLEMENTACIÓN · ASISTENCIA</ns1:t>
            </ns1:r>
          </ns1:p>
        </ns0:txBody>
      </ns0:sp>
      <ns0:sp>
        <ns0:nvSpPr>
          <ns0:cNvPr id="2" name="">
            <ns1:extLst>
              <ns1:ext uri="{FF2B5EF4-FFF2-40B4-BE49-F238E27FC236}">
                <ns2:creationId id="{9D3A161A-BCBB-4E24-A58A-7C18497F441F}"/>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2:00</ns1:t>
            </ns1:r>
          </ns1:p>
        </ns0:txBody>
      </ns0:sp>
      <ns0:sp>
        <ns0:nvSpPr>
          <ns0:cNvPr id="3" name="">
            <ns1:extLst>
              <ns1:ext uri="{FF2B5EF4-FFF2-40B4-BE49-F238E27FC236}">
                <ns2:creationId id="{4918976A-AD15-4616-9C57-997C95EC3FA7}"/>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La asistencia se registra una vez por estudiante</ns1:t>
            </ns1:r>
          </ns1:p>
        </ns0:txBody>
      </ns0:sp>
      <ns0:sp>
        <ns0:nvSpPr>
          <ns0:cNvPr id="4" name="">
            <ns1:extLst>
              <ns1:ext uri="{FF2B5EF4-FFF2-40B4-BE49-F238E27FC236}">
                <ns2:creationId id="{279C8599-3E40-4C6D-AF28-52AFFF5744A4}"/>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BB7ACD10-3A12-45A6-AB44-C72FFF63EF9D}"/>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936844EE-7CF8-4416-83F5-99CE4330EEA2}"/>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21</ns1:t>
            </ns1:r>
          </ns1:p>
        </ns0:txBody>
      </ns0:sp>
      <ns0:sp>
        <ns0:nvSpPr>
          <ns0:cNvPr id="7" name="">
            <ns1:extLst>
              <ns1:ext uri="{FF2B5EF4-FFF2-40B4-BE49-F238E27FC236}">
                <ns2:creationId id="{B429CE54-6156-49BA-A001-AA95D1E22303}"/>
              </ns1:ext>
            </ns1:extLst>
          </ns0:cNvPr>
          <ns0:cNvSpPr>
            <ns1:spLocks noGrp="1"/>
          </ns0:cNvSpPr>
          <ns0:nvPr/>
        </ns0:nvSpPr>
        <ns0:spPr>
          <ns1:xfrm>
            <ns1:off x="552450" y="1714500"/>
            <ns1:ext cx="1952625" cy="1095375"/>
          </ns1:xfrm>
          <ns1:prstGeom prst="roundRect">
            <ns1:avLst>
              <ns1:gd name="adj" fmla="val 6957"/>
            </ns1:avLst>
          </ns1:prstGeom>
          <ns1:solidFill>
            <ns1:srgbClr val="FFFFFF"/>
          </ns1:solidFill>
          <ns1:ln w="9525">
            <ns1:solidFill>
              <ns1:srgbClr val="DCE3ED"/>
            </ns1:solidFill>
            <ns1:prstDash val="solid"/>
          </ns1:ln>
        </ns0:spPr>
      </ns0:sp>
      <ns0:sp>
        <ns0:nvSpPr>
          <ns0:cNvPr id="8" name="">
            <ns1:extLst>
              <ns1:ext uri="{FF2B5EF4-FFF2-40B4-BE49-F238E27FC236}">
                <ns2:creationId id="{9869A52E-82DC-41C1-951F-68282A4F3F6F}"/>
              </ns1:ext>
            </ns1:extLst>
          </ns0:cNvPr>
          <ns0:cNvSpPr>
            <ns1:spLocks noGrp="1"/>
          </ns0:cNvSpPr>
          <ns0:nvPr/>
        </ns0:nvSpPr>
        <ns0:spPr>
          <ns1:xfrm>
            <ns1:off x="552450" y="1714500"/>
            <ns1:ext cx="76200" cy="1095375"/>
          </ns1:xfrm>
          <ns1:prstGeom prst="roundRect">
            <ns1:avLst>
              <ns1:gd name="adj" fmla="val 50000"/>
            </ns1:avLst>
          </ns1:prstGeom>
          <ns1:solidFill>
            <ns1:srgbClr val="2846A0"/>
          </ns1:solidFill>
          <ns1:ln w="0">
            <ns1:noFill/>
            <ns1:prstDash val="solid"/>
          </ns1:ln>
        </ns0:spPr>
      </ns0:sp>
      <ns0:sp>
        <ns0:nvSpPr>
          <ns0:cNvPr id="9" name="">
            <ns1:extLst>
              <ns1:ext uri="{FF2B5EF4-FFF2-40B4-BE49-F238E27FC236}">
                <ns2:creationId id="{826E4AB4-8688-44F1-AAE7-55007978B06B}"/>
              </ns1:ext>
            </ns1:extLst>
          </ns0:cNvPr>
          <ns0:cNvSpPr>
            <ns1:spLocks noGrp="1"/>
          </ns0:cNvSpPr>
          <ns0:nvPr/>
        </ns0:nvSpPr>
        <ns0:spPr>
          <ns1:xfrm>
            <ns1:off x="762000" y="1847850"/>
            <ns1:ext cx="1590675"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2846A0"/>
                </ns1:solidFill>
                <ns1:latin typeface="Aptos"/>
                <ns1:ea typeface="Aptos"/>
                <ns1:cs typeface="Aptos"/>
              </ns1:defRPr>
            </ns1:defPPr>
            <ns1:lvl1pPr algn="l">
              <ns1:defRPr sz="1500" b="1">
                <ns1:solidFill>
                  <ns1:srgbClr val="2846A0"/>
                </ns1:solidFill>
                <ns1:latin typeface="Aptos"/>
                <ns1:ea typeface="Aptos"/>
                <ns1:cs typeface="Aptos"/>
              </ns1:defRPr>
            </ns1:lvl1pPr>
            <ns1:lvl2pPr algn="l">
              <ns1:defRPr sz="1500" b="1">
                <ns1:solidFill>
                  <ns1:srgbClr val="2846A0"/>
                </ns1:solidFill>
                <ns1:latin typeface="Aptos"/>
                <ns1:ea typeface="Aptos"/>
                <ns1:cs typeface="Aptos"/>
              </ns1:defRPr>
            </ns1:lvl2pPr>
            <ns1:lvl3pPr algn="l">
              <ns1:defRPr sz="1500" b="1">
                <ns1:solidFill>
                  <ns1:srgbClr val="2846A0"/>
                </ns1:solidFill>
                <ns1:latin typeface="Aptos"/>
                <ns1:ea typeface="Aptos"/>
                <ns1:cs typeface="Aptos"/>
              </ns1:defRPr>
            </ns1:lvl3pPr>
            <ns1:lvl4pPr algn="l">
              <ns1:defRPr sz="1500" b="1">
                <ns1:solidFill>
                  <ns1:srgbClr val="2846A0"/>
                </ns1:solidFill>
                <ns1:latin typeface="Aptos"/>
                <ns1:ea typeface="Aptos"/>
                <ns1:cs typeface="Aptos"/>
              </ns1:defRPr>
            </ns1:lvl4pPr>
            <ns1:lvl5pPr algn="l">
              <ns1:defRPr sz="1500" b="1">
                <ns1:solidFill>
                  <ns1:srgbClr val="2846A0"/>
                </ns1:solidFill>
                <ns1:latin typeface="Aptos"/>
                <ns1:ea typeface="Aptos"/>
                <ns1:cs typeface="Aptos"/>
              </ns1:defRPr>
            </ns1:lvl5pPr>
            <ns1:lvl6pPr algn="l">
              <ns1:defRPr sz="1500" b="1">
                <ns1:solidFill>
                  <ns1:srgbClr val="2846A0"/>
                </ns1:solidFill>
                <ns1:latin typeface="Aptos"/>
                <ns1:ea typeface="Aptos"/>
                <ns1:cs typeface="Aptos"/>
              </ns1:defRPr>
            </ns1:lvl6pPr>
            <ns1:lvl7pPr algn="l">
              <ns1:defRPr sz="1500" b="1">
                <ns1:solidFill>
                  <ns1:srgbClr val="2846A0"/>
                </ns1:solidFill>
                <ns1:latin typeface="Aptos"/>
                <ns1:ea typeface="Aptos"/>
                <ns1:cs typeface="Aptos"/>
              </ns1:defRPr>
            </ns1:lvl7pPr>
            <ns1:lvl8pPr algn="l">
              <ns1:defRPr sz="1500" b="1">
                <ns1:solidFill>
                  <ns1:srgbClr val="2846A0"/>
                </ns1:solidFill>
                <ns1:latin typeface="Aptos"/>
                <ns1:ea typeface="Aptos"/>
                <ns1:cs typeface="Aptos"/>
              </ns1:defRPr>
            </ns1:lvl8pPr>
            <ns1:lvl9pPr algn="l">
              <ns1:defRPr sz="1500" b="1">
                <ns1:solidFill>
                  <ns1:srgbClr val="2846A0"/>
                </ns1:solidFill>
                <ns1:latin typeface="Aptos"/>
                <ns1:ea typeface="Aptos"/>
                <ns1:cs typeface="Aptos"/>
              </ns1:defRPr>
            </ns1:lvl9pPr>
          </ns1:lstStyle>
          <ns1:p>
            <ns1:pPr algn="l">
              <ns1:defRPr sz="1500" b="1">
                <ns1:solidFill>
                  <ns1:srgbClr val="2846A0"/>
                </ns1:solidFill>
                <ns1:latin typeface="Aptos"/>
                <ns1:ea typeface="Aptos"/>
                <ns1:cs typeface="Aptos"/>
              </ns1:defRPr>
            </ns1:pPr>
            <ns1:r>
              <ns1:rPr sz="1500" b="1">
                <ns1:solidFill>
                  <ns1:srgbClr val="2846A0"/>
                </ns1:solidFill>
                <ns1:latin typeface="Aptos"/>
                <ns1:ea typeface="Aptos"/>
                <ns1:cs typeface="Aptos"/>
              </ns1:rPr>
              <ns1:t>Docente</ns1:t>
            </ns1:r>
          </ns1:p>
        </ns0:txBody>
      </ns0:sp>
      <ns0:sp>
        <ns0:nvSpPr>
          <ns0:cNvPr id="10" name="">
            <ns1:extLst>
              <ns1:ext uri="{FF2B5EF4-FFF2-40B4-BE49-F238E27FC236}">
                <ns2:creationId id="{E48F39C1-5BE1-4536-BFD3-A45D7CD87B4E}"/>
              </ns1:ext>
            </ns1:extLst>
          </ns0:cNvPr>
          <ns0:cNvSpPr>
            <ns1:spLocks noGrp="1"/>
          </ns0:cNvSpPr>
          <ns0:nvPr/>
        </ns0:nvSpPr>
        <ns0:spPr>
          <ns1:xfrm>
            <ns1:off x="762000" y="2171700"/>
            <ns1:ext cx="1590675" cy="56197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abre la sesión</ns1:t>
            </ns1:r>
          </ns1:p>
        </ns0:txBody>
      </ns0:sp>
      <ns0:sp>
        <ns0:nvSpPr>
          <ns0:cNvPr id="11" name="">
            <ns1:extLst>
              <ns1:ext uri="{FF2B5EF4-FFF2-40B4-BE49-F238E27FC236}">
                <ns2:creationId id="{00B91B2A-51AD-4963-89D5-A9AD5022D4AB}"/>
              </ns1:ext>
            </ns1:extLst>
          </ns0:cNvPr>
          <ns0:cNvSpPr>
            <ns1:spLocks noGrp="1"/>
          </ns0:cNvSpPr>
          <ns0:nvPr/>
        </ns0:nvSpPr>
        <ns0:spPr>
          <ns1:xfrm>
            <ns1:off x="1475232" y="1364742"/>
            <ns1:ext cx="97536" cy="97536"/>
          </ns1:xfrm>
          <ns1:prstGeom prst="ellipse">
            <ns1:avLst/>
          </ns1:prstGeom>
          <ns1:solidFill>
            <ns1:srgbClr val="2846A0"/>
          </ns1:solidFill>
          <ns1:ln w="0">
            <ns1:noFill/>
            <ns1:prstDash val="solid"/>
          </ns1:ln>
        </ns0:spPr>
      </ns0:sp>
      <ns0:sp>
        <ns0:nvSpPr>
          <ns0:cNvPr id="12" name="">
            <ns1:extLst>
              <ns1:ext uri="{FF2B5EF4-FFF2-40B4-BE49-F238E27FC236}">
                <ns2:creationId id="{DD133B1A-B9A8-4CD4-BA8F-00EA6144B094}"/>
              </ns1:ext>
            </ns1:extLst>
          </ns0:cNvPr>
          <ns0:cNvSpPr>
            <ns1:spLocks noGrp="1"/>
          </ns0:cNvSpPr>
          <ns0:nvPr/>
        </ns0:nvSpPr>
        <ns0:spPr>
          <ns1:xfrm>
            <ns1:off x="1411224" y="1480566"/>
            <ns1:ext cx="225552" cy="158496"/>
          </ns1:xfrm>
          <ns1:prstGeom prst="ellipse">
            <ns1:avLst/>
          </ns1:prstGeom>
          <ns1:solidFill>
            <ns1:srgbClr val="2846A0"/>
          </ns1:solidFill>
          <ns1:ln w="0">
            <ns1:noFill/>
            <ns1:prstDash val="solid"/>
          </ns1:ln>
        </ns0:spPr>
      </ns0:sp>
      <ns0:sp>
        <ns0:nvSpPr>
          <ns0:cNvPr id="13" name="">
            <ns1:extLst>
              <ns1:ext uri="{FF2B5EF4-FFF2-40B4-BE49-F238E27FC236}">
                <ns2:creationId id="{C09E42D7-CF46-45B4-A9E9-2FFEA047FC3F}"/>
              </ns1:ext>
            </ns1:extLst>
          </ns0:cNvPr>
          <ns0:cNvSpPr>
            <ns1:spLocks noGrp="1"/>
          </ns0:cNvSpPr>
          <ns0:nvPr/>
        </ns0:nvSpPr>
        <ns0:spPr>
          <ns1:xfrm>
            <ns1:off x="2524125" y="2124075"/>
            <ns1:ext cx="295275" cy="247650"/>
          </ns1:xfrm>
          <ns1:prstGeom prst="rightArrow">
            <ns1:avLst/>
          </ns1:prstGeom>
          <ns1:solidFill>
            <ns1:srgbClr val="22B8A8"/>
          </ns1:solidFill>
          <ns1:ln w="0">
            <ns1:noFill/>
            <ns1:prstDash val="solid"/>
          </ns1:ln>
        </ns0:spPr>
      </ns0:sp>
      <ns0:sp>
        <ns0:nvSpPr>
          <ns0:cNvPr id="14" name="">
            <ns1:extLst>
              <ns1:ext uri="{FF2B5EF4-FFF2-40B4-BE49-F238E27FC236}">
                <ns2:creationId id="{DA2E9AC9-B6BB-4ADB-AE2B-B889A3AD5BF2}"/>
              </ns1:ext>
            </ns1:extLst>
          </ns0:cNvPr>
          <ns0:cNvSpPr>
            <ns1:spLocks noGrp="1"/>
          </ns0:cNvSpPr>
          <ns0:nvPr/>
        </ns0:nvSpPr>
        <ns0:spPr>
          <ns1:xfrm>
            <ns1:off x="2857500" y="1714500"/>
            <ns1:ext cx="1952625" cy="1095375"/>
          </ns1:xfrm>
          <ns1:prstGeom prst="roundRect">
            <ns1:avLst>
              <ns1:gd name="adj" fmla="val 6957"/>
            </ns1:avLst>
          </ns1:prstGeom>
          <ns1:solidFill>
            <ns1:srgbClr val="FFFFFF"/>
          </ns1:solidFill>
          <ns1:ln w="9525">
            <ns1:solidFill>
              <ns1:srgbClr val="DCE3ED"/>
            </ns1:solidFill>
            <ns1:prstDash val="solid"/>
          </ns1:ln>
        </ns0:spPr>
      </ns0:sp>
      <ns0:sp>
        <ns0:nvSpPr>
          <ns0:cNvPr id="15" name="">
            <ns1:extLst>
              <ns1:ext uri="{FF2B5EF4-FFF2-40B4-BE49-F238E27FC236}">
                <ns2:creationId id="{801D389E-4818-45AF-AC46-2BF1803A26B6}"/>
              </ns1:ext>
            </ns1:extLst>
          </ns0:cNvPr>
          <ns0:cNvSpPr>
            <ns1:spLocks noGrp="1"/>
          </ns0:cNvSpPr>
          <ns0:nvPr/>
        </ns0:nvSpPr>
        <ns0:spPr>
          <ns1:xfrm>
            <ns1:off x="2857500" y="1714500"/>
            <ns1:ext cx="76200" cy="1095375"/>
          </ns1:xfrm>
          <ns1:prstGeom prst="roundRect">
            <ns1:avLst>
              <ns1:gd name="adj" fmla="val 50000"/>
            </ns1:avLst>
          </ns1:prstGeom>
          <ns1:solidFill>
            <ns1:srgbClr val="F2B544"/>
          </ns1:solidFill>
          <ns1:ln w="0">
            <ns1:noFill/>
            <ns1:prstDash val="solid"/>
          </ns1:ln>
        </ns0:spPr>
      </ns0:sp>
      <ns0:sp>
        <ns0:nvSpPr>
          <ns0:cNvPr id="16" name="">
            <ns1:extLst>
              <ns1:ext uri="{FF2B5EF4-FFF2-40B4-BE49-F238E27FC236}">
                <ns2:creationId id="{984C2DC9-34CC-47A9-8BCE-C7A90BB6F386}"/>
              </ns1:ext>
            </ns1:extLst>
          </ns0:cNvPr>
          <ns0:cNvSpPr>
            <ns1:spLocks noGrp="1"/>
          </ns0:cNvSpPr>
          <ns0:nvPr/>
        </ns0:nvSpPr>
        <ns0:spPr>
          <ns1:xfrm>
            <ns1:off x="3067050" y="1847850"/>
            <ns1:ext cx="1590675"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F2B544"/>
                </ns1:solidFill>
                <ns1:latin typeface="Aptos"/>
                <ns1:ea typeface="Aptos"/>
                <ns1:cs typeface="Aptos"/>
              </ns1:defRPr>
            </ns1:defPPr>
            <ns1:lvl1pPr algn="l">
              <ns1:defRPr sz="1500" b="1">
                <ns1:solidFill>
                  <ns1:srgbClr val="F2B544"/>
                </ns1:solidFill>
                <ns1:latin typeface="Aptos"/>
                <ns1:ea typeface="Aptos"/>
                <ns1:cs typeface="Aptos"/>
              </ns1:defRPr>
            </ns1:lvl1pPr>
            <ns1:lvl2pPr algn="l">
              <ns1:defRPr sz="1500" b="1">
                <ns1:solidFill>
                  <ns1:srgbClr val="F2B544"/>
                </ns1:solidFill>
                <ns1:latin typeface="Aptos"/>
                <ns1:ea typeface="Aptos"/>
                <ns1:cs typeface="Aptos"/>
              </ns1:defRPr>
            </ns1:lvl2pPr>
            <ns1:lvl3pPr algn="l">
              <ns1:defRPr sz="1500" b="1">
                <ns1:solidFill>
                  <ns1:srgbClr val="F2B544"/>
                </ns1:solidFill>
                <ns1:latin typeface="Aptos"/>
                <ns1:ea typeface="Aptos"/>
                <ns1:cs typeface="Aptos"/>
              </ns1:defRPr>
            </ns1:lvl3pPr>
            <ns1:lvl4pPr algn="l">
              <ns1:defRPr sz="1500" b="1">
                <ns1:solidFill>
                  <ns1:srgbClr val="F2B544"/>
                </ns1:solidFill>
                <ns1:latin typeface="Aptos"/>
                <ns1:ea typeface="Aptos"/>
                <ns1:cs typeface="Aptos"/>
              </ns1:defRPr>
            </ns1:lvl4pPr>
            <ns1:lvl5pPr algn="l">
              <ns1:defRPr sz="1500" b="1">
                <ns1:solidFill>
                  <ns1:srgbClr val="F2B544"/>
                </ns1:solidFill>
                <ns1:latin typeface="Aptos"/>
                <ns1:ea typeface="Aptos"/>
                <ns1:cs typeface="Aptos"/>
              </ns1:defRPr>
            </ns1:lvl5pPr>
            <ns1:lvl6pPr algn="l">
              <ns1:defRPr sz="1500" b="1">
                <ns1:solidFill>
                  <ns1:srgbClr val="F2B544"/>
                </ns1:solidFill>
                <ns1:latin typeface="Aptos"/>
                <ns1:ea typeface="Aptos"/>
                <ns1:cs typeface="Aptos"/>
              </ns1:defRPr>
            </ns1:lvl6pPr>
            <ns1:lvl7pPr algn="l">
              <ns1:defRPr sz="1500" b="1">
                <ns1:solidFill>
                  <ns1:srgbClr val="F2B544"/>
                </ns1:solidFill>
                <ns1:latin typeface="Aptos"/>
                <ns1:ea typeface="Aptos"/>
                <ns1:cs typeface="Aptos"/>
              </ns1:defRPr>
            </ns1:lvl7pPr>
            <ns1:lvl8pPr algn="l">
              <ns1:defRPr sz="1500" b="1">
                <ns1:solidFill>
                  <ns1:srgbClr val="F2B544"/>
                </ns1:solidFill>
                <ns1:latin typeface="Aptos"/>
                <ns1:ea typeface="Aptos"/>
                <ns1:cs typeface="Aptos"/>
              </ns1:defRPr>
            </ns1:lvl8pPr>
            <ns1:lvl9pPr algn="l">
              <ns1:defRPr sz="1500" b="1">
                <ns1:solidFill>
                  <ns1:srgbClr val="F2B544"/>
                </ns1:solidFill>
                <ns1:latin typeface="Aptos"/>
                <ns1:ea typeface="Aptos"/>
                <ns1:cs typeface="Aptos"/>
              </ns1:defRPr>
            </ns1:lvl9pPr>
          </ns1:lstStyle>
          <ns1:p>
            <ns1:pPr algn="l">
              <ns1:defRPr sz="1500" b="1">
                <ns1:solidFill>
                  <ns1:srgbClr val="F2B544"/>
                </ns1:solidFill>
                <ns1:latin typeface="Aptos"/>
                <ns1:ea typeface="Aptos"/>
                <ns1:cs typeface="Aptos"/>
              </ns1:defRPr>
            </ns1:pPr>
            <ns1:r>
              <ns1:rPr sz="1500" b="1">
                <ns1:solidFill>
                  <ns1:srgbClr val="F2B544"/>
                </ns1:solidFill>
                <ns1:latin typeface="Aptos"/>
                <ns1:ea typeface="Aptos"/>
                <ns1:cs typeface="Aptos"/>
              </ns1:rPr>
              <ns1:t>QR</ns1:t>
            </ns1:r>
          </ns1:p>
        </ns0:txBody>
      </ns0:sp>
      <ns0:sp>
        <ns0:nvSpPr>
          <ns0:cNvPr id="17" name="">
            <ns1:extLst>
              <ns1:ext uri="{FF2B5EF4-FFF2-40B4-BE49-F238E27FC236}">
                <ns2:creationId id="{EDD32593-4FAC-4413-9E2D-46CC80960C95}"/>
              </ns1:ext>
            </ns1:extLst>
          </ns0:cNvPr>
          <ns0:cNvSpPr>
            <ns1:spLocks noGrp="1"/>
          </ns0:cNvSpPr>
          <ns0:nvPr/>
        </ns0:nvSpPr>
        <ns0:spPr>
          <ns1:xfrm>
            <ns1:off x="3067050" y="2171700"/>
            <ns1:ext cx="1590675" cy="56197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vence en 1 minuto</ns1:t>
            </ns1:r>
          </ns1:p>
        </ns0:txBody>
      </ns0:sp>
      <ns0:sp>
        <ns0:nvSpPr>
          <ns0:cNvPr id="18" name="">
            <ns1:extLst>
              <ns1:ext uri="{FF2B5EF4-FFF2-40B4-BE49-F238E27FC236}">
                <ns2:creationId id="{04EA88CB-1072-41C6-AEA5-0523C19DB9C8}"/>
              </ns1:ext>
            </ns1:extLst>
          </ns0:cNvPr>
          <ns0:cNvSpPr>
            <ns1:spLocks noGrp="1"/>
          </ns0:cNvSpPr>
          <ns0:nvPr/>
        </ns0:nvSpPr>
        <ns0:spPr>
          <ns1:xfrm>
            <ns1:off x="4829175" y="2124075"/>
            <ns1:ext cx="295275" cy="247650"/>
          </ns1:xfrm>
          <ns1:prstGeom prst="rightArrow">
            <ns1:avLst/>
          </ns1:prstGeom>
          <ns1:solidFill>
            <ns1:srgbClr val="22B8A8"/>
          </ns1:solidFill>
          <ns1:ln w="0">
            <ns1:noFill/>
            <ns1:prstDash val="solid"/>
          </ns1:ln>
        </ns0:spPr>
      </ns0:sp>
      <ns0:sp>
        <ns0:nvSpPr>
          <ns0:cNvPr id="19" name="">
            <ns1:extLst>
              <ns1:ext uri="{FF2B5EF4-FFF2-40B4-BE49-F238E27FC236}">
                <ns2:creationId id="{FEB94F0A-379F-4F08-BA5B-16AEB1BD41DB}"/>
              </ns1:ext>
            </ns1:extLst>
          </ns0:cNvPr>
          <ns0:cNvSpPr>
            <ns1:spLocks noGrp="1"/>
          </ns0:cNvSpPr>
          <ns0:nvPr/>
        </ns0:nvSpPr>
        <ns0:spPr>
          <ns1:xfrm>
            <ns1:off x="5162550" y="1714500"/>
            <ns1:ext cx="1952625" cy="1095375"/>
          </ns1:xfrm>
          <ns1:prstGeom prst="roundRect">
            <ns1:avLst>
              <ns1:gd name="adj" fmla="val 6957"/>
            </ns1:avLst>
          </ns1:prstGeom>
          <ns1:solidFill>
            <ns1:srgbClr val="FFFFFF"/>
          </ns1:solidFill>
          <ns1:ln w="9525">
            <ns1:solidFill>
              <ns1:srgbClr val="DCE3ED"/>
            </ns1:solidFill>
            <ns1:prstDash val="solid"/>
          </ns1:ln>
        </ns0:spPr>
      </ns0:sp>
      <ns0:sp>
        <ns0:nvSpPr>
          <ns0:cNvPr id="20" name="">
            <ns1:extLst>
              <ns1:ext uri="{FF2B5EF4-FFF2-40B4-BE49-F238E27FC236}">
                <ns2:creationId id="{2AA76BC4-6110-4C13-B78B-02D5E0DF0814}"/>
              </ns1:ext>
            </ns1:extLst>
          </ns0:cNvPr>
          <ns0:cNvSpPr>
            <ns1:spLocks noGrp="1"/>
          </ns0:cNvSpPr>
          <ns0:nvPr/>
        </ns0:nvSpPr>
        <ns0:spPr>
          <ns1:xfrm>
            <ns1:off x="5162550" y="1714500"/>
            <ns1:ext cx="76200" cy="1095375"/>
          </ns1:xfrm>
          <ns1:prstGeom prst="roundRect">
            <ns1:avLst>
              <ns1:gd name="adj" fmla="val 50000"/>
            </ns1:avLst>
          </ns1:prstGeom>
          <ns1:solidFill>
            <ns1:srgbClr val="22B8A8"/>
          </ns1:solidFill>
          <ns1:ln w="0">
            <ns1:noFill/>
            <ns1:prstDash val="solid"/>
          </ns1:ln>
        </ns0:spPr>
      </ns0:sp>
      <ns0:sp>
        <ns0:nvSpPr>
          <ns0:cNvPr id="21" name="">
            <ns1:extLst>
              <ns1:ext uri="{FF2B5EF4-FFF2-40B4-BE49-F238E27FC236}">
                <ns2:creationId id="{E16C0C99-EBD4-4E24-8F62-122E012A360F}"/>
              </ns1:ext>
            </ns1:extLst>
          </ns0:cNvPr>
          <ns0:cNvSpPr>
            <ns1:spLocks noGrp="1"/>
          </ns0:cNvSpPr>
          <ns0:nvPr/>
        </ns0:nvSpPr>
        <ns0:spPr>
          <ns1:xfrm>
            <ns1:off x="5305425" y="1838325"/>
            <ns1:ext cx="266700" cy="266700"/>
          </ns1:xfrm>
          <ns1:prstGeom prst="ellipse">
            <ns1:avLst/>
          </ns1:prstGeom>
          <ns1:solidFill>
            <ns1:srgbClr val="22B8A8"/>
          </ns1:solidFill>
          <ns1:ln w="0">
            <ns1:noFill/>
            <ns1:prstDash val="solid"/>
          </ns1:ln>
        </ns0:spPr>
      </ns0:sp>
      <ns0:sp>
        <ns0:nvSpPr>
          <ns0:cNvPr id="22" name="">
            <ns1:extLst>
              <ns1:ext uri="{FF2B5EF4-FFF2-40B4-BE49-F238E27FC236}">
                <ns2:creationId id="{D547E661-048B-4231-B3B9-1E147E98810E}"/>
              </ns1:ext>
            </ns1:extLst>
          </ns0:cNvPr>
          <ns0:cNvSpPr>
            <ns1:spLocks noGrp="1"/>
          </ns0:cNvSpPr>
          <ns0:nvPr/>
        </ns0:nvSpPr>
        <ns0:spPr>
          <ns1:xfrm>
            <ns1:off x="5305425" y="1838325"/>
            <ns1:ext cx="266700" cy="266700"/>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FFFFFF"/>
                </ns1:solidFill>
                <ns1:latin typeface="Aptos"/>
                <ns1:ea typeface="Aptos"/>
                <ns1:cs typeface="Aptos"/>
              </ns1:defRPr>
            </ns1:defPPr>
            <ns1:lvl1pPr algn="ctr">
              <ns1:defRPr sz="1125" b="1">
                <ns1:solidFill>
                  <ns1:srgbClr val="FFFFFF"/>
                </ns1:solidFill>
                <ns1:latin typeface="Aptos"/>
                <ns1:ea typeface="Aptos"/>
                <ns1:cs typeface="Aptos"/>
              </ns1:defRPr>
            </ns1:lvl1pPr>
            <ns1:lvl2pPr algn="ctr">
              <ns1:defRPr sz="1125" b="1">
                <ns1:solidFill>
                  <ns1:srgbClr val="FFFFFF"/>
                </ns1:solidFill>
                <ns1:latin typeface="Aptos"/>
                <ns1:ea typeface="Aptos"/>
                <ns1:cs typeface="Aptos"/>
              </ns1:defRPr>
            </ns1:lvl2pPr>
            <ns1:lvl3pPr algn="ctr">
              <ns1:defRPr sz="1125" b="1">
                <ns1:solidFill>
                  <ns1:srgbClr val="FFFFFF"/>
                </ns1:solidFill>
                <ns1:latin typeface="Aptos"/>
                <ns1:ea typeface="Aptos"/>
                <ns1:cs typeface="Aptos"/>
              </ns1:defRPr>
            </ns1:lvl3pPr>
            <ns1:lvl4pPr algn="ctr">
              <ns1:defRPr sz="1125" b="1">
                <ns1:solidFill>
                  <ns1:srgbClr val="FFFFFF"/>
                </ns1:solidFill>
                <ns1:latin typeface="Aptos"/>
                <ns1:ea typeface="Aptos"/>
                <ns1:cs typeface="Aptos"/>
              </ns1:defRPr>
            </ns1:lvl4pPr>
            <ns1:lvl5pPr algn="ctr">
              <ns1:defRPr sz="1125" b="1">
                <ns1:solidFill>
                  <ns1:srgbClr val="FFFFFF"/>
                </ns1:solidFill>
                <ns1:latin typeface="Aptos"/>
                <ns1:ea typeface="Aptos"/>
                <ns1:cs typeface="Aptos"/>
              </ns1:defRPr>
            </ns1:lvl5pPr>
            <ns1:lvl6pPr algn="ctr">
              <ns1:defRPr sz="1125" b="1">
                <ns1:solidFill>
                  <ns1:srgbClr val="FFFFFF"/>
                </ns1:solidFill>
                <ns1:latin typeface="Aptos"/>
                <ns1:ea typeface="Aptos"/>
                <ns1:cs typeface="Aptos"/>
              </ns1:defRPr>
            </ns1:lvl6pPr>
            <ns1:lvl7pPr algn="ctr">
              <ns1:defRPr sz="1125" b="1">
                <ns1:solidFill>
                  <ns1:srgbClr val="FFFFFF"/>
                </ns1:solidFill>
                <ns1:latin typeface="Aptos"/>
                <ns1:ea typeface="Aptos"/>
                <ns1:cs typeface="Aptos"/>
              </ns1:defRPr>
            </ns1:lvl7pPr>
            <ns1:lvl8pPr algn="ctr">
              <ns1:defRPr sz="1125" b="1">
                <ns1:solidFill>
                  <ns1:srgbClr val="FFFFFF"/>
                </ns1:solidFill>
                <ns1:latin typeface="Aptos"/>
                <ns1:ea typeface="Aptos"/>
                <ns1:cs typeface="Aptos"/>
              </ns1:defRPr>
            </ns1:lvl8pPr>
            <ns1:lvl9pPr algn="ctr">
              <ns1:defRPr sz="1125" b="1">
                <ns1:solidFill>
                  <ns1:srgbClr val="FFFFFF"/>
                </ns1:solidFill>
                <ns1:latin typeface="Aptos"/>
                <ns1:ea typeface="Aptos"/>
                <ns1:cs typeface="Aptos"/>
              </ns1:defRPr>
            </ns1:lvl9pPr>
          </ns1:lstStyle>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1</ns1:t>
            </ns1:r>
          </ns1:p>
        </ns0:txBody>
      </ns0:sp>
      <ns0:sp>
        <ns0:nvSpPr>
          <ns0:cNvPr id="23" name="">
            <ns1:extLst>
              <ns1:ext uri="{FF2B5EF4-FFF2-40B4-BE49-F238E27FC236}">
                <ns2:creationId id="{B082DF1D-46D6-4AE6-8B2C-77964EC1D699}"/>
              </ns1:ext>
            </ns1:extLst>
          </ns0:cNvPr>
          <ns0:cNvSpPr>
            <ns1:spLocks noGrp="1"/>
          </ns0:cNvSpPr>
          <ns0:nvPr/>
        </ns0:nvSpPr>
        <ns0:spPr>
          <ns1:xfrm>
            <ns1:off x="5657850" y="1828800"/>
            <ns1:ext cx="1323975"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2B8A8"/>
                </ns1:solidFill>
                <ns1:latin typeface="Aptos"/>
                <ns1:ea typeface="Aptos"/>
                <ns1:cs typeface="Aptos"/>
              </ns1:defRPr>
            </ns1:defPPr>
            <ns1:lvl1pPr algn="l">
              <ns1:defRPr sz="1425" b="1">
                <ns1:solidFill>
                  <ns1:srgbClr val="22B8A8"/>
                </ns1:solidFill>
                <ns1:latin typeface="Aptos"/>
                <ns1:ea typeface="Aptos"/>
                <ns1:cs typeface="Aptos"/>
              </ns1:defRPr>
            </ns1:lvl1pPr>
            <ns1:lvl2pPr algn="l">
              <ns1:defRPr sz="1425" b="1">
                <ns1:solidFill>
                  <ns1:srgbClr val="22B8A8"/>
                </ns1:solidFill>
                <ns1:latin typeface="Aptos"/>
                <ns1:ea typeface="Aptos"/>
                <ns1:cs typeface="Aptos"/>
              </ns1:defRPr>
            </ns1:lvl2pPr>
            <ns1:lvl3pPr algn="l">
              <ns1:defRPr sz="1425" b="1">
                <ns1:solidFill>
                  <ns1:srgbClr val="22B8A8"/>
                </ns1:solidFill>
                <ns1:latin typeface="Aptos"/>
                <ns1:ea typeface="Aptos"/>
                <ns1:cs typeface="Aptos"/>
              </ns1:defRPr>
            </ns1:lvl3pPr>
            <ns1:lvl4pPr algn="l">
              <ns1:defRPr sz="1425" b="1">
                <ns1:solidFill>
                  <ns1:srgbClr val="22B8A8"/>
                </ns1:solidFill>
                <ns1:latin typeface="Aptos"/>
                <ns1:ea typeface="Aptos"/>
                <ns1:cs typeface="Aptos"/>
              </ns1:defRPr>
            </ns1:lvl4pPr>
            <ns1:lvl5pPr algn="l">
              <ns1:defRPr sz="1425" b="1">
                <ns1:solidFill>
                  <ns1:srgbClr val="22B8A8"/>
                </ns1:solidFill>
                <ns1:latin typeface="Aptos"/>
                <ns1:ea typeface="Aptos"/>
                <ns1:cs typeface="Aptos"/>
              </ns1:defRPr>
            </ns1:lvl5pPr>
            <ns1:lvl6pPr algn="l">
              <ns1:defRPr sz="1425" b="1">
                <ns1:solidFill>
                  <ns1:srgbClr val="22B8A8"/>
                </ns1:solidFill>
                <ns1:latin typeface="Aptos"/>
                <ns1:ea typeface="Aptos"/>
                <ns1:cs typeface="Aptos"/>
              </ns1:defRPr>
            </ns1:lvl6pPr>
            <ns1:lvl7pPr algn="l">
              <ns1:defRPr sz="1425" b="1">
                <ns1:solidFill>
                  <ns1:srgbClr val="22B8A8"/>
                </ns1:solidFill>
                <ns1:latin typeface="Aptos"/>
                <ns1:ea typeface="Aptos"/>
                <ns1:cs typeface="Aptos"/>
              </ns1:defRPr>
            </ns1:lvl7pPr>
            <ns1:lvl8pPr algn="l">
              <ns1:defRPr sz="1425" b="1">
                <ns1:solidFill>
                  <ns1:srgbClr val="22B8A8"/>
                </ns1:solidFill>
                <ns1:latin typeface="Aptos"/>
                <ns1:ea typeface="Aptos"/>
                <ns1:cs typeface="Aptos"/>
              </ns1:defRPr>
            </ns1:lvl8pPr>
            <ns1:lvl9pPr algn="l">
              <ns1:defRPr sz="1425" b="1">
                <ns1:solidFill>
                  <ns1:srgbClr val="22B8A8"/>
                </ns1:solidFill>
                <ns1:latin typeface="Aptos"/>
                <ns1:ea typeface="Aptos"/>
                <ns1:cs typeface="Aptos"/>
              </ns1:defRPr>
            </ns1:lvl9pPr>
          </ns1:lstStyle>
          <ns1:p>
            <ns1:pPr algn="l">
              <ns1:defRPr sz="1425" b="1">
                <ns1:solidFill>
                  <ns1:srgbClr val="22B8A8"/>
                </ns1:solidFill>
                <ns1:latin typeface="Aptos"/>
                <ns1:ea typeface="Aptos"/>
                <ns1:cs typeface="Aptos"/>
              </ns1:defRPr>
            </ns1:pPr>
            <ns1:r>
              <ns1:rPr sz="1425" b="1">
                <ns1:solidFill>
                  <ns1:srgbClr val="22B8A8"/>
                </ns1:solidFill>
                <ns1:latin typeface="Aptos"/>
                <ns1:ea typeface="Aptos"/>
                <ns1:cs typeface="Aptos"/>
              </ns1:rPr>
              <ns1:t>Alumno</ns1:t>
            </ns1:r>
          </ns1:p>
        </ns0:txBody>
      </ns0:sp>
      <ns0:sp>
        <ns0:nvSpPr>
          <ns0:cNvPr id="24" name="">
            <ns1:extLst>
              <ns1:ext uri="{FF2B5EF4-FFF2-40B4-BE49-F238E27FC236}">
                <ns2:creationId id="{BBECDC5F-27BD-44B4-8403-C6A3C924682C}"/>
              </ns1:ext>
            </ns1:extLst>
          </ns0:cNvPr>
          <ns0:cNvSpPr>
            <ns1:spLocks noGrp="1"/>
          </ns0:cNvSpPr>
          <ns0:nvPr/>
        </ns0:nvSpPr>
        <ns0:spPr>
          <ns1:xfrm>
            <ns1:off x="5372100" y="2190750"/>
            <ns1:ext cx="1552575" cy="54292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firma una prueba</ns1:t>
            </ns1:r>
          </ns1:p>
        </ns0:txBody>
      </ns0:sp>
      <ns0:sp>
        <ns0:nvSpPr>
          <ns0:cNvPr id="25" name="">
            <ns1:extLst>
              <ns1:ext uri="{FF2B5EF4-FFF2-40B4-BE49-F238E27FC236}">
                <ns2:creationId id="{4B709AD0-925C-4126-849C-73E8A730A8FC}"/>
              </ns1:ext>
            </ns1:extLst>
          </ns0:cNvPr>
          <ns0:cNvSpPr>
            <ns1:spLocks noGrp="1"/>
          </ns0:cNvSpPr>
          <ns0:nvPr/>
        </ns0:nvSpPr>
        <ns0:spPr>
          <ns1:xfrm>
            <ns1:off x="6085332" y="1364742"/>
            <ns1:ext cx="97536" cy="97536"/>
          </ns1:xfrm>
          <ns1:prstGeom prst="ellipse">
            <ns1:avLst/>
          </ns1:prstGeom>
          <ns1:solidFill>
            <ns1:srgbClr val="22B8A8"/>
          </ns1:solidFill>
          <ns1:ln w="0">
            <ns1:noFill/>
            <ns1:prstDash val="solid"/>
          </ns1:ln>
        </ns0:spPr>
      </ns0:sp>
      <ns0:sp>
        <ns0:nvSpPr>
          <ns0:cNvPr id="26" name="">
            <ns1:extLst>
              <ns1:ext uri="{FF2B5EF4-FFF2-40B4-BE49-F238E27FC236}">
                <ns2:creationId id="{6075D535-8C4A-412F-A707-0006771DFA1B}"/>
              </ns1:ext>
            </ns1:extLst>
          </ns0:cNvPr>
          <ns0:cNvSpPr>
            <ns1:spLocks noGrp="1"/>
          </ns0:cNvSpPr>
          <ns0:nvPr/>
        </ns0:nvSpPr>
        <ns0:spPr>
          <ns1:xfrm>
            <ns1:off x="6021324" y="1480566"/>
            <ns1:ext cx="225552" cy="158496"/>
          </ns1:xfrm>
          <ns1:prstGeom prst="ellipse">
            <ns1:avLst/>
          </ns1:prstGeom>
          <ns1:solidFill>
            <ns1:srgbClr val="22B8A8"/>
          </ns1:solidFill>
          <ns1:ln w="0">
            <ns1:noFill/>
            <ns1:prstDash val="solid"/>
          </ns1:ln>
        </ns0:spPr>
      </ns0:sp>
      <ns0:sp>
        <ns0:nvSpPr>
          <ns0:cNvPr id="27" name="">
            <ns1:extLst>
              <ns1:ext uri="{FF2B5EF4-FFF2-40B4-BE49-F238E27FC236}">
                <ns2:creationId id="{5C67693C-CEDF-4C9D-BE79-75705FD924B4}"/>
              </ns1:ext>
            </ns1:extLst>
          </ns0:cNvPr>
          <ns0:cNvSpPr>
            <ns1:spLocks noGrp="1"/>
          </ns0:cNvSpPr>
          <ns0:nvPr/>
        </ns0:nvSpPr>
        <ns0:spPr>
          <ns1:xfrm>
            <ns1:off x="7134225" y="2124075"/>
            <ns1:ext cx="295275" cy="247650"/>
          </ns1:xfrm>
          <ns1:prstGeom prst="rightArrow">
            <ns1:avLst/>
          </ns1:prstGeom>
          <ns1:solidFill>
            <ns1:srgbClr val="22B8A8"/>
          </ns1:solidFill>
          <ns1:ln w="0">
            <ns1:noFill/>
            <ns1:prstDash val="solid"/>
          </ns1:ln>
        </ns0:spPr>
      </ns0:sp>
      <ns0:sp>
        <ns0:nvSpPr>
          <ns0:cNvPr id="28" name="">
            <ns1:extLst>
              <ns1:ext uri="{FF2B5EF4-FFF2-40B4-BE49-F238E27FC236}">
                <ns2:creationId id="{0E7B7B05-42EC-4942-A01C-88165B727961}"/>
              </ns1:ext>
            </ns1:extLst>
          </ns0:cNvPr>
          <ns0:cNvSpPr>
            <ns1:spLocks noGrp="1"/>
          </ns0:cNvSpPr>
          <ns0:nvPr/>
        </ns0:nvSpPr>
        <ns0:spPr>
          <ns1:xfrm>
            <ns1:off x="7467600" y="1714500"/>
            <ns1:ext cx="1952625" cy="1095375"/>
          </ns1:xfrm>
          <ns1:prstGeom prst="roundRect">
            <ns1:avLst>
              <ns1:gd name="adj" fmla="val 6957"/>
            </ns1:avLst>
          </ns1:prstGeom>
          <ns1:solidFill>
            <ns1:srgbClr val="FFFFFF"/>
          </ns1:solidFill>
          <ns1:ln w="9525">
            <ns1:solidFill>
              <ns1:srgbClr val="DCE3ED"/>
            </ns1:solidFill>
            <ns1:prstDash val="solid"/>
          </ns1:ln>
        </ns0:spPr>
      </ns0:sp>
      <ns0:sp>
        <ns0:nvSpPr>
          <ns0:cNvPr id="29" name="">
            <ns1:extLst>
              <ns1:ext uri="{FF2B5EF4-FFF2-40B4-BE49-F238E27FC236}">
                <ns2:creationId id="{D6C9B537-DB73-4D08-B186-C20A9C720952}"/>
              </ns1:ext>
            </ns1:extLst>
          </ns0:cNvPr>
          <ns0:cNvSpPr>
            <ns1:spLocks noGrp="1"/>
          </ns0:cNvSpPr>
          <ns0:nvPr/>
        </ns0:nvSpPr>
        <ns0:spPr>
          <ns1:xfrm>
            <ns1:off x="7467600" y="1714500"/>
            <ns1:ext cx="76200" cy="1095375"/>
          </ns1:xfrm>
          <ns1:prstGeom prst="roundRect">
            <ns1:avLst>
              <ns1:gd name="adj" fmla="val 50000"/>
            </ns1:avLst>
          </ns1:prstGeom>
          <ns1:solidFill>
            <ns1:srgbClr val="23836E"/>
          </ns1:solidFill>
          <ns1:ln w="0">
            <ns1:noFill/>
            <ns1:prstDash val="solid"/>
          </ns1:ln>
        </ns0:spPr>
      </ns0:sp>
      <ns0:sp>
        <ns0:nvSpPr>
          <ns0:cNvPr id="30" name="">
            <ns1:extLst>
              <ns1:ext uri="{FF2B5EF4-FFF2-40B4-BE49-F238E27FC236}">
                <ns2:creationId id="{63DC9B76-4CFA-4E7D-B6FB-C5A736424C65}"/>
              </ns1:ext>
            </ns1:extLst>
          </ns0:cNvPr>
          <ns0:cNvSpPr>
            <ns1:spLocks noGrp="1"/>
          </ns0:cNvSpPr>
          <ns0:nvPr/>
        </ns0:nvSpPr>
        <ns0:spPr>
          <ns1:xfrm>
            <ns1:off x="7610475" y="1838325"/>
            <ns1:ext cx="266700" cy="266700"/>
          </ns1:xfrm>
          <ns1:prstGeom prst="ellipse">
            <ns1:avLst/>
          </ns1:prstGeom>
          <ns1:solidFill>
            <ns1:srgbClr val="23836E"/>
          </ns1:solidFill>
          <ns1:ln w="0">
            <ns1:noFill/>
            <ns1:prstDash val="solid"/>
          </ns1:ln>
        </ns0:spPr>
      </ns0:sp>
      <ns0:sp>
        <ns0:nvSpPr>
          <ns0:cNvPr id="31" name="">
            <ns1:extLst>
              <ns1:ext uri="{FF2B5EF4-FFF2-40B4-BE49-F238E27FC236}">
                <ns2:creationId id="{D37CD80B-0020-441F-BC05-CB0FE8907720}"/>
              </ns1:ext>
            </ns1:extLst>
          </ns0:cNvPr>
          <ns0:cNvSpPr>
            <ns1:spLocks noGrp="1"/>
          </ns0:cNvSpPr>
          <ns0:nvPr/>
        </ns0:nvSpPr>
        <ns0:spPr>
          <ns1:xfrm>
            <ns1:off x="7610475" y="1838325"/>
            <ns1:ext cx="266700" cy="266700"/>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FFFFFF"/>
                </ns1:solidFill>
                <ns1:latin typeface="Aptos"/>
                <ns1:ea typeface="Aptos"/>
                <ns1:cs typeface="Aptos"/>
              </ns1:defRPr>
            </ns1:defPPr>
            <ns1:lvl1pPr algn="ctr">
              <ns1:defRPr sz="1125" b="1">
                <ns1:solidFill>
                  <ns1:srgbClr val="FFFFFF"/>
                </ns1:solidFill>
                <ns1:latin typeface="Aptos"/>
                <ns1:ea typeface="Aptos"/>
                <ns1:cs typeface="Aptos"/>
              </ns1:defRPr>
            </ns1:lvl1pPr>
            <ns1:lvl2pPr algn="ctr">
              <ns1:defRPr sz="1125" b="1">
                <ns1:solidFill>
                  <ns1:srgbClr val="FFFFFF"/>
                </ns1:solidFill>
                <ns1:latin typeface="Aptos"/>
                <ns1:ea typeface="Aptos"/>
                <ns1:cs typeface="Aptos"/>
              </ns1:defRPr>
            </ns1:lvl2pPr>
            <ns1:lvl3pPr algn="ctr">
              <ns1:defRPr sz="1125" b="1">
                <ns1:solidFill>
                  <ns1:srgbClr val="FFFFFF"/>
                </ns1:solidFill>
                <ns1:latin typeface="Aptos"/>
                <ns1:ea typeface="Aptos"/>
                <ns1:cs typeface="Aptos"/>
              </ns1:defRPr>
            </ns1:lvl3pPr>
            <ns1:lvl4pPr algn="ctr">
              <ns1:defRPr sz="1125" b="1">
                <ns1:solidFill>
                  <ns1:srgbClr val="FFFFFF"/>
                </ns1:solidFill>
                <ns1:latin typeface="Aptos"/>
                <ns1:ea typeface="Aptos"/>
                <ns1:cs typeface="Aptos"/>
              </ns1:defRPr>
            </ns1:lvl4pPr>
            <ns1:lvl5pPr algn="ctr">
              <ns1:defRPr sz="1125" b="1">
                <ns1:solidFill>
                  <ns1:srgbClr val="FFFFFF"/>
                </ns1:solidFill>
                <ns1:latin typeface="Aptos"/>
                <ns1:ea typeface="Aptos"/>
                <ns1:cs typeface="Aptos"/>
              </ns1:defRPr>
            </ns1:lvl5pPr>
            <ns1:lvl6pPr algn="ctr">
              <ns1:defRPr sz="1125" b="1">
                <ns1:solidFill>
                  <ns1:srgbClr val="FFFFFF"/>
                </ns1:solidFill>
                <ns1:latin typeface="Aptos"/>
                <ns1:ea typeface="Aptos"/>
                <ns1:cs typeface="Aptos"/>
              </ns1:defRPr>
            </ns1:lvl6pPr>
            <ns1:lvl7pPr algn="ctr">
              <ns1:defRPr sz="1125" b="1">
                <ns1:solidFill>
                  <ns1:srgbClr val="FFFFFF"/>
                </ns1:solidFill>
                <ns1:latin typeface="Aptos"/>
                <ns1:ea typeface="Aptos"/>
                <ns1:cs typeface="Aptos"/>
              </ns1:defRPr>
            </ns1:lvl7pPr>
            <ns1:lvl8pPr algn="ctr">
              <ns1:defRPr sz="1125" b="1">
                <ns1:solidFill>
                  <ns1:srgbClr val="FFFFFF"/>
                </ns1:solidFill>
                <ns1:latin typeface="Aptos"/>
                <ns1:ea typeface="Aptos"/>
                <ns1:cs typeface="Aptos"/>
              </ns1:defRPr>
            </ns1:lvl8pPr>
            <ns1:lvl9pPr algn="ctr">
              <ns1:defRPr sz="1125" b="1">
                <ns1:solidFill>
                  <ns1:srgbClr val="FFFFFF"/>
                </ns1:solidFill>
                <ns1:latin typeface="Aptos"/>
                <ns1:ea typeface="Aptos"/>
                <ns1:cs typeface="Aptos"/>
              </ns1:defRPr>
            </ns1:lvl9pPr>
          </ns1:lstStyle>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2</ns1:t>
            </ns1:r>
          </ns1:p>
        </ns0:txBody>
      </ns0:sp>
      <ns0:sp>
        <ns0:nvSpPr>
          <ns0:cNvPr id="32" name="">
            <ns1:extLst>
              <ns1:ext uri="{FF2B5EF4-FFF2-40B4-BE49-F238E27FC236}">
                <ns2:creationId id="{BAC5E4FF-F15F-4072-8F35-6FFD96338F6D}"/>
              </ns1:ext>
            </ns1:extLst>
          </ns0:cNvPr>
          <ns0:cNvSpPr>
            <ns1:spLocks noGrp="1"/>
          </ns0:cNvSpPr>
          <ns0:nvPr/>
        </ns0:nvSpPr>
        <ns0:spPr>
          <ns1:xfrm>
            <ns1:off x="7962900" y="1828800"/>
            <ns1:ext cx="1323975"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23836E"/>
                </ns1:solidFill>
                <ns1:latin typeface="Aptos"/>
                <ns1:ea typeface="Aptos"/>
                <ns1:cs typeface="Aptos"/>
              </ns1:defRPr>
            </ns1:defPPr>
            <ns1:lvl1pPr algn="l">
              <ns1:defRPr sz="1425" b="1">
                <ns1:solidFill>
                  <ns1:srgbClr val="23836E"/>
                </ns1:solidFill>
                <ns1:latin typeface="Aptos"/>
                <ns1:ea typeface="Aptos"/>
                <ns1:cs typeface="Aptos"/>
              </ns1:defRPr>
            </ns1:lvl1pPr>
            <ns1:lvl2pPr algn="l">
              <ns1:defRPr sz="1425" b="1">
                <ns1:solidFill>
                  <ns1:srgbClr val="23836E"/>
                </ns1:solidFill>
                <ns1:latin typeface="Aptos"/>
                <ns1:ea typeface="Aptos"/>
                <ns1:cs typeface="Aptos"/>
              </ns1:defRPr>
            </ns1:lvl2pPr>
            <ns1:lvl3pPr algn="l">
              <ns1:defRPr sz="1425" b="1">
                <ns1:solidFill>
                  <ns1:srgbClr val="23836E"/>
                </ns1:solidFill>
                <ns1:latin typeface="Aptos"/>
                <ns1:ea typeface="Aptos"/>
                <ns1:cs typeface="Aptos"/>
              </ns1:defRPr>
            </ns1:lvl3pPr>
            <ns1:lvl4pPr algn="l">
              <ns1:defRPr sz="1425" b="1">
                <ns1:solidFill>
                  <ns1:srgbClr val="23836E"/>
                </ns1:solidFill>
                <ns1:latin typeface="Aptos"/>
                <ns1:ea typeface="Aptos"/>
                <ns1:cs typeface="Aptos"/>
              </ns1:defRPr>
            </ns1:lvl4pPr>
            <ns1:lvl5pPr algn="l">
              <ns1:defRPr sz="1425" b="1">
                <ns1:solidFill>
                  <ns1:srgbClr val="23836E"/>
                </ns1:solidFill>
                <ns1:latin typeface="Aptos"/>
                <ns1:ea typeface="Aptos"/>
                <ns1:cs typeface="Aptos"/>
              </ns1:defRPr>
            </ns1:lvl5pPr>
            <ns1:lvl6pPr algn="l">
              <ns1:defRPr sz="1425" b="1">
                <ns1:solidFill>
                  <ns1:srgbClr val="23836E"/>
                </ns1:solidFill>
                <ns1:latin typeface="Aptos"/>
                <ns1:ea typeface="Aptos"/>
                <ns1:cs typeface="Aptos"/>
              </ns1:defRPr>
            </ns1:lvl6pPr>
            <ns1:lvl7pPr algn="l">
              <ns1:defRPr sz="1425" b="1">
                <ns1:solidFill>
                  <ns1:srgbClr val="23836E"/>
                </ns1:solidFill>
                <ns1:latin typeface="Aptos"/>
                <ns1:ea typeface="Aptos"/>
                <ns1:cs typeface="Aptos"/>
              </ns1:defRPr>
            </ns1:lvl7pPr>
            <ns1:lvl8pPr algn="l">
              <ns1:defRPr sz="1425" b="1">
                <ns1:solidFill>
                  <ns1:srgbClr val="23836E"/>
                </ns1:solidFill>
                <ns1:latin typeface="Aptos"/>
                <ns1:ea typeface="Aptos"/>
                <ns1:cs typeface="Aptos"/>
              </ns1:defRPr>
            </ns1:lvl8pPr>
            <ns1:lvl9pPr algn="l">
              <ns1:defRPr sz="1425" b="1">
                <ns1:solidFill>
                  <ns1:srgbClr val="23836E"/>
                </ns1:solidFill>
                <ns1:latin typeface="Aptos"/>
                <ns1:ea typeface="Aptos"/>
                <ns1:cs typeface="Aptos"/>
              </ns1:defRPr>
            </ns1:lvl9pPr>
          </ns1:lstStyle>
          <ns1:p>
            <ns1:pPr algn="l">
              <ns1:defRPr sz="1425" b="1">
                <ns1:solidFill>
                  <ns1:srgbClr val="23836E"/>
                </ns1:solidFill>
                <ns1:latin typeface="Aptos"/>
                <ns1:ea typeface="Aptos"/>
                <ns1:cs typeface="Aptos"/>
              </ns1:defRPr>
            </ns1:pPr>
            <ns1:r>
              <ns1:rPr sz="1425" b="1">
                <ns1:solidFill>
                  <ns1:srgbClr val="23836E"/>
                </ns1:solidFill>
                <ns1:latin typeface="Aptos"/>
                <ns1:ea typeface="Aptos"/>
                <ns1:cs typeface="Aptos"/>
              </ns1:rPr>
              <ns1:t>API</ns1:t>
            </ns1:r>
          </ns1:p>
        </ns0:txBody>
      </ns0:sp>
      <ns0:sp>
        <ns0:nvSpPr>
          <ns0:cNvPr id="33" name="">
            <ns1:extLst>
              <ns1:ext uri="{FF2B5EF4-FFF2-40B4-BE49-F238E27FC236}">
                <ns2:creationId id="{70293319-EE73-4EC2-9517-F7F65617F126}"/>
              </ns1:ext>
            </ns1:extLst>
          </ns0:cNvPr>
          <ns0:cNvSpPr>
            <ns1:spLocks noGrp="1"/>
          </ns0:cNvSpPr>
          <ns0:nvPr/>
        </ns0:nvSpPr>
        <ns0:spPr>
          <ns1:xfrm>
            <ns1:off x="7677150" y="2190750"/>
            <ns1:ext cx="1552575" cy="54292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comprueba y registra</ns1:t>
            </ns1:r>
          </ns1:p>
        </ns0:txBody>
      </ns0:sp>
      <ns0:sp>
        <ns0:nvSpPr>
          <ns0:cNvPr id="34" name="">
            <ns1:extLst>
              <ns1:ext uri="{FF2B5EF4-FFF2-40B4-BE49-F238E27FC236}">
                <ns2:creationId id="{7B7F3BA5-C5C6-4CFA-9490-90EFA34C6C82}"/>
              </ns1:ext>
            </ns1:extLst>
          </ns0:cNvPr>
          <ns0:cNvSpPr>
            <ns1:spLocks noGrp="1"/>
          </ns0:cNvSpPr>
          <ns0:nvPr/>
        </ns0:nvSpPr>
        <ns0:spPr>
          <ns1:xfrm>
            <ns1:off x="9439275" y="2124075"/>
            <ns1:ext cx="295275" cy="247650"/>
          </ns1:xfrm>
          <ns1:prstGeom prst="rightArrow">
            <ns1:avLst/>
          </ns1:prstGeom>
          <ns1:solidFill>
            <ns1:srgbClr val="22B8A8"/>
          </ns1:solidFill>
          <ns1:ln w="0">
            <ns1:noFill/>
            <ns1:prstDash val="solid"/>
          </ns1:ln>
        </ns0:spPr>
      </ns0:sp>
      <ns0:sp>
        <ns0:nvSpPr>
          <ns0:cNvPr id="35" name="">
            <ns1:extLst>
              <ns1:ext uri="{FF2B5EF4-FFF2-40B4-BE49-F238E27FC236}">
                <ns2:creationId id="{DB9651E3-7A3A-4D42-BC14-C154A1FBA77E}"/>
              </ns1:ext>
            </ns1:extLst>
          </ns0:cNvPr>
          <ns0:cNvSpPr>
            <ns1:spLocks noGrp="1"/>
          </ns0:cNvSpPr>
          <ns0:nvPr/>
        </ns0:nvSpPr>
        <ns0:spPr>
          <ns1:xfrm>
            <ns1:off x="9772650" y="1714500"/>
            <ns1:ext cx="1952625" cy="1095375"/>
          </ns1:xfrm>
          <ns1:prstGeom prst="roundRect">
            <ns1:avLst>
              <ns1:gd name="adj" fmla="val 6957"/>
            </ns1:avLst>
          </ns1:prstGeom>
          <ns1:solidFill>
            <ns1:srgbClr val="FFFFFF"/>
          </ns1:solidFill>
          <ns1:ln w="9525">
            <ns1:solidFill>
              <ns1:srgbClr val="DCE3ED"/>
            </ns1:solidFill>
            <ns1:prstDash val="solid"/>
          </ns1:ln>
        </ns0:spPr>
      </ns0:sp>
      <ns0:sp>
        <ns0:nvSpPr>
          <ns0:cNvPr id="36" name="">
            <ns1:extLst>
              <ns1:ext uri="{FF2B5EF4-FFF2-40B4-BE49-F238E27FC236}">
                <ns2:creationId id="{DD548F21-C7B3-4145-8A47-618CF34EAAB5}"/>
              </ns1:ext>
            </ns1:extLst>
          </ns0:cNvPr>
          <ns0:cNvSpPr>
            <ns1:spLocks noGrp="1"/>
          </ns0:cNvSpPr>
          <ns0:nvPr/>
        </ns0:nvSpPr>
        <ns0:spPr>
          <ns1:xfrm>
            <ns1:off x="9772650" y="1714500"/>
            <ns1:ext cx="76200" cy="1095375"/>
          </ns1:xfrm>
          <ns1:prstGeom prst="roundRect">
            <ns1:avLst>
              <ns1:gd name="adj" fmla="val 50000"/>
            </ns1:avLst>
          </ns1:prstGeom>
          <ns1:solidFill>
            <ns1:srgbClr val="172554"/>
          </ns1:solidFill>
          <ns1:ln w="0">
            <ns1:noFill/>
            <ns1:prstDash val="solid"/>
          </ns1:ln>
        </ns0:spPr>
      </ns0:sp>
      <ns0:sp>
        <ns0:nvSpPr>
          <ns0:cNvPr id="37" name="">
            <ns1:extLst>
              <ns1:ext uri="{FF2B5EF4-FFF2-40B4-BE49-F238E27FC236}">
                <ns2:creationId id="{4D9DB6DB-50FD-49E5-82F2-3E1088FE3154}"/>
              </ns1:ext>
            </ns1:extLst>
          </ns0:cNvPr>
          <ns0:cNvSpPr>
            <ns1:spLocks noGrp="1"/>
          </ns0:cNvSpPr>
          <ns0:nvPr/>
        </ns0:nvSpPr>
        <ns0:spPr>
          <ns1:xfrm>
            <ns1:off x="9982200" y="1847850"/>
            <ns1:ext cx="1590675" cy="276225"/>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172554"/>
                </ns1:solidFill>
                <ns1:latin typeface="Aptos"/>
                <ns1:ea typeface="Aptos"/>
                <ns1:cs typeface="Aptos"/>
              </ns1:defRPr>
            </ns1:defPPr>
            <ns1:lvl1pPr algn="l">
              <ns1:defRPr sz="1500" b="1">
                <ns1:solidFill>
                  <ns1:srgbClr val="172554"/>
                </ns1:solidFill>
                <ns1:latin typeface="Aptos"/>
                <ns1:ea typeface="Aptos"/>
                <ns1:cs typeface="Aptos"/>
              </ns1:defRPr>
            </ns1:lvl1pPr>
            <ns1:lvl2pPr algn="l">
              <ns1:defRPr sz="1500" b="1">
                <ns1:solidFill>
                  <ns1:srgbClr val="172554"/>
                </ns1:solidFill>
                <ns1:latin typeface="Aptos"/>
                <ns1:ea typeface="Aptos"/>
                <ns1:cs typeface="Aptos"/>
              </ns1:defRPr>
            </ns1:lvl2pPr>
            <ns1:lvl3pPr algn="l">
              <ns1:defRPr sz="1500" b="1">
                <ns1:solidFill>
                  <ns1:srgbClr val="172554"/>
                </ns1:solidFill>
                <ns1:latin typeface="Aptos"/>
                <ns1:ea typeface="Aptos"/>
                <ns1:cs typeface="Aptos"/>
              </ns1:defRPr>
            </ns1:lvl3pPr>
            <ns1:lvl4pPr algn="l">
              <ns1:defRPr sz="1500" b="1">
                <ns1:solidFill>
                  <ns1:srgbClr val="172554"/>
                </ns1:solidFill>
                <ns1:latin typeface="Aptos"/>
                <ns1:ea typeface="Aptos"/>
                <ns1:cs typeface="Aptos"/>
              </ns1:defRPr>
            </ns1:lvl4pPr>
            <ns1:lvl5pPr algn="l">
              <ns1:defRPr sz="1500" b="1">
                <ns1:solidFill>
                  <ns1:srgbClr val="172554"/>
                </ns1:solidFill>
                <ns1:latin typeface="Aptos"/>
                <ns1:ea typeface="Aptos"/>
                <ns1:cs typeface="Aptos"/>
              </ns1:defRPr>
            </ns1:lvl5pPr>
            <ns1:lvl6pPr algn="l">
              <ns1:defRPr sz="1500" b="1">
                <ns1:solidFill>
                  <ns1:srgbClr val="172554"/>
                </ns1:solidFill>
                <ns1:latin typeface="Aptos"/>
                <ns1:ea typeface="Aptos"/>
                <ns1:cs typeface="Aptos"/>
              </ns1:defRPr>
            </ns1:lvl6pPr>
            <ns1:lvl7pPr algn="l">
              <ns1:defRPr sz="1500" b="1">
                <ns1:solidFill>
                  <ns1:srgbClr val="172554"/>
                </ns1:solidFill>
                <ns1:latin typeface="Aptos"/>
                <ns1:ea typeface="Aptos"/>
                <ns1:cs typeface="Aptos"/>
              </ns1:defRPr>
            </ns1:lvl7pPr>
            <ns1:lvl8pPr algn="l">
              <ns1:defRPr sz="1500" b="1">
                <ns1:solidFill>
                  <ns1:srgbClr val="172554"/>
                </ns1:solidFill>
                <ns1:latin typeface="Aptos"/>
                <ns1:ea typeface="Aptos"/>
                <ns1:cs typeface="Aptos"/>
              </ns1:defRPr>
            </ns1:lvl8pPr>
            <ns1:lvl9pPr algn="l">
              <ns1:defRPr sz="1500" b="1">
                <ns1:solidFill>
                  <ns1:srgbClr val="172554"/>
                </ns1:solidFill>
                <ns1:latin typeface="Aptos"/>
                <ns1:ea typeface="Aptos"/>
                <ns1:cs typeface="Aptos"/>
              </ns1:defRPr>
            </ns1:lvl9pPr>
          </ns1:lstStyle>
          <ns1:p>
            <ns1:pPr algn="l">
              <ns1:defRPr sz="1500" b="1">
                <ns1:solidFill>
                  <ns1:srgbClr val="172554"/>
                </ns1:solidFill>
                <ns1:latin typeface="Aptos"/>
                <ns1:ea typeface="Aptos"/>
                <ns1:cs typeface="Aptos"/>
              </ns1:defRPr>
            </ns1:pPr>
            <ns1:r>
              <ns1:rPr sz="1500" b="1">
                <ns1:solidFill>
                  <ns1:srgbClr val="172554"/>
                </ns1:solidFill>
                <ns1:latin typeface="Aptos"/>
                <ns1:ea typeface="Aptos"/>
                <ns1:cs typeface="Aptos"/>
              </ns1:rPr>
              <ns1:t>CSV</ns1:t>
            </ns1:r>
          </ns1:p>
        </ns0:txBody>
      </ns0:sp>
      <ns0:sp>
        <ns0:nvSpPr>
          <ns0:cNvPr id="38" name="">
            <ns1:extLst>
              <ns1:ext uri="{FF2B5EF4-FFF2-40B4-BE49-F238E27FC236}">
                <ns2:creationId id="{2D67642C-141D-498C-9476-98EF15DCD37D}"/>
              </ns1:ext>
            </ns1:extLst>
          </ns0:cNvPr>
          <ns0:cNvSpPr>
            <ns1:spLocks noGrp="1"/>
          </ns0:cNvSpPr>
          <ns0:nvPr/>
        </ns0:nvSpPr>
        <ns0:spPr>
          <ns1:xfrm>
            <ns1:off x="9982200" y="2171700"/>
            <ns1:ext cx="1590675" cy="561975"/>
          </ns1:xfrm>
          <ns1:prstGeom prst="rect">
            <ns1:avLst/>
          </ns1:prstGeom>
          <ns1:noFill/>
          <ns1:ln w="0">
            <ns1:noFill/>
            <ns1:prstDash val="solid"/>
          </ns1:ln>
        </ns0:spPr>
        <ns0:txBody>
          <ns1:bodyPr lIns="0" tIns="0" rIns="0" bIns="0" anchor="t">
            <ns1:normAutofit fontScale="100000"/>
          </ns1:bodyPr>
          <ns1:lstStyle>
            <ns1:defPPr algn="l">
              <ns1:defRPr sz="1125" b="0">
                <ns1:solidFill>
                  <ns1:srgbClr val="536276"/>
                </ns1:solidFill>
                <ns1:latin typeface="Aptos"/>
                <ns1:ea typeface="Aptos"/>
                <ns1:cs typeface="Aptos"/>
              </ns1:defRPr>
            </ns1:defPPr>
            <ns1:lvl1pPr algn="l">
              <ns1:defRPr sz="1125" b="0">
                <ns1:solidFill>
                  <ns1:srgbClr val="536276"/>
                </ns1:solidFill>
                <ns1:latin typeface="Aptos"/>
                <ns1:ea typeface="Aptos"/>
                <ns1:cs typeface="Aptos"/>
              </ns1:defRPr>
            </ns1:lvl1pPr>
            <ns1:lvl2pPr algn="l">
              <ns1:defRPr sz="1125" b="0">
                <ns1:solidFill>
                  <ns1:srgbClr val="536276"/>
                </ns1:solidFill>
                <ns1:latin typeface="Aptos"/>
                <ns1:ea typeface="Aptos"/>
                <ns1:cs typeface="Aptos"/>
              </ns1:defRPr>
            </ns1:lvl2pPr>
            <ns1:lvl3pPr algn="l">
              <ns1:defRPr sz="1125" b="0">
                <ns1:solidFill>
                  <ns1:srgbClr val="536276"/>
                </ns1:solidFill>
                <ns1:latin typeface="Aptos"/>
                <ns1:ea typeface="Aptos"/>
                <ns1:cs typeface="Aptos"/>
              </ns1:defRPr>
            </ns1:lvl3pPr>
            <ns1:lvl4pPr algn="l">
              <ns1:defRPr sz="1125" b="0">
                <ns1:solidFill>
                  <ns1:srgbClr val="536276"/>
                </ns1:solidFill>
                <ns1:latin typeface="Aptos"/>
                <ns1:ea typeface="Aptos"/>
                <ns1:cs typeface="Aptos"/>
              </ns1:defRPr>
            </ns1:lvl4pPr>
            <ns1:lvl5pPr algn="l">
              <ns1:defRPr sz="1125" b="0">
                <ns1:solidFill>
                  <ns1:srgbClr val="536276"/>
                </ns1:solidFill>
                <ns1:latin typeface="Aptos"/>
                <ns1:ea typeface="Aptos"/>
                <ns1:cs typeface="Aptos"/>
              </ns1:defRPr>
            </ns1:lvl5pPr>
            <ns1:lvl6pPr algn="l">
              <ns1:defRPr sz="1125" b="0">
                <ns1:solidFill>
                  <ns1:srgbClr val="536276"/>
                </ns1:solidFill>
                <ns1:latin typeface="Aptos"/>
                <ns1:ea typeface="Aptos"/>
                <ns1:cs typeface="Aptos"/>
              </ns1:defRPr>
            </ns1:lvl6pPr>
            <ns1:lvl7pPr algn="l">
              <ns1:defRPr sz="1125" b="0">
                <ns1:solidFill>
                  <ns1:srgbClr val="536276"/>
                </ns1:solidFill>
                <ns1:latin typeface="Aptos"/>
                <ns1:ea typeface="Aptos"/>
                <ns1:cs typeface="Aptos"/>
              </ns1:defRPr>
            </ns1:lvl7pPr>
            <ns1:lvl8pPr algn="l">
              <ns1:defRPr sz="1125" b="0">
                <ns1:solidFill>
                  <ns1:srgbClr val="536276"/>
                </ns1:solidFill>
                <ns1:latin typeface="Aptos"/>
                <ns1:ea typeface="Aptos"/>
                <ns1:cs typeface="Aptos"/>
              </ns1:defRPr>
            </ns1:lvl8pPr>
            <ns1:lvl9pPr algn="l">
              <ns1:defRPr sz="1125" b="0">
                <ns1:solidFill>
                  <ns1:srgbClr val="536276"/>
                </ns1:solidFill>
                <ns1:latin typeface="Aptos"/>
                <ns1:ea typeface="Aptos"/>
                <ns1:cs typeface="Aptos"/>
              </ns1:defRPr>
            </ns1:lvl9pPr>
          </ns1:lstStyle>
          <ns1:p>
            <ns1:pPr algn="l">
              <ns1:defRPr sz="1125" b="0">
                <ns1:solidFill>
                  <ns1:srgbClr val="536276"/>
                </ns1:solidFill>
                <ns1:latin typeface="Aptos"/>
                <ns1:ea typeface="Aptos"/>
                <ns1:cs typeface="Aptos"/>
              </ns1:defRPr>
            </ns1:pPr>
            <ns1:r>
              <ns1:rPr sz="1125" b="0">
                <ns1:solidFill>
                  <ns1:srgbClr val="536276"/>
                </ns1:solidFill>
                <ns1:latin typeface="Aptos"/>
                <ns1:ea typeface="Aptos"/>
                <ns1:cs typeface="Aptos"/>
              </ns1:rPr>
              <ns1:t>actualiza presente / ausente</ns1:t>
            </ns1:r>
          </ns1:p>
        </ns0:txBody>
      </ns0:sp>
      <ns0:sp>
        <ns0:nvSpPr>
          <ns0:cNvPr id="39" name="">
            <ns1:extLst>
              <ns1:ext uri="{FF2B5EF4-FFF2-40B4-BE49-F238E27FC236}">
                <ns2:creationId id="{12B24F31-2289-4A0D-AE3B-9BE52B1C3FB2}"/>
              </ns1:ext>
            </ns1:extLst>
          </ns0:cNvPr>
          <ns0:cNvSpPr>
            <ns1:spLocks noGrp="1"/>
          </ns0:cNvSpPr>
          <ns0:nvPr/>
        </ns0:nvSpPr>
        <ns0:spPr>
          <ns1:xfrm>
            <ns1:off x="857250" y="3476625"/>
            <ns1:ext cx="6048375" cy="2143125"/>
          </ns1:xfrm>
          <ns1:prstGeom prst="roundRect">
            <ns1:avLst>
              <ns1:gd name="adj" fmla="val 3556"/>
            </ns1:avLst>
          </ns1:prstGeom>
          <ns1:solidFill>
            <ns1:srgbClr val="0D1728"/>
          </ns1:solidFill>
          <ns1:ln w="11430">
            <ns1:solidFill>
              <ns1:srgbClr val="26354C"/>
            </ns1:solidFill>
            <ns1:prstDash val="solid"/>
          </ns1:ln>
        </ns0:spPr>
      </ns0:sp>
      <ns0:sp>
        <ns0:nvSpPr>
          <ns0:cNvPr id="40" name="">
            <ns1:extLst>
              <ns1:ext uri="{FF2B5EF4-FFF2-40B4-BE49-F238E27FC236}">
                <ns2:creationId id="{7D9DBB19-CD43-4443-8848-16F475D3DC27}"/>
              </ns1:ext>
            </ns1:extLst>
          </ns0:cNvPr>
          <ns0:cNvSpPr>
            <ns1:spLocks noGrp="1"/>
          </ns0:cNvSpPr>
          <ns0:nvPr/>
        </ns0:nvSpPr>
        <ns0:spPr>
          <ns1:xfrm>
            <ns1:off x="857250" y="3476625"/>
            <ns1:ext cx="6048375" cy="400050"/>
          </ns1:xfrm>
          <ns1:prstGeom prst="roundRect">
            <ns1:avLst>
              <ns1:gd name="adj" fmla="val 19048"/>
            </ns1:avLst>
          </ns1:prstGeom>
          <ns1:solidFill>
            <ns1:srgbClr val="1B2940"/>
          </ns1:solidFill>
          <ns1:ln w="0">
            <ns1:noFill/>
            <ns1:prstDash val="solid"/>
          </ns1:ln>
        </ns0:spPr>
      </ns0:sp>
      <ns0:sp>
        <ns0:nvSpPr>
          <ns0:cNvPr id="41" name="">
            <ns1:extLst>
              <ns1:ext uri="{FF2B5EF4-FFF2-40B4-BE49-F238E27FC236}">
                <ns2:creationId id="{1544395B-7F1F-4EE1-B0CF-293D78645428}"/>
              </ns1:ext>
            </ns1:extLst>
          </ns0:cNvPr>
          <ns0:cNvSpPr>
            <ns1:spLocks noGrp="1"/>
          </ns0:cNvSpPr>
          <ns0:nvPr/>
        </ns0:nvSpPr>
        <ns0:spPr>
          <ns1:xfrm>
            <ns1:off x="1019175" y="3609975"/>
            <ns1:ext cx="123825" cy="123825"/>
          </ns1:xfrm>
          <ns1:prstGeom prst="ellipse">
            <ns1:avLst/>
          </ns1:prstGeom>
          <ns1:solidFill>
            <ns1:srgbClr val="FF5F57"/>
          </ns1:solidFill>
          <ns1:ln w="0">
            <ns1:noFill/>
            <ns1:prstDash val="solid"/>
          </ns1:ln>
        </ns0:spPr>
      </ns0:sp>
      <ns0:sp>
        <ns0:nvSpPr>
          <ns0:cNvPr id="42" name="">
            <ns1:extLst>
              <ns1:ext uri="{FF2B5EF4-FFF2-40B4-BE49-F238E27FC236}">
                <ns2:creationId id="{00752FA8-949E-4964-8587-55B2BB728B6E}"/>
              </ns1:ext>
            </ns1:extLst>
          </ns0:cNvPr>
          <ns0:cNvSpPr>
            <ns1:spLocks noGrp="1"/>
          </ns0:cNvSpPr>
          <ns0:nvPr/>
        </ns0:nvSpPr>
        <ns0:spPr>
          <ns1:xfrm>
            <ns1:off x="1219200" y="3609975"/>
            <ns1:ext cx="123825" cy="123825"/>
          </ns1:xfrm>
          <ns1:prstGeom prst="ellipse">
            <ns1:avLst/>
          </ns1:prstGeom>
          <ns1:solidFill>
            <ns1:srgbClr val="FEBC2E"/>
          </ns1:solidFill>
          <ns1:ln w="0">
            <ns1:noFill/>
            <ns1:prstDash val="solid"/>
          </ns1:ln>
        </ns0:spPr>
      </ns0:sp>
      <ns0:sp>
        <ns0:nvSpPr>
          <ns0:cNvPr id="43" name="">
            <ns1:extLst>
              <ns1:ext uri="{FF2B5EF4-FFF2-40B4-BE49-F238E27FC236}">
                <ns2:creationId id="{355E8A81-2BED-4E79-887E-A261255EEC1B}"/>
              </ns1:ext>
            </ns1:extLst>
          </ns0:cNvPr>
          <ns0:cNvSpPr>
            <ns1:spLocks noGrp="1"/>
          </ns0:cNvSpPr>
          <ns0:nvPr/>
        </ns0:nvSpPr>
        <ns0:spPr>
          <ns1:xfrm>
            <ns1:off x="1419225" y="3609975"/>
            <ns1:ext cx="123825" cy="123825"/>
          </ns1:xfrm>
          <ns1:prstGeom prst="ellipse">
            <ns1:avLst/>
          </ns1:prstGeom>
          <ns1:solidFill>
            <ns1:srgbClr val="28C840"/>
          </ns1:solidFill>
          <ns1:ln w="0">
            <ns1:noFill/>
            <ns1:prstDash val="solid"/>
          </ns1:ln>
        </ns0:spPr>
      </ns0:sp>
      <ns0:sp>
        <ns0:nvSpPr>
          <ns0:cNvPr id="44" name="">
            <ns1:extLst>
              <ns1:ext uri="{FF2B5EF4-FFF2-40B4-BE49-F238E27FC236}">
                <ns2:creationId id="{C358C0CD-733F-4D49-941C-19988A5BAEFF}"/>
              </ns1:ext>
            </ns1:extLst>
          </ns0:cNvPr>
          <ns0:cNvSpPr>
            <ns1:spLocks noGrp="1"/>
          </ns0:cNvSpPr>
          <ns0:nvPr/>
        </ns0:nvSpPr>
        <ns0:spPr>
          <ns1:xfrm>
            <ns1:off x="1924050" y="3552825"/>
            <ns1:ext cx="3914775" cy="23812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CFD8E8"/>
                </ns1:solidFill>
                <ns1:latin typeface="Aptos"/>
                <ns1:ea typeface="Aptos"/>
                <ns1:cs typeface="Aptos"/>
              </ns1:defRPr>
            </ns1:defPPr>
            <ns1:lvl1pPr algn="ctr">
              <ns1:defRPr sz="975" b="1">
                <ns1:solidFill>
                  <ns1:srgbClr val="CFD8E8"/>
                </ns1:solidFill>
                <ns1:latin typeface="Aptos"/>
                <ns1:ea typeface="Aptos"/>
                <ns1:cs typeface="Aptos"/>
              </ns1:defRPr>
            </ns1:lvl1pPr>
            <ns1:lvl2pPr algn="ctr">
              <ns1:defRPr sz="975" b="1">
                <ns1:solidFill>
                  <ns1:srgbClr val="CFD8E8"/>
                </ns1:solidFill>
                <ns1:latin typeface="Aptos"/>
                <ns1:ea typeface="Aptos"/>
                <ns1:cs typeface="Aptos"/>
              </ns1:defRPr>
            </ns1:lvl2pPr>
            <ns1:lvl3pPr algn="ctr">
              <ns1:defRPr sz="975" b="1">
                <ns1:solidFill>
                  <ns1:srgbClr val="CFD8E8"/>
                </ns1:solidFill>
                <ns1:latin typeface="Aptos"/>
                <ns1:ea typeface="Aptos"/>
                <ns1:cs typeface="Aptos"/>
              </ns1:defRPr>
            </ns1:lvl3pPr>
            <ns1:lvl4pPr algn="ctr">
              <ns1:defRPr sz="975" b="1">
                <ns1:solidFill>
                  <ns1:srgbClr val="CFD8E8"/>
                </ns1:solidFill>
                <ns1:latin typeface="Aptos"/>
                <ns1:ea typeface="Aptos"/>
                <ns1:cs typeface="Aptos"/>
              </ns1:defRPr>
            </ns1:lvl4pPr>
            <ns1:lvl5pPr algn="ctr">
              <ns1:defRPr sz="975" b="1">
                <ns1:solidFill>
                  <ns1:srgbClr val="CFD8E8"/>
                </ns1:solidFill>
                <ns1:latin typeface="Aptos"/>
                <ns1:ea typeface="Aptos"/>
                <ns1:cs typeface="Aptos"/>
              </ns1:defRPr>
            </ns1:lvl5pPr>
            <ns1:lvl6pPr algn="ctr">
              <ns1:defRPr sz="975" b="1">
                <ns1:solidFill>
                  <ns1:srgbClr val="CFD8E8"/>
                </ns1:solidFill>
                <ns1:latin typeface="Aptos"/>
                <ns1:ea typeface="Aptos"/>
                <ns1:cs typeface="Aptos"/>
              </ns1:defRPr>
            </ns1:lvl6pPr>
            <ns1:lvl7pPr algn="ctr">
              <ns1:defRPr sz="975" b="1">
                <ns1:solidFill>
                  <ns1:srgbClr val="CFD8E8"/>
                </ns1:solidFill>
                <ns1:latin typeface="Aptos"/>
                <ns1:ea typeface="Aptos"/>
                <ns1:cs typeface="Aptos"/>
              </ns1:defRPr>
            </ns1:lvl7pPr>
            <ns1:lvl8pPr algn="ctr">
              <ns1:defRPr sz="975" b="1">
                <ns1:solidFill>
                  <ns1:srgbClr val="CFD8E8"/>
                </ns1:solidFill>
                <ns1:latin typeface="Aptos"/>
                <ns1:ea typeface="Aptos"/>
                <ns1:cs typeface="Aptos"/>
              </ns1:defRPr>
            </ns1:lvl8pPr>
            <ns1:lvl9pPr algn="ctr">
              <ns1:defRPr sz="975" b="1">
                <ns1:solidFill>
                  <ns1:srgbClr val="CFD8E8"/>
                </ns1:solidFill>
                <ns1:latin typeface="Aptos"/>
                <ns1:ea typeface="Aptos"/>
                <ns1:cs typeface="Aptos"/>
              </ns1:defRPr>
            </ns1:lvl9pPr>
          </ns1:lstStyle>
          <ns1:p>
            <ns1:pPr algn="ctr">
              <ns1:defRPr sz="975" b="1">
                <ns1:solidFill>
                  <ns1:srgbClr val="CFD8E8"/>
                </ns1:solidFill>
                <ns1:latin typeface="Aptos"/>
                <ns1:ea typeface="Aptos"/>
                <ns1:cs typeface="Aptos"/>
              </ns1:defRPr>
            </ns1:pPr>
            <ns1:r>
              <ns1:rPr sz="975" b="1">
                <ns1:solidFill>
                  <ns1:srgbClr val="CFD8E8"/>
                </ns1:solidFill>
                <ns1:latin typeface="Aptos"/>
                <ns1:ea typeface="Aptos"/>
                <ns1:cs typeface="Aptos"/>
              </ns1:rPr>
              <ns1:t>server/index.ts</ns1:t>
            </ns1:r>
          </ns1:p>
        </ns0:txBody>
      </ns0:sp>
      <ns0:sp>
        <ns0:nvSpPr>
          <ns0:cNvPr id="45" name="">
            <ns1:extLst>
              <ns1:ext uri="{FF2B5EF4-FFF2-40B4-BE49-F238E27FC236}">
                <ns2:creationId id="{AB22F18E-8462-4FAC-B8FF-D53222F11519}"/>
              </ns1:ext>
            </ns1:extLst>
          </ns0:cNvPr>
          <ns0:cNvSpPr>
            <ns1:spLocks noGrp="1"/>
          </ns0:cNvSpPr>
          <ns0:nvPr/>
        </ns0:nvSpPr>
        <ns0:spPr>
          <ns1:xfrm>
            <ns1:off x="6419850" y="3552825"/>
            <ns1:ext cx="323850" cy="247650"/>
          </ns1:xfrm>
          <ns1:prstGeom prst="roundRect">
            <ns1:avLst>
              <ns1:gd name="adj" fmla="val 30769"/>
            </ns1:avLst>
          </ns1:prstGeom>
          <ns1:solidFill>
            <ns1:srgbClr val="2A3A52"/>
          </ns1:solidFill>
          <ns1:ln w="0">
            <ns1:noFill/>
            <ns1:prstDash val="solid"/>
          </ns1:ln>
        </ns0:spPr>
      </ns0:sp>
      <ns0:sp>
        <ns0:nvSpPr>
          <ns0:cNvPr id="46" name="">
            <ns1:extLst>
              <ns1:ext uri="{FF2B5EF4-FFF2-40B4-BE49-F238E27FC236}">
                <ns2:creationId id="{CF485E8F-4A76-4F2E-BEF5-AD41F67EAE9C}"/>
              </ns1:ext>
            </ns1:extLst>
          </ns0:cNvPr>
          <ns0:cNvSpPr>
            <ns1:spLocks noGrp="1"/>
          </ns0:cNvSpPr>
          <ns0:nvPr/>
        </ns0:nvSpPr>
        <ns0:spPr>
          <ns1:xfrm>
            <ns1:off x="6419850" y="3552825"/>
            <ns1:ext cx="323850" cy="247650"/>
          </ns1:xfrm>
          <ns1:prstGeom prst="rect">
            <ns1:avLst/>
          </ns1:prstGeom>
          <ns1:noFill/>
          <ns1:ln w="0">
            <ns1:noFill/>
            <ns1:prstDash val="solid"/>
          </ns1:ln>
        </ns0:spPr>
        <ns0:txBody>
          <ns1:bodyPr lIns="0" tIns="0" rIns="0" bIns="0" anchor="ctr">
            <ns1:normAutofit fontScale="100000"/>
          </ns1:bodyPr>
          <ns1:lstStyle>
            <ns1:defPPr algn="ctr">
              <ns1:defRPr sz="900" b="1">
                <ns1:solidFill>
                  <ns1:srgbClr val="B9C9E0"/>
                </ns1:solidFill>
                <ns1:latin typeface="Aptos"/>
                <ns1:ea typeface="Aptos"/>
                <ns1:cs typeface="Aptos"/>
              </ns1:defRPr>
            </ns1:defPPr>
            <ns1:lvl1pPr algn="ctr">
              <ns1:defRPr sz="900" b="1">
                <ns1:solidFill>
                  <ns1:srgbClr val="B9C9E0"/>
                </ns1:solidFill>
                <ns1:latin typeface="Aptos"/>
                <ns1:ea typeface="Aptos"/>
                <ns1:cs typeface="Aptos"/>
              </ns1:defRPr>
            </ns1:lvl1pPr>
            <ns1:lvl2pPr algn="ctr">
              <ns1:defRPr sz="900" b="1">
                <ns1:solidFill>
                  <ns1:srgbClr val="B9C9E0"/>
                </ns1:solidFill>
                <ns1:latin typeface="Aptos"/>
                <ns1:ea typeface="Aptos"/>
                <ns1:cs typeface="Aptos"/>
              </ns1:defRPr>
            </ns1:lvl2pPr>
            <ns1:lvl3pPr algn="ctr">
              <ns1:defRPr sz="900" b="1">
                <ns1:solidFill>
                  <ns1:srgbClr val="B9C9E0"/>
                </ns1:solidFill>
                <ns1:latin typeface="Aptos"/>
                <ns1:ea typeface="Aptos"/>
                <ns1:cs typeface="Aptos"/>
              </ns1:defRPr>
            </ns1:lvl3pPr>
            <ns1:lvl4pPr algn="ctr">
              <ns1:defRPr sz="900" b="1">
                <ns1:solidFill>
                  <ns1:srgbClr val="B9C9E0"/>
                </ns1:solidFill>
                <ns1:latin typeface="Aptos"/>
                <ns1:ea typeface="Aptos"/>
                <ns1:cs typeface="Aptos"/>
              </ns1:defRPr>
            </ns1:lvl4pPr>
            <ns1:lvl5pPr algn="ctr">
              <ns1:defRPr sz="900" b="1">
                <ns1:solidFill>
                  <ns1:srgbClr val="B9C9E0"/>
                </ns1:solidFill>
                <ns1:latin typeface="Aptos"/>
                <ns1:ea typeface="Aptos"/>
                <ns1:cs typeface="Aptos"/>
              </ns1:defRPr>
            </ns1:lvl5pPr>
            <ns1:lvl6pPr algn="ctr">
              <ns1:defRPr sz="900" b="1">
                <ns1:solidFill>
                  <ns1:srgbClr val="B9C9E0"/>
                </ns1:solidFill>
                <ns1:latin typeface="Aptos"/>
                <ns1:ea typeface="Aptos"/>
                <ns1:cs typeface="Aptos"/>
              </ns1:defRPr>
            </ns1:lvl6pPr>
            <ns1:lvl7pPr algn="ctr">
              <ns1:defRPr sz="900" b="1">
                <ns1:solidFill>
                  <ns1:srgbClr val="B9C9E0"/>
                </ns1:solidFill>
                <ns1:latin typeface="Aptos"/>
                <ns1:ea typeface="Aptos"/>
                <ns1:cs typeface="Aptos"/>
              </ns1:defRPr>
            </ns1:lvl7pPr>
            <ns1:lvl8pPr algn="ctr">
              <ns1:defRPr sz="900" b="1">
                <ns1:solidFill>
                  <ns1:srgbClr val="B9C9E0"/>
                </ns1:solidFill>
                <ns1:latin typeface="Aptos"/>
                <ns1:ea typeface="Aptos"/>
                <ns1:cs typeface="Aptos"/>
              </ns1:defRPr>
            </ns1:lvl8pPr>
            <ns1:lvl9pPr algn="ctr">
              <ns1:defRPr sz="900" b="1">
                <ns1:solidFill>
                  <ns1:srgbClr val="B9C9E0"/>
                </ns1:solidFill>
                <ns1:latin typeface="Aptos"/>
                <ns1:ea typeface="Aptos"/>
                <ns1:cs typeface="Aptos"/>
              </ns1:defRPr>
            </ns1:lvl9pPr>
          </ns1:lstStyle>
          <ns1:p>
            <ns1:pPr algn="ctr">
              <ns1:defRPr sz="900" b="1">
                <ns1:solidFill>
                  <ns1:srgbClr val="B9C9E0"/>
                </ns1:solidFill>
                <ns1:latin typeface="Aptos"/>
                <ns1:ea typeface="Aptos"/>
                <ns1:cs typeface="Aptos"/>
              </ns1:defRPr>
            </ns1:pPr>
            <ns1:r>
              <ns1:rPr sz="900" b="1">
                <ns1:solidFill>
                  <ns1:srgbClr val="B9C9E0"/>
                </ns1:solidFill>
                <ns1:latin typeface="Aptos"/>
                <ns1:ea typeface="Aptos"/>
                <ns1:cs typeface="Aptos"/>
              </ns1:rPr>
              <ns1:t>TS</ns1:t>
            </ns1:r>
          </ns1:p>
        </ns0:txBody>
      </ns0:sp>
      <ns0:sp>
        <ns0:nvSpPr>
          <ns0:cNvPr id="47" name="">
            <ns1:extLst>
              <ns1:ext uri="{FF2B5EF4-FFF2-40B4-BE49-F238E27FC236}">
                <ns2:creationId id="{09412968-E032-489B-BBBB-8A0886D6DBEA}"/>
              </ns1:ext>
            </ns1:extLst>
          </ns0:cNvPr>
          <ns0:cNvSpPr>
            <ns1:spLocks noGrp="1"/>
          </ns0:cNvSpPr>
          <ns0:nvPr/>
        </ns0:nvSpPr>
        <ns0:spPr>
          <ns1:xfrm>
            <ns1:off x="1295400" y="3971925"/>
            <ns1:ext cx="5495925" cy="191691"/>
          </ns1:xfrm>
          <ns1:prstGeom prst="rect">
            <ns1:avLst/>
          </ns1:prstGeom>
          <ns1:solidFill>
            <ns1:srgbClr val="15243A"/>
          </ns1:solidFill>
          <ns1:ln w="0">
            <ns1:noFill/>
            <ns1:prstDash val="solid"/>
          </ns1:ln>
        </ns0:spPr>
      </ns0:sp>
      <ns0:sp>
        <ns0:nvSpPr>
          <ns0:cNvPr id="48" name="">
            <ns1:extLst>
              <ns1:ext uri="{FF2B5EF4-FFF2-40B4-BE49-F238E27FC236}">
                <ns2:creationId id="{FD8C81A2-E16A-42A0-9F5A-68F07B58BA61}"/>
              </ns1:ext>
            </ns1:extLst>
          </ns0:cNvPr>
          <ns0:cNvSpPr>
            <ns1:spLocks noGrp="1"/>
          </ns0:cNvSpPr>
          <ns0:nvPr/>
        </ns0:nvSpPr>
        <ns0:spPr>
          <ns1:xfrm>
            <ns1:off x="904875" y="3981450"/>
            <ns1:ext cx="190500" cy="191691"/>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01</ns1:t>
            </ns1:r>
          </ns1:p>
        </ns0:txBody>
      </ns0:sp>
      <ns0:sp>
        <ns0:nvSpPr>
          <ns0:cNvPr id="49" name="">
            <ns1:extLst>
              <ns1:ext uri="{FF2B5EF4-FFF2-40B4-BE49-F238E27FC236}">
                <ns2:creationId id="{A7A16D60-7B8B-4B70-BE7A-D38F9350DF9A}"/>
              </ns1:ext>
            </ns1:extLst>
          </ns0:cNvPr>
          <ns0:cNvSpPr>
            <ns1:spLocks noGrp="1"/>
          </ns0:cNvSpPr>
          <ns0:nvPr/>
        </ns0:nvSpPr>
        <ns0:spPr>
          <ns1:xfrm>
            <ns1:off x="1295400" y="3971925"/>
            <ns1:ext cx="28575" cy="191691"/>
          </ns1:xfrm>
          <ns1:prstGeom prst="rect">
            <ns1:avLst/>
          </ns1:prstGeom>
          <ns1:solidFill>
            <ns1:srgbClr val="22B8A8"/>
          </ns1:solidFill>
          <ns1:ln w="0">
            <ns1:noFill/>
            <ns1:prstDash val="solid"/>
          </ns1:ln>
        </ns0:spPr>
      </ns0:sp>
      <ns0:sp>
        <ns0:nvSpPr>
          <ns0:cNvPr id="50" name="">
            <ns1:extLst>
              <ns1:ext uri="{FF2B5EF4-FFF2-40B4-BE49-F238E27FC236}">
                <ns2:creationId id="{94708C9C-3BA4-4802-9656-D7C9369F1412}"/>
              </ns1:ext>
            </ns1:extLst>
          </ns0:cNvPr>
          <ns0:cNvSpPr>
            <ns1:spLocks noGrp="1"/>
          </ns0:cNvSpPr>
          <ns0:nvPr/>
        </ns0:nvSpPr>
        <ns0:spPr>
          <ns1:xfrm>
            <ns1:off x="1133475" y="3986808"/>
            <ns1:ext cx="171450" cy="171450"/>
          </ns1:xfrm>
          <ns1:prstGeom prst="ellipse">
            <ns1:avLst/>
          </ns1:prstGeom>
          <ns1:solidFill>
            <ns1:srgbClr val="22B8A8"/>
          </ns1:solidFill>
          <ns1:ln w="0">
            <ns1:noFill/>
            <ns1:prstDash val="solid"/>
          </ns1:ln>
        </ns0:spPr>
      </ns0:sp>
      <ns0:sp>
        <ns0:nvSpPr>
          <ns0:cNvPr id="51" name="">
            <ns1:extLst>
              <ns1:ext uri="{FF2B5EF4-FFF2-40B4-BE49-F238E27FC236}">
                <ns2:creationId id="{A703E2EE-FB00-4CEE-82A9-36737C214487}"/>
              </ns1:ext>
            </ns1:extLst>
          </ns0:cNvPr>
          <ns0:cNvSpPr>
            <ns1:spLocks noGrp="1"/>
          </ns0:cNvSpPr>
          <ns0:nvPr/>
        </ns0:nvSpPr>
        <ns0:spPr>
          <ns1:xfrm>
            <ns1:off x="1133475" y="3986808"/>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1</ns1:t>
            </ns1:r>
          </ns1:p>
        </ns0:txBody>
      </ns0:sp>
      <ns0:sp>
        <ns0:nvSpPr>
          <ns0:cNvPr id="52" name="Código editable">
            <ns1:extLst>
              <ns1:ext uri="{FF2B5EF4-FFF2-40B4-BE49-F238E27FC236}">
                <ns2:creationId id="{9F743B84-FB13-4E97-BCA6-23D25D0706CE}"/>
              </ns1:ext>
            </ns1:extLst>
          </ns0:cNvPr>
          <ns0:cNvSpPr>
            <ns1:spLocks noGrp="1"/>
          </ns0:cNvSpPr>
          <ns0:nvPr/>
        </ns0:nvSpPr>
        <ns0:spPr>
          <ns1:xfrm>
            <ns1:off x="1343025" y="3981450"/>
            <ns1:ext cx="5419725" cy="191691"/>
          </ns1:xfrm>
          <ns1:prstGeom prst="rect">
            <ns1:avLst/>
          </ns1:prstGeom>
          <ns1:noFill/>
          <ns1:ln w="0">
            <ns1:noFill/>
            <ns1:prstDash val="solid"/>
          </ns1:ln>
        </ns0:spPr>
        <ns0:txBody>
          <ns1:bodyPr lIns="0" tIns="0" rIns="0" bIns="0" anchor="ctr">
            <ns1:normAutofit fontScale="100000"/>
          </ns1:bodyPr>
          <ns1:lstStyle>
            <ns1:defPPr algn="l">
              <ns1:defRPr sz="1177">
                <ns1:solidFill>
                  <ns1:srgbClr val="E6EDF7"/>
                </ns1:solidFill>
                <ns1:latin typeface="Menlo"/>
                <ns1:ea typeface="Menlo"/>
                <ns1:cs typeface="Menlo"/>
              </ns1:defRPr>
            </ns1:defPPr>
            <ns1:lvl1pPr algn="l">
              <ns1:defRPr sz="1177">
                <ns1:solidFill>
                  <ns1:srgbClr val="E6EDF7"/>
                </ns1:solidFill>
                <ns1:latin typeface="Menlo"/>
                <ns1:ea typeface="Menlo"/>
                <ns1:cs typeface="Menlo"/>
              </ns1:defRPr>
            </ns1:lvl1pPr>
            <ns1:lvl2pPr algn="l">
              <ns1:defRPr sz="1177">
                <ns1:solidFill>
                  <ns1:srgbClr val="E6EDF7"/>
                </ns1:solidFill>
                <ns1:latin typeface="Menlo"/>
                <ns1:ea typeface="Menlo"/>
                <ns1:cs typeface="Menlo"/>
              </ns1:defRPr>
            </ns1:lvl2pPr>
            <ns1:lvl3pPr algn="l">
              <ns1:defRPr sz="1177">
                <ns1:solidFill>
                  <ns1:srgbClr val="E6EDF7"/>
                </ns1:solidFill>
                <ns1:latin typeface="Menlo"/>
                <ns1:ea typeface="Menlo"/>
                <ns1:cs typeface="Menlo"/>
              </ns1:defRPr>
            </ns1:lvl3pPr>
            <ns1:lvl4pPr algn="l">
              <ns1:defRPr sz="1177">
                <ns1:solidFill>
                  <ns1:srgbClr val="E6EDF7"/>
                </ns1:solidFill>
                <ns1:latin typeface="Menlo"/>
                <ns1:ea typeface="Menlo"/>
                <ns1:cs typeface="Menlo"/>
              </ns1:defRPr>
            </ns1:lvl4pPr>
            <ns1:lvl5pPr algn="l">
              <ns1:defRPr sz="1177">
                <ns1:solidFill>
                  <ns1:srgbClr val="E6EDF7"/>
                </ns1:solidFill>
                <ns1:latin typeface="Menlo"/>
                <ns1:ea typeface="Menlo"/>
                <ns1:cs typeface="Menlo"/>
              </ns1:defRPr>
            </ns1:lvl5pPr>
            <ns1:lvl6pPr algn="l">
              <ns1:defRPr sz="1177">
                <ns1:solidFill>
                  <ns1:srgbClr val="E6EDF7"/>
                </ns1:solidFill>
                <ns1:latin typeface="Menlo"/>
                <ns1:ea typeface="Menlo"/>
                <ns1:cs typeface="Menlo"/>
              </ns1:defRPr>
            </ns1:lvl6pPr>
            <ns1:lvl7pPr algn="l">
              <ns1:defRPr sz="1177">
                <ns1:solidFill>
                  <ns1:srgbClr val="E6EDF7"/>
                </ns1:solidFill>
                <ns1:latin typeface="Menlo"/>
                <ns1:ea typeface="Menlo"/>
                <ns1:cs typeface="Menlo"/>
              </ns1:defRPr>
            </ns1:lvl7pPr>
            <ns1:lvl8pPr algn="l">
              <ns1:defRPr sz="1177">
                <ns1:solidFill>
                  <ns1:srgbClr val="E6EDF7"/>
                </ns1:solidFill>
                <ns1:latin typeface="Menlo"/>
                <ns1:ea typeface="Menlo"/>
                <ns1:cs typeface="Menlo"/>
              </ns1:defRPr>
            </ns1:lvl8pPr>
            <ns1:lvl9pPr algn="l">
              <ns1:defRPr sz="1177">
                <ns1:solidFill>
                  <ns1:srgbClr val="E6EDF7"/>
                </ns1:solidFill>
                <ns1:latin typeface="Menlo"/>
                <ns1:ea typeface="Menlo"/>
                <ns1:cs typeface="Menlo"/>
              </ns1:defRPr>
            </ns1:lvl9pPr>
          </ns1:lstStyle>
          <ns1:p>
            <ns1:pPr algn="l">
              <ns1:defRPr sz="1177">
                <ns1:solidFill>
                  <ns1:srgbClr val="E6EDF7"/>
                </ns1:solidFill>
                <ns1:latin typeface="Menlo"/>
                <ns1:ea typeface="Menlo"/>
                <ns1:cs typeface="Menlo"/>
              </ns1:defRPr>
            </ns1:pPr>
            <ns1:r>
              <ns1:rPr sz="1177">
                <ns1:solidFill>
                  <ns1:srgbClr val="72839B"/>
                </ns1:solidFill>
                <ns1:latin typeface="Menlo"/>
                <ns1:ea typeface="Menlo"/>
                <ns1:cs typeface="Menlo"/>
              </ns1:rPr>
              <ns1:t>// El desafío vincula sesión y estudiante</ns1:t>
            </ns1:r>
          </ns1:p>
        </ns0:txBody>
      </ns0:sp>
      <ns0:sp>
        <ns0:nvSpPr>
          <ns0:cNvPr id="53" name="">
            <ns1:extLst>
              <ns1:ext uri="{FF2B5EF4-FFF2-40B4-BE49-F238E27FC236}">
                <ns2:creationId id="{A5894A2C-1C10-460C-99D4-AF1C07CAD92D}"/>
              </ns1:ext>
            </ns1:extLst>
          </ns0:cNvPr>
          <ns0:cNvSpPr>
            <ns1:spLocks noGrp="1"/>
          </ns0:cNvSpPr>
          <ns0:nvPr/>
        </ns0:nvSpPr>
        <ns0:spPr>
          <ns1:xfrm>
            <ns1:off x="971550" y="4173141"/>
            <ns1:ext cx="247650" cy="191691"/>
          </ns1:xfrm>
          <ns1:prstGeom prst="rect">
            <ns1:avLst/>
          </ns1:prstGeom>
          <ns1:noFill/>
          <ns1:ln w="0">
            <ns1:noFill/>
            <ns1:prstDash val="solid"/>
          </ns1:ln>
        </ns0:spPr>
        <ns0:txBody>
          <ns1:bodyPr lIns="0" tIns="0" rIns="0" bIns="0" anchor="ctr">
            <ns1:normAutofit fontScale="100000"/>
          </ns1:bodyPr>
          <ns1:lstStyle>
            <ns1:defPPr algn="r">
              <ns1:defRPr sz="1177" b="0">
                <ns1:solidFill>
                  <ns1:srgbClr val="647791"/>
                </ns1:solidFill>
                <ns1:latin typeface="Aptos"/>
                <ns1:ea typeface="Aptos"/>
                <ns1:cs typeface="Aptos"/>
              </ns1:defRPr>
            </ns1:defPPr>
            <ns1:lvl1pPr algn="r">
              <ns1:defRPr sz="1177" b="0">
                <ns1:solidFill>
                  <ns1:srgbClr val="647791"/>
                </ns1:solidFill>
                <ns1:latin typeface="Aptos"/>
                <ns1:ea typeface="Aptos"/>
                <ns1:cs typeface="Aptos"/>
              </ns1:defRPr>
            </ns1:lvl1pPr>
            <ns1:lvl2pPr algn="r">
              <ns1:defRPr sz="1177" b="0">
                <ns1:solidFill>
                  <ns1:srgbClr val="647791"/>
                </ns1:solidFill>
                <ns1:latin typeface="Aptos"/>
                <ns1:ea typeface="Aptos"/>
                <ns1:cs typeface="Aptos"/>
              </ns1:defRPr>
            </ns1:lvl2pPr>
            <ns1:lvl3pPr algn="r">
              <ns1:defRPr sz="1177" b="0">
                <ns1:solidFill>
                  <ns1:srgbClr val="647791"/>
                </ns1:solidFill>
                <ns1:latin typeface="Aptos"/>
                <ns1:ea typeface="Aptos"/>
                <ns1:cs typeface="Aptos"/>
              </ns1:defRPr>
            </ns1:lvl3pPr>
            <ns1:lvl4pPr algn="r">
              <ns1:defRPr sz="1177" b="0">
                <ns1:solidFill>
                  <ns1:srgbClr val="647791"/>
                </ns1:solidFill>
                <ns1:latin typeface="Aptos"/>
                <ns1:ea typeface="Aptos"/>
                <ns1:cs typeface="Aptos"/>
              </ns1:defRPr>
            </ns1:lvl4pPr>
            <ns1:lvl5pPr algn="r">
              <ns1:defRPr sz="1177" b="0">
                <ns1:solidFill>
                  <ns1:srgbClr val="647791"/>
                </ns1:solidFill>
                <ns1:latin typeface="Aptos"/>
                <ns1:ea typeface="Aptos"/>
                <ns1:cs typeface="Aptos"/>
              </ns1:defRPr>
            </ns1:lvl5pPr>
            <ns1:lvl6pPr algn="r">
              <ns1:defRPr sz="1177" b="0">
                <ns1:solidFill>
                  <ns1:srgbClr val="647791"/>
                </ns1:solidFill>
                <ns1:latin typeface="Aptos"/>
                <ns1:ea typeface="Aptos"/>
                <ns1:cs typeface="Aptos"/>
              </ns1:defRPr>
            </ns1:lvl6pPr>
            <ns1:lvl7pPr algn="r">
              <ns1:defRPr sz="1177" b="0">
                <ns1:solidFill>
                  <ns1:srgbClr val="647791"/>
                </ns1:solidFill>
                <ns1:latin typeface="Aptos"/>
                <ns1:ea typeface="Aptos"/>
                <ns1:cs typeface="Aptos"/>
              </ns1:defRPr>
            </ns1:lvl7pPr>
            <ns1:lvl8pPr algn="r">
              <ns1:defRPr sz="1177" b="0">
                <ns1:solidFill>
                  <ns1:srgbClr val="647791"/>
                </ns1:solidFill>
                <ns1:latin typeface="Aptos"/>
                <ns1:ea typeface="Aptos"/>
                <ns1:cs typeface="Aptos"/>
              </ns1:defRPr>
            </ns1:lvl8pPr>
            <ns1:lvl9pPr algn="r">
              <ns1:defRPr sz="1177" b="0">
                <ns1:solidFill>
                  <ns1:srgbClr val="647791"/>
                </ns1:solidFill>
                <ns1:latin typeface="Aptos"/>
                <ns1:ea typeface="Aptos"/>
                <ns1:cs typeface="Aptos"/>
              </ns1:defRPr>
            </ns1:lvl9pPr>
          </ns1:lstStyle>
          <ns1:p>
            <ns1:pPr algn="r">
              <ns1:defRPr sz="1177" b="0">
                <ns1:solidFill>
                  <ns1:srgbClr val="647791"/>
                </ns1:solidFill>
                <ns1:latin typeface="Aptos"/>
                <ns1:ea typeface="Aptos"/>
                <ns1:cs typeface="Aptos"/>
              </ns1:defRPr>
            </ns1:pPr>
            <ns1:r>
              <ns1:rPr sz="1177" b="0">
                <ns1:solidFill>
                  <ns1:srgbClr val="647791"/>
                </ns1:solidFill>
                <ns1:latin typeface="Aptos"/>
                <ns1:ea typeface="Aptos"/>
                <ns1:cs typeface="Aptos"/>
              </ns1:rPr>
              <ns1:t>02</ns1:t>
            </ns1:r>
          </ns1:p>
        </ns0:txBody>
      </ns0:sp>
      <ns0:sp>
        <ns0:nvSpPr>
          <ns0:cNvPr id="54" name="Código editable">
            <ns1:extLst>
              <ns1:ext uri="{FF2B5EF4-FFF2-40B4-BE49-F238E27FC236}">
                <ns2:creationId id="{5DD1AACB-E69D-4291-B745-68A88404F96C}"/>
              </ns1:ext>
            </ns1:extLst>
          </ns0:cNvPr>
          <ns0:cNvSpPr>
            <ns1:spLocks noGrp="1"/>
          </ns0:cNvSpPr>
          <ns0:nvPr/>
        </ns0:nvSpPr>
        <ns0:spPr>
          <ns1:xfrm>
            <ns1:off x="1343025" y="4173141"/>
            <ns1:ext cx="5419725" cy="191691"/>
          </ns1:xfrm>
          <ns1:prstGeom prst="rect">
            <ns1:avLst/>
          </ns1:prstGeom>
          <ns1:noFill/>
          <ns1:ln w="0">
            <ns1:noFill/>
            <ns1:prstDash val="solid"/>
          </ns1:ln>
        </ns0:spPr>
        <ns0:txBody>
          <ns1:bodyPr lIns="0" tIns="0" rIns="0" bIns="0" anchor="ctr">
            <ns1:normAutofit fontScale="100000"/>
          </ns1:bodyPr>
          <ns1:lstStyle>
            <ns1:defPPr algn="l">
              <ns1:defRPr sz="1177">
                <ns1:solidFill>
                  <ns1:srgbClr val="E6EDF7"/>
                </ns1:solidFill>
                <ns1:latin typeface="Menlo"/>
                <ns1:ea typeface="Menlo"/>
                <ns1:cs typeface="Menlo"/>
              </ns1:defRPr>
            </ns1:defPPr>
            <ns1:lvl1pPr algn="l">
              <ns1:defRPr sz="1177">
                <ns1:solidFill>
                  <ns1:srgbClr val="E6EDF7"/>
                </ns1:solidFill>
                <ns1:latin typeface="Menlo"/>
                <ns1:ea typeface="Menlo"/>
                <ns1:cs typeface="Menlo"/>
              </ns1:defRPr>
            </ns1:lvl1pPr>
            <ns1:lvl2pPr algn="l">
              <ns1:defRPr sz="1177">
                <ns1:solidFill>
                  <ns1:srgbClr val="E6EDF7"/>
                </ns1:solidFill>
                <ns1:latin typeface="Menlo"/>
                <ns1:ea typeface="Menlo"/>
                <ns1:cs typeface="Menlo"/>
              </ns1:defRPr>
            </ns1:lvl2pPr>
            <ns1:lvl3pPr algn="l">
              <ns1:defRPr sz="1177">
                <ns1:solidFill>
                  <ns1:srgbClr val="E6EDF7"/>
                </ns1:solidFill>
                <ns1:latin typeface="Menlo"/>
                <ns1:ea typeface="Menlo"/>
                <ns1:cs typeface="Menlo"/>
              </ns1:defRPr>
            </ns1:lvl3pPr>
            <ns1:lvl4pPr algn="l">
              <ns1:defRPr sz="1177">
                <ns1:solidFill>
                  <ns1:srgbClr val="E6EDF7"/>
                </ns1:solidFill>
                <ns1:latin typeface="Menlo"/>
                <ns1:ea typeface="Menlo"/>
                <ns1:cs typeface="Menlo"/>
              </ns1:defRPr>
            </ns1:lvl4pPr>
            <ns1:lvl5pPr algn="l">
              <ns1:defRPr sz="1177">
                <ns1:solidFill>
                  <ns1:srgbClr val="E6EDF7"/>
                </ns1:solidFill>
                <ns1:latin typeface="Menlo"/>
                <ns1:ea typeface="Menlo"/>
                <ns1:cs typeface="Menlo"/>
              </ns1:defRPr>
            </ns1:lvl5pPr>
            <ns1:lvl6pPr algn="l">
              <ns1:defRPr sz="1177">
                <ns1:solidFill>
                  <ns1:srgbClr val="E6EDF7"/>
                </ns1:solidFill>
                <ns1:latin typeface="Menlo"/>
                <ns1:ea typeface="Menlo"/>
                <ns1:cs typeface="Menlo"/>
              </ns1:defRPr>
            </ns1:lvl6pPr>
            <ns1:lvl7pPr algn="l">
              <ns1:defRPr sz="1177">
                <ns1:solidFill>
                  <ns1:srgbClr val="E6EDF7"/>
                </ns1:solidFill>
                <ns1:latin typeface="Menlo"/>
                <ns1:ea typeface="Menlo"/>
                <ns1:cs typeface="Menlo"/>
              </ns1:defRPr>
            </ns1:lvl7pPr>
            <ns1:lvl8pPr algn="l">
              <ns1:defRPr sz="1177">
                <ns1:solidFill>
                  <ns1:srgbClr val="E6EDF7"/>
                </ns1:solidFill>
                <ns1:latin typeface="Menlo"/>
                <ns1:ea typeface="Menlo"/>
                <ns1:cs typeface="Menlo"/>
              </ns1:defRPr>
            </ns1:lvl8pPr>
            <ns1:lvl9pPr algn="l">
              <ns1:defRPr sz="1177">
                <ns1:solidFill>
                  <ns1:srgbClr val="E6EDF7"/>
                </ns1:solidFill>
                <ns1:latin typeface="Menlo"/>
                <ns1:ea typeface="Menlo"/>
                <ns1:cs typeface="Menlo"/>
              </ns1:defRPr>
            </ns1:lvl9pPr>
          </ns1:lstStyle>
          <ns1:p>
            <ns1:pPr algn="l">
              <ns1:defRPr sz="1177">
                <ns1:solidFill>
                  <ns1:srgbClr val="E6EDF7"/>
                </ns1:solidFill>
                <ns1:latin typeface="Menlo"/>
                <ns1:ea typeface="Menlo"/>
                <ns1:cs typeface="Menlo"/>
              </ns1:defRPr>
            </ns1:pPr>
            <ns1:r>
              <ns1:rPr sz="1177">
                <ns1:solidFill>
                  <ns1:srgbClr val="C792EA"/>
                </ns1:solidFill>
                <ns1:latin typeface="Menlo"/>
                <ns1:ea typeface="Menlo"/>
                <ns1:cs typeface="Menlo"/>
              </ns1:rPr>
              <ns1:t>const</ns1:t>
            </ns1:r>
            <ns1:r>
              <ns1:rPr sz="1177">
                <ns1:solidFill>
                  <ns1:srgbClr val="E6EDF7"/>
                </ns1:solidFill>
                <ns1:latin typeface="Menlo"/>
                <ns1:ea typeface="Menlo"/>
                <ns1:cs typeface="Menlo"/>
              </ns1:rPr>
              <ns1:t> </ns1:t>
            </ns1:r>
            <ns1:r>
              <ns1:rPr sz="1177">
                <ns1:solidFill>
                  <ns1:srgbClr val="E6EDF7"/>
                </ns1:solidFill>
                <ns1:latin typeface="Menlo"/>
                <ns1:ea typeface="Menlo"/>
                <ns1:cs typeface="Menlo"/>
              </ns1:rPr>
              <ns1:t>proofMessage</ns1:t>
            </ns1:r>
            <ns1:r>
              <ns1:rPr sz="1177">
                <ns1:solidFill>
                  <ns1:srgbClr val="E6EDF7"/>
                </ns1:solidFill>
                <ns1:latin typeface="Menlo"/>
                <ns1:ea typeface="Menlo"/>
                <ns1:cs typeface="Menlo"/>
              </ns1:rPr>
              <ns1:t> </ns1:t>
            </ns1:r>
            <ns1:r>
              <ns1:rPr sz="1177">
                <ns1:solidFill>
                  <ns1:srgbClr val="E6EDF7"/>
                </ns1:solidFill>
                <ns1:latin typeface="Menlo"/>
                <ns1:ea typeface="Menlo"/>
                <ns1:cs typeface="Menlo"/>
              </ns1:rPr>
              <ns1:t>=</ns1:t>
            </ns1:r>
          </ns1:p>
        </ns0:txBody>
      </ns0:sp>
      <ns0:sp>
        <ns0:nvSpPr>
          <ns0:cNvPr id="55" name="">
            <ns1:extLst>
              <ns1:ext uri="{FF2B5EF4-FFF2-40B4-BE49-F238E27FC236}">
                <ns2:creationId id="{BD3283B1-13A4-4B4A-8AF0-E124A326CE18}"/>
              </ns1:ext>
            </ns1:extLst>
          </ns0:cNvPr>
          <ns0:cNvSpPr>
            <ns1:spLocks noGrp="1"/>
          </ns0:cNvSpPr>
          <ns0:nvPr/>
        </ns0:nvSpPr>
        <ns0:spPr>
          <ns1:xfrm>
            <ns1:off x="971550" y="4364831"/>
            <ns1:ext cx="247650" cy="191691"/>
          </ns1:xfrm>
          <ns1:prstGeom prst="rect">
            <ns1:avLst/>
          </ns1:prstGeom>
          <ns1:noFill/>
          <ns1:ln w="0">
            <ns1:noFill/>
            <ns1:prstDash val="solid"/>
          </ns1:ln>
        </ns0:spPr>
        <ns0:txBody>
          <ns1:bodyPr lIns="0" tIns="0" rIns="0" bIns="0" anchor="ctr">
            <ns1:normAutofit fontScale="100000"/>
          </ns1:bodyPr>
          <ns1:lstStyle>
            <ns1:defPPr algn="r">
              <ns1:defRPr sz="1177" b="0">
                <ns1:solidFill>
                  <ns1:srgbClr val="647791"/>
                </ns1:solidFill>
                <ns1:latin typeface="Aptos"/>
                <ns1:ea typeface="Aptos"/>
                <ns1:cs typeface="Aptos"/>
              </ns1:defRPr>
            </ns1:defPPr>
            <ns1:lvl1pPr algn="r">
              <ns1:defRPr sz="1177" b="0">
                <ns1:solidFill>
                  <ns1:srgbClr val="647791"/>
                </ns1:solidFill>
                <ns1:latin typeface="Aptos"/>
                <ns1:ea typeface="Aptos"/>
                <ns1:cs typeface="Aptos"/>
              </ns1:defRPr>
            </ns1:lvl1pPr>
            <ns1:lvl2pPr algn="r">
              <ns1:defRPr sz="1177" b="0">
                <ns1:solidFill>
                  <ns1:srgbClr val="647791"/>
                </ns1:solidFill>
                <ns1:latin typeface="Aptos"/>
                <ns1:ea typeface="Aptos"/>
                <ns1:cs typeface="Aptos"/>
              </ns1:defRPr>
            </ns1:lvl2pPr>
            <ns1:lvl3pPr algn="r">
              <ns1:defRPr sz="1177" b="0">
                <ns1:solidFill>
                  <ns1:srgbClr val="647791"/>
                </ns1:solidFill>
                <ns1:latin typeface="Aptos"/>
                <ns1:ea typeface="Aptos"/>
                <ns1:cs typeface="Aptos"/>
              </ns1:defRPr>
            </ns1:lvl3pPr>
            <ns1:lvl4pPr algn="r">
              <ns1:defRPr sz="1177" b="0">
                <ns1:solidFill>
                  <ns1:srgbClr val="647791"/>
                </ns1:solidFill>
                <ns1:latin typeface="Aptos"/>
                <ns1:ea typeface="Aptos"/>
                <ns1:cs typeface="Aptos"/>
              </ns1:defRPr>
            </ns1:lvl4pPr>
            <ns1:lvl5pPr algn="r">
              <ns1:defRPr sz="1177" b="0">
                <ns1:solidFill>
                  <ns1:srgbClr val="647791"/>
                </ns1:solidFill>
                <ns1:latin typeface="Aptos"/>
                <ns1:ea typeface="Aptos"/>
                <ns1:cs typeface="Aptos"/>
              </ns1:defRPr>
            </ns1:lvl5pPr>
            <ns1:lvl6pPr algn="r">
              <ns1:defRPr sz="1177" b="0">
                <ns1:solidFill>
                  <ns1:srgbClr val="647791"/>
                </ns1:solidFill>
                <ns1:latin typeface="Aptos"/>
                <ns1:ea typeface="Aptos"/>
                <ns1:cs typeface="Aptos"/>
              </ns1:defRPr>
            </ns1:lvl6pPr>
            <ns1:lvl7pPr algn="r">
              <ns1:defRPr sz="1177" b="0">
                <ns1:solidFill>
                  <ns1:srgbClr val="647791"/>
                </ns1:solidFill>
                <ns1:latin typeface="Aptos"/>
                <ns1:ea typeface="Aptos"/>
                <ns1:cs typeface="Aptos"/>
              </ns1:defRPr>
            </ns1:lvl7pPr>
            <ns1:lvl8pPr algn="r">
              <ns1:defRPr sz="1177" b="0">
                <ns1:solidFill>
                  <ns1:srgbClr val="647791"/>
                </ns1:solidFill>
                <ns1:latin typeface="Aptos"/>
                <ns1:ea typeface="Aptos"/>
                <ns1:cs typeface="Aptos"/>
              </ns1:defRPr>
            </ns1:lvl8pPr>
            <ns1:lvl9pPr algn="r">
              <ns1:defRPr sz="1177" b="0">
                <ns1:solidFill>
                  <ns1:srgbClr val="647791"/>
                </ns1:solidFill>
                <ns1:latin typeface="Aptos"/>
                <ns1:ea typeface="Aptos"/>
                <ns1:cs typeface="Aptos"/>
              </ns1:defRPr>
            </ns1:lvl9pPr>
          </ns1:lstStyle>
          <ns1:p>
            <ns1:pPr algn="r">
              <ns1:defRPr sz="1177" b="0">
                <ns1:solidFill>
                  <ns1:srgbClr val="647791"/>
                </ns1:solidFill>
                <ns1:latin typeface="Aptos"/>
                <ns1:ea typeface="Aptos"/>
                <ns1:cs typeface="Aptos"/>
              </ns1:defRPr>
            </ns1:pPr>
            <ns1:r>
              <ns1:rPr sz="1177" b="0">
                <ns1:solidFill>
                  <ns1:srgbClr val="647791"/>
                </ns1:solidFill>
                <ns1:latin typeface="Aptos"/>
                <ns1:ea typeface="Aptos"/>
                <ns1:cs typeface="Aptos"/>
              </ns1:rPr>
              <ns1:t>03</ns1:t>
            </ns1:r>
          </ns1:p>
        </ns0:txBody>
      </ns0:sp>
      <ns0:sp>
        <ns0:nvSpPr>
          <ns0:cNvPr id="56" name="Código editable">
            <ns1:extLst>
              <ns1:ext uri="{FF2B5EF4-FFF2-40B4-BE49-F238E27FC236}">
                <ns2:creationId id="{AF63AEB4-9191-4186-9607-1C942B0AC766}"/>
              </ns1:ext>
            </ns1:extLst>
          </ns0:cNvPr>
          <ns0:cNvSpPr>
            <ns1:spLocks noGrp="1"/>
          </ns0:cNvSpPr>
          <ns0:nvPr/>
        </ns0:nvSpPr>
        <ns0:spPr>
          <ns1:xfrm>
            <ns1:off x="1343025" y="4364831"/>
            <ns1:ext cx="5419725" cy="191691"/>
          </ns1:xfrm>
          <ns1:prstGeom prst="rect">
            <ns1:avLst/>
          </ns1:prstGeom>
          <ns1:noFill/>
          <ns1:ln w="0">
            <ns1:noFill/>
            <ns1:prstDash val="solid"/>
          </ns1:ln>
        </ns0:spPr>
        <ns0:txBody>
          <ns1:bodyPr lIns="0" tIns="0" rIns="0" bIns="0" anchor="ctr">
            <ns1:normAutofit fontScale="100000"/>
          </ns1:bodyPr>
          <ns1:lstStyle>
            <ns1:defPPr algn="l">
              <ns1:defRPr sz="1177">
                <ns1:solidFill>
                  <ns1:srgbClr val="E6EDF7"/>
                </ns1:solidFill>
                <ns1:latin typeface="Menlo"/>
                <ns1:ea typeface="Menlo"/>
                <ns1:cs typeface="Menlo"/>
              </ns1:defRPr>
            </ns1:defPPr>
            <ns1:lvl1pPr algn="l">
              <ns1:defRPr sz="1177">
                <ns1:solidFill>
                  <ns1:srgbClr val="E6EDF7"/>
                </ns1:solidFill>
                <ns1:latin typeface="Menlo"/>
                <ns1:ea typeface="Menlo"/>
                <ns1:cs typeface="Menlo"/>
              </ns1:defRPr>
            </ns1:lvl1pPr>
            <ns1:lvl2pPr algn="l">
              <ns1:defRPr sz="1177">
                <ns1:solidFill>
                  <ns1:srgbClr val="E6EDF7"/>
                </ns1:solidFill>
                <ns1:latin typeface="Menlo"/>
                <ns1:ea typeface="Menlo"/>
                <ns1:cs typeface="Menlo"/>
              </ns1:defRPr>
            </ns1:lvl2pPr>
            <ns1:lvl3pPr algn="l">
              <ns1:defRPr sz="1177">
                <ns1:solidFill>
                  <ns1:srgbClr val="E6EDF7"/>
                </ns1:solidFill>
                <ns1:latin typeface="Menlo"/>
                <ns1:ea typeface="Menlo"/>
                <ns1:cs typeface="Menlo"/>
              </ns1:defRPr>
            </ns1:lvl3pPr>
            <ns1:lvl4pPr algn="l">
              <ns1:defRPr sz="1177">
                <ns1:solidFill>
                  <ns1:srgbClr val="E6EDF7"/>
                </ns1:solidFill>
                <ns1:latin typeface="Menlo"/>
                <ns1:ea typeface="Menlo"/>
                <ns1:cs typeface="Menlo"/>
              </ns1:defRPr>
            </ns1:lvl4pPr>
            <ns1:lvl5pPr algn="l">
              <ns1:defRPr sz="1177">
                <ns1:solidFill>
                  <ns1:srgbClr val="E6EDF7"/>
                </ns1:solidFill>
                <ns1:latin typeface="Menlo"/>
                <ns1:ea typeface="Menlo"/>
                <ns1:cs typeface="Menlo"/>
              </ns1:defRPr>
            </ns1:lvl5pPr>
            <ns1:lvl6pPr algn="l">
              <ns1:defRPr sz="1177">
                <ns1:solidFill>
                  <ns1:srgbClr val="E6EDF7"/>
                </ns1:solidFill>
                <ns1:latin typeface="Menlo"/>
                <ns1:ea typeface="Menlo"/>
                <ns1:cs typeface="Menlo"/>
              </ns1:defRPr>
            </ns1:lvl6pPr>
            <ns1:lvl7pPr algn="l">
              <ns1:defRPr sz="1177">
                <ns1:solidFill>
                  <ns1:srgbClr val="E6EDF7"/>
                </ns1:solidFill>
                <ns1:latin typeface="Menlo"/>
                <ns1:ea typeface="Menlo"/>
                <ns1:cs typeface="Menlo"/>
              </ns1:defRPr>
            </ns1:lvl7pPr>
            <ns1:lvl8pPr algn="l">
              <ns1:defRPr sz="1177">
                <ns1:solidFill>
                  <ns1:srgbClr val="E6EDF7"/>
                </ns1:solidFill>
                <ns1:latin typeface="Menlo"/>
                <ns1:ea typeface="Menlo"/>
                <ns1:cs typeface="Menlo"/>
              </ns1:defRPr>
            </ns1:lvl8pPr>
            <ns1:lvl9pPr algn="l">
              <ns1:defRPr sz="1177">
                <ns1:solidFill>
                  <ns1:srgbClr val="E6EDF7"/>
                </ns1:solidFill>
                <ns1:latin typeface="Menlo"/>
                <ns1:ea typeface="Menlo"/>
                <ns1:cs typeface="Menlo"/>
              </ns1:defRPr>
            </ns1:lvl9pPr>
          </ns1:lstStyle>
          <ns1:p>
            <ns1:pPr algn="l">
              <ns1:defRPr sz="1177">
                <ns1:solidFill>
                  <ns1:srgbClr val="E6EDF7"/>
                </ns1:solidFill>
                <ns1:latin typeface="Menlo"/>
                <ns1:ea typeface="Menlo"/>
                <ns1:cs typeface="Menlo"/>
              </ns1:defRPr>
            </ns1:pPr>
            <ns1:r>
              <ns1:rPr sz="1177">
                <ns1:solidFill>
                  <ns1:srgbClr val="E6EDF7"/>
                </ns1:solidFill>
                <ns1:latin typeface="Menlo"/>
                <ns1:ea typeface="Menlo"/>
                <ns1:cs typeface="Menlo"/>
              </ns1:rPr>
              <ns1:t>  </ns1:t>
            </ns1:r>
            <ns1:r>
              <ns1:rPr sz="1177">
                <ns1:solidFill>
                  <ns1:srgbClr val="A8D88A"/>
                </ns1:solidFill>
                <ns1:latin typeface="Menlo"/>
                <ns1:ea typeface="Menlo"/>
                <ns1:cs typeface="Menlo"/>
              </ns1:rPr>
              <ns1:t>`attendance.${request.params.id}.${student.id}`</ns1:t>
            </ns1:r>
          </ns1:p>
        </ns0:txBody>
      </ns0:sp>
      <ns0:sp>
        <ns0:nvSpPr>
          <ns0:cNvPr id="57" name="">
            <ns1:extLst>
              <ns1:ext uri="{FF2B5EF4-FFF2-40B4-BE49-F238E27FC236}">
                <ns2:creationId id="{33D6A2A0-4A29-4981-89E8-F5C8D444D648}"/>
              </ns1:ext>
            </ns1:extLst>
          </ns0:cNvPr>
          <ns0:cNvSpPr>
            <ns1:spLocks noGrp="1"/>
          </ns0:cNvSpPr>
          <ns0:nvPr/>
        </ns0:nvSpPr>
        <ns0:spPr>
          <ns1:xfrm>
            <ns1:off x="971550" y="4556522"/>
            <ns1:ext cx="247650" cy="191691"/>
          </ns1:xfrm>
          <ns1:prstGeom prst="rect">
            <ns1:avLst/>
          </ns1:prstGeom>
          <ns1:noFill/>
          <ns1:ln w="0">
            <ns1:noFill/>
            <ns1:prstDash val="solid"/>
          </ns1:ln>
        </ns0:spPr>
        <ns0:txBody>
          <ns1:bodyPr lIns="0" tIns="0" rIns="0" bIns="0" anchor="ctr">
            <ns1:normAutofit fontScale="100000"/>
          </ns1:bodyPr>
          <ns1:lstStyle>
            <ns1:defPPr algn="r">
              <ns1:defRPr sz="1177" b="0">
                <ns1:solidFill>
                  <ns1:srgbClr val="647791"/>
                </ns1:solidFill>
                <ns1:latin typeface="Aptos"/>
                <ns1:ea typeface="Aptos"/>
                <ns1:cs typeface="Aptos"/>
              </ns1:defRPr>
            </ns1:defPPr>
            <ns1:lvl1pPr algn="r">
              <ns1:defRPr sz="1177" b="0">
                <ns1:solidFill>
                  <ns1:srgbClr val="647791"/>
                </ns1:solidFill>
                <ns1:latin typeface="Aptos"/>
                <ns1:ea typeface="Aptos"/>
                <ns1:cs typeface="Aptos"/>
              </ns1:defRPr>
            </ns1:lvl1pPr>
            <ns1:lvl2pPr algn="r">
              <ns1:defRPr sz="1177" b="0">
                <ns1:solidFill>
                  <ns1:srgbClr val="647791"/>
                </ns1:solidFill>
                <ns1:latin typeface="Aptos"/>
                <ns1:ea typeface="Aptos"/>
                <ns1:cs typeface="Aptos"/>
              </ns1:defRPr>
            </ns1:lvl2pPr>
            <ns1:lvl3pPr algn="r">
              <ns1:defRPr sz="1177" b="0">
                <ns1:solidFill>
                  <ns1:srgbClr val="647791"/>
                </ns1:solidFill>
                <ns1:latin typeface="Aptos"/>
                <ns1:ea typeface="Aptos"/>
                <ns1:cs typeface="Aptos"/>
              </ns1:defRPr>
            </ns1:lvl3pPr>
            <ns1:lvl4pPr algn="r">
              <ns1:defRPr sz="1177" b="0">
                <ns1:solidFill>
                  <ns1:srgbClr val="647791"/>
                </ns1:solidFill>
                <ns1:latin typeface="Aptos"/>
                <ns1:ea typeface="Aptos"/>
                <ns1:cs typeface="Aptos"/>
              </ns1:defRPr>
            </ns1:lvl4pPr>
            <ns1:lvl5pPr algn="r">
              <ns1:defRPr sz="1177" b="0">
                <ns1:solidFill>
                  <ns1:srgbClr val="647791"/>
                </ns1:solidFill>
                <ns1:latin typeface="Aptos"/>
                <ns1:ea typeface="Aptos"/>
                <ns1:cs typeface="Aptos"/>
              </ns1:defRPr>
            </ns1:lvl5pPr>
            <ns1:lvl6pPr algn="r">
              <ns1:defRPr sz="1177" b="0">
                <ns1:solidFill>
                  <ns1:srgbClr val="647791"/>
                </ns1:solidFill>
                <ns1:latin typeface="Aptos"/>
                <ns1:ea typeface="Aptos"/>
                <ns1:cs typeface="Aptos"/>
              </ns1:defRPr>
            </ns1:lvl6pPr>
            <ns1:lvl7pPr algn="r">
              <ns1:defRPr sz="1177" b="0">
                <ns1:solidFill>
                  <ns1:srgbClr val="647791"/>
                </ns1:solidFill>
                <ns1:latin typeface="Aptos"/>
                <ns1:ea typeface="Aptos"/>
                <ns1:cs typeface="Aptos"/>
              </ns1:defRPr>
            </ns1:lvl7pPr>
            <ns1:lvl8pPr algn="r">
              <ns1:defRPr sz="1177" b="0">
                <ns1:solidFill>
                  <ns1:srgbClr val="647791"/>
                </ns1:solidFill>
                <ns1:latin typeface="Aptos"/>
                <ns1:ea typeface="Aptos"/>
                <ns1:cs typeface="Aptos"/>
              </ns1:defRPr>
            </ns1:lvl8pPr>
            <ns1:lvl9pPr algn="r">
              <ns1:defRPr sz="1177" b="0">
                <ns1:solidFill>
                  <ns1:srgbClr val="647791"/>
                </ns1:solidFill>
                <ns1:latin typeface="Aptos"/>
                <ns1:ea typeface="Aptos"/>
                <ns1:cs typeface="Aptos"/>
              </ns1:defRPr>
            </ns1:lvl9pPr>
          </ns1:lstStyle>
          <ns1:p>
            <ns1:pPr algn="r">
              <ns1:defRPr sz="1177" b="0">
                <ns1:solidFill>
                  <ns1:srgbClr val="647791"/>
                </ns1:solidFill>
                <ns1:latin typeface="Aptos"/>
                <ns1:ea typeface="Aptos"/>
                <ns1:cs typeface="Aptos"/>
              </ns1:defRPr>
            </ns1:pPr>
            <ns1:r>
              <ns1:rPr sz="1177" b="0">
                <ns1:solidFill>
                  <ns1:srgbClr val="647791"/>
                </ns1:solidFill>
                <ns1:latin typeface="Aptos"/>
                <ns1:ea typeface="Aptos"/>
                <ns1:cs typeface="Aptos"/>
              </ns1:rPr>
              <ns1:t>04</ns1:t>
            </ns1:r>
          </ns1:p>
        </ns0:txBody>
      </ns0:sp>
      <ns0:sp>
        <ns0:nvSpPr>
          <ns0:cNvPr id="58" name="Código editable">
            <ns1:extLst>
              <ns1:ext uri="{FF2B5EF4-FFF2-40B4-BE49-F238E27FC236}">
                <ns2:creationId id="{FA57730E-AE27-430E-B4E5-27D92B7A7C64}"/>
              </ns1:ext>
            </ns1:extLst>
          </ns0:cNvPr>
          <ns0:cNvSpPr>
            <ns1:spLocks noGrp="1"/>
          </ns0:cNvSpPr>
          <ns0:nvPr/>
        </ns0:nvSpPr>
        <ns0:spPr>
          <ns1:xfrm>
            <ns1:off x="1343025" y="4556522"/>
            <ns1:ext cx="5419725" cy="191691"/>
          </ns1:xfrm>
          <ns1:prstGeom prst="rect">
            <ns1:avLst/>
          </ns1:prstGeom>
          <ns1:noFill/>
          <ns1:ln w="0">
            <ns1:noFill/>
            <ns1:prstDash val="solid"/>
          </ns1:ln>
        </ns0:spPr>
        <ns0:txBody>
          <ns1:bodyPr lIns="0" tIns="0" rIns="0" bIns="0" anchor="ctr">
            <ns1:normAutofit fontScale="100000"/>
          </ns1:bodyPr>
          <ns1:lstStyle>
            <ns1:defPPr algn="l">
              <ns1:defRPr sz="1177">
                <ns1:solidFill>
                  <ns1:srgbClr val="E6EDF7"/>
                </ns1:solidFill>
                <ns1:latin typeface="Menlo"/>
                <ns1:ea typeface="Menlo"/>
                <ns1:cs typeface="Menlo"/>
              </ns1:defRPr>
            </ns1:defPPr>
            <ns1:lvl1pPr algn="l">
              <ns1:defRPr sz="1177">
                <ns1:solidFill>
                  <ns1:srgbClr val="E6EDF7"/>
                </ns1:solidFill>
                <ns1:latin typeface="Menlo"/>
                <ns1:ea typeface="Menlo"/>
                <ns1:cs typeface="Menlo"/>
              </ns1:defRPr>
            </ns1:lvl1pPr>
            <ns1:lvl2pPr algn="l">
              <ns1:defRPr sz="1177">
                <ns1:solidFill>
                  <ns1:srgbClr val="E6EDF7"/>
                </ns1:solidFill>
                <ns1:latin typeface="Menlo"/>
                <ns1:ea typeface="Menlo"/>
                <ns1:cs typeface="Menlo"/>
              </ns1:defRPr>
            </ns1:lvl2pPr>
            <ns1:lvl3pPr algn="l">
              <ns1:defRPr sz="1177">
                <ns1:solidFill>
                  <ns1:srgbClr val="E6EDF7"/>
                </ns1:solidFill>
                <ns1:latin typeface="Menlo"/>
                <ns1:ea typeface="Menlo"/>
                <ns1:cs typeface="Menlo"/>
              </ns1:defRPr>
            </ns1:lvl3pPr>
            <ns1:lvl4pPr algn="l">
              <ns1:defRPr sz="1177">
                <ns1:solidFill>
                  <ns1:srgbClr val="E6EDF7"/>
                </ns1:solidFill>
                <ns1:latin typeface="Menlo"/>
                <ns1:ea typeface="Menlo"/>
                <ns1:cs typeface="Menlo"/>
              </ns1:defRPr>
            </ns1:lvl4pPr>
            <ns1:lvl5pPr algn="l">
              <ns1:defRPr sz="1177">
                <ns1:solidFill>
                  <ns1:srgbClr val="E6EDF7"/>
                </ns1:solidFill>
                <ns1:latin typeface="Menlo"/>
                <ns1:ea typeface="Menlo"/>
                <ns1:cs typeface="Menlo"/>
              </ns1:defRPr>
            </ns1:lvl5pPr>
            <ns1:lvl6pPr algn="l">
              <ns1:defRPr sz="1177">
                <ns1:solidFill>
                  <ns1:srgbClr val="E6EDF7"/>
                </ns1:solidFill>
                <ns1:latin typeface="Menlo"/>
                <ns1:ea typeface="Menlo"/>
                <ns1:cs typeface="Menlo"/>
              </ns1:defRPr>
            </ns1:lvl6pPr>
            <ns1:lvl7pPr algn="l">
              <ns1:defRPr sz="1177">
                <ns1:solidFill>
                  <ns1:srgbClr val="E6EDF7"/>
                </ns1:solidFill>
                <ns1:latin typeface="Menlo"/>
                <ns1:ea typeface="Menlo"/>
                <ns1:cs typeface="Menlo"/>
              </ns1:defRPr>
            </ns1:lvl7pPr>
            <ns1:lvl8pPr algn="l">
              <ns1:defRPr sz="1177">
                <ns1:solidFill>
                  <ns1:srgbClr val="E6EDF7"/>
                </ns1:solidFill>
                <ns1:latin typeface="Menlo"/>
                <ns1:ea typeface="Menlo"/>
                <ns1:cs typeface="Menlo"/>
              </ns1:defRPr>
            </ns1:lvl8pPr>
            <ns1:lvl9pPr algn="l">
              <ns1:defRPr sz="1177">
                <ns1:solidFill>
                  <ns1:srgbClr val="E6EDF7"/>
                </ns1:solidFill>
                <ns1:latin typeface="Menlo"/>
                <ns1:ea typeface="Menlo"/>
                <ns1:cs typeface="Menlo"/>
              </ns1:defRPr>
            </ns1:lvl9pPr>
          </ns1:lstStyle>
          <ns1:p>
            <ns1:pPr algn="l">
              <ns1:defRPr sz="1177">
                <ns1:solidFill>
                  <ns1:srgbClr val="E6EDF7"/>
                </ns1:solidFill>
                <ns1:latin typeface="Menlo"/>
                <ns1:ea typeface="Menlo"/>
                <ns1:cs typeface="Menlo"/>
              </ns1:defRPr>
            </ns1:pPr>
            <ns1:r>
              <ns1:rPr sz="1177">
                <ns1:solidFill>
                  <ns1:srgbClr val="C792EA"/>
                </ns1:solidFill>
                <ns1:latin typeface="Menlo"/>
                <ns1:ea typeface="Menlo"/>
                <ns1:cs typeface="Menlo"/>
              </ns1:rPr>
              <ns1:t>if</ns1:t>
            </ns1:r>
            <ns1:r>
              <ns1:rPr sz="1177">
                <ns1:solidFill>
                  <ns1:srgbClr val="E6EDF7"/>
                </ns1:solidFill>
                <ns1:latin typeface="Menlo"/>
                <ns1:ea typeface="Menlo"/>
                <ns1:cs typeface="Menlo"/>
              </ns1:rPr>
              <ns1:t> </ns1:t>
            </ns1:r>
            <ns1:r>
              <ns1:rPr sz="1177">
                <ns1:solidFill>
                  <ns1:srgbClr val="E6EDF7"/>
                </ns1:solidFill>
                <ns1:latin typeface="Menlo"/>
                <ns1:ea typeface="Menlo"/>
                <ns1:cs typeface="Menlo"/>
              </ns1:rPr>
              <ns1:t>(</ns1:t>
            </ns1:r>
            <ns1:r>
              <ns1:rPr sz="1177">
                <ns1:solidFill>
                  <ns1:srgbClr val="E6EDF7"/>
                </ns1:solidFill>
                <ns1:latin typeface="Menlo"/>
                <ns1:ea typeface="Menlo"/>
                <ns1:cs typeface="Menlo"/>
              </ns1:rPr>
              <ns1:t>!</ns1:t>
            </ns1:r>
            <ns1:r>
              <ns1:rPr sz="1177">
                <ns1:solidFill>
                  <ns1:srgbClr val="E6EDF7"/>
                </ns1:solidFill>
                <ns1:latin typeface="Menlo"/>
                <ns1:ea typeface="Menlo"/>
                <ns1:cs typeface="Menlo"/>
              </ns1:rPr>
              <ns1:t>verify</ns1:t>
            </ns1:r>
            <ns1:r>
              <ns1:rPr sz="1177">
                <ns1:solidFill>
                  <ns1:srgbClr val="E6EDF7"/>
                </ns1:solidFill>
                <ns1:latin typeface="Menlo"/>
                <ns1:ea typeface="Menlo"/>
                <ns1:cs typeface="Menlo"/>
              </ns1:rPr>
              <ns1:t>(</ns1:t>
            </ns1:r>
            <ns1:r>
              <ns1:rPr sz="1177">
                <ns1:solidFill>
                  <ns1:srgbClr val="C792EA"/>
                </ns1:solidFill>
                <ns1:latin typeface="Menlo"/>
                <ns1:ea typeface="Menlo"/>
                <ns1:cs typeface="Menlo"/>
              </ns1:rPr>
              <ns1:t>null</ns1:t>
            </ns1:r>
            <ns1:r>
              <ns1:rPr sz="1177">
                <ns1:solidFill>
                  <ns1:srgbClr val="E6EDF7"/>
                </ns1:solidFill>
                <ns1:latin typeface="Menlo"/>
                <ns1:ea typeface="Menlo"/>
                <ns1:cs typeface="Menlo"/>
              </ns1:rPr>
              <ns1:t>,</ns1:t>
            </ns1:r>
            <ns1:r>
              <ns1:rPr sz="1177">
                <ns1:solidFill>
                  <ns1:srgbClr val="E6EDF7"/>
                </ns1:solidFill>
                <ns1:latin typeface="Menlo"/>
                <ns1:ea typeface="Menlo"/>
                <ns1:cs typeface="Menlo"/>
              </ns1:rPr>
              <ns1:t> </ns1:t>
            </ns1:r>
            <ns1:r>
              <ns1:rPr sz="1177">
                <ns1:solidFill>
                  <ns1:srgbClr val="72839B"/>
                </ns1:solidFill>
                <ns1:latin typeface="Menlo"/>
                <ns1:ea typeface="Menlo"/>
                <ns1:cs typeface="Menlo"/>
              </ns1:rPr>
              <ns1:t>// valida la firma Ed25519</ns1:t>
            </ns1:r>
          </ns1:p>
        </ns0:txBody>
      </ns0:sp>
      <ns0:sp>
        <ns0:nvSpPr>
          <ns0:cNvPr id="59" name="">
            <ns1:extLst>
              <ns1:ext uri="{FF2B5EF4-FFF2-40B4-BE49-F238E27FC236}">
                <ns2:creationId id="{E178BDB2-91B1-44F8-B3FA-BB35EC4827D0}"/>
              </ns1:ext>
            </ns1:extLst>
          </ns0:cNvPr>
          <ns0:cNvSpPr>
            <ns1:spLocks noGrp="1"/>
          </ns0:cNvSpPr>
          <ns0:nvPr/>
        </ns0:nvSpPr>
        <ns0:spPr>
          <ns1:xfrm>
            <ns1:off x="1295400" y="4738688"/>
            <ns1:ext cx="5495925" cy="191691"/>
          </ns1:xfrm>
          <ns1:prstGeom prst="rect">
            <ns1:avLst/>
          </ns1:prstGeom>
          <ns1:solidFill>
            <ns1:srgbClr val="15243A"/>
          </ns1:solidFill>
          <ns1:ln w="0">
            <ns1:noFill/>
            <ns1:prstDash val="solid"/>
          </ns1:ln>
        </ns0:spPr>
      </ns0:sp>
      <ns0:sp>
        <ns0:nvSpPr>
          <ns0:cNvPr id="60" name="">
            <ns1:extLst>
              <ns1:ext uri="{FF2B5EF4-FFF2-40B4-BE49-F238E27FC236}">
                <ns2:creationId id="{D496744C-3F85-49CA-ACB1-571063140B37}"/>
              </ns1:ext>
            </ns1:extLst>
          </ns0:cNvPr>
          <ns0:cNvSpPr>
            <ns1:spLocks noGrp="1"/>
          </ns0:cNvSpPr>
          <ns0:nvPr/>
        </ns0:nvSpPr>
        <ns0:spPr>
          <ns1:xfrm>
            <ns1:off x="904875" y="4748213"/>
            <ns1:ext cx="190500" cy="191691"/>
          </ns1:xfrm>
          <ns1:prstGeom prst="rect">
            <ns1:avLst/>
          </ns1:prstGeom>
          <ns1:noFill/>
          <ns1:ln w="0">
            <ns1:noFill/>
            <ns1:prstDash val="solid"/>
          </ns1:ln>
        </ns0:spPr>
        <ns0:txBody>
          <ns1:bodyPr lIns="0" tIns="0" rIns="0" bIns="0" anchor="ctr">
            <ns1:normAutofit fontScale="100000"/>
          </ns1:bodyPr>
          <ns1:lstStyle>
            <ns1:defPPr algn="r">
              <ns1:defRPr sz="825" b="0">
                <ns1:solidFill>
                  <ns1:srgbClr val="647791"/>
                </ns1:solidFill>
                <ns1:latin typeface="Aptos"/>
                <ns1:ea typeface="Aptos"/>
                <ns1:cs typeface="Aptos"/>
              </ns1:defRPr>
            </ns1:defPPr>
            <ns1:lvl1pPr algn="r">
              <ns1:defRPr sz="825" b="0">
                <ns1:solidFill>
                  <ns1:srgbClr val="647791"/>
                </ns1:solidFill>
                <ns1:latin typeface="Aptos"/>
                <ns1:ea typeface="Aptos"/>
                <ns1:cs typeface="Aptos"/>
              </ns1:defRPr>
            </ns1:lvl1pPr>
            <ns1:lvl2pPr algn="r">
              <ns1:defRPr sz="825" b="0">
                <ns1:solidFill>
                  <ns1:srgbClr val="647791"/>
                </ns1:solidFill>
                <ns1:latin typeface="Aptos"/>
                <ns1:ea typeface="Aptos"/>
                <ns1:cs typeface="Aptos"/>
              </ns1:defRPr>
            </ns1:lvl2pPr>
            <ns1:lvl3pPr algn="r">
              <ns1:defRPr sz="825" b="0">
                <ns1:solidFill>
                  <ns1:srgbClr val="647791"/>
                </ns1:solidFill>
                <ns1:latin typeface="Aptos"/>
                <ns1:ea typeface="Aptos"/>
                <ns1:cs typeface="Aptos"/>
              </ns1:defRPr>
            </ns1:lvl3pPr>
            <ns1:lvl4pPr algn="r">
              <ns1:defRPr sz="825" b="0">
                <ns1:solidFill>
                  <ns1:srgbClr val="647791"/>
                </ns1:solidFill>
                <ns1:latin typeface="Aptos"/>
                <ns1:ea typeface="Aptos"/>
                <ns1:cs typeface="Aptos"/>
              </ns1:defRPr>
            </ns1:lvl4pPr>
            <ns1:lvl5pPr algn="r">
              <ns1:defRPr sz="825" b="0">
                <ns1:solidFill>
                  <ns1:srgbClr val="647791"/>
                </ns1:solidFill>
                <ns1:latin typeface="Aptos"/>
                <ns1:ea typeface="Aptos"/>
                <ns1:cs typeface="Aptos"/>
              </ns1:defRPr>
            </ns1:lvl5pPr>
            <ns1:lvl6pPr algn="r">
              <ns1:defRPr sz="825" b="0">
                <ns1:solidFill>
                  <ns1:srgbClr val="647791"/>
                </ns1:solidFill>
                <ns1:latin typeface="Aptos"/>
                <ns1:ea typeface="Aptos"/>
                <ns1:cs typeface="Aptos"/>
              </ns1:defRPr>
            </ns1:lvl6pPr>
            <ns1:lvl7pPr algn="r">
              <ns1:defRPr sz="825" b="0">
                <ns1:solidFill>
                  <ns1:srgbClr val="647791"/>
                </ns1:solidFill>
                <ns1:latin typeface="Aptos"/>
                <ns1:ea typeface="Aptos"/>
                <ns1:cs typeface="Aptos"/>
              </ns1:defRPr>
            </ns1:lvl7pPr>
            <ns1:lvl8pPr algn="r">
              <ns1:defRPr sz="825" b="0">
                <ns1:solidFill>
                  <ns1:srgbClr val="647791"/>
                </ns1:solidFill>
                <ns1:latin typeface="Aptos"/>
                <ns1:ea typeface="Aptos"/>
                <ns1:cs typeface="Aptos"/>
              </ns1:defRPr>
            </ns1:lvl8pPr>
            <ns1:lvl9pPr algn="r">
              <ns1:defRPr sz="825" b="0">
                <ns1:solidFill>
                  <ns1:srgbClr val="647791"/>
                </ns1:solidFill>
                <ns1:latin typeface="Aptos"/>
                <ns1:ea typeface="Aptos"/>
                <ns1:cs typeface="Aptos"/>
              </ns1:defRPr>
            </ns1:lvl9pPr>
          </ns1:lstStyle>
          <ns1:p>
            <ns1:pPr algn="r">
              <ns1:defRPr sz="825" b="0">
                <ns1:solidFill>
                  <ns1:srgbClr val="647791"/>
                </ns1:solidFill>
                <ns1:latin typeface="Aptos"/>
                <ns1:ea typeface="Aptos"/>
                <ns1:cs typeface="Aptos"/>
              </ns1:defRPr>
            </ns1:pPr>
            <ns1:r>
              <ns1:rPr sz="825" b="0">
                <ns1:solidFill>
                  <ns1:srgbClr val="647791"/>
                </ns1:solidFill>
                <ns1:latin typeface="Aptos"/>
                <ns1:ea typeface="Aptos"/>
                <ns1:cs typeface="Aptos"/>
              </ns1:rPr>
              <ns1:t>05</ns1:t>
            </ns1:r>
          </ns1:p>
        </ns0:txBody>
      </ns0:sp>
      <ns0:sp>
        <ns0:nvSpPr>
          <ns0:cNvPr id="61" name="">
            <ns1:extLst>
              <ns1:ext uri="{FF2B5EF4-FFF2-40B4-BE49-F238E27FC236}">
                <ns2:creationId id="{C4F7907F-C8FC-45FC-98FA-B13472F20DF7}"/>
              </ns1:ext>
            </ns1:extLst>
          </ns0:cNvPr>
          <ns0:cNvSpPr>
            <ns1:spLocks noGrp="1"/>
          </ns0:cNvSpPr>
          <ns0:nvPr/>
        </ns0:nvSpPr>
        <ns0:spPr>
          <ns1:xfrm>
            <ns1:off x="1295400" y="4738688"/>
            <ns1:ext cx="28575" cy="191691"/>
          </ns1:xfrm>
          <ns1:prstGeom prst="rect">
            <ns1:avLst/>
          </ns1:prstGeom>
          <ns1:solidFill>
            <ns1:srgbClr val="23836E"/>
          </ns1:solidFill>
          <ns1:ln w="0">
            <ns1:noFill/>
            <ns1:prstDash val="solid"/>
          </ns1:ln>
        </ns0:spPr>
      </ns0:sp>
      <ns0:sp>
        <ns0:nvSpPr>
          <ns0:cNvPr id="62" name="">
            <ns1:extLst>
              <ns1:ext uri="{FF2B5EF4-FFF2-40B4-BE49-F238E27FC236}">
                <ns2:creationId id="{5C6AD67A-D61E-4C63-8CEC-DC61F0970497}"/>
              </ns1:ext>
            </ns1:extLst>
          </ns0:cNvPr>
          <ns0:cNvSpPr>
            <ns1:spLocks noGrp="1"/>
          </ns0:cNvSpPr>
          <ns0:nvPr/>
        </ns0:nvSpPr>
        <ns0:spPr>
          <ns1:xfrm>
            <ns1:off x="1133475" y="4753570"/>
            <ns1:ext cx="171450" cy="171450"/>
          </ns1:xfrm>
          <ns1:prstGeom prst="ellipse">
            <ns1:avLst/>
          </ns1:prstGeom>
          <ns1:solidFill>
            <ns1:srgbClr val="23836E"/>
          </ns1:solidFill>
          <ns1:ln w="0">
            <ns1:noFill/>
            <ns1:prstDash val="solid"/>
          </ns1:ln>
        </ns0:spPr>
      </ns0:sp>
      <ns0:sp>
        <ns0:nvSpPr>
          <ns0:cNvPr id="63" name="">
            <ns1:extLst>
              <ns1:ext uri="{FF2B5EF4-FFF2-40B4-BE49-F238E27FC236}">
                <ns2:creationId id="{E7B3A8E4-50DE-410D-BE1A-A67F76E57024}"/>
              </ns1:ext>
            </ns1:extLst>
          </ns0:cNvPr>
          <ns0:cNvSpPr>
            <ns1:spLocks noGrp="1"/>
          </ns0:cNvSpPr>
          <ns0:nvPr/>
        </ns0:nvSpPr>
        <ns0:spPr>
          <ns1:xfrm>
            <ns1:off x="1133475" y="4753570"/>
            <ns1:ext cx="171450" cy="171450"/>
          </ns1:xfrm>
          <ns1:prstGeom prst="rect">
            <ns1:avLst/>
          </ns1:prstGeom>
          <ns1:noFill/>
          <ns1:ln w="0">
            <ns1:noFill/>
            <ns1:prstDash val="solid"/>
          </ns1:ln>
        </ns0:spPr>
        <ns0:txBody>
          <ns1:bodyPr lIns="0" tIns="0" rIns="0" bIns="0" anchor="ctr">
            <ns1:normAutofit fontScale="100000"/>
          </ns1:bodyPr>
          <ns1:lstStyle>
            <ns1:defPPr algn="ctr">
              <ns1:defRPr sz="825" b="1">
                <ns1:solidFill>
                  <ns1:srgbClr val="FFFFFF"/>
                </ns1:solidFill>
                <ns1:latin typeface="Aptos"/>
                <ns1:ea typeface="Aptos"/>
                <ns1:cs typeface="Aptos"/>
              </ns1:defRPr>
            </ns1:defPPr>
            <ns1:lvl1pPr algn="ctr">
              <ns1:defRPr sz="825" b="1">
                <ns1:solidFill>
                  <ns1:srgbClr val="FFFFFF"/>
                </ns1:solidFill>
                <ns1:latin typeface="Aptos"/>
                <ns1:ea typeface="Aptos"/>
                <ns1:cs typeface="Aptos"/>
              </ns1:defRPr>
            </ns1:lvl1pPr>
            <ns1:lvl2pPr algn="ctr">
              <ns1:defRPr sz="825" b="1">
                <ns1:solidFill>
                  <ns1:srgbClr val="FFFFFF"/>
                </ns1:solidFill>
                <ns1:latin typeface="Aptos"/>
                <ns1:ea typeface="Aptos"/>
                <ns1:cs typeface="Aptos"/>
              </ns1:defRPr>
            </ns1:lvl2pPr>
            <ns1:lvl3pPr algn="ctr">
              <ns1:defRPr sz="825" b="1">
                <ns1:solidFill>
                  <ns1:srgbClr val="FFFFFF"/>
                </ns1:solidFill>
                <ns1:latin typeface="Aptos"/>
                <ns1:ea typeface="Aptos"/>
                <ns1:cs typeface="Aptos"/>
              </ns1:defRPr>
            </ns1:lvl3pPr>
            <ns1:lvl4pPr algn="ctr">
              <ns1:defRPr sz="825" b="1">
                <ns1:solidFill>
                  <ns1:srgbClr val="FFFFFF"/>
                </ns1:solidFill>
                <ns1:latin typeface="Aptos"/>
                <ns1:ea typeface="Aptos"/>
                <ns1:cs typeface="Aptos"/>
              </ns1:defRPr>
            </ns1:lvl4pPr>
            <ns1:lvl5pPr algn="ctr">
              <ns1:defRPr sz="825" b="1">
                <ns1:solidFill>
                  <ns1:srgbClr val="FFFFFF"/>
                </ns1:solidFill>
                <ns1:latin typeface="Aptos"/>
                <ns1:ea typeface="Aptos"/>
                <ns1:cs typeface="Aptos"/>
              </ns1:defRPr>
            </ns1:lvl5pPr>
            <ns1:lvl6pPr algn="ctr">
              <ns1:defRPr sz="825" b="1">
                <ns1:solidFill>
                  <ns1:srgbClr val="FFFFFF"/>
                </ns1:solidFill>
                <ns1:latin typeface="Aptos"/>
                <ns1:ea typeface="Aptos"/>
                <ns1:cs typeface="Aptos"/>
              </ns1:defRPr>
            </ns1:lvl6pPr>
            <ns1:lvl7pPr algn="ctr">
              <ns1:defRPr sz="825" b="1">
                <ns1:solidFill>
                  <ns1:srgbClr val="FFFFFF"/>
                </ns1:solidFill>
                <ns1:latin typeface="Aptos"/>
                <ns1:ea typeface="Aptos"/>
                <ns1:cs typeface="Aptos"/>
              </ns1:defRPr>
            </ns1:lvl7pPr>
            <ns1:lvl8pPr algn="ctr">
              <ns1:defRPr sz="825" b="1">
                <ns1:solidFill>
                  <ns1:srgbClr val="FFFFFF"/>
                </ns1:solidFill>
                <ns1:latin typeface="Aptos"/>
                <ns1:ea typeface="Aptos"/>
                <ns1:cs typeface="Aptos"/>
              </ns1:defRPr>
            </ns1:lvl8pPr>
            <ns1:lvl9pPr algn="ctr">
              <ns1:defRPr sz="825" b="1">
                <ns1:solidFill>
                  <ns1:srgbClr val="FFFFFF"/>
                </ns1:solidFill>
                <ns1:latin typeface="Aptos"/>
                <ns1:ea typeface="Aptos"/>
                <ns1:cs typeface="Aptos"/>
              </ns1:defRPr>
            </ns1:lvl9pPr>
          </ns1:lstStyle>
          <ns1:p>
            <ns1:pPr algn="ctr">
              <ns1:defRPr sz="825" b="1">
                <ns1:solidFill>
                  <ns1:srgbClr val="FFFFFF"/>
                </ns1:solidFill>
                <ns1:latin typeface="Aptos"/>
                <ns1:ea typeface="Aptos"/>
                <ns1:cs typeface="Aptos"/>
              </ns1:defRPr>
            </ns1:pPr>
            <ns1:r>
              <ns1:rPr sz="825" b="1">
                <ns1:solidFill>
                  <ns1:srgbClr val="FFFFFF"/>
                </ns1:solidFill>
                <ns1:latin typeface="Aptos"/>
                <ns1:ea typeface="Aptos"/>
                <ns1:cs typeface="Aptos"/>
              </ns1:rPr>
              <ns1:t>2</ns1:t>
            </ns1:r>
          </ns1:p>
        </ns0:txBody>
      </ns0:sp>
      <ns0:sp>
        <ns0:nvSpPr>
          <ns0:cNvPr id="64" name="Código editable">
            <ns1:extLst>
              <ns1:ext uri="{FF2B5EF4-FFF2-40B4-BE49-F238E27FC236}">
                <ns2:creationId id="{0FFC302B-9FF5-4896-BD1B-549DEE0A1F16}"/>
              </ns1:ext>
            </ns1:extLst>
          </ns0:cNvPr>
          <ns0:cNvSpPr>
            <ns1:spLocks noGrp="1"/>
          </ns0:cNvSpPr>
          <ns0:nvPr/>
        </ns0:nvSpPr>
        <ns0:spPr>
          <ns1:xfrm>
            <ns1:off x="1343025" y="4748213"/>
            <ns1:ext cx="5419725" cy="191691"/>
          </ns1:xfrm>
          <ns1:prstGeom prst="rect">
            <ns1:avLst/>
          </ns1:prstGeom>
          <ns1:noFill/>
          <ns1:ln w="0">
            <ns1:noFill/>
            <ns1:prstDash val="solid"/>
          </ns1:ln>
        </ns0:spPr>
        <ns0:txBody>
          <ns1:bodyPr lIns="0" tIns="0" rIns="0" bIns="0" anchor="ctr">
            <ns1:normAutofit fontScale="100000"/>
          </ns1:bodyPr>
          <ns1:lstStyle>
            <ns1:defPPr algn="l">
              <ns1:defRPr sz="1177">
                <ns1:solidFill>
                  <ns1:srgbClr val="E6EDF7"/>
                </ns1:solidFill>
                <ns1:latin typeface="Menlo"/>
                <ns1:ea typeface="Menlo"/>
                <ns1:cs typeface="Menlo"/>
              </ns1:defRPr>
            </ns1:defPPr>
            <ns1:lvl1pPr algn="l">
              <ns1:defRPr sz="1177">
                <ns1:solidFill>
                  <ns1:srgbClr val="E6EDF7"/>
                </ns1:solidFill>
                <ns1:latin typeface="Menlo"/>
                <ns1:ea typeface="Menlo"/>
                <ns1:cs typeface="Menlo"/>
              </ns1:defRPr>
            </ns1:lvl1pPr>
            <ns1:lvl2pPr algn="l">
              <ns1:defRPr sz="1177">
                <ns1:solidFill>
                  <ns1:srgbClr val="E6EDF7"/>
                </ns1:solidFill>
                <ns1:latin typeface="Menlo"/>
                <ns1:ea typeface="Menlo"/>
                <ns1:cs typeface="Menlo"/>
              </ns1:defRPr>
            </ns1:lvl2pPr>
            <ns1:lvl3pPr algn="l">
              <ns1:defRPr sz="1177">
                <ns1:solidFill>
                  <ns1:srgbClr val="E6EDF7"/>
                </ns1:solidFill>
                <ns1:latin typeface="Menlo"/>
                <ns1:ea typeface="Menlo"/>
                <ns1:cs typeface="Menlo"/>
              </ns1:defRPr>
            </ns1:lvl3pPr>
            <ns1:lvl4pPr algn="l">
              <ns1:defRPr sz="1177">
                <ns1:solidFill>
                  <ns1:srgbClr val="E6EDF7"/>
                </ns1:solidFill>
                <ns1:latin typeface="Menlo"/>
                <ns1:ea typeface="Menlo"/>
                <ns1:cs typeface="Menlo"/>
              </ns1:defRPr>
            </ns1:lvl4pPr>
            <ns1:lvl5pPr algn="l">
              <ns1:defRPr sz="1177">
                <ns1:solidFill>
                  <ns1:srgbClr val="E6EDF7"/>
                </ns1:solidFill>
                <ns1:latin typeface="Menlo"/>
                <ns1:ea typeface="Menlo"/>
                <ns1:cs typeface="Menlo"/>
              </ns1:defRPr>
            </ns1:lvl5pPr>
            <ns1:lvl6pPr algn="l">
              <ns1:defRPr sz="1177">
                <ns1:solidFill>
                  <ns1:srgbClr val="E6EDF7"/>
                </ns1:solidFill>
                <ns1:latin typeface="Menlo"/>
                <ns1:ea typeface="Menlo"/>
                <ns1:cs typeface="Menlo"/>
              </ns1:defRPr>
            </ns1:lvl6pPr>
            <ns1:lvl7pPr algn="l">
              <ns1:defRPr sz="1177">
                <ns1:solidFill>
                  <ns1:srgbClr val="E6EDF7"/>
                </ns1:solidFill>
                <ns1:latin typeface="Menlo"/>
                <ns1:ea typeface="Menlo"/>
                <ns1:cs typeface="Menlo"/>
              </ns1:defRPr>
            </ns1:lvl7pPr>
            <ns1:lvl8pPr algn="l">
              <ns1:defRPr sz="1177">
                <ns1:solidFill>
                  <ns1:srgbClr val="E6EDF7"/>
                </ns1:solidFill>
                <ns1:latin typeface="Menlo"/>
                <ns1:ea typeface="Menlo"/>
                <ns1:cs typeface="Menlo"/>
              </ns1:defRPr>
            </ns1:lvl8pPr>
            <ns1:lvl9pPr algn="l">
              <ns1:defRPr sz="1177">
                <ns1:solidFill>
                  <ns1:srgbClr val="E6EDF7"/>
                </ns1:solidFill>
                <ns1:latin typeface="Menlo"/>
                <ns1:ea typeface="Menlo"/>
                <ns1:cs typeface="Menlo"/>
              </ns1:defRPr>
            </ns1:lvl9pPr>
          </ns1:lstStyle>
          <ns1:p>
            <ns1:pPr algn="l">
              <ns1:defRPr sz="1177">
                <ns1:solidFill>
                  <ns1:srgbClr val="E6EDF7"/>
                </ns1:solidFill>
                <ns1:latin typeface="Menlo"/>
                <ns1:ea typeface="Menlo"/>
                <ns1:cs typeface="Menlo"/>
              </ns1:defRPr>
            </ns1:pPr>
            <ns1:r>
              <ns1:rPr sz="1177">
                <ns1:solidFill>
                  <ns1:srgbClr val="E6EDF7"/>
                </ns1:solidFill>
                <ns1:latin typeface="Menlo"/>
                <ns1:ea typeface="Menlo"/>
                <ns1:cs typeface="Menlo"/>
              </ns1:rPr>
              <ns1:t>  </ns1:t>
            </ns1:r>
            <ns1:r>
              <ns1:rPr sz="1177">
                <ns1:solidFill>
                  <ns1:srgbClr val="82D3F2"/>
                </ns1:solidFill>
                <ns1:latin typeface="Menlo"/>
                <ns1:ea typeface="Menlo"/>
                <ns1:cs typeface="Menlo"/>
              </ns1:rPr>
              <ns1:t>Buffer</ns1:t>
            </ns1:r>
            <ns1:r>
              <ns1:rPr sz="1177">
                <ns1:solidFill>
                  <ns1:srgbClr val="E6EDF7"/>
                </ns1:solidFill>
                <ns1:latin typeface="Menlo"/>
                <ns1:ea typeface="Menlo"/>
                <ns1:cs typeface="Menlo"/>
              </ns1:rPr>
              <ns1:t>.</ns1:t>
            </ns1:r>
            <ns1:r>
              <ns1:rPr sz="1177">
                <ns1:solidFill>
                  <ns1:srgbClr val="C792EA"/>
                </ns1:solidFill>
                <ns1:latin typeface="Menlo"/>
                <ns1:ea typeface="Menlo"/>
                <ns1:cs typeface="Menlo"/>
              </ns1:rPr>
              <ns1:t>from</ns1:t>
            </ns1:r>
            <ns1:r>
              <ns1:rPr sz="1177">
                <ns1:solidFill>
                  <ns1:srgbClr val="E6EDF7"/>
                </ns1:solidFill>
                <ns1:latin typeface="Menlo"/>
                <ns1:ea typeface="Menlo"/>
                <ns1:cs typeface="Menlo"/>
              </ns1:rPr>
              <ns1:t>(</ns1:t>
            </ns1:r>
            <ns1:r>
              <ns1:rPr sz="1177">
                <ns1:solidFill>
                  <ns1:srgbClr val="E6EDF7"/>
                </ns1:solidFill>
                <ns1:latin typeface="Menlo"/>
                <ns1:ea typeface="Menlo"/>
                <ns1:cs typeface="Menlo"/>
              </ns1:rPr>
              <ns1:t>proofMessage</ns1:t>
            </ns1:r>
            <ns1:r>
              <ns1:rPr sz="1177">
                <ns1:solidFill>
                  <ns1:srgbClr val="E6EDF7"/>
                </ns1:solidFill>
                <ns1:latin typeface="Menlo"/>
                <ns1:ea typeface="Menlo"/>
                <ns1:cs typeface="Menlo"/>
              </ns1:rPr>
              <ns1:t>)</ns1:t>
            </ns1:r>
            <ns1:r>
              <ns1:rPr sz="1177">
                <ns1:solidFill>
                  <ns1:srgbClr val="E6EDF7"/>
                </ns1:solidFill>
                <ns1:latin typeface="Menlo"/>
                <ns1:ea typeface="Menlo"/>
                <ns1:cs typeface="Menlo"/>
              </ns1:rPr>
              <ns1:t>,</ns1:t>
            </ns1:r>
          </ns1:p>
        </ns0:txBody>
      </ns0:sp>
      <ns0:sp>
        <ns0:nvSpPr>
          <ns0:cNvPr id="65" name="">
            <ns1:extLst>
              <ns1:ext uri="{FF2B5EF4-FFF2-40B4-BE49-F238E27FC236}">
                <ns2:creationId id="{440B5E32-47F6-4181-9564-B8B5540DBCE1}"/>
              </ns1:ext>
            </ns1:extLst>
          </ns0:cNvPr>
          <ns0:cNvSpPr>
            <ns1:spLocks noGrp="1"/>
          </ns0:cNvSpPr>
          <ns0:nvPr/>
        </ns0:nvSpPr>
        <ns0:spPr>
          <ns1:xfrm>
            <ns1:off x="971550" y="4939903"/>
            <ns1:ext cx="247650" cy="191691"/>
          </ns1:xfrm>
          <ns1:prstGeom prst="rect">
            <ns1:avLst/>
          </ns1:prstGeom>
          <ns1:noFill/>
          <ns1:ln w="0">
            <ns1:noFill/>
            <ns1:prstDash val="solid"/>
          </ns1:ln>
        </ns0:spPr>
        <ns0:txBody>
          <ns1:bodyPr lIns="0" tIns="0" rIns="0" bIns="0" anchor="ctr">
            <ns1:normAutofit fontScale="100000"/>
          </ns1:bodyPr>
          <ns1:lstStyle>
            <ns1:defPPr algn="r">
              <ns1:defRPr sz="1177" b="0">
                <ns1:solidFill>
                  <ns1:srgbClr val="647791"/>
                </ns1:solidFill>
                <ns1:latin typeface="Aptos"/>
                <ns1:ea typeface="Aptos"/>
                <ns1:cs typeface="Aptos"/>
              </ns1:defRPr>
            </ns1:defPPr>
            <ns1:lvl1pPr algn="r">
              <ns1:defRPr sz="1177" b="0">
                <ns1:solidFill>
                  <ns1:srgbClr val="647791"/>
                </ns1:solidFill>
                <ns1:latin typeface="Aptos"/>
                <ns1:ea typeface="Aptos"/>
                <ns1:cs typeface="Aptos"/>
              </ns1:defRPr>
            </ns1:lvl1pPr>
            <ns1:lvl2pPr algn="r">
              <ns1:defRPr sz="1177" b="0">
                <ns1:solidFill>
                  <ns1:srgbClr val="647791"/>
                </ns1:solidFill>
                <ns1:latin typeface="Aptos"/>
                <ns1:ea typeface="Aptos"/>
                <ns1:cs typeface="Aptos"/>
              </ns1:defRPr>
            </ns1:lvl2pPr>
            <ns1:lvl3pPr algn="r">
              <ns1:defRPr sz="1177" b="0">
                <ns1:solidFill>
                  <ns1:srgbClr val="647791"/>
                </ns1:solidFill>
                <ns1:latin typeface="Aptos"/>
                <ns1:ea typeface="Aptos"/>
                <ns1:cs typeface="Aptos"/>
              </ns1:defRPr>
            </ns1:lvl3pPr>
            <ns1:lvl4pPr algn="r">
              <ns1:defRPr sz="1177" b="0">
                <ns1:solidFill>
                  <ns1:srgbClr val="647791"/>
                </ns1:solidFill>
                <ns1:latin typeface="Aptos"/>
                <ns1:ea typeface="Aptos"/>
                <ns1:cs typeface="Aptos"/>
              </ns1:defRPr>
            </ns1:lvl4pPr>
            <ns1:lvl5pPr algn="r">
              <ns1:defRPr sz="1177" b="0">
                <ns1:solidFill>
                  <ns1:srgbClr val="647791"/>
                </ns1:solidFill>
                <ns1:latin typeface="Aptos"/>
                <ns1:ea typeface="Aptos"/>
                <ns1:cs typeface="Aptos"/>
              </ns1:defRPr>
            </ns1:lvl5pPr>
            <ns1:lvl6pPr algn="r">
              <ns1:defRPr sz="1177" b="0">
                <ns1:solidFill>
                  <ns1:srgbClr val="647791"/>
                </ns1:solidFill>
                <ns1:latin typeface="Aptos"/>
                <ns1:ea typeface="Aptos"/>
                <ns1:cs typeface="Aptos"/>
              </ns1:defRPr>
            </ns1:lvl6pPr>
            <ns1:lvl7pPr algn="r">
              <ns1:defRPr sz="1177" b="0">
                <ns1:solidFill>
                  <ns1:srgbClr val="647791"/>
                </ns1:solidFill>
                <ns1:latin typeface="Aptos"/>
                <ns1:ea typeface="Aptos"/>
                <ns1:cs typeface="Aptos"/>
              </ns1:defRPr>
            </ns1:lvl7pPr>
            <ns1:lvl8pPr algn="r">
              <ns1:defRPr sz="1177" b="0">
                <ns1:solidFill>
                  <ns1:srgbClr val="647791"/>
                </ns1:solidFill>
                <ns1:latin typeface="Aptos"/>
                <ns1:ea typeface="Aptos"/>
                <ns1:cs typeface="Aptos"/>
              </ns1:defRPr>
            </ns1:lvl8pPr>
            <ns1:lvl9pPr algn="r">
              <ns1:defRPr sz="1177" b="0">
                <ns1:solidFill>
                  <ns1:srgbClr val="647791"/>
                </ns1:solidFill>
                <ns1:latin typeface="Aptos"/>
                <ns1:ea typeface="Aptos"/>
                <ns1:cs typeface="Aptos"/>
              </ns1:defRPr>
            </ns1:lvl9pPr>
          </ns1:lstStyle>
          <ns1:p>
            <ns1:pPr algn="r">
              <ns1:defRPr sz="1177" b="0">
                <ns1:solidFill>
                  <ns1:srgbClr val="647791"/>
                </ns1:solidFill>
                <ns1:latin typeface="Aptos"/>
                <ns1:ea typeface="Aptos"/>
                <ns1:cs typeface="Aptos"/>
              </ns1:defRPr>
            </ns1:pPr>
            <ns1:r>
              <ns1:rPr sz="1177" b="0">
                <ns1:solidFill>
                  <ns1:srgbClr val="647791"/>
                </ns1:solidFill>
                <ns1:latin typeface="Aptos"/>
                <ns1:ea typeface="Aptos"/>
                <ns1:cs typeface="Aptos"/>
              </ns1:rPr>
              <ns1:t>06</ns1:t>
            </ns1:r>
          </ns1:p>
        </ns0:txBody>
      </ns0:sp>
      <ns0:sp>
        <ns0:nvSpPr>
          <ns0:cNvPr id="66" name="Código editable">
            <ns1:extLst>
              <ns1:ext uri="{FF2B5EF4-FFF2-40B4-BE49-F238E27FC236}">
                <ns2:creationId id="{B4022D55-77CF-4738-BC0B-AA060DAF808F}"/>
              </ns1:ext>
            </ns1:extLst>
          </ns0:cNvPr>
          <ns0:cNvSpPr>
            <ns1:spLocks noGrp="1"/>
          </ns0:cNvSpPr>
          <ns0:nvPr/>
        </ns0:nvSpPr>
        <ns0:spPr>
          <ns1:xfrm>
            <ns1:off x="1343025" y="4939903"/>
            <ns1:ext cx="5419725" cy="191691"/>
          </ns1:xfrm>
          <ns1:prstGeom prst="rect">
            <ns1:avLst/>
          </ns1:prstGeom>
          <ns1:noFill/>
          <ns1:ln w="0">
            <ns1:noFill/>
            <ns1:prstDash val="solid"/>
          </ns1:ln>
        </ns0:spPr>
        <ns0:txBody>
          <ns1:bodyPr lIns="0" tIns="0" rIns="0" bIns="0" anchor="ctr">
            <ns1:normAutofit fontScale="100000"/>
          </ns1:bodyPr>
          <ns1:lstStyle>
            <ns1:defPPr algn="l">
              <ns1:defRPr sz="1177">
                <ns1:solidFill>
                  <ns1:srgbClr val="E6EDF7"/>
                </ns1:solidFill>
                <ns1:latin typeface="Menlo"/>
                <ns1:ea typeface="Menlo"/>
                <ns1:cs typeface="Menlo"/>
              </ns1:defRPr>
            </ns1:defPPr>
            <ns1:lvl1pPr algn="l">
              <ns1:defRPr sz="1177">
                <ns1:solidFill>
                  <ns1:srgbClr val="E6EDF7"/>
                </ns1:solidFill>
                <ns1:latin typeface="Menlo"/>
                <ns1:ea typeface="Menlo"/>
                <ns1:cs typeface="Menlo"/>
              </ns1:defRPr>
            </ns1:lvl1pPr>
            <ns1:lvl2pPr algn="l">
              <ns1:defRPr sz="1177">
                <ns1:solidFill>
                  <ns1:srgbClr val="E6EDF7"/>
                </ns1:solidFill>
                <ns1:latin typeface="Menlo"/>
                <ns1:ea typeface="Menlo"/>
                <ns1:cs typeface="Menlo"/>
              </ns1:defRPr>
            </ns1:lvl2pPr>
            <ns1:lvl3pPr algn="l">
              <ns1:defRPr sz="1177">
                <ns1:solidFill>
                  <ns1:srgbClr val="E6EDF7"/>
                </ns1:solidFill>
                <ns1:latin typeface="Menlo"/>
                <ns1:ea typeface="Menlo"/>
                <ns1:cs typeface="Menlo"/>
              </ns1:defRPr>
            </ns1:lvl3pPr>
            <ns1:lvl4pPr algn="l">
              <ns1:defRPr sz="1177">
                <ns1:solidFill>
                  <ns1:srgbClr val="E6EDF7"/>
                </ns1:solidFill>
                <ns1:latin typeface="Menlo"/>
                <ns1:ea typeface="Menlo"/>
                <ns1:cs typeface="Menlo"/>
              </ns1:defRPr>
            </ns1:lvl4pPr>
            <ns1:lvl5pPr algn="l">
              <ns1:defRPr sz="1177">
                <ns1:solidFill>
                  <ns1:srgbClr val="E6EDF7"/>
                </ns1:solidFill>
                <ns1:latin typeface="Menlo"/>
                <ns1:ea typeface="Menlo"/>
                <ns1:cs typeface="Menlo"/>
              </ns1:defRPr>
            </ns1:lvl5pPr>
            <ns1:lvl6pPr algn="l">
              <ns1:defRPr sz="1177">
                <ns1:solidFill>
                  <ns1:srgbClr val="E6EDF7"/>
                </ns1:solidFill>
                <ns1:latin typeface="Menlo"/>
                <ns1:ea typeface="Menlo"/>
                <ns1:cs typeface="Menlo"/>
              </ns1:defRPr>
            </ns1:lvl6pPr>
            <ns1:lvl7pPr algn="l">
              <ns1:defRPr sz="1177">
                <ns1:solidFill>
                  <ns1:srgbClr val="E6EDF7"/>
                </ns1:solidFill>
                <ns1:latin typeface="Menlo"/>
                <ns1:ea typeface="Menlo"/>
                <ns1:cs typeface="Menlo"/>
              </ns1:defRPr>
            </ns1:lvl7pPr>
            <ns1:lvl8pPr algn="l">
              <ns1:defRPr sz="1177">
                <ns1:solidFill>
                  <ns1:srgbClr val="E6EDF7"/>
                </ns1:solidFill>
                <ns1:latin typeface="Menlo"/>
                <ns1:ea typeface="Menlo"/>
                <ns1:cs typeface="Menlo"/>
              </ns1:defRPr>
            </ns1:lvl8pPr>
            <ns1:lvl9pPr algn="l">
              <ns1:defRPr sz="1177">
                <ns1:solidFill>
                  <ns1:srgbClr val="E6EDF7"/>
                </ns1:solidFill>
                <ns1:latin typeface="Menlo"/>
                <ns1:ea typeface="Menlo"/>
                <ns1:cs typeface="Menlo"/>
              </ns1:defRPr>
            </ns1:lvl9pPr>
          </ns1:lstStyle>
          <ns1:p>
            <ns1:pPr algn="l">
              <ns1:defRPr sz="1177">
                <ns1:solidFill>
                  <ns1:srgbClr val="E6EDF7"/>
                </ns1:solidFill>
                <ns1:latin typeface="Menlo"/>
                <ns1:ea typeface="Menlo"/>
                <ns1:cs typeface="Menlo"/>
              </ns1:defRPr>
            </ns1:pPr>
            <ns1:r>
              <ns1:rPr sz="1177">
                <ns1:solidFill>
                  <ns1:srgbClr val="E6EDF7"/>
                </ns1:solidFill>
                <ns1:latin typeface="Menlo"/>
                <ns1:ea typeface="Menlo"/>
                <ns1:cs typeface="Menlo"/>
              </ns1:rPr>
              <ns1:t>  </ns1:t>
            </ns1:r>
            <ns1:r>
              <ns1:rPr sz="1177">
                <ns1:solidFill>
                  <ns1:srgbClr val="E6EDF7"/>
                </ns1:solidFill>
                <ns1:latin typeface="Menlo"/>
                <ns1:ea typeface="Menlo"/>
                <ns1:cs typeface="Menlo"/>
              </ns1:rPr>
              <ns1:t>proofKey</ns1:t>
            </ns1:r>
            <ns1:r>
              <ns1:rPr sz="1177">
                <ns1:solidFill>
                  <ns1:srgbClr val="E6EDF7"/>
                </ns1:solidFill>
                <ns1:latin typeface="Menlo"/>
                <ns1:ea typeface="Menlo"/>
                <ns1:cs typeface="Menlo"/>
              </ns1:rPr>
              <ns1:t>,</ns1:t>
            </ns1:r>
          </ns1:p>
        </ns0:txBody>
      </ns0:sp>
      <ns0:sp>
        <ns0:nvSpPr>
          <ns0:cNvPr id="67" name="">
            <ns1:extLst>
              <ns1:ext uri="{FF2B5EF4-FFF2-40B4-BE49-F238E27FC236}">
                <ns2:creationId id="{3411A955-130F-4440-9BB1-4B3A7E36AA95}"/>
              </ns1:ext>
            </ns1:extLst>
          </ns0:cNvPr>
          <ns0:cNvSpPr>
            <ns1:spLocks noGrp="1"/>
          </ns0:cNvSpPr>
          <ns0:nvPr/>
        </ns0:nvSpPr>
        <ns0:spPr>
          <ns1:xfrm>
            <ns1:off x="971550" y="5131594"/>
            <ns1:ext cx="247650" cy="191691"/>
          </ns1:xfrm>
          <ns1:prstGeom prst="rect">
            <ns1:avLst/>
          </ns1:prstGeom>
          <ns1:noFill/>
          <ns1:ln w="0">
            <ns1:noFill/>
            <ns1:prstDash val="solid"/>
          </ns1:ln>
        </ns0:spPr>
        <ns0:txBody>
          <ns1:bodyPr lIns="0" tIns="0" rIns="0" bIns="0" anchor="ctr">
            <ns1:normAutofit fontScale="100000"/>
          </ns1:bodyPr>
          <ns1:lstStyle>
            <ns1:defPPr algn="r">
              <ns1:defRPr sz="1177" b="0">
                <ns1:solidFill>
                  <ns1:srgbClr val="647791"/>
                </ns1:solidFill>
                <ns1:latin typeface="Aptos"/>
                <ns1:ea typeface="Aptos"/>
                <ns1:cs typeface="Aptos"/>
              </ns1:defRPr>
            </ns1:defPPr>
            <ns1:lvl1pPr algn="r">
              <ns1:defRPr sz="1177" b="0">
                <ns1:solidFill>
                  <ns1:srgbClr val="647791"/>
                </ns1:solidFill>
                <ns1:latin typeface="Aptos"/>
                <ns1:ea typeface="Aptos"/>
                <ns1:cs typeface="Aptos"/>
              </ns1:defRPr>
            </ns1:lvl1pPr>
            <ns1:lvl2pPr algn="r">
              <ns1:defRPr sz="1177" b="0">
                <ns1:solidFill>
                  <ns1:srgbClr val="647791"/>
                </ns1:solidFill>
                <ns1:latin typeface="Aptos"/>
                <ns1:ea typeface="Aptos"/>
                <ns1:cs typeface="Aptos"/>
              </ns1:defRPr>
            </ns1:lvl2pPr>
            <ns1:lvl3pPr algn="r">
              <ns1:defRPr sz="1177" b="0">
                <ns1:solidFill>
                  <ns1:srgbClr val="647791"/>
                </ns1:solidFill>
                <ns1:latin typeface="Aptos"/>
                <ns1:ea typeface="Aptos"/>
                <ns1:cs typeface="Aptos"/>
              </ns1:defRPr>
            </ns1:lvl3pPr>
            <ns1:lvl4pPr algn="r">
              <ns1:defRPr sz="1177" b="0">
                <ns1:solidFill>
                  <ns1:srgbClr val="647791"/>
                </ns1:solidFill>
                <ns1:latin typeface="Aptos"/>
                <ns1:ea typeface="Aptos"/>
                <ns1:cs typeface="Aptos"/>
              </ns1:defRPr>
            </ns1:lvl4pPr>
            <ns1:lvl5pPr algn="r">
              <ns1:defRPr sz="1177" b="0">
                <ns1:solidFill>
                  <ns1:srgbClr val="647791"/>
                </ns1:solidFill>
                <ns1:latin typeface="Aptos"/>
                <ns1:ea typeface="Aptos"/>
                <ns1:cs typeface="Aptos"/>
              </ns1:defRPr>
            </ns1:lvl5pPr>
            <ns1:lvl6pPr algn="r">
              <ns1:defRPr sz="1177" b="0">
                <ns1:solidFill>
                  <ns1:srgbClr val="647791"/>
                </ns1:solidFill>
                <ns1:latin typeface="Aptos"/>
                <ns1:ea typeface="Aptos"/>
                <ns1:cs typeface="Aptos"/>
              </ns1:defRPr>
            </ns1:lvl6pPr>
            <ns1:lvl7pPr algn="r">
              <ns1:defRPr sz="1177" b="0">
                <ns1:solidFill>
                  <ns1:srgbClr val="647791"/>
                </ns1:solidFill>
                <ns1:latin typeface="Aptos"/>
                <ns1:ea typeface="Aptos"/>
                <ns1:cs typeface="Aptos"/>
              </ns1:defRPr>
            </ns1:lvl7pPr>
            <ns1:lvl8pPr algn="r">
              <ns1:defRPr sz="1177" b="0">
                <ns1:solidFill>
                  <ns1:srgbClr val="647791"/>
                </ns1:solidFill>
                <ns1:latin typeface="Aptos"/>
                <ns1:ea typeface="Aptos"/>
                <ns1:cs typeface="Aptos"/>
              </ns1:defRPr>
            </ns1:lvl8pPr>
            <ns1:lvl9pPr algn="r">
              <ns1:defRPr sz="1177" b="0">
                <ns1:solidFill>
                  <ns1:srgbClr val="647791"/>
                </ns1:solidFill>
                <ns1:latin typeface="Aptos"/>
                <ns1:ea typeface="Aptos"/>
                <ns1:cs typeface="Aptos"/>
              </ns1:defRPr>
            </ns1:lvl9pPr>
          </ns1:lstStyle>
          <ns1:p>
            <ns1:pPr algn="r">
              <ns1:defRPr sz="1177" b="0">
                <ns1:solidFill>
                  <ns1:srgbClr val="647791"/>
                </ns1:solidFill>
                <ns1:latin typeface="Aptos"/>
                <ns1:ea typeface="Aptos"/>
                <ns1:cs typeface="Aptos"/>
              </ns1:defRPr>
            </ns1:pPr>
            <ns1:r>
              <ns1:rPr sz="1177" b="0">
                <ns1:solidFill>
                  <ns1:srgbClr val="647791"/>
                </ns1:solidFill>
                <ns1:latin typeface="Aptos"/>
                <ns1:ea typeface="Aptos"/>
                <ns1:cs typeface="Aptos"/>
              </ns1:rPr>
              <ns1:t>07</ns1:t>
            </ns1:r>
          </ns1:p>
        </ns0:txBody>
      </ns0:sp>
      <ns0:sp>
        <ns0:nvSpPr>
          <ns0:cNvPr id="68" name="Código editable">
            <ns1:extLst>
              <ns1:ext uri="{FF2B5EF4-FFF2-40B4-BE49-F238E27FC236}">
                <ns2:creationId id="{01D51C30-9B5C-4481-841F-49E232981D05}"/>
              </ns1:ext>
            </ns1:extLst>
          </ns0:cNvPr>
          <ns0:cNvSpPr>
            <ns1:spLocks noGrp="1"/>
          </ns0:cNvSpPr>
          <ns0:nvPr/>
        </ns0:nvSpPr>
        <ns0:spPr>
          <ns1:xfrm>
            <ns1:off x="1343025" y="5131594"/>
            <ns1:ext cx="5419725" cy="191691"/>
          </ns1:xfrm>
          <ns1:prstGeom prst="rect">
            <ns1:avLst/>
          </ns1:prstGeom>
          <ns1:noFill/>
          <ns1:ln w="0">
            <ns1:noFill/>
            <ns1:prstDash val="solid"/>
          </ns1:ln>
        </ns0:spPr>
        <ns0:txBody>
          <ns1:bodyPr lIns="0" tIns="0" rIns="0" bIns="0" anchor="ctr">
            <ns1:normAutofit fontScale="100000"/>
          </ns1:bodyPr>
          <ns1:lstStyle>
            <ns1:defPPr algn="l">
              <ns1:defRPr sz="1177">
                <ns1:solidFill>
                  <ns1:srgbClr val="E6EDF7"/>
                </ns1:solidFill>
                <ns1:latin typeface="Menlo"/>
                <ns1:ea typeface="Menlo"/>
                <ns1:cs typeface="Menlo"/>
              </ns1:defRPr>
            </ns1:defPPr>
            <ns1:lvl1pPr algn="l">
              <ns1:defRPr sz="1177">
                <ns1:solidFill>
                  <ns1:srgbClr val="E6EDF7"/>
                </ns1:solidFill>
                <ns1:latin typeface="Menlo"/>
                <ns1:ea typeface="Menlo"/>
                <ns1:cs typeface="Menlo"/>
              </ns1:defRPr>
            </ns1:lvl1pPr>
            <ns1:lvl2pPr algn="l">
              <ns1:defRPr sz="1177">
                <ns1:solidFill>
                  <ns1:srgbClr val="E6EDF7"/>
                </ns1:solidFill>
                <ns1:latin typeface="Menlo"/>
                <ns1:ea typeface="Menlo"/>
                <ns1:cs typeface="Menlo"/>
              </ns1:defRPr>
            </ns1:lvl2pPr>
            <ns1:lvl3pPr algn="l">
              <ns1:defRPr sz="1177">
                <ns1:solidFill>
                  <ns1:srgbClr val="E6EDF7"/>
                </ns1:solidFill>
                <ns1:latin typeface="Menlo"/>
                <ns1:ea typeface="Menlo"/>
                <ns1:cs typeface="Menlo"/>
              </ns1:defRPr>
            </ns1:lvl3pPr>
            <ns1:lvl4pPr algn="l">
              <ns1:defRPr sz="1177">
                <ns1:solidFill>
                  <ns1:srgbClr val="E6EDF7"/>
                </ns1:solidFill>
                <ns1:latin typeface="Menlo"/>
                <ns1:ea typeface="Menlo"/>
                <ns1:cs typeface="Menlo"/>
              </ns1:defRPr>
            </ns1:lvl4pPr>
            <ns1:lvl5pPr algn="l">
              <ns1:defRPr sz="1177">
                <ns1:solidFill>
                  <ns1:srgbClr val="E6EDF7"/>
                </ns1:solidFill>
                <ns1:latin typeface="Menlo"/>
                <ns1:ea typeface="Menlo"/>
                <ns1:cs typeface="Menlo"/>
              </ns1:defRPr>
            </ns1:lvl5pPr>
            <ns1:lvl6pPr algn="l">
              <ns1:defRPr sz="1177">
                <ns1:solidFill>
                  <ns1:srgbClr val="E6EDF7"/>
                </ns1:solidFill>
                <ns1:latin typeface="Menlo"/>
                <ns1:ea typeface="Menlo"/>
                <ns1:cs typeface="Menlo"/>
              </ns1:defRPr>
            </ns1:lvl6pPr>
            <ns1:lvl7pPr algn="l">
              <ns1:defRPr sz="1177">
                <ns1:solidFill>
                  <ns1:srgbClr val="E6EDF7"/>
                </ns1:solidFill>
                <ns1:latin typeface="Menlo"/>
                <ns1:ea typeface="Menlo"/>
                <ns1:cs typeface="Menlo"/>
              </ns1:defRPr>
            </ns1:lvl7pPr>
            <ns1:lvl8pPr algn="l">
              <ns1:defRPr sz="1177">
                <ns1:solidFill>
                  <ns1:srgbClr val="E6EDF7"/>
                </ns1:solidFill>
                <ns1:latin typeface="Menlo"/>
                <ns1:ea typeface="Menlo"/>
                <ns1:cs typeface="Menlo"/>
              </ns1:defRPr>
            </ns1:lvl8pPr>
            <ns1:lvl9pPr algn="l">
              <ns1:defRPr sz="1177">
                <ns1:solidFill>
                  <ns1:srgbClr val="E6EDF7"/>
                </ns1:solidFill>
                <ns1:latin typeface="Menlo"/>
                <ns1:ea typeface="Menlo"/>
                <ns1:cs typeface="Menlo"/>
              </ns1:defRPr>
            </ns1:lvl9pPr>
          </ns1:lstStyle>
          <ns1:p>
            <ns1:pPr algn="l">
              <ns1:defRPr sz="1177">
                <ns1:solidFill>
                  <ns1:srgbClr val="E6EDF7"/>
                </ns1:solidFill>
                <ns1:latin typeface="Menlo"/>
                <ns1:ea typeface="Menlo"/>
                <ns1:cs typeface="Menlo"/>
              </ns1:defRPr>
            </ns1:pPr>
            <ns1:r>
              <ns1:rPr sz="1177">
                <ns1:solidFill>
                  <ns1:srgbClr val="E6EDF7"/>
                </ns1:solidFill>
                <ns1:latin typeface="Menlo"/>
                <ns1:ea typeface="Menlo"/>
                <ns1:cs typeface="Menlo"/>
              </ns1:rPr>
              <ns1:t>  </ns1:t>
            </ns1:r>
            <ns1:r>
              <ns1:rPr sz="1177">
                <ns1:solidFill>
                  <ns1:srgbClr val="E6EDF7"/>
                </ns1:solidFill>
                <ns1:latin typeface="Menlo"/>
                <ns1:ea typeface="Menlo"/>
                <ns1:cs typeface="Menlo"/>
              </ns1:rPr>
              <ns1:t>holderSignature</ns1:t>
            </ns1:r>
          </ns1:p>
        </ns0:txBody>
      </ns0:sp>
      <ns0:sp>
        <ns0:nvSpPr>
          <ns0:cNvPr id="69" name="">
            <ns1:extLst>
              <ns1:ext uri="{FF2B5EF4-FFF2-40B4-BE49-F238E27FC236}">
                <ns2:creationId id="{F2221676-4B11-4CC3-8C6E-B52DD739712E}"/>
              </ns1:ext>
            </ns1:extLst>
          </ns0:cNvPr>
          <ns0:cNvSpPr>
            <ns1:spLocks noGrp="1"/>
          </ns0:cNvSpPr>
          <ns0:nvPr/>
        </ns0:nvSpPr>
        <ns0:spPr>
          <ns1:xfrm>
            <ns1:off x="971550" y="5323284"/>
            <ns1:ext cx="247650" cy="191691"/>
          </ns1:xfrm>
          <ns1:prstGeom prst="rect">
            <ns1:avLst/>
          </ns1:prstGeom>
          <ns1:noFill/>
          <ns1:ln w="0">
            <ns1:noFill/>
            <ns1:prstDash val="solid"/>
          </ns1:ln>
        </ns0:spPr>
        <ns0:txBody>
          <ns1:bodyPr lIns="0" tIns="0" rIns="0" bIns="0" anchor="ctr">
            <ns1:normAutofit fontScale="100000"/>
          </ns1:bodyPr>
          <ns1:lstStyle>
            <ns1:defPPr algn="r">
              <ns1:defRPr sz="1177" b="0">
                <ns1:solidFill>
                  <ns1:srgbClr val="647791"/>
                </ns1:solidFill>
                <ns1:latin typeface="Aptos"/>
                <ns1:ea typeface="Aptos"/>
                <ns1:cs typeface="Aptos"/>
              </ns1:defRPr>
            </ns1:defPPr>
            <ns1:lvl1pPr algn="r">
              <ns1:defRPr sz="1177" b="0">
                <ns1:solidFill>
                  <ns1:srgbClr val="647791"/>
                </ns1:solidFill>
                <ns1:latin typeface="Aptos"/>
                <ns1:ea typeface="Aptos"/>
                <ns1:cs typeface="Aptos"/>
              </ns1:defRPr>
            </ns1:lvl1pPr>
            <ns1:lvl2pPr algn="r">
              <ns1:defRPr sz="1177" b="0">
                <ns1:solidFill>
                  <ns1:srgbClr val="647791"/>
                </ns1:solidFill>
                <ns1:latin typeface="Aptos"/>
                <ns1:ea typeface="Aptos"/>
                <ns1:cs typeface="Aptos"/>
              </ns1:defRPr>
            </ns1:lvl2pPr>
            <ns1:lvl3pPr algn="r">
              <ns1:defRPr sz="1177" b="0">
                <ns1:solidFill>
                  <ns1:srgbClr val="647791"/>
                </ns1:solidFill>
                <ns1:latin typeface="Aptos"/>
                <ns1:ea typeface="Aptos"/>
                <ns1:cs typeface="Aptos"/>
              </ns1:defRPr>
            </ns1:lvl3pPr>
            <ns1:lvl4pPr algn="r">
              <ns1:defRPr sz="1177" b="0">
                <ns1:solidFill>
                  <ns1:srgbClr val="647791"/>
                </ns1:solidFill>
                <ns1:latin typeface="Aptos"/>
                <ns1:ea typeface="Aptos"/>
                <ns1:cs typeface="Aptos"/>
              </ns1:defRPr>
            </ns1:lvl4pPr>
            <ns1:lvl5pPr algn="r">
              <ns1:defRPr sz="1177" b="0">
                <ns1:solidFill>
                  <ns1:srgbClr val="647791"/>
                </ns1:solidFill>
                <ns1:latin typeface="Aptos"/>
                <ns1:ea typeface="Aptos"/>
                <ns1:cs typeface="Aptos"/>
              </ns1:defRPr>
            </ns1:lvl5pPr>
            <ns1:lvl6pPr algn="r">
              <ns1:defRPr sz="1177" b="0">
                <ns1:solidFill>
                  <ns1:srgbClr val="647791"/>
                </ns1:solidFill>
                <ns1:latin typeface="Aptos"/>
                <ns1:ea typeface="Aptos"/>
                <ns1:cs typeface="Aptos"/>
              </ns1:defRPr>
            </ns1:lvl6pPr>
            <ns1:lvl7pPr algn="r">
              <ns1:defRPr sz="1177" b="0">
                <ns1:solidFill>
                  <ns1:srgbClr val="647791"/>
                </ns1:solidFill>
                <ns1:latin typeface="Aptos"/>
                <ns1:ea typeface="Aptos"/>
                <ns1:cs typeface="Aptos"/>
              </ns1:defRPr>
            </ns1:lvl7pPr>
            <ns1:lvl8pPr algn="r">
              <ns1:defRPr sz="1177" b="0">
                <ns1:solidFill>
                  <ns1:srgbClr val="647791"/>
                </ns1:solidFill>
                <ns1:latin typeface="Aptos"/>
                <ns1:ea typeface="Aptos"/>
                <ns1:cs typeface="Aptos"/>
              </ns1:defRPr>
            </ns1:lvl8pPr>
            <ns1:lvl9pPr algn="r">
              <ns1:defRPr sz="1177" b="0">
                <ns1:solidFill>
                  <ns1:srgbClr val="647791"/>
                </ns1:solidFill>
                <ns1:latin typeface="Aptos"/>
                <ns1:ea typeface="Aptos"/>
                <ns1:cs typeface="Aptos"/>
              </ns1:defRPr>
            </ns1:lvl9pPr>
          </ns1:lstStyle>
          <ns1:p>
            <ns1:pPr algn="r">
              <ns1:defRPr sz="1177" b="0">
                <ns1:solidFill>
                  <ns1:srgbClr val="647791"/>
                </ns1:solidFill>
                <ns1:latin typeface="Aptos"/>
                <ns1:ea typeface="Aptos"/>
                <ns1:cs typeface="Aptos"/>
              </ns1:defRPr>
            </ns1:pPr>
            <ns1:r>
              <ns1:rPr sz="1177" b="0">
                <ns1:solidFill>
                  <ns1:srgbClr val="647791"/>
                </ns1:solidFill>
                <ns1:latin typeface="Aptos"/>
                <ns1:ea typeface="Aptos"/>
                <ns1:cs typeface="Aptos"/>
              </ns1:rPr>
              <ns1:t>08</ns1:t>
            </ns1:r>
          </ns1:p>
        </ns0:txBody>
      </ns0:sp>
      <ns0:sp>
        <ns0:nvSpPr>
          <ns0:cNvPr id="70" name="Código editable">
            <ns1:extLst>
              <ns1:ext uri="{FF2B5EF4-FFF2-40B4-BE49-F238E27FC236}">
                <ns2:creationId id="{91C92390-238D-4366-98A5-228703427971}"/>
              </ns1:ext>
            </ns1:extLst>
          </ns0:cNvPr>
          <ns0:cNvSpPr>
            <ns1:spLocks noGrp="1"/>
          </ns0:cNvSpPr>
          <ns0:nvPr/>
        </ns0:nvSpPr>
        <ns0:spPr>
          <ns1:xfrm>
            <ns1:off x="1343025" y="5323284"/>
            <ns1:ext cx="5419725" cy="191691"/>
          </ns1:xfrm>
          <ns1:prstGeom prst="rect">
            <ns1:avLst/>
          </ns1:prstGeom>
          <ns1:noFill/>
          <ns1:ln w="0">
            <ns1:noFill/>
            <ns1:prstDash val="solid"/>
          </ns1:ln>
        </ns0:spPr>
        <ns0:txBody>
          <ns1:bodyPr lIns="0" tIns="0" rIns="0" bIns="0" anchor="ctr">
            <ns1:normAutofit fontScale="100000"/>
          </ns1:bodyPr>
          <ns1:lstStyle>
            <ns1:defPPr algn="l">
              <ns1:defRPr sz="1177">
                <ns1:solidFill>
                  <ns1:srgbClr val="E6EDF7"/>
                </ns1:solidFill>
                <ns1:latin typeface="Menlo"/>
                <ns1:ea typeface="Menlo"/>
                <ns1:cs typeface="Menlo"/>
              </ns1:defRPr>
            </ns1:defPPr>
            <ns1:lvl1pPr algn="l">
              <ns1:defRPr sz="1177">
                <ns1:solidFill>
                  <ns1:srgbClr val="E6EDF7"/>
                </ns1:solidFill>
                <ns1:latin typeface="Menlo"/>
                <ns1:ea typeface="Menlo"/>
                <ns1:cs typeface="Menlo"/>
              </ns1:defRPr>
            </ns1:lvl1pPr>
            <ns1:lvl2pPr algn="l">
              <ns1:defRPr sz="1177">
                <ns1:solidFill>
                  <ns1:srgbClr val="E6EDF7"/>
                </ns1:solidFill>
                <ns1:latin typeface="Menlo"/>
                <ns1:ea typeface="Menlo"/>
                <ns1:cs typeface="Menlo"/>
              </ns1:defRPr>
            </ns1:lvl2pPr>
            <ns1:lvl3pPr algn="l">
              <ns1:defRPr sz="1177">
                <ns1:solidFill>
                  <ns1:srgbClr val="E6EDF7"/>
                </ns1:solidFill>
                <ns1:latin typeface="Menlo"/>
                <ns1:ea typeface="Menlo"/>
                <ns1:cs typeface="Menlo"/>
              </ns1:defRPr>
            </ns1:lvl3pPr>
            <ns1:lvl4pPr algn="l">
              <ns1:defRPr sz="1177">
                <ns1:solidFill>
                  <ns1:srgbClr val="E6EDF7"/>
                </ns1:solidFill>
                <ns1:latin typeface="Menlo"/>
                <ns1:ea typeface="Menlo"/>
                <ns1:cs typeface="Menlo"/>
              </ns1:defRPr>
            </ns1:lvl4pPr>
            <ns1:lvl5pPr algn="l">
              <ns1:defRPr sz="1177">
                <ns1:solidFill>
                  <ns1:srgbClr val="E6EDF7"/>
                </ns1:solidFill>
                <ns1:latin typeface="Menlo"/>
                <ns1:ea typeface="Menlo"/>
                <ns1:cs typeface="Menlo"/>
              </ns1:defRPr>
            </ns1:lvl5pPr>
            <ns1:lvl6pPr algn="l">
              <ns1:defRPr sz="1177">
                <ns1:solidFill>
                  <ns1:srgbClr val="E6EDF7"/>
                </ns1:solidFill>
                <ns1:latin typeface="Menlo"/>
                <ns1:ea typeface="Menlo"/>
                <ns1:cs typeface="Menlo"/>
              </ns1:defRPr>
            </ns1:lvl6pPr>
            <ns1:lvl7pPr algn="l">
              <ns1:defRPr sz="1177">
                <ns1:solidFill>
                  <ns1:srgbClr val="E6EDF7"/>
                </ns1:solidFill>
                <ns1:latin typeface="Menlo"/>
                <ns1:ea typeface="Menlo"/>
                <ns1:cs typeface="Menlo"/>
              </ns1:defRPr>
            </ns1:lvl7pPr>
            <ns1:lvl8pPr algn="l">
              <ns1:defRPr sz="1177">
                <ns1:solidFill>
                  <ns1:srgbClr val="E6EDF7"/>
                </ns1:solidFill>
                <ns1:latin typeface="Menlo"/>
                <ns1:ea typeface="Menlo"/>
                <ns1:cs typeface="Menlo"/>
              </ns1:defRPr>
            </ns1:lvl8pPr>
            <ns1:lvl9pPr algn="l">
              <ns1:defRPr sz="1177">
                <ns1:solidFill>
                  <ns1:srgbClr val="E6EDF7"/>
                </ns1:solidFill>
                <ns1:latin typeface="Menlo"/>
                <ns1:ea typeface="Menlo"/>
                <ns1:cs typeface="Menlo"/>
              </ns1:defRPr>
            </ns1:lvl9pPr>
          </ns1:lstStyle>
          <ns1:p>
            <ns1:pPr algn="l">
              <ns1:defRPr sz="1177">
                <ns1:solidFill>
                  <ns1:srgbClr val="E6EDF7"/>
                </ns1:solidFill>
                <ns1:latin typeface="Menlo"/>
                <ns1:ea typeface="Menlo"/>
                <ns1:cs typeface="Menlo"/>
              </ns1:defRPr>
            </ns1:pPr>
            <ns1:r>
              <ns1:rPr sz="1177">
                <ns1:solidFill>
                  <ns1:srgbClr val="E6EDF7"/>
                </ns1:solidFill>
                <ns1:latin typeface="Menlo"/>
                <ns1:ea typeface="Menlo"/>
                <ns1:cs typeface="Menlo"/>
              </ns1:rPr>
              <ns1:t>)</ns1:t>
            </ns1:r>
            <ns1:r>
              <ns1:rPr sz="1177">
                <ns1:solidFill>
                  <ns1:srgbClr val="E6EDF7"/>
                </ns1:solidFill>
                <ns1:latin typeface="Menlo"/>
                <ns1:ea typeface="Menlo"/>
                <ns1:cs typeface="Menlo"/>
              </ns1:rPr>
              <ns1:t>)</ns1:t>
            </ns1:r>
            <ns1:r>
              <ns1:rPr sz="1177">
                <ns1:solidFill>
                  <ns1:srgbClr val="E6EDF7"/>
                </ns1:solidFill>
                <ns1:latin typeface="Menlo"/>
                <ns1:ea typeface="Menlo"/>
                <ns1:cs typeface="Menlo"/>
              </ns1:rPr>
              <ns1:t> </ns1:t>
            </ns1:r>
            <ns1:r>
              <ns1:rPr sz="1177">
                <ns1:solidFill>
                  <ns1:srgbClr val="E6EDF7"/>
                </ns1:solidFill>
                <ns1:latin typeface="Menlo"/>
                <ns1:ea typeface="Menlo"/>
                <ns1:cs typeface="Menlo"/>
              </ns1:rPr>
              <ns1:t>reject</ns1:t>
            </ns1:r>
            <ns1:r>
              <ns1:rPr sz="1177">
                <ns1:solidFill>
                  <ns1:srgbClr val="E6EDF7"/>
                </ns1:solidFill>
                <ns1:latin typeface="Menlo"/>
                <ns1:ea typeface="Menlo"/>
                <ns1:cs typeface="Menlo"/>
              </ns1:rPr>
              <ns1:t>(</ns1:t>
            </ns1:r>
            <ns1:r>
              <ns1:rPr sz="1177">
                <ns1:solidFill>
                  <ns1:srgbClr val="E6EDF7"/>
                </ns1:solidFill>
                <ns1:latin typeface="Menlo"/>
                <ns1:ea typeface="Menlo"/>
                <ns1:cs typeface="Menlo"/>
              </ns1:rPr>
              <ns1:t>)</ns1:t>
            </ns1:r>
          </ns1:p>
        </ns0:txBody>
      </ns0:sp>
      <ns0:sp>
        <ns0:nvSpPr>
          <ns0:cNvPr id="71" name="">
            <ns1:extLst>
              <ns1:ext uri="{FF2B5EF4-FFF2-40B4-BE49-F238E27FC236}">
                <ns2:creationId id="{15BF3480-0162-44F0-BA70-86FCF1175288}"/>
              </ns1:ext>
            </ns1:extLst>
          </ns0:cNvPr>
          <ns0:cNvSpPr>
            <ns1:spLocks noGrp="1"/>
          </ns0:cNvSpPr>
          <ns0:nvPr/>
        </ns0:nvSpPr>
        <ns0:spPr>
          <ns1:xfrm>
            <ns1:off x="7524750" y="3476625"/>
            <ns1:ext cx="3667125" cy="2143125"/>
          </ns1:xfrm>
          <ns1:prstGeom prst="roundRect">
            <ns1:avLst>
              <ns1:gd name="adj" fmla="val 3556"/>
            </ns1:avLst>
          </ns1:prstGeom>
          <ns1:solidFill>
            <ns1:srgbClr val="FFFFFF"/>
          </ns1:solidFill>
          <ns1:ln w="9525">
            <ns1:solidFill>
              <ns1:srgbClr val="DCE3ED"/>
            </ns1:solidFill>
            <ns1:prstDash val="solid"/>
          </ns1:ln>
        </ns0:spPr>
      </ns0:sp>
      <ns0:sp>
        <ns0:nvSpPr>
          <ns0:cNvPr id="72" name="">
            <ns1:extLst>
              <ns1:ext uri="{FF2B5EF4-FFF2-40B4-BE49-F238E27FC236}">
                <ns2:creationId id="{21DE3422-879C-4A11-97EC-2770803E03EC}"/>
              </ns1:ext>
            </ns1:extLst>
          </ns0:cNvPr>
          <ns0:cNvSpPr>
            <ns1:spLocks noGrp="1"/>
          </ns0:cNvSpPr>
          <ns0:nvPr/>
        </ns0:nvSpPr>
        <ns0:spPr>
          <ns1:xfrm>
            <ns1:off x="7810500" y="3686175"/>
            <ns1:ext cx="3095625" cy="285750"/>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172554"/>
                </ns1:solidFill>
                <ns1:latin typeface="Aptos"/>
                <ns1:ea typeface="Aptos"/>
                <ns1:cs typeface="Aptos"/>
              </ns1:defRPr>
            </ns1:defPPr>
            <ns1:lvl1pPr algn="l">
              <ns1:defRPr sz="1425" b="1">
                <ns1:solidFill>
                  <ns1:srgbClr val="172554"/>
                </ns1:solidFill>
                <ns1:latin typeface="Aptos"/>
                <ns1:ea typeface="Aptos"/>
                <ns1:cs typeface="Aptos"/>
              </ns1:defRPr>
            </ns1:lvl1pPr>
            <ns1:lvl2pPr algn="l">
              <ns1:defRPr sz="1425" b="1">
                <ns1:solidFill>
                  <ns1:srgbClr val="172554"/>
                </ns1:solidFill>
                <ns1:latin typeface="Aptos"/>
                <ns1:ea typeface="Aptos"/>
                <ns1:cs typeface="Aptos"/>
              </ns1:defRPr>
            </ns1:lvl2pPr>
            <ns1:lvl3pPr algn="l">
              <ns1:defRPr sz="1425" b="1">
                <ns1:solidFill>
                  <ns1:srgbClr val="172554"/>
                </ns1:solidFill>
                <ns1:latin typeface="Aptos"/>
                <ns1:ea typeface="Aptos"/>
                <ns1:cs typeface="Aptos"/>
              </ns1:defRPr>
            </ns1:lvl3pPr>
            <ns1:lvl4pPr algn="l">
              <ns1:defRPr sz="1425" b="1">
                <ns1:solidFill>
                  <ns1:srgbClr val="172554"/>
                </ns1:solidFill>
                <ns1:latin typeface="Aptos"/>
                <ns1:ea typeface="Aptos"/>
                <ns1:cs typeface="Aptos"/>
              </ns1:defRPr>
            </ns1:lvl4pPr>
            <ns1:lvl5pPr algn="l">
              <ns1:defRPr sz="1425" b="1">
                <ns1:solidFill>
                  <ns1:srgbClr val="172554"/>
                </ns1:solidFill>
                <ns1:latin typeface="Aptos"/>
                <ns1:ea typeface="Aptos"/>
                <ns1:cs typeface="Aptos"/>
              </ns1:defRPr>
            </ns1:lvl5pPr>
            <ns1:lvl6pPr algn="l">
              <ns1:defRPr sz="1425" b="1">
                <ns1:solidFill>
                  <ns1:srgbClr val="172554"/>
                </ns1:solidFill>
                <ns1:latin typeface="Aptos"/>
                <ns1:ea typeface="Aptos"/>
                <ns1:cs typeface="Aptos"/>
              </ns1:defRPr>
            </ns1:lvl6pPr>
            <ns1:lvl7pPr algn="l">
              <ns1:defRPr sz="1425" b="1">
                <ns1:solidFill>
                  <ns1:srgbClr val="172554"/>
                </ns1:solidFill>
                <ns1:latin typeface="Aptos"/>
                <ns1:ea typeface="Aptos"/>
                <ns1:cs typeface="Aptos"/>
              </ns1:defRPr>
            </ns1:lvl7pPr>
            <ns1:lvl8pPr algn="l">
              <ns1:defRPr sz="1425" b="1">
                <ns1:solidFill>
                  <ns1:srgbClr val="172554"/>
                </ns1:solidFill>
                <ns1:latin typeface="Aptos"/>
                <ns1:ea typeface="Aptos"/>
                <ns1:cs typeface="Aptos"/>
              </ns1:defRPr>
            </ns1:lvl8pPr>
            <ns1:lvl9pPr algn="l">
              <ns1:defRPr sz="1425" b="1">
                <ns1:solidFill>
                  <ns1:srgbClr val="172554"/>
                </ns1:solidFill>
                <ns1:latin typeface="Aptos"/>
                <ns1:ea typeface="Aptos"/>
                <ns1:cs typeface="Aptos"/>
              </ns1:defRPr>
            </ns1:lvl9pPr>
          </ns1:lstStyle>
          <ns1:p>
            <ns1:pPr algn="l">
              <ns1:defRPr sz="1425" b="1">
                <ns1:solidFill>
                  <ns1:srgbClr val="172554"/>
                </ns1:solidFill>
                <ns1:latin typeface="Aptos"/>
                <ns1:ea typeface="Aptos"/>
                <ns1:cs typeface="Aptos"/>
              </ns1:defRPr>
            </ns1:pPr>
            <ns1:r>
              <ns1:rPr sz="1425" b="1">
                <ns1:solidFill>
                  <ns1:srgbClr val="172554"/>
                </ns1:solidFill>
                <ns1:latin typeface="Aptos"/>
                <ns1:ea typeface="Aptos"/>
                <ns1:cs typeface="Aptos"/>
              </ns1:rPr>
              <ns1:t>Asistencia · comisión A</ns1:t>
            </ns1:r>
          </ns1:p>
        </ns0:txBody>
      </ns0:sp>
      <ns0:sp>
        <ns0:nvSpPr>
          <ns0:cNvPr id="73" name="">
            <ns1:extLst>
              <ns1:ext uri="{FF2B5EF4-FFF2-40B4-BE49-F238E27FC236}">
                <ns2:creationId id="{BD28F3D2-DDD7-4C3E-BFC9-39A718C94685}"/>
              </ns1:ext>
            </ns1:extLst>
          </ns0:cNvPr>
          <ns0:cNvSpPr>
            <ns1:spLocks noGrp="1"/>
          </ns0:cNvSpPr>
          <ns0:nvPr/>
        </ns0:nvSpPr>
        <ns0:spPr>
          <ns1:xfrm>
            <ns1:off x="7810500" y="4143375"/>
            <ns1:ext cx="3048000" cy="209550"/>
          </ns1:xfrm>
          <ns1:prstGeom prst="rect">
            <ns1:avLst/>
          </ns1:prstGeom>
          <ns1:noFill/>
          <ns1:ln w="0">
            <ns1:noFill/>
            <ns1:prstDash val="solid"/>
          </ns1:ln>
        </ns0:spPr>
        <ns0:txBody>
          <ns1:bodyPr lIns="0" tIns="0" rIns="0" bIns="0" anchor="ctr">
            <ns1:normAutofit fontScale="100000"/>
          </ns1:bodyPr>
          <ns1:lstStyle>
            <ns1:defPPr algn="l">
              <ns1:defRPr sz="1125" b="1">
                <ns1:solidFill>
                  <ns1:srgbClr val="536276"/>
                </ns1:solidFill>
                <ns1:latin typeface="Aptos"/>
                <ns1:ea typeface="Aptos"/>
                <ns1:cs typeface="Aptos"/>
              </ns1:defRPr>
            </ns1:defPPr>
            <ns1:lvl1pPr algn="l">
              <ns1:defRPr sz="1125" b="1">
                <ns1:solidFill>
                  <ns1:srgbClr val="536276"/>
                </ns1:solidFill>
                <ns1:latin typeface="Aptos"/>
                <ns1:ea typeface="Aptos"/>
                <ns1:cs typeface="Aptos"/>
              </ns1:defRPr>
            </ns1:lvl1pPr>
            <ns1:lvl2pPr algn="l">
              <ns1:defRPr sz="1125" b="1">
                <ns1:solidFill>
                  <ns1:srgbClr val="536276"/>
                </ns1:solidFill>
                <ns1:latin typeface="Aptos"/>
                <ns1:ea typeface="Aptos"/>
                <ns1:cs typeface="Aptos"/>
              </ns1:defRPr>
            </ns1:lvl2pPr>
            <ns1:lvl3pPr algn="l">
              <ns1:defRPr sz="1125" b="1">
                <ns1:solidFill>
                  <ns1:srgbClr val="536276"/>
                </ns1:solidFill>
                <ns1:latin typeface="Aptos"/>
                <ns1:ea typeface="Aptos"/>
                <ns1:cs typeface="Aptos"/>
              </ns1:defRPr>
            </ns1:lvl3pPr>
            <ns1:lvl4pPr algn="l">
              <ns1:defRPr sz="1125" b="1">
                <ns1:solidFill>
                  <ns1:srgbClr val="536276"/>
                </ns1:solidFill>
                <ns1:latin typeface="Aptos"/>
                <ns1:ea typeface="Aptos"/>
                <ns1:cs typeface="Aptos"/>
              </ns1:defRPr>
            </ns1:lvl4pPr>
            <ns1:lvl5pPr algn="l">
              <ns1:defRPr sz="1125" b="1">
                <ns1:solidFill>
                  <ns1:srgbClr val="536276"/>
                </ns1:solidFill>
                <ns1:latin typeface="Aptos"/>
                <ns1:ea typeface="Aptos"/>
                <ns1:cs typeface="Aptos"/>
              </ns1:defRPr>
            </ns1:lvl5pPr>
            <ns1:lvl6pPr algn="l">
              <ns1:defRPr sz="1125" b="1">
                <ns1:solidFill>
                  <ns1:srgbClr val="536276"/>
                </ns1:solidFill>
                <ns1:latin typeface="Aptos"/>
                <ns1:ea typeface="Aptos"/>
                <ns1:cs typeface="Aptos"/>
              </ns1:defRPr>
            </ns1:lvl6pPr>
            <ns1:lvl7pPr algn="l">
              <ns1:defRPr sz="1125" b="1">
                <ns1:solidFill>
                  <ns1:srgbClr val="536276"/>
                </ns1:solidFill>
                <ns1:latin typeface="Aptos"/>
                <ns1:ea typeface="Aptos"/>
                <ns1:cs typeface="Aptos"/>
              </ns1:defRPr>
            </ns1:lvl7pPr>
            <ns1:lvl8pPr algn="l">
              <ns1:defRPr sz="1125" b="1">
                <ns1:solidFill>
                  <ns1:srgbClr val="536276"/>
                </ns1:solidFill>
                <ns1:latin typeface="Aptos"/>
                <ns1:ea typeface="Aptos"/>
                <ns1:cs typeface="Aptos"/>
              </ns1:defRPr>
            </ns1:lvl8pPr>
            <ns1:lvl9pPr algn="l">
              <ns1:defRPr sz="1125" b="1">
                <ns1:solidFill>
                  <ns1:srgbClr val="536276"/>
                </ns1:solidFill>
                <ns1:latin typeface="Aptos"/>
                <ns1:ea typeface="Aptos"/>
                <ns1:cs typeface="Aptos"/>
              </ns1:defRPr>
            </ns1:lvl9pPr>
          </ns1:lstStyle>
          <ns1:p>
            <ns1:pPr algn="l">
              <ns1:defRPr sz="1125" b="1">
                <ns1:solidFill>
                  <ns1:srgbClr val="536276"/>
                </ns1:solidFill>
                <ns1:latin typeface="Aptos"/>
                <ns1:ea typeface="Aptos"/>
                <ns1:cs typeface="Aptos"/>
              </ns1:defRPr>
            </ns1:pPr>
            <ns1:r>
              <ns1:rPr sz="1125" b="1">
                <ns1:solidFill>
                  <ns1:srgbClr val="536276"/>
                </ns1:solidFill>
                <ns1:latin typeface="Aptos"/>
                <ns1:ea typeface="Aptos"/>
                <ns1:cs typeface="Aptos"/>
              </ns1:rPr>
              <ns1:t>Estudiante                         Estado</ns1:t>
            </ns1:r>
          </ns1:p>
        </ns0:txBody>
      </ns0:sp>
      <ns0:sp>
        <ns0:nvSpPr>
          <ns0:cNvPr id="74" name="">
            <ns1:extLst>
              <ns1:ext uri="{FF2B5EF4-FFF2-40B4-BE49-F238E27FC236}">
                <ns2:creationId id="{32B847E3-BAB6-4840-8025-9905C03DE8FC}"/>
              </ns1:ext>
            </ns1:extLst>
          </ns0:cNvPr>
          <ns0:cNvSpPr>
            <ns1:spLocks noGrp="1"/>
          </ns0:cNvSpPr>
          <ns0:nvPr/>
        </ns0:nvSpPr>
        <ns0:spPr>
          <ns1:xfrm flipV="0">
            <ns1:off x="7810500" y="4476750"/>
            <ns1:ext cx="3086100" cy="9525"/>
          </ns1:xfrm>
          <ns1:prstGeom prst="line">
            <ns1:avLst/>
          </ns1:prstGeom>
          <ns1:noFill/>
          <ns1:ln w="9525">
            <ns1:solidFill>
              <ns1:srgbClr val="DCE3ED"/>
            </ns1:solidFill>
            <ns1:prstDash val="solid"/>
          </ns1:ln>
        </ns0:spPr>
      </ns0:sp>
      <ns0:sp>
        <ns0:nvSpPr>
          <ns0:cNvPr id="75" name="">
            <ns1:extLst>
              <ns1:ext uri="{FF2B5EF4-FFF2-40B4-BE49-F238E27FC236}">
                <ns2:creationId id="{271CC2F9-9745-4057-A4E0-E33E52779DA8}"/>
              </ns1:ext>
            </ns1:extLst>
          </ns0:cNvPr>
          <ns0:cNvSpPr>
            <ns1:spLocks noGrp="1"/>
          </ns0:cNvSpPr>
          <ns0:nvPr/>
        </ns0:nvSpPr>
        <ns0:spPr>
          <ns1:xfrm>
            <ns1:off x="7810500" y="4600575"/>
            <ns1:ext cx="3048000" cy="228600"/>
          </ns1:xfrm>
          <ns1:prstGeom prst="rect">
            <ns1:avLst/>
          </ns1:prstGeom>
          <ns1:noFill/>
          <ns1:ln w="0">
            <ns1:noFill/>
            <ns1:prstDash val="solid"/>
          </ns1:ln>
        </ns0:spPr>
        <ns0:txBody>
          <ns1:bodyPr lIns="0" tIns="0" rIns="0" bIns="0" anchor="ctr">
            <ns1:normAutofit fontScale="100000"/>
          </ns1:bodyPr>
          <ns1:lstStyle>
            <ns1:defPPr algn="l">
              <ns1:defRPr sz="1200" b="1">
                <ns1:solidFill>
                  <ns1:srgbClr val="23836E"/>
                </ns1:solidFill>
                <ns1:latin typeface="Aptos"/>
                <ns1:ea typeface="Aptos"/>
                <ns1:cs typeface="Aptos"/>
              </ns1:defRPr>
            </ns1:defPPr>
            <ns1:lvl1pPr algn="l">
              <ns1:defRPr sz="1200" b="1">
                <ns1:solidFill>
                  <ns1:srgbClr val="23836E"/>
                </ns1:solidFill>
                <ns1:latin typeface="Aptos"/>
                <ns1:ea typeface="Aptos"/>
                <ns1:cs typeface="Aptos"/>
              </ns1:defRPr>
            </ns1:lvl1pPr>
            <ns1:lvl2pPr algn="l">
              <ns1:defRPr sz="1200" b="1">
                <ns1:solidFill>
                  <ns1:srgbClr val="23836E"/>
                </ns1:solidFill>
                <ns1:latin typeface="Aptos"/>
                <ns1:ea typeface="Aptos"/>
                <ns1:cs typeface="Aptos"/>
              </ns1:defRPr>
            </ns1:lvl2pPr>
            <ns1:lvl3pPr algn="l">
              <ns1:defRPr sz="1200" b="1">
                <ns1:solidFill>
                  <ns1:srgbClr val="23836E"/>
                </ns1:solidFill>
                <ns1:latin typeface="Aptos"/>
                <ns1:ea typeface="Aptos"/>
                <ns1:cs typeface="Aptos"/>
              </ns1:defRPr>
            </ns1:lvl3pPr>
            <ns1:lvl4pPr algn="l">
              <ns1:defRPr sz="1200" b="1">
                <ns1:solidFill>
                  <ns1:srgbClr val="23836E"/>
                </ns1:solidFill>
                <ns1:latin typeface="Aptos"/>
                <ns1:ea typeface="Aptos"/>
                <ns1:cs typeface="Aptos"/>
              </ns1:defRPr>
            </ns1:lvl4pPr>
            <ns1:lvl5pPr algn="l">
              <ns1:defRPr sz="1200" b="1">
                <ns1:solidFill>
                  <ns1:srgbClr val="23836E"/>
                </ns1:solidFill>
                <ns1:latin typeface="Aptos"/>
                <ns1:ea typeface="Aptos"/>
                <ns1:cs typeface="Aptos"/>
              </ns1:defRPr>
            </ns1:lvl5pPr>
            <ns1:lvl6pPr algn="l">
              <ns1:defRPr sz="1200" b="1">
                <ns1:solidFill>
                  <ns1:srgbClr val="23836E"/>
                </ns1:solidFill>
                <ns1:latin typeface="Aptos"/>
                <ns1:ea typeface="Aptos"/>
                <ns1:cs typeface="Aptos"/>
              </ns1:defRPr>
            </ns1:lvl6pPr>
            <ns1:lvl7pPr algn="l">
              <ns1:defRPr sz="1200" b="1">
                <ns1:solidFill>
                  <ns1:srgbClr val="23836E"/>
                </ns1:solidFill>
                <ns1:latin typeface="Aptos"/>
                <ns1:ea typeface="Aptos"/>
                <ns1:cs typeface="Aptos"/>
              </ns1:defRPr>
            </ns1:lvl7pPr>
            <ns1:lvl8pPr algn="l">
              <ns1:defRPr sz="1200" b="1">
                <ns1:solidFill>
                  <ns1:srgbClr val="23836E"/>
                </ns1:solidFill>
                <ns1:latin typeface="Aptos"/>
                <ns1:ea typeface="Aptos"/>
                <ns1:cs typeface="Aptos"/>
              </ns1:defRPr>
            </ns1:lvl8pPr>
            <ns1:lvl9pPr algn="l">
              <ns1:defRPr sz="1200" b="1">
                <ns1:solidFill>
                  <ns1:srgbClr val="23836E"/>
                </ns1:solidFill>
                <ns1:latin typeface="Aptos"/>
                <ns1:ea typeface="Aptos"/>
                <ns1:cs typeface="Aptos"/>
              </ns1:defRPr>
            </ns1:lvl9pPr>
          </ns1:lstStyle>
          <ns1:p>
            <ns1:pPr algn="l">
              <ns1:defRPr sz="1200" b="1">
                <ns1:solidFill>
                  <ns1:srgbClr val="23836E"/>
                </ns1:solidFill>
                <ns1:latin typeface="Aptos"/>
                <ns1:ea typeface="Aptos"/>
                <ns1:cs typeface="Aptos"/>
              </ns1:defRPr>
            </ns1:pPr>
            <ns1:r>
              <ns1:rPr sz="1200" b="1">
                <ns1:solidFill>
                  <ns1:srgbClr val="23836E"/>
                </ns1:solidFill>
                <ns1:latin typeface="Aptos"/>
                <ns1:ea typeface="Aptos"/>
                <ns1:cs typeface="Aptos"/>
              </ns1:rPr>
              <ns1:t>Mariano Arias Simone        P</ns1:t>
            </ns1:r>
          </ns1:p>
        </ns0:txBody>
      </ns0:sp>
      <ns0:sp>
        <ns0:nvSpPr>
          <ns0:cNvPr id="76" name="">
            <ns1:extLst>
              <ns1:ext uri="{FF2B5EF4-FFF2-40B4-BE49-F238E27FC236}">
                <ns2:creationId id="{F8BFA471-0294-43B9-BE91-4A81A8E923EE}"/>
              </ns1:ext>
            </ns1:extLst>
          </ns0:cNvPr>
          <ns0:cNvSpPr>
            <ns1:spLocks noGrp="1"/>
          </ns0:cNvSpPr>
          <ns0:nvPr/>
        </ns0:nvSpPr>
        <ns0:spPr>
          <ns1:xfrm>
            <ns1:off x="7810500" y="5019675"/>
            <ns1:ext cx="3048000" cy="228600"/>
          </ns1:xfrm>
          <ns1:prstGeom prst="rect">
            <ns1:avLst/>
          </ns1:prstGeom>
          <ns1:noFill/>
          <ns1:ln w="0">
            <ns1:noFill/>
            <ns1:prstDash val="solid"/>
          </ns1:ln>
        </ns0:spPr>
        <ns0:txBody>
          <ns1:bodyPr lIns="0" tIns="0" rIns="0" bIns="0" anchor="ctr">
            <ns1:normAutofit fontScale="100000"/>
          </ns1:bodyPr>
          <ns1:lstStyle>
            <ns1:defPPr algn="l">
              <ns1:defRPr sz="1200" b="1">
                <ns1:solidFill>
                  <ns1:srgbClr val="D95757"/>
                </ns1:solidFill>
                <ns1:latin typeface="Aptos"/>
                <ns1:ea typeface="Aptos"/>
                <ns1:cs typeface="Aptos"/>
              </ns1:defRPr>
            </ns1:defPPr>
            <ns1:lvl1pPr algn="l">
              <ns1:defRPr sz="1200" b="1">
                <ns1:solidFill>
                  <ns1:srgbClr val="D95757"/>
                </ns1:solidFill>
                <ns1:latin typeface="Aptos"/>
                <ns1:ea typeface="Aptos"/>
                <ns1:cs typeface="Aptos"/>
              </ns1:defRPr>
            </ns1:lvl1pPr>
            <ns1:lvl2pPr algn="l">
              <ns1:defRPr sz="1200" b="1">
                <ns1:solidFill>
                  <ns1:srgbClr val="D95757"/>
                </ns1:solidFill>
                <ns1:latin typeface="Aptos"/>
                <ns1:ea typeface="Aptos"/>
                <ns1:cs typeface="Aptos"/>
              </ns1:defRPr>
            </ns1:lvl2pPr>
            <ns1:lvl3pPr algn="l">
              <ns1:defRPr sz="1200" b="1">
                <ns1:solidFill>
                  <ns1:srgbClr val="D95757"/>
                </ns1:solidFill>
                <ns1:latin typeface="Aptos"/>
                <ns1:ea typeface="Aptos"/>
                <ns1:cs typeface="Aptos"/>
              </ns1:defRPr>
            </ns1:lvl3pPr>
            <ns1:lvl4pPr algn="l">
              <ns1:defRPr sz="1200" b="1">
                <ns1:solidFill>
                  <ns1:srgbClr val="D95757"/>
                </ns1:solidFill>
                <ns1:latin typeface="Aptos"/>
                <ns1:ea typeface="Aptos"/>
                <ns1:cs typeface="Aptos"/>
              </ns1:defRPr>
            </ns1:lvl4pPr>
            <ns1:lvl5pPr algn="l">
              <ns1:defRPr sz="1200" b="1">
                <ns1:solidFill>
                  <ns1:srgbClr val="D95757"/>
                </ns1:solidFill>
                <ns1:latin typeface="Aptos"/>
                <ns1:ea typeface="Aptos"/>
                <ns1:cs typeface="Aptos"/>
              </ns1:defRPr>
            </ns1:lvl5pPr>
            <ns1:lvl6pPr algn="l">
              <ns1:defRPr sz="1200" b="1">
                <ns1:solidFill>
                  <ns1:srgbClr val="D95757"/>
                </ns1:solidFill>
                <ns1:latin typeface="Aptos"/>
                <ns1:ea typeface="Aptos"/>
                <ns1:cs typeface="Aptos"/>
              </ns1:defRPr>
            </ns1:lvl6pPr>
            <ns1:lvl7pPr algn="l">
              <ns1:defRPr sz="1200" b="1">
                <ns1:solidFill>
                  <ns1:srgbClr val="D95757"/>
                </ns1:solidFill>
                <ns1:latin typeface="Aptos"/>
                <ns1:ea typeface="Aptos"/>
                <ns1:cs typeface="Aptos"/>
              </ns1:defRPr>
            </ns1:lvl7pPr>
            <ns1:lvl8pPr algn="l">
              <ns1:defRPr sz="1200" b="1">
                <ns1:solidFill>
                  <ns1:srgbClr val="D95757"/>
                </ns1:solidFill>
                <ns1:latin typeface="Aptos"/>
                <ns1:ea typeface="Aptos"/>
                <ns1:cs typeface="Aptos"/>
              </ns1:defRPr>
            </ns1:lvl8pPr>
            <ns1:lvl9pPr algn="l">
              <ns1:defRPr sz="1200" b="1">
                <ns1:solidFill>
                  <ns1:srgbClr val="D95757"/>
                </ns1:solidFill>
                <ns1:latin typeface="Aptos"/>
                <ns1:ea typeface="Aptos"/>
                <ns1:cs typeface="Aptos"/>
              </ns1:defRPr>
            </ns1:lvl9pPr>
          </ns1:lstStyle>
          <ns1:p>
            <ns1:pPr algn="l">
              <ns1:defRPr sz="1200" b="1">
                <ns1:solidFill>
                  <ns1:srgbClr val="D95757"/>
                </ns1:solidFill>
                <ns1:latin typeface="Aptos"/>
                <ns1:ea typeface="Aptos"/>
                <ns1:cs typeface="Aptos"/>
              </ns1:defRPr>
            </ns1:pPr>
            <ns1:r>
              <ns1:rPr sz="1200" b="1">
                <ns1:solidFill>
                  <ns1:srgbClr val="D95757"/>
                </ns1:solidFill>
                <ns1:latin typeface="Aptos"/>
                <ns1:ea typeface="Aptos"/>
                <ns1:cs typeface="Aptos"/>
              </ns1:rPr>
              <ns1:t>Peralta Herrera Nahuel    A</ns1:t>
            </ns1:r>
          </ns1:p>
        </ns0:txBody>
      </ns0:sp>
      <ns0:sp>
        <ns0:nvSpPr>
          <ns0:cNvPr id="77" name="">
            <ns1:extLst>
              <ns1:ext uri="{FF2B5EF4-FFF2-40B4-BE49-F238E27FC236}">
                <ns2:creationId id="{0C18AE69-4B43-4F93-9702-4E8250028D48}"/>
              </ns1:ext>
            </ns1:extLst>
          </ns0:cNvPr>
          <ns0:cNvSpPr>
            <ns1:spLocks noGrp="1"/>
          </ns0:cNvSpPr>
          <ns0:nvPr/>
        </ns0:nvSpPr>
        <ns0:spPr>
          <ns1:xfrm>
            <ns1:off x="7810500" y="5314950"/>
            <ns1:ext cx="2428875" cy="285750"/>
          </ns1:xfrm>
          <ns1:prstGeom prst="roundRect">
            <ns1:avLst>
              <ns1:gd name="adj" fmla="val 26667"/>
            </ns1:avLst>
          </ns1:prstGeom>
          <ns1:solidFill>
            <ns1:srgbClr val="E8EDFF"/>
          </ns1:solidFill>
          <ns1:ln w="0">
            <ns1:noFill/>
            <ns1:prstDash val="solid"/>
          </ns1:ln>
        </ns0:spPr>
      </ns0:sp>
      <ns0:sp>
        <ns0:nvSpPr>
          <ns0:cNvPr id="78" name="">
            <ns1:extLst>
              <ns1:ext uri="{FF2B5EF4-FFF2-40B4-BE49-F238E27FC236}">
                <ns2:creationId id="{FA3C7406-F4FC-4E8E-9561-5B6E98D92D92}"/>
              </ns1:ext>
            </ns1:extLst>
          </ns0:cNvPr>
          <ns0:cNvSpPr>
            <ns1:spLocks noGrp="1"/>
          </ns0:cNvSpPr>
          <ns0:nvPr/>
        </ns0:nvSpPr>
        <ns0:spPr>
          <ns1:xfrm>
            <ns1:off x="7905750" y="5324475"/>
            <ns1:ext cx="2238375"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2846A0"/>
                </ns1:solidFill>
                <ns1:latin typeface="Aptos"/>
                <ns1:ea typeface="Aptos"/>
                <ns1:cs typeface="Aptos"/>
              </ns1:defRPr>
            </ns1:defPPr>
            <ns1:lvl1pPr algn="ctr">
              <ns1:defRPr sz="975" b="1">
                <ns1:solidFill>
                  <ns1:srgbClr val="2846A0"/>
                </ns1:solidFill>
                <ns1:latin typeface="Aptos"/>
                <ns1:ea typeface="Aptos"/>
                <ns1:cs typeface="Aptos"/>
              </ns1:defRPr>
            </ns1:lvl1pPr>
            <ns1:lvl2pPr algn="ctr">
              <ns1:defRPr sz="975" b="1">
                <ns1:solidFill>
                  <ns1:srgbClr val="2846A0"/>
                </ns1:solidFill>
                <ns1:latin typeface="Aptos"/>
                <ns1:ea typeface="Aptos"/>
                <ns1:cs typeface="Aptos"/>
              </ns1:defRPr>
            </ns1:lvl2pPr>
            <ns1:lvl3pPr algn="ctr">
              <ns1:defRPr sz="975" b="1">
                <ns1:solidFill>
                  <ns1:srgbClr val="2846A0"/>
                </ns1:solidFill>
                <ns1:latin typeface="Aptos"/>
                <ns1:ea typeface="Aptos"/>
                <ns1:cs typeface="Aptos"/>
              </ns1:defRPr>
            </ns1:lvl3pPr>
            <ns1:lvl4pPr algn="ctr">
              <ns1:defRPr sz="975" b="1">
                <ns1:solidFill>
                  <ns1:srgbClr val="2846A0"/>
                </ns1:solidFill>
                <ns1:latin typeface="Aptos"/>
                <ns1:ea typeface="Aptos"/>
                <ns1:cs typeface="Aptos"/>
              </ns1:defRPr>
            </ns1:lvl4pPr>
            <ns1:lvl5pPr algn="ctr">
              <ns1:defRPr sz="975" b="1">
                <ns1:solidFill>
                  <ns1:srgbClr val="2846A0"/>
                </ns1:solidFill>
                <ns1:latin typeface="Aptos"/>
                <ns1:ea typeface="Aptos"/>
                <ns1:cs typeface="Aptos"/>
              </ns1:defRPr>
            </ns1:lvl5pPr>
            <ns1:lvl6pPr algn="ctr">
              <ns1:defRPr sz="975" b="1">
                <ns1:solidFill>
                  <ns1:srgbClr val="2846A0"/>
                </ns1:solidFill>
                <ns1:latin typeface="Aptos"/>
                <ns1:ea typeface="Aptos"/>
                <ns1:cs typeface="Aptos"/>
              </ns1:defRPr>
            </ns1:lvl6pPr>
            <ns1:lvl7pPr algn="ctr">
              <ns1:defRPr sz="975" b="1">
                <ns1:solidFill>
                  <ns1:srgbClr val="2846A0"/>
                </ns1:solidFill>
                <ns1:latin typeface="Aptos"/>
                <ns1:ea typeface="Aptos"/>
                <ns1:cs typeface="Aptos"/>
              </ns1:defRPr>
            </ns1:lvl7pPr>
            <ns1:lvl8pPr algn="ctr">
              <ns1:defRPr sz="975" b="1">
                <ns1:solidFill>
                  <ns1:srgbClr val="2846A0"/>
                </ns1:solidFill>
                <ns1:latin typeface="Aptos"/>
                <ns1:ea typeface="Aptos"/>
                <ns1:cs typeface="Aptos"/>
              </ns1:defRPr>
            </ns1:lvl8pPr>
            <ns1:lvl9pPr algn="ctr">
              <ns1:defRPr sz="975" b="1">
                <ns1:solidFill>
                  <ns1:srgbClr val="2846A0"/>
                </ns1:solidFill>
                <ns1:latin typeface="Aptos"/>
                <ns1:ea typeface="Aptos"/>
                <ns1:cs typeface="Aptos"/>
              </ns1:defRPr>
            </ns1:lvl9pPr>
          </ns1:lstStyle>
          <ns1:p>
            <ns1:pPr algn="ctr">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Un estudiante solo puede quedar registrado una vez por sesión.</ns1:t>
            </ns1:r>
          </ns1:p>
        </ns0:txBody>
      </ns0:sp>
    </ns0:spTree>
    <ns0:extLst>
      <ns0:ext uri="{BB962C8B-B14F-4D97-AF65-F5344CB8AC3E}">
        <ns3:creationId val="329316395"/>
      </ns0:ext>
    </ns0:extLst>
  </ns0:cSld>
</ns0:sld>
</file>

<file path=ppt/slides/slide2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5F7FB"/>
        </ns1:solidFill>
      </ns0:bgPr>
    </ns0:bg>
    <ns0:spTree>
      <ns0:nvGrpSpPr>
        <ns0:cNvPr id="1" name=""/>
        <ns0:cNvGrpSpPr/>
        <ns0:nvPr/>
      </ns0:nvGrpSpPr>
      <ns0:grpSpPr>
        <ns1:xfrm/>
      </ns0:grpSpPr>
      <ns0:sp>
        <ns0:nvSpPr>
          <ns0:cNvPr id="29" name="">
            <ns1:extLst>
              <ns1:ext uri="{FF2B5EF4-FFF2-40B4-BE49-F238E27FC236}">
                <ns2:creationId id="{F9F0D1E8-9439-444E-B579-2FB48A46A05C}"/>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846A0"/>
                </ns1:solidFill>
                <ns1:latin typeface="Aptos"/>
                <ns1:ea typeface="Aptos"/>
                <ns1:cs typeface="Aptos"/>
              </ns1:defRPr>
            </ns1:defPPr>
            <ns1:lvl1pPr algn="l">
              <ns1:defRPr sz="975" b="1">
                <ns1:solidFill>
                  <ns1:srgbClr val="2846A0"/>
                </ns1:solidFill>
                <ns1:latin typeface="Aptos"/>
                <ns1:ea typeface="Aptos"/>
                <ns1:cs typeface="Aptos"/>
              </ns1:defRPr>
            </ns1:lvl1pPr>
            <ns1:lvl2pPr algn="l">
              <ns1:defRPr sz="975" b="1">
                <ns1:solidFill>
                  <ns1:srgbClr val="2846A0"/>
                </ns1:solidFill>
                <ns1:latin typeface="Aptos"/>
                <ns1:ea typeface="Aptos"/>
                <ns1:cs typeface="Aptos"/>
              </ns1:defRPr>
            </ns1:lvl2pPr>
            <ns1:lvl3pPr algn="l">
              <ns1:defRPr sz="975" b="1">
                <ns1:solidFill>
                  <ns1:srgbClr val="2846A0"/>
                </ns1:solidFill>
                <ns1:latin typeface="Aptos"/>
                <ns1:ea typeface="Aptos"/>
                <ns1:cs typeface="Aptos"/>
              </ns1:defRPr>
            </ns1:lvl3pPr>
            <ns1:lvl4pPr algn="l">
              <ns1:defRPr sz="975" b="1">
                <ns1:solidFill>
                  <ns1:srgbClr val="2846A0"/>
                </ns1:solidFill>
                <ns1:latin typeface="Aptos"/>
                <ns1:ea typeface="Aptos"/>
                <ns1:cs typeface="Aptos"/>
              </ns1:defRPr>
            </ns1:lvl4pPr>
            <ns1:lvl5pPr algn="l">
              <ns1:defRPr sz="975" b="1">
                <ns1:solidFill>
                  <ns1:srgbClr val="2846A0"/>
                </ns1:solidFill>
                <ns1:latin typeface="Aptos"/>
                <ns1:ea typeface="Aptos"/>
                <ns1:cs typeface="Aptos"/>
              </ns1:defRPr>
            </ns1:lvl5pPr>
            <ns1:lvl6pPr algn="l">
              <ns1:defRPr sz="975" b="1">
                <ns1:solidFill>
                  <ns1:srgbClr val="2846A0"/>
                </ns1:solidFill>
                <ns1:latin typeface="Aptos"/>
                <ns1:ea typeface="Aptos"/>
                <ns1:cs typeface="Aptos"/>
              </ns1:defRPr>
            </ns1:lvl6pPr>
            <ns1:lvl7pPr algn="l">
              <ns1:defRPr sz="975" b="1">
                <ns1:solidFill>
                  <ns1:srgbClr val="2846A0"/>
                </ns1:solidFill>
                <ns1:latin typeface="Aptos"/>
                <ns1:ea typeface="Aptos"/>
                <ns1:cs typeface="Aptos"/>
              </ns1:defRPr>
            </ns1:lvl7pPr>
            <ns1:lvl8pPr algn="l">
              <ns1:defRPr sz="975" b="1">
                <ns1:solidFill>
                  <ns1:srgbClr val="2846A0"/>
                </ns1:solidFill>
                <ns1:latin typeface="Aptos"/>
                <ns1:ea typeface="Aptos"/>
                <ns1:cs typeface="Aptos"/>
              </ns1:defRPr>
            </ns1:lvl8pPr>
            <ns1:lvl9pPr algn="l">
              <ns1:defRPr sz="975" b="1">
                <ns1:solidFill>
                  <ns1:srgbClr val="2846A0"/>
                </ns1:solidFill>
                <ns1:latin typeface="Aptos"/>
                <ns1:ea typeface="Aptos"/>
                <ns1:cs typeface="Aptos"/>
              </ns1:defRPr>
            </ns1:lvl9pPr>
          </ns1:lstStyle>
          <ns1:p>
            <ns1:pPr algn="l">
              <ns1:defRPr sz="975" b="1">
                <ns1:solidFill>
                  <ns1:srgbClr val="2846A0"/>
                </ns1:solidFill>
                <ns1:latin typeface="Aptos"/>
                <ns1:ea typeface="Aptos"/>
                <ns1:cs typeface="Aptos"/>
              </ns1:defRPr>
            </ns1:pPr>
            <ns1:r>
              <ns1:rPr sz="975" b="1">
                <ns1:solidFill>
                  <ns1:srgbClr val="2846A0"/>
                </ns1:solidFill>
                <ns1:latin typeface="Aptos"/>
                <ns1:ea typeface="Aptos"/>
                <ns1:cs typeface="Aptos"/>
              </ns1:rPr>
              <ns1:t>SEGURIDAD Y LÍMITES</ns1:t>
            </ns1:r>
          </ns1:p>
        </ns0:txBody>
      </ns0:sp>
      <ns0:sp>
        <ns0:nvSpPr>
          <ns0:cNvPr id="2" name="">
            <ns1:extLst>
              <ns1:ext uri="{FF2B5EF4-FFF2-40B4-BE49-F238E27FC236}">
                <ns2:creationId id="{DB4F4F47-DBFF-49E9-AC17-E4AD3799DC6A}"/>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2846A0"/>
                </ns1:solidFill>
                <ns1:latin typeface="Aptos"/>
                <ns1:ea typeface="Aptos"/>
                <ns1:cs typeface="Aptos"/>
              </ns1:defRPr>
            </ns1:defPPr>
            <ns1:lvl1pPr algn="r">
              <ns1:defRPr sz="1050" b="1">
                <ns1:solidFill>
                  <ns1:srgbClr val="2846A0"/>
                </ns1:solidFill>
                <ns1:latin typeface="Aptos"/>
                <ns1:ea typeface="Aptos"/>
                <ns1:cs typeface="Aptos"/>
              </ns1:defRPr>
            </ns1:lvl1pPr>
            <ns1:lvl2pPr algn="r">
              <ns1:defRPr sz="1050" b="1">
                <ns1:solidFill>
                  <ns1:srgbClr val="2846A0"/>
                </ns1:solidFill>
                <ns1:latin typeface="Aptos"/>
                <ns1:ea typeface="Aptos"/>
                <ns1:cs typeface="Aptos"/>
              </ns1:defRPr>
            </ns1:lvl2pPr>
            <ns1:lvl3pPr algn="r">
              <ns1:defRPr sz="1050" b="1">
                <ns1:solidFill>
                  <ns1:srgbClr val="2846A0"/>
                </ns1:solidFill>
                <ns1:latin typeface="Aptos"/>
                <ns1:ea typeface="Aptos"/>
                <ns1:cs typeface="Aptos"/>
              </ns1:defRPr>
            </ns1:lvl3pPr>
            <ns1:lvl4pPr algn="r">
              <ns1:defRPr sz="1050" b="1">
                <ns1:solidFill>
                  <ns1:srgbClr val="2846A0"/>
                </ns1:solidFill>
                <ns1:latin typeface="Aptos"/>
                <ns1:ea typeface="Aptos"/>
                <ns1:cs typeface="Aptos"/>
              </ns1:defRPr>
            </ns1:lvl4pPr>
            <ns1:lvl5pPr algn="r">
              <ns1:defRPr sz="1050" b="1">
                <ns1:solidFill>
                  <ns1:srgbClr val="2846A0"/>
                </ns1:solidFill>
                <ns1:latin typeface="Aptos"/>
                <ns1:ea typeface="Aptos"/>
                <ns1:cs typeface="Aptos"/>
              </ns1:defRPr>
            </ns1:lvl5pPr>
            <ns1:lvl6pPr algn="r">
              <ns1:defRPr sz="1050" b="1">
                <ns1:solidFill>
                  <ns1:srgbClr val="2846A0"/>
                </ns1:solidFill>
                <ns1:latin typeface="Aptos"/>
                <ns1:ea typeface="Aptos"/>
                <ns1:cs typeface="Aptos"/>
              </ns1:defRPr>
            </ns1:lvl6pPr>
            <ns1:lvl7pPr algn="r">
              <ns1:defRPr sz="1050" b="1">
                <ns1:solidFill>
                  <ns1:srgbClr val="2846A0"/>
                </ns1:solidFill>
                <ns1:latin typeface="Aptos"/>
                <ns1:ea typeface="Aptos"/>
                <ns1:cs typeface="Aptos"/>
              </ns1:defRPr>
            </ns1:lvl7pPr>
            <ns1:lvl8pPr algn="r">
              <ns1:defRPr sz="1050" b="1">
                <ns1:solidFill>
                  <ns1:srgbClr val="2846A0"/>
                </ns1:solidFill>
                <ns1:latin typeface="Aptos"/>
                <ns1:ea typeface="Aptos"/>
                <ns1:cs typeface="Aptos"/>
              </ns1:defRPr>
            </ns1:lvl8pPr>
            <ns1:lvl9pPr algn="r">
              <ns1:defRPr sz="1050" b="1">
                <ns1:solidFill>
                  <ns1:srgbClr val="2846A0"/>
                </ns1:solidFill>
                <ns1:latin typeface="Aptos"/>
                <ns1:ea typeface="Aptos"/>
                <ns1:cs typeface="Aptos"/>
              </ns1:defRPr>
            </ns1:lvl9pPr>
          </ns1:lstStyle>
          <ns1:p>
            <ns1:pPr algn="r">
              <ns1:defRPr sz="1050" b="1">
                <ns1:solidFill>
                  <ns1:srgbClr val="2846A0"/>
                </ns1:solidFill>
                <ns1:latin typeface="Aptos"/>
                <ns1:ea typeface="Aptos"/>
                <ns1:cs typeface="Aptos"/>
              </ns1:defRPr>
            </ns1:pPr>
            <ns1:r>
              <ns1:rPr sz="1050" b="1">
                <ns1:solidFill>
                  <ns1:srgbClr val="2846A0"/>
                </ns1:solidFill>
                <ns1:latin typeface="Aptos"/>
                <ns1:ea typeface="Aptos"/>
                <ns1:cs typeface="Aptos"/>
              </ns1:rPr>
              <ns1:t>2:00</ns1:t>
            </ns1:r>
          </ns1:p>
        </ns0:txBody>
      </ns0:sp>
      <ns0:sp>
        <ns0:nvSpPr>
          <ns0:cNvPr id="3" name="">
            <ns1:extLst>
              <ns1:ext uri="{FF2B5EF4-FFF2-40B4-BE49-F238E27FC236}">
                <ns2:creationId id="{A65AA170-DAC4-4DF8-8F48-F8F9BCF041E8}"/>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172554"/>
                </ns1:solidFill>
                <ns1:latin typeface="Aptos"/>
                <ns1:ea typeface="Aptos"/>
                <ns1:cs typeface="Aptos"/>
              </ns1:defRPr>
            </ns1:defPPr>
            <ns1:lvl1pPr algn="l">
              <ns1:defRPr sz="2550" b="1">
                <ns1:solidFill>
                  <ns1:srgbClr val="172554"/>
                </ns1:solidFill>
                <ns1:latin typeface="Aptos"/>
                <ns1:ea typeface="Aptos"/>
                <ns1:cs typeface="Aptos"/>
              </ns1:defRPr>
            </ns1:lvl1pPr>
            <ns1:lvl2pPr algn="l">
              <ns1:defRPr sz="2550" b="1">
                <ns1:solidFill>
                  <ns1:srgbClr val="172554"/>
                </ns1:solidFill>
                <ns1:latin typeface="Aptos"/>
                <ns1:ea typeface="Aptos"/>
                <ns1:cs typeface="Aptos"/>
              </ns1:defRPr>
            </ns1:lvl2pPr>
            <ns1:lvl3pPr algn="l">
              <ns1:defRPr sz="2550" b="1">
                <ns1:solidFill>
                  <ns1:srgbClr val="172554"/>
                </ns1:solidFill>
                <ns1:latin typeface="Aptos"/>
                <ns1:ea typeface="Aptos"/>
                <ns1:cs typeface="Aptos"/>
              </ns1:defRPr>
            </ns1:lvl3pPr>
            <ns1:lvl4pPr algn="l">
              <ns1:defRPr sz="2550" b="1">
                <ns1:solidFill>
                  <ns1:srgbClr val="172554"/>
                </ns1:solidFill>
                <ns1:latin typeface="Aptos"/>
                <ns1:ea typeface="Aptos"/>
                <ns1:cs typeface="Aptos"/>
              </ns1:defRPr>
            </ns1:lvl4pPr>
            <ns1:lvl5pPr algn="l">
              <ns1:defRPr sz="2550" b="1">
                <ns1:solidFill>
                  <ns1:srgbClr val="172554"/>
                </ns1:solidFill>
                <ns1:latin typeface="Aptos"/>
                <ns1:ea typeface="Aptos"/>
                <ns1:cs typeface="Aptos"/>
              </ns1:defRPr>
            </ns1:lvl5pPr>
            <ns1:lvl6pPr algn="l">
              <ns1:defRPr sz="2550" b="1">
                <ns1:solidFill>
                  <ns1:srgbClr val="172554"/>
                </ns1:solidFill>
                <ns1:latin typeface="Aptos"/>
                <ns1:ea typeface="Aptos"/>
                <ns1:cs typeface="Aptos"/>
              </ns1:defRPr>
            </ns1:lvl6pPr>
            <ns1:lvl7pPr algn="l">
              <ns1:defRPr sz="2550" b="1">
                <ns1:solidFill>
                  <ns1:srgbClr val="172554"/>
                </ns1:solidFill>
                <ns1:latin typeface="Aptos"/>
                <ns1:ea typeface="Aptos"/>
                <ns1:cs typeface="Aptos"/>
              </ns1:defRPr>
            </ns1:lvl7pPr>
            <ns1:lvl8pPr algn="l">
              <ns1:defRPr sz="2550" b="1">
                <ns1:solidFill>
                  <ns1:srgbClr val="172554"/>
                </ns1:solidFill>
                <ns1:latin typeface="Aptos"/>
                <ns1:ea typeface="Aptos"/>
                <ns1:cs typeface="Aptos"/>
              </ns1:defRPr>
            </ns1:lvl8pPr>
            <ns1:lvl9pPr algn="l">
              <ns1:defRPr sz="2550" b="1">
                <ns1:solidFill>
                  <ns1:srgbClr val="172554"/>
                </ns1:solidFill>
                <ns1:latin typeface="Aptos"/>
                <ns1:ea typeface="Aptos"/>
                <ns1:cs typeface="Aptos"/>
              </ns1:defRPr>
            </ns1:lvl9pPr>
          </ns1:lstStyle>
          <ns1:p>
            <ns1:pPr algn="l">
              <ns1:defRPr sz="2550" b="1">
                <ns1:solidFill>
                  <ns1:srgbClr val="172554"/>
                </ns1:solidFill>
                <ns1:latin typeface="Aptos"/>
                <ns1:ea typeface="Aptos"/>
                <ns1:cs typeface="Aptos"/>
              </ns1:defRPr>
            </ns1:pPr>
            <ns1:r>
              <ns1:rPr sz="2550" b="1">
                <ns1:solidFill>
                  <ns1:srgbClr val="172554"/>
                </ns1:solidFill>
                <ns1:latin typeface="Aptos"/>
                <ns1:ea typeface="Aptos"/>
                <ns1:cs typeface="Aptos"/>
              </ns1:rPr>
              <ns1:t>Una firma válida no garantiza que siga vigente</ns1:t>
            </ns1:r>
          </ns1:p>
        </ns0:txBody>
      </ns0:sp>
      <ns0:sp>
        <ns0:nvSpPr>
          <ns0:cNvPr id="4" name="">
            <ns1:extLst>
              <ns1:ext uri="{FF2B5EF4-FFF2-40B4-BE49-F238E27FC236}">
                <ns2:creationId id="{23CAF87A-598A-4D42-8878-3D54C135D21F}"/>
              </ns1:ext>
            </ns1:extLst>
          </ns0:cNvPr>
          <ns0:cNvSpPr>
            <ns1:spLocks noGrp="1"/>
          </ns0:cNvSpPr>
          <ns0:nvPr/>
        </ns0:nvSpPr>
        <ns0:spPr>
          <ns1:xfrm flipV="0">
            <ns1:off x="609600" y="1304925"/>
            <ns1:ext cx="10972800" cy="9525"/>
          </ns1:xfrm>
          <ns1:prstGeom prst="line">
            <ns1:avLst/>
          </ns1:prstGeom>
          <ns1:noFill/>
          <ns1:ln w="9525">
            <ns1:solidFill>
              <ns1:srgbClr val="DCE3ED"/>
            </ns1:solidFill>
            <ns1:prstDash val="solid"/>
          </ns1:ln>
        </ns0:spPr>
      </ns0:sp>
      <ns0:sp>
        <ns0:nvSpPr>
          <ns0:cNvPr id="5" name="">
            <ns1:extLst>
              <ns1:ext uri="{FF2B5EF4-FFF2-40B4-BE49-F238E27FC236}">
                <ns2:creationId id="{7D38247C-4A54-4AB0-B807-2F04BEB8786B}"/>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536276"/>
                </ns1:solidFill>
                <ns1:latin typeface="Aptos"/>
                <ns1:ea typeface="Aptos"/>
                <ns1:cs typeface="Aptos"/>
              </ns1:defRPr>
            </ns1:defPPr>
            <ns1:lvl1pPr algn="l">
              <ns1:defRPr sz="825" b="1">
                <ns1:solidFill>
                  <ns1:srgbClr val="536276"/>
                </ns1:solidFill>
                <ns1:latin typeface="Aptos"/>
                <ns1:ea typeface="Aptos"/>
                <ns1:cs typeface="Aptos"/>
              </ns1:defRPr>
            </ns1:lvl1pPr>
            <ns1:lvl2pPr algn="l">
              <ns1:defRPr sz="825" b="1">
                <ns1:solidFill>
                  <ns1:srgbClr val="536276"/>
                </ns1:solidFill>
                <ns1:latin typeface="Aptos"/>
                <ns1:ea typeface="Aptos"/>
                <ns1:cs typeface="Aptos"/>
              </ns1:defRPr>
            </ns1:lvl2pPr>
            <ns1:lvl3pPr algn="l">
              <ns1:defRPr sz="825" b="1">
                <ns1:solidFill>
                  <ns1:srgbClr val="536276"/>
                </ns1:solidFill>
                <ns1:latin typeface="Aptos"/>
                <ns1:ea typeface="Aptos"/>
                <ns1:cs typeface="Aptos"/>
              </ns1:defRPr>
            </ns1:lvl3pPr>
            <ns1:lvl4pPr algn="l">
              <ns1:defRPr sz="825" b="1">
                <ns1:solidFill>
                  <ns1:srgbClr val="536276"/>
                </ns1:solidFill>
                <ns1:latin typeface="Aptos"/>
                <ns1:ea typeface="Aptos"/>
                <ns1:cs typeface="Aptos"/>
              </ns1:defRPr>
            </ns1:lvl4pPr>
            <ns1:lvl5pPr algn="l">
              <ns1:defRPr sz="825" b="1">
                <ns1:solidFill>
                  <ns1:srgbClr val="536276"/>
                </ns1:solidFill>
                <ns1:latin typeface="Aptos"/>
                <ns1:ea typeface="Aptos"/>
                <ns1:cs typeface="Aptos"/>
              </ns1:defRPr>
            </ns1:lvl5pPr>
            <ns1:lvl6pPr algn="l">
              <ns1:defRPr sz="825" b="1">
                <ns1:solidFill>
                  <ns1:srgbClr val="536276"/>
                </ns1:solidFill>
                <ns1:latin typeface="Aptos"/>
                <ns1:ea typeface="Aptos"/>
                <ns1:cs typeface="Aptos"/>
              </ns1:defRPr>
            </ns1:lvl6pPr>
            <ns1:lvl7pPr algn="l">
              <ns1:defRPr sz="825" b="1">
                <ns1:solidFill>
                  <ns1:srgbClr val="536276"/>
                </ns1:solidFill>
                <ns1:latin typeface="Aptos"/>
                <ns1:ea typeface="Aptos"/>
                <ns1:cs typeface="Aptos"/>
              </ns1:defRPr>
            </ns1:lvl7pPr>
            <ns1:lvl8pPr algn="l">
              <ns1:defRPr sz="825" b="1">
                <ns1:solidFill>
                  <ns1:srgbClr val="536276"/>
                </ns1:solidFill>
                <ns1:latin typeface="Aptos"/>
                <ns1:ea typeface="Aptos"/>
                <ns1:cs typeface="Aptos"/>
              </ns1:defRPr>
            </ns1:lvl8pPr>
            <ns1:lvl9pPr algn="l">
              <ns1:defRPr sz="825" b="1">
                <ns1:solidFill>
                  <ns1:srgbClr val="536276"/>
                </ns1:solidFill>
                <ns1:latin typeface="Aptos"/>
                <ns1:ea typeface="Aptos"/>
                <ns1:cs typeface="Aptos"/>
              </ns1:defRPr>
            </ns1:lvl9pPr>
          </ns1:lstStyle>
          <ns1:p>
            <ns1:pPr algn="l">
              <ns1:defRPr sz="825" b="1">
                <ns1:solidFill>
                  <ns1:srgbClr val="536276"/>
                </ns1:solidFill>
                <ns1:latin typeface="Aptos"/>
                <ns1:ea typeface="Aptos"/>
                <ns1:cs typeface="Aptos"/>
              </ns1:defRPr>
            </ns1:pPr>
            <ns1:r>
              <ns1:rPr sz="825" b="1">
                <ns1:solidFill>
                  <ns1:srgbClr val="536276"/>
                </ns1:solidFill>
                <ns1:latin typeface="Aptos"/>
                <ns1:ea typeface="Aptos"/>
                <ns1:cs typeface="Aptos"/>
              </ns1:rPr>
              <ns1:t>BILLETERA UNIVERSITARIA VERIFICABLE</ns1:t>
            </ns1:r>
          </ns1:p>
        </ns0:txBody>
      </ns0:sp>
      <ns0:sp>
        <ns0:nvSpPr>
          <ns0:cNvPr id="6" name="">
            <ns1:extLst>
              <ns1:ext uri="{FF2B5EF4-FFF2-40B4-BE49-F238E27FC236}">
                <ns2:creationId id="{2893094E-85BA-49C5-AD69-555A9D47153F}"/>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536276"/>
                </ns1:solidFill>
                <ns1:latin typeface="Aptos"/>
                <ns1:ea typeface="Aptos"/>
                <ns1:cs typeface="Aptos"/>
              </ns1:defRPr>
            </ns1:defPPr>
            <ns1:lvl1pPr algn="r">
              <ns1:defRPr sz="975" b="1">
                <ns1:solidFill>
                  <ns1:srgbClr val="536276"/>
                </ns1:solidFill>
                <ns1:latin typeface="Aptos"/>
                <ns1:ea typeface="Aptos"/>
                <ns1:cs typeface="Aptos"/>
              </ns1:defRPr>
            </ns1:lvl1pPr>
            <ns1:lvl2pPr algn="r">
              <ns1:defRPr sz="975" b="1">
                <ns1:solidFill>
                  <ns1:srgbClr val="536276"/>
                </ns1:solidFill>
                <ns1:latin typeface="Aptos"/>
                <ns1:ea typeface="Aptos"/>
                <ns1:cs typeface="Aptos"/>
              </ns1:defRPr>
            </ns1:lvl2pPr>
            <ns1:lvl3pPr algn="r">
              <ns1:defRPr sz="975" b="1">
                <ns1:solidFill>
                  <ns1:srgbClr val="536276"/>
                </ns1:solidFill>
                <ns1:latin typeface="Aptos"/>
                <ns1:ea typeface="Aptos"/>
                <ns1:cs typeface="Aptos"/>
              </ns1:defRPr>
            </ns1:lvl3pPr>
            <ns1:lvl4pPr algn="r">
              <ns1:defRPr sz="975" b="1">
                <ns1:solidFill>
                  <ns1:srgbClr val="536276"/>
                </ns1:solidFill>
                <ns1:latin typeface="Aptos"/>
                <ns1:ea typeface="Aptos"/>
                <ns1:cs typeface="Aptos"/>
              </ns1:defRPr>
            </ns1:lvl4pPr>
            <ns1:lvl5pPr algn="r">
              <ns1:defRPr sz="975" b="1">
                <ns1:solidFill>
                  <ns1:srgbClr val="536276"/>
                </ns1:solidFill>
                <ns1:latin typeface="Aptos"/>
                <ns1:ea typeface="Aptos"/>
                <ns1:cs typeface="Aptos"/>
              </ns1:defRPr>
            </ns1:lvl5pPr>
            <ns1:lvl6pPr algn="r">
              <ns1:defRPr sz="975" b="1">
                <ns1:solidFill>
                  <ns1:srgbClr val="536276"/>
                </ns1:solidFill>
                <ns1:latin typeface="Aptos"/>
                <ns1:ea typeface="Aptos"/>
                <ns1:cs typeface="Aptos"/>
              </ns1:defRPr>
            </ns1:lvl6pPr>
            <ns1:lvl7pPr algn="r">
              <ns1:defRPr sz="975" b="1">
                <ns1:solidFill>
                  <ns1:srgbClr val="536276"/>
                </ns1:solidFill>
                <ns1:latin typeface="Aptos"/>
                <ns1:ea typeface="Aptos"/>
                <ns1:cs typeface="Aptos"/>
              </ns1:defRPr>
            </ns1:lvl7pPr>
            <ns1:lvl8pPr algn="r">
              <ns1:defRPr sz="975" b="1">
                <ns1:solidFill>
                  <ns1:srgbClr val="536276"/>
                </ns1:solidFill>
                <ns1:latin typeface="Aptos"/>
                <ns1:ea typeface="Aptos"/>
                <ns1:cs typeface="Aptos"/>
              </ns1:defRPr>
            </ns1:lvl8pPr>
            <ns1:lvl9pPr algn="r">
              <ns1:defRPr sz="975" b="1">
                <ns1:solidFill>
                  <ns1:srgbClr val="536276"/>
                </ns1:solidFill>
                <ns1:latin typeface="Aptos"/>
                <ns1:ea typeface="Aptos"/>
                <ns1:cs typeface="Aptos"/>
              </ns1:defRPr>
            </ns1:lvl9pPr>
          </ns1:lstStyle>
          <ns1:p>
            <ns1:pPr algn="r">
              <ns1:defRPr sz="975" b="1">
                <ns1:solidFill>
                  <ns1:srgbClr val="536276"/>
                </ns1:solidFill>
                <ns1:latin typeface="Aptos"/>
                <ns1:ea typeface="Aptos"/>
                <ns1:cs typeface="Aptos"/>
              </ns1:defRPr>
            </ns1:pPr>
            <ns1:r>
              <ns1:rPr sz="975" b="1">
                <ns1:solidFill>
                  <ns1:srgbClr val="536276"/>
                </ns1:solidFill>
                <ns1:latin typeface="Aptos"/>
                <ns1:ea typeface="Aptos"/>
                <ns1:cs typeface="Aptos"/>
              </ns1:rPr>
              <ns1:t>22</ns1:t>
            </ns1:r>
          </ns1:p>
        </ns0:txBody>
      </ns0:sp>
      <ns0:sp>
        <ns0:nvSpPr>
          <ns0:cNvPr id="7" name="">
            <ns1:extLst>
              <ns1:ext uri="{FF2B5EF4-FFF2-40B4-BE49-F238E27FC236}">
                <ns2:creationId id="{D8FC4564-8CE6-45C8-A3A0-FD15FE400E02}"/>
              </ns1:ext>
            </ns1:extLst>
          </ns0:cNvPr>
          <ns0:cNvSpPr>
            <ns1:spLocks noGrp="1"/>
          </ns0:cNvSpPr>
          <ns0:nvPr/>
        </ns0:nvSpPr>
        <ns0:spPr>
          <ns1:xfrm>
            <ns1:off x="714375" y="1714500"/>
            <ns1:ext cx="4857750" cy="3143250"/>
          </ns1:xfrm>
          <ns1:prstGeom prst="roundRect">
            <ns1:avLst>
              <ns1:gd name="adj" fmla="val 2424"/>
            </ns1:avLst>
          </ns1:prstGeom>
          <ns1:solidFill>
            <ns1:srgbClr val="FFFFFF"/>
          </ns1:solidFill>
          <ns1:ln w="9525">
            <ns1:solidFill>
              <ns1:srgbClr val="DCE3ED"/>
            </ns1:solidFill>
            <ns1:prstDash val="solid"/>
          </ns1:ln>
        </ns0:spPr>
      </ns0:sp>
      <ns0:sp>
        <ns0:nvSpPr>
          <ns0:cNvPr id="8" name="">
            <ns1:extLst>
              <ns1:ext uri="{FF2B5EF4-FFF2-40B4-BE49-F238E27FC236}">
                <ns2:creationId id="{0F456396-832B-4F65-85B8-90B1EB529FB5}"/>
              </ns1:ext>
            </ns1:extLst>
          </ns0:cNvPr>
          <ns0:cNvSpPr>
            <ns1:spLocks noGrp="1"/>
          </ns0:cNvSpPr>
          <ns0:nvPr/>
        </ns0:nvSpPr>
        <ns0:spPr>
          <ns1:xfrm>
            <ns1:off x="1028700" y="1943100"/>
            <ns1:ext cx="4000500" cy="304800"/>
          </ns1:xfrm>
          <ns1:prstGeom prst="rect">
            <ns1:avLst/>
          </ns1:prstGeom>
          <ns1:noFill/>
          <ns1:ln w="0">
            <ns1:noFill/>
            <ns1:prstDash val="solid"/>
          </ns1:ln>
        </ns0:spPr>
        <ns0:txBody>
          <ns1:bodyPr lIns="0" tIns="0" rIns="0" bIns="0" anchor="ctr">
            <ns1:normAutofit fontScale="100000"/>
          </ns1:bodyPr>
          <ns1:lstStyle>
            <ns1:defPPr algn="l">
              <ns1:defRPr sz="1575" b="1">
                <ns1:solidFill>
                  <ns1:srgbClr val="2846A0"/>
                </ns1:solidFill>
                <ns1:latin typeface="Aptos"/>
                <ns1:ea typeface="Aptos"/>
                <ns1:cs typeface="Aptos"/>
              </ns1:defRPr>
            </ns1:defPPr>
            <ns1:lvl1pPr algn="l">
              <ns1:defRPr sz="1575" b="1">
                <ns1:solidFill>
                  <ns1:srgbClr val="2846A0"/>
                </ns1:solidFill>
                <ns1:latin typeface="Aptos"/>
                <ns1:ea typeface="Aptos"/>
                <ns1:cs typeface="Aptos"/>
              </ns1:defRPr>
            </ns1:lvl1pPr>
            <ns1:lvl2pPr algn="l">
              <ns1:defRPr sz="1575" b="1">
                <ns1:solidFill>
                  <ns1:srgbClr val="2846A0"/>
                </ns1:solidFill>
                <ns1:latin typeface="Aptos"/>
                <ns1:ea typeface="Aptos"/>
                <ns1:cs typeface="Aptos"/>
              </ns1:defRPr>
            </ns1:lvl2pPr>
            <ns1:lvl3pPr algn="l">
              <ns1:defRPr sz="1575" b="1">
                <ns1:solidFill>
                  <ns1:srgbClr val="2846A0"/>
                </ns1:solidFill>
                <ns1:latin typeface="Aptos"/>
                <ns1:ea typeface="Aptos"/>
                <ns1:cs typeface="Aptos"/>
              </ns1:defRPr>
            </ns1:lvl3pPr>
            <ns1:lvl4pPr algn="l">
              <ns1:defRPr sz="1575" b="1">
                <ns1:solidFill>
                  <ns1:srgbClr val="2846A0"/>
                </ns1:solidFill>
                <ns1:latin typeface="Aptos"/>
                <ns1:ea typeface="Aptos"/>
                <ns1:cs typeface="Aptos"/>
              </ns1:defRPr>
            </ns1:lvl4pPr>
            <ns1:lvl5pPr algn="l">
              <ns1:defRPr sz="1575" b="1">
                <ns1:solidFill>
                  <ns1:srgbClr val="2846A0"/>
                </ns1:solidFill>
                <ns1:latin typeface="Aptos"/>
                <ns1:ea typeface="Aptos"/>
                <ns1:cs typeface="Aptos"/>
              </ns1:defRPr>
            </ns1:lvl5pPr>
            <ns1:lvl6pPr algn="l">
              <ns1:defRPr sz="1575" b="1">
                <ns1:solidFill>
                  <ns1:srgbClr val="2846A0"/>
                </ns1:solidFill>
                <ns1:latin typeface="Aptos"/>
                <ns1:ea typeface="Aptos"/>
                <ns1:cs typeface="Aptos"/>
              </ns1:defRPr>
            </ns1:lvl6pPr>
            <ns1:lvl7pPr algn="l">
              <ns1:defRPr sz="1575" b="1">
                <ns1:solidFill>
                  <ns1:srgbClr val="2846A0"/>
                </ns1:solidFill>
                <ns1:latin typeface="Aptos"/>
                <ns1:ea typeface="Aptos"/>
                <ns1:cs typeface="Aptos"/>
              </ns1:defRPr>
            </ns1:lvl7pPr>
            <ns1:lvl8pPr algn="l">
              <ns1:defRPr sz="1575" b="1">
                <ns1:solidFill>
                  <ns1:srgbClr val="2846A0"/>
                </ns1:solidFill>
                <ns1:latin typeface="Aptos"/>
                <ns1:ea typeface="Aptos"/>
                <ns1:cs typeface="Aptos"/>
              </ns1:defRPr>
            </ns1:lvl8pPr>
            <ns1:lvl9pPr algn="l">
              <ns1:defRPr sz="1575" b="1">
                <ns1:solidFill>
                  <ns1:srgbClr val="2846A0"/>
                </ns1:solidFill>
                <ns1:latin typeface="Aptos"/>
                <ns1:ea typeface="Aptos"/>
                <ns1:cs typeface="Aptos"/>
              </ns1:defRPr>
            </ns1:lvl9pPr>
          </ns1:lstStyle>
          <ns1:p>
            <ns1:pPr algn="l">
              <ns1:defRPr sz="1575" b="1">
                <ns1:solidFill>
                  <ns1:srgbClr val="2846A0"/>
                </ns1:solidFill>
                <ns1:latin typeface="Aptos"/>
                <ns1:ea typeface="Aptos"/>
                <ns1:cs typeface="Aptos"/>
              </ns1:defRPr>
            </ns1:pPr>
            <ns1:r>
              <ns1:rPr sz="1575" b="1">
                <ns1:solidFill>
                  <ns1:srgbClr val="2846A0"/>
                </ns1:solidFill>
                <ns1:latin typeface="Aptos"/>
                <ns1:ea typeface="Aptos"/>
                <ns1:cs typeface="Aptos"/>
              </ns1:rPr>
              <ns1:t>Cómo funciona hoy · API local</ns1:t>
            </ns1:r>
          </ns1:p>
        </ns0:txBody>
      </ns0:sp>
      <ns0:sp>
        <ns0:nvSpPr>
          <ns0:cNvPr id="9" name="">
            <ns1:extLst>
              <ns1:ext uri="{FF2B5EF4-FFF2-40B4-BE49-F238E27FC236}">
                <ns2:creationId id="{7E6C49C7-983F-459F-B749-92B58CEC4225}"/>
              </ns1:ext>
            </ns1:extLst>
          </ns0:cNvPr>
          <ns0:cNvSpPr>
            <ns1:spLocks noGrp="1"/>
          </ns0:cNvSpPr>
          <ns0:nvPr/>
        </ns0:nvSpPr>
        <ns0:spPr>
          <ns1:xfrm>
            <ns1:off x="1028700" y="2524125"/>
            <ns1:ext cx="114300" cy="114300"/>
          </ns1:xfrm>
          <ns1:prstGeom prst="ellipse">
            <ns1:avLst/>
          </ns1:prstGeom>
          <ns1:solidFill>
            <ns1:srgbClr val="22B8A8"/>
          </ns1:solidFill>
          <ns1:ln w="0">
            <ns1:noFill/>
            <ns1:prstDash val="solid"/>
          </ns1:ln>
        </ns0:spPr>
      </ns0:sp>
      <ns0:sp>
        <ns0:nvSpPr>
          <ns0:cNvPr id="10" name="">
            <ns1:extLst>
              <ns1:ext uri="{FF2B5EF4-FFF2-40B4-BE49-F238E27FC236}">
                <ns2:creationId id="{4E856012-FB14-4846-962C-10976C49ADB6}"/>
              </ns1:ext>
            </ns1:extLst>
          </ns0:cNvPr>
          <ns0:cNvSpPr>
            <ns1:spLocks noGrp="1"/>
          </ns0:cNvSpPr>
          <ns0:nvPr/>
        </ns0:nvSpPr>
        <ns0:spPr>
          <ns1:xfrm>
            <ns1:off x="1295400" y="2447925"/>
            <ns1:ext cx="3829050" cy="504825"/>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182230"/>
                </ns1:solidFill>
                <ns1:latin typeface="Aptos"/>
                <ns1:ea typeface="Aptos"/>
                <ns1:cs typeface="Aptos"/>
              </ns1:defRPr>
            </ns1:defPPr>
            <ns1:lvl1pPr algn="l">
              <ns1:defRPr sz="1350" b="0">
                <ns1:solidFill>
                  <ns1:srgbClr val="182230"/>
                </ns1:solidFill>
                <ns1:latin typeface="Aptos"/>
                <ns1:ea typeface="Aptos"/>
                <ns1:cs typeface="Aptos"/>
              </ns1:defRPr>
            </ns1:lvl1pPr>
            <ns1:lvl2pPr algn="l">
              <ns1:defRPr sz="1350" b="0">
                <ns1:solidFill>
                  <ns1:srgbClr val="182230"/>
                </ns1:solidFill>
                <ns1:latin typeface="Aptos"/>
                <ns1:ea typeface="Aptos"/>
                <ns1:cs typeface="Aptos"/>
              </ns1:defRPr>
            </ns1:lvl2pPr>
            <ns1:lvl3pPr algn="l">
              <ns1:defRPr sz="1350" b="0">
                <ns1:solidFill>
                  <ns1:srgbClr val="182230"/>
                </ns1:solidFill>
                <ns1:latin typeface="Aptos"/>
                <ns1:ea typeface="Aptos"/>
                <ns1:cs typeface="Aptos"/>
              </ns1:defRPr>
            </ns1:lvl3pPr>
            <ns1:lvl4pPr algn="l">
              <ns1:defRPr sz="1350" b="0">
                <ns1:solidFill>
                  <ns1:srgbClr val="182230"/>
                </ns1:solidFill>
                <ns1:latin typeface="Aptos"/>
                <ns1:ea typeface="Aptos"/>
                <ns1:cs typeface="Aptos"/>
              </ns1:defRPr>
            </ns1:lvl4pPr>
            <ns1:lvl5pPr algn="l">
              <ns1:defRPr sz="1350" b="0">
                <ns1:solidFill>
                  <ns1:srgbClr val="182230"/>
                </ns1:solidFill>
                <ns1:latin typeface="Aptos"/>
                <ns1:ea typeface="Aptos"/>
                <ns1:cs typeface="Aptos"/>
              </ns1:defRPr>
            </ns1:lvl5pPr>
            <ns1:lvl6pPr algn="l">
              <ns1:defRPr sz="1350" b="0">
                <ns1:solidFill>
                  <ns1:srgbClr val="182230"/>
                </ns1:solidFill>
                <ns1:latin typeface="Aptos"/>
                <ns1:ea typeface="Aptos"/>
                <ns1:cs typeface="Aptos"/>
              </ns1:defRPr>
            </ns1:lvl6pPr>
            <ns1:lvl7pPr algn="l">
              <ns1:defRPr sz="1350" b="0">
                <ns1:solidFill>
                  <ns1:srgbClr val="182230"/>
                </ns1:solidFill>
                <ns1:latin typeface="Aptos"/>
                <ns1:ea typeface="Aptos"/>
                <ns1:cs typeface="Aptos"/>
              </ns1:defRPr>
            </ns1:lvl7pPr>
            <ns1:lvl8pPr algn="l">
              <ns1:defRPr sz="1350" b="0">
                <ns1:solidFill>
                  <ns1:srgbClr val="182230"/>
                </ns1:solidFill>
                <ns1:latin typeface="Aptos"/>
                <ns1:ea typeface="Aptos"/>
                <ns1:cs typeface="Aptos"/>
              </ns1:defRPr>
            </ns1:lvl8pPr>
            <ns1:lvl9pPr algn="l">
              <ns1:defRPr sz="1350" b="0">
                <ns1:solidFill>
                  <ns1:srgbClr val="182230"/>
                </ns1:solidFill>
                <ns1:latin typeface="Aptos"/>
                <ns1:ea typeface="Aptos"/>
                <ns1:cs typeface="Aptos"/>
              </ns1:defRPr>
            </ns1:lvl9pPr>
          </ns1:lstStyle>
          <ns1:p>
            <ns1:pPr algn="l">
              <ns1:defRPr sz="1350" b="0">
                <ns1:solidFill>
                  <ns1:srgbClr val="182230"/>
                </ns1:solidFill>
                <ns1:latin typeface="Aptos"/>
                <ns1:ea typeface="Aptos"/>
                <ns1:cs typeface="Aptos"/>
              </ns1:defRPr>
            </ns1:pPr>
            <ns1:r>
              <ns1:rPr sz="1350" b="0">
                <ns1:solidFill>
                  <ns1:srgbClr val="182230"/>
                </ns1:solidFill>
                <ns1:latin typeface="Aptos"/>
                <ns1:ea typeface="Aptos"/>
                <ns1:cs typeface="Aptos"/>
              </ns1:rPr>
              <ns1:t>La API consulta si la credencial fue revocada.</ns1:t>
            </ns1:r>
          </ns1:p>
        </ns0:txBody>
      </ns0:sp>
      <ns0:sp>
        <ns0:nvSpPr>
          <ns0:cNvPr id="11" name="">
            <ns1:extLst>
              <ns1:ext uri="{FF2B5EF4-FFF2-40B4-BE49-F238E27FC236}">
                <ns2:creationId id="{41C6066F-B24C-45F5-9850-E2320A30EF8F}"/>
              </ns1:ext>
            </ns1:extLst>
          </ns0:cNvPr>
          <ns0:cNvSpPr>
            <ns1:spLocks noGrp="1"/>
          </ns0:cNvSpPr>
          <ns0:nvPr/>
        </ns0:nvSpPr>
        <ns0:spPr>
          <ns1:xfrm>
            <ns1:off x="1028700" y="3067050"/>
            <ns1:ext cx="114300" cy="114300"/>
          </ns1:xfrm>
          <ns1:prstGeom prst="ellipse">
            <ns1:avLst/>
          </ns1:prstGeom>
          <ns1:solidFill>
            <ns1:srgbClr val="22B8A8"/>
          </ns1:solidFill>
          <ns1:ln w="0">
            <ns1:noFill/>
            <ns1:prstDash val="solid"/>
          </ns1:ln>
        </ns0:spPr>
      </ns0:sp>
      <ns0:sp>
        <ns0:nvSpPr>
          <ns0:cNvPr id="12" name="">
            <ns1:extLst>
              <ns1:ext uri="{FF2B5EF4-FFF2-40B4-BE49-F238E27FC236}">
                <ns2:creationId id="{63EDE172-36E1-4015-9427-C5185B2CD13D}"/>
              </ns1:ext>
            </ns1:extLst>
          </ns0:cNvPr>
          <ns0:cNvSpPr>
            <ns1:spLocks noGrp="1"/>
          </ns0:cNvSpPr>
          <ns0:nvPr/>
        </ns0:nvSpPr>
        <ns0:spPr>
          <ns1:xfrm>
            <ns1:off x="1295400" y="2990850"/>
            <ns1:ext cx="3829050" cy="504825"/>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182230"/>
                </ns1:solidFill>
                <ns1:latin typeface="Aptos"/>
                <ns1:ea typeface="Aptos"/>
                <ns1:cs typeface="Aptos"/>
              </ns1:defRPr>
            </ns1:defPPr>
            <ns1:lvl1pPr algn="l">
              <ns1:defRPr sz="1350" b="0">
                <ns1:solidFill>
                  <ns1:srgbClr val="182230"/>
                </ns1:solidFill>
                <ns1:latin typeface="Aptos"/>
                <ns1:ea typeface="Aptos"/>
                <ns1:cs typeface="Aptos"/>
              </ns1:defRPr>
            </ns1:lvl1pPr>
            <ns1:lvl2pPr algn="l">
              <ns1:defRPr sz="1350" b="0">
                <ns1:solidFill>
                  <ns1:srgbClr val="182230"/>
                </ns1:solidFill>
                <ns1:latin typeface="Aptos"/>
                <ns1:ea typeface="Aptos"/>
                <ns1:cs typeface="Aptos"/>
              </ns1:defRPr>
            </ns1:lvl2pPr>
            <ns1:lvl3pPr algn="l">
              <ns1:defRPr sz="1350" b="0">
                <ns1:solidFill>
                  <ns1:srgbClr val="182230"/>
                </ns1:solidFill>
                <ns1:latin typeface="Aptos"/>
                <ns1:ea typeface="Aptos"/>
                <ns1:cs typeface="Aptos"/>
              </ns1:defRPr>
            </ns1:lvl3pPr>
            <ns1:lvl4pPr algn="l">
              <ns1:defRPr sz="1350" b="0">
                <ns1:solidFill>
                  <ns1:srgbClr val="182230"/>
                </ns1:solidFill>
                <ns1:latin typeface="Aptos"/>
                <ns1:ea typeface="Aptos"/>
                <ns1:cs typeface="Aptos"/>
              </ns1:defRPr>
            </ns1:lvl4pPr>
            <ns1:lvl5pPr algn="l">
              <ns1:defRPr sz="1350" b="0">
                <ns1:solidFill>
                  <ns1:srgbClr val="182230"/>
                </ns1:solidFill>
                <ns1:latin typeface="Aptos"/>
                <ns1:ea typeface="Aptos"/>
                <ns1:cs typeface="Aptos"/>
              </ns1:defRPr>
            </ns1:lvl5pPr>
            <ns1:lvl6pPr algn="l">
              <ns1:defRPr sz="1350" b="0">
                <ns1:solidFill>
                  <ns1:srgbClr val="182230"/>
                </ns1:solidFill>
                <ns1:latin typeface="Aptos"/>
                <ns1:ea typeface="Aptos"/>
                <ns1:cs typeface="Aptos"/>
              </ns1:defRPr>
            </ns1:lvl6pPr>
            <ns1:lvl7pPr algn="l">
              <ns1:defRPr sz="1350" b="0">
                <ns1:solidFill>
                  <ns1:srgbClr val="182230"/>
                </ns1:solidFill>
                <ns1:latin typeface="Aptos"/>
                <ns1:ea typeface="Aptos"/>
                <ns1:cs typeface="Aptos"/>
              </ns1:defRPr>
            </ns1:lvl7pPr>
            <ns1:lvl8pPr algn="l">
              <ns1:defRPr sz="1350" b="0">
                <ns1:solidFill>
                  <ns1:srgbClr val="182230"/>
                </ns1:solidFill>
                <ns1:latin typeface="Aptos"/>
                <ns1:ea typeface="Aptos"/>
                <ns1:cs typeface="Aptos"/>
              </ns1:defRPr>
            </ns1:lvl8pPr>
            <ns1:lvl9pPr algn="l">
              <ns1:defRPr sz="1350" b="0">
                <ns1:solidFill>
                  <ns1:srgbClr val="182230"/>
                </ns1:solidFill>
                <ns1:latin typeface="Aptos"/>
                <ns1:ea typeface="Aptos"/>
                <ns1:cs typeface="Aptos"/>
              </ns1:defRPr>
            </ns1:lvl9pPr>
          </ns1:lstStyle>
          <ns1:p>
            <ns1:pPr algn="l">
              <ns1:defRPr sz="1350" b="0">
                <ns1:solidFill>
                  <ns1:srgbClr val="182230"/>
                </ns1:solidFill>
                <ns1:latin typeface="Aptos"/>
                <ns1:ea typeface="Aptos"/>
                <ns1:cs typeface="Aptos"/>
              </ns1:defRPr>
            </ns1:pPr>
            <ns1:r>
              <ns1:rPr sz="1350" b="0">
                <ns1:solidFill>
                  <ns1:srgbClr val="182230"/>
                </ns1:solidFill>
                <ns1:latin typeface="Aptos"/>
                <ns1:ea typeface="Aptos"/>
                <ns1:cs typeface="Aptos"/>
              </ns1:rPr>
              <ns1:t>El QR vence y no se puede volver a usar.</ns1:t>
            </ns1:r>
          </ns1:p>
        </ns0:txBody>
      </ns0:sp>
      <ns0:sp>
        <ns0:nvSpPr>
          <ns0:cNvPr id="13" name="">
            <ns1:extLst>
              <ns1:ext uri="{FF2B5EF4-FFF2-40B4-BE49-F238E27FC236}">
                <ns2:creationId id="{A3059EFC-487A-4DDB-85AD-8484882C1B60}"/>
              </ns1:ext>
            </ns1:extLst>
          </ns0:cNvPr>
          <ns0:cNvSpPr>
            <ns1:spLocks noGrp="1"/>
          </ns0:cNvSpPr>
          <ns0:nvPr/>
        </ns0:nvSpPr>
        <ns0:spPr>
          <ns1:xfrm>
            <ns1:off x="1028700" y="3609975"/>
            <ns1:ext cx="114300" cy="114300"/>
          </ns1:xfrm>
          <ns1:prstGeom prst="ellipse">
            <ns1:avLst/>
          </ns1:prstGeom>
          <ns1:solidFill>
            <ns1:srgbClr val="22B8A8"/>
          </ns1:solidFill>
          <ns1:ln w="0">
            <ns1:noFill/>
            <ns1:prstDash val="solid"/>
          </ns1:ln>
        </ns0:spPr>
      </ns0:sp>
      <ns0:sp>
        <ns0:nvSpPr>
          <ns0:cNvPr id="14" name="">
            <ns1:extLst>
              <ns1:ext uri="{FF2B5EF4-FFF2-40B4-BE49-F238E27FC236}">
                <ns2:creationId id="{B12FE68B-2387-4F4F-8576-712C732AB208}"/>
              </ns1:ext>
            </ns1:extLst>
          </ns0:cNvPr>
          <ns0:cNvSpPr>
            <ns1:spLocks noGrp="1"/>
          </ns0:cNvSpPr>
          <ns0:nvPr/>
        </ns0:nvSpPr>
        <ns0:spPr>
          <ns1:xfrm>
            <ns1:off x="1295400" y="3533775"/>
            <ns1:ext cx="3829050" cy="504825"/>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182230"/>
                </ns1:solidFill>
                <ns1:latin typeface="Aptos"/>
                <ns1:ea typeface="Aptos"/>
                <ns1:cs typeface="Aptos"/>
              </ns1:defRPr>
            </ns1:defPPr>
            <ns1:lvl1pPr algn="l">
              <ns1:defRPr sz="1350" b="0">
                <ns1:solidFill>
                  <ns1:srgbClr val="182230"/>
                </ns1:solidFill>
                <ns1:latin typeface="Aptos"/>
                <ns1:ea typeface="Aptos"/>
                <ns1:cs typeface="Aptos"/>
              </ns1:defRPr>
            </ns1:lvl1pPr>
            <ns1:lvl2pPr algn="l">
              <ns1:defRPr sz="1350" b="0">
                <ns1:solidFill>
                  <ns1:srgbClr val="182230"/>
                </ns1:solidFill>
                <ns1:latin typeface="Aptos"/>
                <ns1:ea typeface="Aptos"/>
                <ns1:cs typeface="Aptos"/>
              </ns1:defRPr>
            </ns1:lvl2pPr>
            <ns1:lvl3pPr algn="l">
              <ns1:defRPr sz="1350" b="0">
                <ns1:solidFill>
                  <ns1:srgbClr val="182230"/>
                </ns1:solidFill>
                <ns1:latin typeface="Aptos"/>
                <ns1:ea typeface="Aptos"/>
                <ns1:cs typeface="Aptos"/>
              </ns1:defRPr>
            </ns1:lvl3pPr>
            <ns1:lvl4pPr algn="l">
              <ns1:defRPr sz="1350" b="0">
                <ns1:solidFill>
                  <ns1:srgbClr val="182230"/>
                </ns1:solidFill>
                <ns1:latin typeface="Aptos"/>
                <ns1:ea typeface="Aptos"/>
                <ns1:cs typeface="Aptos"/>
              </ns1:defRPr>
            </ns1:lvl4pPr>
            <ns1:lvl5pPr algn="l">
              <ns1:defRPr sz="1350" b="0">
                <ns1:solidFill>
                  <ns1:srgbClr val="182230"/>
                </ns1:solidFill>
                <ns1:latin typeface="Aptos"/>
                <ns1:ea typeface="Aptos"/>
                <ns1:cs typeface="Aptos"/>
              </ns1:defRPr>
            </ns1:lvl5pPr>
            <ns1:lvl6pPr algn="l">
              <ns1:defRPr sz="1350" b="0">
                <ns1:solidFill>
                  <ns1:srgbClr val="182230"/>
                </ns1:solidFill>
                <ns1:latin typeface="Aptos"/>
                <ns1:ea typeface="Aptos"/>
                <ns1:cs typeface="Aptos"/>
              </ns1:defRPr>
            </ns1:lvl6pPr>
            <ns1:lvl7pPr algn="l">
              <ns1:defRPr sz="1350" b="0">
                <ns1:solidFill>
                  <ns1:srgbClr val="182230"/>
                </ns1:solidFill>
                <ns1:latin typeface="Aptos"/>
                <ns1:ea typeface="Aptos"/>
                <ns1:cs typeface="Aptos"/>
              </ns1:defRPr>
            </ns1:lvl7pPr>
            <ns1:lvl8pPr algn="l">
              <ns1:defRPr sz="1350" b="0">
                <ns1:solidFill>
                  <ns1:srgbClr val="182230"/>
                </ns1:solidFill>
                <ns1:latin typeface="Aptos"/>
                <ns1:ea typeface="Aptos"/>
                <ns1:cs typeface="Aptos"/>
              </ns1:defRPr>
            </ns1:lvl8pPr>
            <ns1:lvl9pPr algn="l">
              <ns1:defRPr sz="1350" b="0">
                <ns1:solidFill>
                  <ns1:srgbClr val="182230"/>
                </ns1:solidFill>
                <ns1:latin typeface="Aptos"/>
                <ns1:ea typeface="Aptos"/>
                <ns1:cs typeface="Aptos"/>
              </ns1:defRPr>
            </ns1:lvl9pPr>
          </ns1:lstStyle>
          <ns1:p>
            <ns1:pPr algn="l">
              <ns1:defRPr sz="1350" b="0">
                <ns1:solidFill>
                  <ns1:srgbClr val="182230"/>
                </ns1:solidFill>
                <ns1:latin typeface="Aptos"/>
                <ns1:ea typeface="Aptos"/>
                <ns1:cs typeface="Aptos"/>
              </ns1:defRPr>
            </ns1:pPr>
            <ns1:r>
              <ns1:rPr sz="1350" b="0">
                <ns1:solidFill>
                  <ns1:srgbClr val="182230"/>
                </ns1:solidFill>
                <ns1:latin typeface="Aptos"/>
                <ns1:ea typeface="Aptos"/>
                <ns1:cs typeface="Aptos"/>
              </ns1:rPr>
              <ns1:t>La firma del teléfono se liga a la solicitud.</ns1:t>
            </ns1:r>
          </ns1:p>
        </ns0:txBody>
      </ns0:sp>
      <ns0:sp>
        <ns0:nvSpPr>
          <ns0:cNvPr id="15" name="">
            <ns1:extLst>
              <ns1:ext uri="{FF2B5EF4-FFF2-40B4-BE49-F238E27FC236}">
                <ns2:creationId id="{BBA0C2E4-18FC-46A9-BEC6-5090DE660D48}"/>
              </ns1:ext>
            </ns1:extLst>
          </ns0:cNvPr>
          <ns0:cNvSpPr>
            <ns1:spLocks noGrp="1"/>
          </ns0:cNvSpPr>
          <ns0:nvPr/>
        </ns0:nvSpPr>
        <ns0:spPr>
          <ns1:xfrm>
            <ns1:off x="1028700" y="4152900"/>
            <ns1:ext cx="114300" cy="114300"/>
          </ns1:xfrm>
          <ns1:prstGeom prst="ellipse">
            <ns1:avLst/>
          </ns1:prstGeom>
          <ns1:solidFill>
            <ns1:srgbClr val="22B8A8"/>
          </ns1:solidFill>
          <ns1:ln w="0">
            <ns1:noFill/>
            <ns1:prstDash val="solid"/>
          </ns1:ln>
        </ns0:spPr>
      </ns0:sp>
      <ns0:sp>
        <ns0:nvSpPr>
          <ns0:cNvPr id="16" name="">
            <ns1:extLst>
              <ns1:ext uri="{FF2B5EF4-FFF2-40B4-BE49-F238E27FC236}">
                <ns2:creationId id="{D9070067-C0AB-40C6-B10A-26DCBF90EEE4}"/>
              </ns1:ext>
            </ns1:extLst>
          </ns0:cNvPr>
          <ns0:cNvSpPr>
            <ns1:spLocks noGrp="1"/>
          </ns0:cNvSpPr>
          <ns0:nvPr/>
        </ns0:nvSpPr>
        <ns0:spPr>
          <ns1:xfrm>
            <ns1:off x="1295400" y="4076700"/>
            <ns1:ext cx="3829050" cy="504825"/>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182230"/>
                </ns1:solidFill>
                <ns1:latin typeface="Aptos"/>
                <ns1:ea typeface="Aptos"/>
                <ns1:cs typeface="Aptos"/>
              </ns1:defRPr>
            </ns1:defPPr>
            <ns1:lvl1pPr algn="l">
              <ns1:defRPr sz="1350" b="0">
                <ns1:solidFill>
                  <ns1:srgbClr val="182230"/>
                </ns1:solidFill>
                <ns1:latin typeface="Aptos"/>
                <ns1:ea typeface="Aptos"/>
                <ns1:cs typeface="Aptos"/>
              </ns1:defRPr>
            </ns1:lvl1pPr>
            <ns1:lvl2pPr algn="l">
              <ns1:defRPr sz="1350" b="0">
                <ns1:solidFill>
                  <ns1:srgbClr val="182230"/>
                </ns1:solidFill>
                <ns1:latin typeface="Aptos"/>
                <ns1:ea typeface="Aptos"/>
                <ns1:cs typeface="Aptos"/>
              </ns1:defRPr>
            </ns1:lvl2pPr>
            <ns1:lvl3pPr algn="l">
              <ns1:defRPr sz="1350" b="0">
                <ns1:solidFill>
                  <ns1:srgbClr val="182230"/>
                </ns1:solidFill>
                <ns1:latin typeface="Aptos"/>
                <ns1:ea typeface="Aptos"/>
                <ns1:cs typeface="Aptos"/>
              </ns1:defRPr>
            </ns1:lvl3pPr>
            <ns1:lvl4pPr algn="l">
              <ns1:defRPr sz="1350" b="0">
                <ns1:solidFill>
                  <ns1:srgbClr val="182230"/>
                </ns1:solidFill>
                <ns1:latin typeface="Aptos"/>
                <ns1:ea typeface="Aptos"/>
                <ns1:cs typeface="Aptos"/>
              </ns1:defRPr>
            </ns1:lvl4pPr>
            <ns1:lvl5pPr algn="l">
              <ns1:defRPr sz="1350" b="0">
                <ns1:solidFill>
                  <ns1:srgbClr val="182230"/>
                </ns1:solidFill>
                <ns1:latin typeface="Aptos"/>
                <ns1:ea typeface="Aptos"/>
                <ns1:cs typeface="Aptos"/>
              </ns1:defRPr>
            </ns1:lvl5pPr>
            <ns1:lvl6pPr algn="l">
              <ns1:defRPr sz="1350" b="0">
                <ns1:solidFill>
                  <ns1:srgbClr val="182230"/>
                </ns1:solidFill>
                <ns1:latin typeface="Aptos"/>
                <ns1:ea typeface="Aptos"/>
                <ns1:cs typeface="Aptos"/>
              </ns1:defRPr>
            </ns1:lvl6pPr>
            <ns1:lvl7pPr algn="l">
              <ns1:defRPr sz="1350" b="0">
                <ns1:solidFill>
                  <ns1:srgbClr val="182230"/>
                </ns1:solidFill>
                <ns1:latin typeface="Aptos"/>
                <ns1:ea typeface="Aptos"/>
                <ns1:cs typeface="Aptos"/>
              </ns1:defRPr>
            </ns1:lvl7pPr>
            <ns1:lvl8pPr algn="l">
              <ns1:defRPr sz="1350" b="0">
                <ns1:solidFill>
                  <ns1:srgbClr val="182230"/>
                </ns1:solidFill>
                <ns1:latin typeface="Aptos"/>
                <ns1:ea typeface="Aptos"/>
                <ns1:cs typeface="Aptos"/>
              </ns1:defRPr>
            </ns1:lvl8pPr>
            <ns1:lvl9pPr algn="l">
              <ns1:defRPr sz="1350" b="0">
                <ns1:solidFill>
                  <ns1:srgbClr val="182230"/>
                </ns1:solidFill>
                <ns1:latin typeface="Aptos"/>
                <ns1:ea typeface="Aptos"/>
                <ns1:cs typeface="Aptos"/>
              </ns1:defRPr>
            </ns1:lvl9pPr>
          </ns1:lstStyle>
          <ns1:p>
            <ns1:pPr algn="l">
              <ns1:defRPr sz="1350" b="0">
                <ns1:solidFill>
                  <ns1:srgbClr val="182230"/>
                </ns1:solidFill>
                <ns1:latin typeface="Aptos"/>
                <ns1:ea typeface="Aptos"/>
                <ns1:cs typeface="Aptos"/>
              </ns1:defRPr>
            </ns1:pPr>
            <ns1:r>
              <ns1:rPr sz="1350" b="0">
                <ns1:solidFill>
                  <ns1:srgbClr val="182230"/>
                </ns1:solidFill>
                <ns1:latin typeface="Aptos"/>
                <ns1:ea typeface="Aptos"/>
                <ns1:cs typeface="Aptos"/>
              </ns1:rPr>
              <ns1:t>Puede funcionar sin Internet si la red local está activa.</ns1:t>
            </ns1:r>
          </ns1:p>
        </ns0:txBody>
      </ns0:sp>
      <ns0:sp>
        <ns0:nvSpPr>
          <ns0:cNvPr id="17" name="">
            <ns1:extLst>
              <ns1:ext uri="{FF2B5EF4-FFF2-40B4-BE49-F238E27FC236}">
                <ns2:creationId id="{2BD2C38E-5821-4BBD-98F7-9B707200A11C}"/>
              </ns1:ext>
            </ns1:extLst>
          </ns0:cNvPr>
          <ns0:cNvSpPr>
            <ns1:spLocks noGrp="1"/>
          </ns0:cNvSpPr>
          <ns0:nvPr/>
        </ns0:nvSpPr>
        <ns0:spPr>
          <ns1:xfrm>
            <ns1:off x="6619875" y="1714500"/>
            <ns1:ext cx="4857750" cy="3143250"/>
          </ns1:xfrm>
          <ns1:prstGeom prst="roundRect">
            <ns1:avLst>
              <ns1:gd name="adj" fmla="val 2424"/>
            </ns1:avLst>
          </ns1:prstGeom>
          <ns1:solidFill>
            <ns1:srgbClr val="172554"/>
          </ns1:solidFill>
          <ns1:ln w="0">
            <ns1:noFill/>
            <ns1:prstDash val="solid"/>
          </ns1:ln>
        </ns0:spPr>
      </ns0:sp>
      <ns0:sp>
        <ns0:nvSpPr>
          <ns0:cNvPr id="18" name="">
            <ns1:extLst>
              <ns1:ext uri="{FF2B5EF4-FFF2-40B4-BE49-F238E27FC236}">
                <ns2:creationId id="{9FE2D34B-8B80-4F2C-8225-0B3736FCE3F4}"/>
              </ns1:ext>
            </ns1:extLst>
          </ns0:cNvPr>
          <ns0:cNvSpPr>
            <ns1:spLocks noGrp="1"/>
          </ns0:cNvSpPr>
          <ns0:nvPr/>
        </ns0:nvSpPr>
        <ns0:spPr>
          <ns1:xfrm>
            <ns1:off x="6924675" y="1943100"/>
            <ns1:ext cx="4238625" cy="304800"/>
          </ns1:xfrm>
          <ns1:prstGeom prst="rect">
            <ns1:avLst/>
          </ns1:prstGeom>
          <ns1:noFill/>
          <ns1:ln w="0">
            <ns1:noFill/>
            <ns1:prstDash val="solid"/>
          </ns1:ln>
        </ns0:spPr>
        <ns0:txBody>
          <ns1:bodyPr lIns="0" tIns="0" rIns="0" bIns="0" anchor="ctr">
            <ns1:normAutofit fontScale="100000"/>
          </ns1:bodyPr>
          <ns1:lstStyle>
            <ns1:defPPr algn="l">
              <ns1:defRPr sz="1500" b="1">
                <ns1:solidFill>
                  <ns1:srgbClr val="22B8A8"/>
                </ns1:solidFill>
                <ns1:latin typeface="Aptos"/>
                <ns1:ea typeface="Aptos"/>
                <ns1:cs typeface="Aptos"/>
              </ns1:defRPr>
            </ns1:defPPr>
            <ns1:lvl1pPr algn="l">
              <ns1:defRPr sz="1500" b="1">
                <ns1:solidFill>
                  <ns1:srgbClr val="22B8A8"/>
                </ns1:solidFill>
                <ns1:latin typeface="Aptos"/>
                <ns1:ea typeface="Aptos"/>
                <ns1:cs typeface="Aptos"/>
              </ns1:defRPr>
            </ns1:lvl1pPr>
            <ns1:lvl2pPr algn="l">
              <ns1:defRPr sz="1500" b="1">
                <ns1:solidFill>
                  <ns1:srgbClr val="22B8A8"/>
                </ns1:solidFill>
                <ns1:latin typeface="Aptos"/>
                <ns1:ea typeface="Aptos"/>
                <ns1:cs typeface="Aptos"/>
              </ns1:defRPr>
            </ns1:lvl2pPr>
            <ns1:lvl3pPr algn="l">
              <ns1:defRPr sz="1500" b="1">
                <ns1:solidFill>
                  <ns1:srgbClr val="22B8A8"/>
                </ns1:solidFill>
                <ns1:latin typeface="Aptos"/>
                <ns1:ea typeface="Aptos"/>
                <ns1:cs typeface="Aptos"/>
              </ns1:defRPr>
            </ns1:lvl3pPr>
            <ns1:lvl4pPr algn="l">
              <ns1:defRPr sz="1500" b="1">
                <ns1:solidFill>
                  <ns1:srgbClr val="22B8A8"/>
                </ns1:solidFill>
                <ns1:latin typeface="Aptos"/>
                <ns1:ea typeface="Aptos"/>
                <ns1:cs typeface="Aptos"/>
              </ns1:defRPr>
            </ns1:lvl4pPr>
            <ns1:lvl5pPr algn="l">
              <ns1:defRPr sz="1500" b="1">
                <ns1:solidFill>
                  <ns1:srgbClr val="22B8A8"/>
                </ns1:solidFill>
                <ns1:latin typeface="Aptos"/>
                <ns1:ea typeface="Aptos"/>
                <ns1:cs typeface="Aptos"/>
              </ns1:defRPr>
            </ns1:lvl5pPr>
            <ns1:lvl6pPr algn="l">
              <ns1:defRPr sz="1500" b="1">
                <ns1:solidFill>
                  <ns1:srgbClr val="22B8A8"/>
                </ns1:solidFill>
                <ns1:latin typeface="Aptos"/>
                <ns1:ea typeface="Aptos"/>
                <ns1:cs typeface="Aptos"/>
              </ns1:defRPr>
            </ns1:lvl6pPr>
            <ns1:lvl7pPr algn="l">
              <ns1:defRPr sz="1500" b="1">
                <ns1:solidFill>
                  <ns1:srgbClr val="22B8A8"/>
                </ns1:solidFill>
                <ns1:latin typeface="Aptos"/>
                <ns1:ea typeface="Aptos"/>
                <ns1:cs typeface="Aptos"/>
              </ns1:defRPr>
            </ns1:lvl7pPr>
            <ns1:lvl8pPr algn="l">
              <ns1:defRPr sz="1500" b="1">
                <ns1:solidFill>
                  <ns1:srgbClr val="22B8A8"/>
                </ns1:solidFill>
                <ns1:latin typeface="Aptos"/>
                <ns1:ea typeface="Aptos"/>
                <ns1:cs typeface="Aptos"/>
              </ns1:defRPr>
            </ns1:lvl8pPr>
            <ns1:lvl9pPr algn="l">
              <ns1:defRPr sz="1500" b="1">
                <ns1:solidFill>
                  <ns1:srgbClr val="22B8A8"/>
                </ns1:solidFill>
                <ns1:latin typeface="Aptos"/>
                <ns1:ea typeface="Aptos"/>
                <ns1:cs typeface="Aptos"/>
              </ns1:defRPr>
            </ns1:lvl9pPr>
          </ns1:lstStyle>
          <ns1:p>
            <ns1:pPr algn="l">
              <ns1:defRPr sz="1500" b="1">
                <ns1:solidFill>
                  <ns1:srgbClr val="22B8A8"/>
                </ns1:solidFill>
                <ns1:latin typeface="Aptos"/>
                <ns1:ea typeface="Aptos"/>
                <ns1:cs typeface="Aptos"/>
              </ns1:defRPr>
            </ns1:pPr>
            <ns1:r>
              <ns1:rPr sz="1500" b="1">
                <ns1:solidFill>
                  <ns1:srgbClr val="22B8A8"/>
                </ns1:solidFill>
                <ns1:latin typeface="Aptos"/>
                <ns1:ea typeface="Aptos"/>
                <ns1:cs typeface="Aptos"/>
              </ns1:rPr>
              <ns1:t>Qué haría falta para validar sin servidor</ns1:t>
            </ns1:r>
          </ns1:p>
        </ns0:txBody>
      </ns0:sp>
      <ns0:sp>
        <ns0:nvSpPr>
          <ns0:cNvPr id="19" name="">
            <ns1:extLst>
              <ns1:ext uri="{FF2B5EF4-FFF2-40B4-BE49-F238E27FC236}">
                <ns2:creationId id="{D8F4847F-3530-475E-BDAD-D7A1C1A67C05}"/>
              </ns1:ext>
            </ns1:extLst>
          </ns0:cNvPr>
          <ns0:cNvSpPr>
            <ns1:spLocks noGrp="1"/>
          </ns0:cNvSpPr>
          <ns0:nvPr/>
        </ns0:nvSpPr>
        <ns0:spPr>
          <ns1:xfrm>
            <ns1:off x="6924675" y="2524125"/>
            <ns1:ext cx="114300" cy="114300"/>
          </ns1:xfrm>
          <ns1:prstGeom prst="ellipse">
            <ns1:avLst/>
          </ns1:prstGeom>
          <ns1:solidFill>
            <ns1:srgbClr val="22B8A8"/>
          </ns1:solidFill>
          <ns1:ln w="0">
            <ns1:noFill/>
            <ns1:prstDash val="solid"/>
          </ns1:ln>
        </ns0:spPr>
      </ns0:sp>
      <ns0:sp>
        <ns0:nvSpPr>
          <ns0:cNvPr id="20" name="">
            <ns1:extLst>
              <ns1:ext uri="{FF2B5EF4-FFF2-40B4-BE49-F238E27FC236}">
                <ns2:creationId id="{E51ADA7A-4708-41F8-B1CB-005D668CF3A0}"/>
              </ns1:ext>
            </ns1:extLst>
          </ns0:cNvPr>
          <ns0:cNvSpPr>
            <ns1:spLocks noGrp="1"/>
          </ns0:cNvSpPr>
          <ns0:nvPr/>
        </ns0:nvSpPr>
        <ns0:spPr>
          <ns1:xfrm>
            <ns1:off x="7191375" y="2447925"/>
            <ns1:ext cx="3781425" cy="504825"/>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FFFFFF"/>
                </ns1:solidFill>
                <ns1:latin typeface="Aptos"/>
                <ns1:ea typeface="Aptos"/>
                <ns1:cs typeface="Aptos"/>
              </ns1:defRPr>
            </ns1:defPPr>
            <ns1:lvl1pPr algn="l">
              <ns1:defRPr sz="1350" b="0">
                <ns1:solidFill>
                  <ns1:srgbClr val="FFFFFF"/>
                </ns1:solidFill>
                <ns1:latin typeface="Aptos"/>
                <ns1:ea typeface="Aptos"/>
                <ns1:cs typeface="Aptos"/>
              </ns1:defRPr>
            </ns1:lvl1pPr>
            <ns1:lvl2pPr algn="l">
              <ns1:defRPr sz="1350" b="0">
                <ns1:solidFill>
                  <ns1:srgbClr val="FFFFFF"/>
                </ns1:solidFill>
                <ns1:latin typeface="Aptos"/>
                <ns1:ea typeface="Aptos"/>
                <ns1:cs typeface="Aptos"/>
              </ns1:defRPr>
            </ns1:lvl2pPr>
            <ns1:lvl3pPr algn="l">
              <ns1:defRPr sz="1350" b="0">
                <ns1:solidFill>
                  <ns1:srgbClr val="FFFFFF"/>
                </ns1:solidFill>
                <ns1:latin typeface="Aptos"/>
                <ns1:ea typeface="Aptos"/>
                <ns1:cs typeface="Aptos"/>
              </ns1:defRPr>
            </ns1:lvl3pPr>
            <ns1:lvl4pPr algn="l">
              <ns1:defRPr sz="1350" b="0">
                <ns1:solidFill>
                  <ns1:srgbClr val="FFFFFF"/>
                </ns1:solidFill>
                <ns1:latin typeface="Aptos"/>
                <ns1:ea typeface="Aptos"/>
                <ns1:cs typeface="Aptos"/>
              </ns1:defRPr>
            </ns1:lvl4pPr>
            <ns1:lvl5pPr algn="l">
              <ns1:defRPr sz="1350" b="0">
                <ns1:solidFill>
                  <ns1:srgbClr val="FFFFFF"/>
                </ns1:solidFill>
                <ns1:latin typeface="Aptos"/>
                <ns1:ea typeface="Aptos"/>
                <ns1:cs typeface="Aptos"/>
              </ns1:defRPr>
            </ns1:lvl5pPr>
            <ns1:lvl6pPr algn="l">
              <ns1:defRPr sz="1350" b="0">
                <ns1:solidFill>
                  <ns1:srgbClr val="FFFFFF"/>
                </ns1:solidFill>
                <ns1:latin typeface="Aptos"/>
                <ns1:ea typeface="Aptos"/>
                <ns1:cs typeface="Aptos"/>
              </ns1:defRPr>
            </ns1:lvl6pPr>
            <ns1:lvl7pPr algn="l">
              <ns1:defRPr sz="1350" b="0">
                <ns1:solidFill>
                  <ns1:srgbClr val="FFFFFF"/>
                </ns1:solidFill>
                <ns1:latin typeface="Aptos"/>
                <ns1:ea typeface="Aptos"/>
                <ns1:cs typeface="Aptos"/>
              </ns1:defRPr>
            </ns1:lvl7pPr>
            <ns1:lvl8pPr algn="l">
              <ns1:defRPr sz="1350" b="0">
                <ns1:solidFill>
                  <ns1:srgbClr val="FFFFFF"/>
                </ns1:solidFill>
                <ns1:latin typeface="Aptos"/>
                <ns1:ea typeface="Aptos"/>
                <ns1:cs typeface="Aptos"/>
              </ns1:defRPr>
            </ns1:lvl8pPr>
            <ns1:lvl9pPr algn="l">
              <ns1:defRPr sz="1350" b="0">
                <ns1:solidFill>
                  <ns1:srgbClr val="FFFFFF"/>
                </ns1:solidFill>
                <ns1:latin typeface="Aptos"/>
                <ns1:ea typeface="Aptos"/>
                <ns1:cs typeface="Aptos"/>
              </ns1:defRPr>
            </ns1:lvl9pPr>
          </ns1:lstStyle>
          <ns1:p>
            <ns1:pPr algn="l">
              <ns1:defRPr sz="1350" b="0">
                <ns1:solidFill>
                  <ns1:srgbClr val="FFFFFF"/>
                </ns1:solidFill>
                <ns1:latin typeface="Aptos"/>
                <ns1:ea typeface="Aptos"/>
                <ns1:cs typeface="Aptos"/>
              </ns1:defRPr>
            </ns1:pPr>
            <ns1:r>
              <ns1:rPr sz="1350" b="0">
                <ns1:solidFill>
                  <ns1:srgbClr val="FFFFFF"/>
                </ns1:solidFill>
                <ns1:latin typeface="Aptos"/>
                <ns1:ea typeface="Aptos"/>
                <ns1:cs typeface="Aptos"/>
              </ns1:rPr>
              <ns1:t>Guardar una clave pública confiable.</ns1:t>
            </ns1:r>
          </ns1:p>
        </ns0:txBody>
      </ns0:sp>
      <ns0:sp>
        <ns0:nvSpPr>
          <ns0:cNvPr id="21" name="">
            <ns1:extLst>
              <ns1:ext uri="{FF2B5EF4-FFF2-40B4-BE49-F238E27FC236}">
                <ns2:creationId id="{8B1CCA61-1128-43D8-AE0F-876124001E6C}"/>
              </ns1:ext>
            </ns1:extLst>
          </ns0:cNvPr>
          <ns0:cNvSpPr>
            <ns1:spLocks noGrp="1"/>
          </ns0:cNvSpPr>
          <ns0:nvPr/>
        </ns0:nvSpPr>
        <ns0:spPr>
          <ns1:xfrm>
            <ns1:off x="6924675" y="3067050"/>
            <ns1:ext cx="114300" cy="114300"/>
          </ns1:xfrm>
          <ns1:prstGeom prst="ellipse">
            <ns1:avLst/>
          </ns1:prstGeom>
          <ns1:solidFill>
            <ns1:srgbClr val="22B8A8"/>
          </ns1:solidFill>
          <ns1:ln w="0">
            <ns1:noFill/>
            <ns1:prstDash val="solid"/>
          </ns1:ln>
        </ns0:spPr>
      </ns0:sp>
      <ns0:sp>
        <ns0:nvSpPr>
          <ns0:cNvPr id="22" name="">
            <ns1:extLst>
              <ns1:ext uri="{FF2B5EF4-FFF2-40B4-BE49-F238E27FC236}">
                <ns2:creationId id="{0E803496-90E5-4FE9-A5BA-75D5039C2BBC}"/>
              </ns1:ext>
            </ns1:extLst>
          </ns0:cNvPr>
          <ns0:cNvSpPr>
            <ns1:spLocks noGrp="1"/>
          </ns0:cNvSpPr>
          <ns0:nvPr/>
        </ns0:nvSpPr>
        <ns0:spPr>
          <ns1:xfrm>
            <ns1:off x="7191375" y="2990850"/>
            <ns1:ext cx="3781425" cy="504825"/>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FFFFFF"/>
                </ns1:solidFill>
                <ns1:latin typeface="Aptos"/>
                <ns1:ea typeface="Aptos"/>
                <ns1:cs typeface="Aptos"/>
              </ns1:defRPr>
            </ns1:defPPr>
            <ns1:lvl1pPr algn="l">
              <ns1:defRPr sz="1350" b="0">
                <ns1:solidFill>
                  <ns1:srgbClr val="FFFFFF"/>
                </ns1:solidFill>
                <ns1:latin typeface="Aptos"/>
                <ns1:ea typeface="Aptos"/>
                <ns1:cs typeface="Aptos"/>
              </ns1:defRPr>
            </ns1:lvl1pPr>
            <ns1:lvl2pPr algn="l">
              <ns1:defRPr sz="1350" b="0">
                <ns1:solidFill>
                  <ns1:srgbClr val="FFFFFF"/>
                </ns1:solidFill>
                <ns1:latin typeface="Aptos"/>
                <ns1:ea typeface="Aptos"/>
                <ns1:cs typeface="Aptos"/>
              </ns1:defRPr>
            </ns1:lvl2pPr>
            <ns1:lvl3pPr algn="l">
              <ns1:defRPr sz="1350" b="0">
                <ns1:solidFill>
                  <ns1:srgbClr val="FFFFFF"/>
                </ns1:solidFill>
                <ns1:latin typeface="Aptos"/>
                <ns1:ea typeface="Aptos"/>
                <ns1:cs typeface="Aptos"/>
              </ns1:defRPr>
            </ns1:lvl3pPr>
            <ns1:lvl4pPr algn="l">
              <ns1:defRPr sz="1350" b="0">
                <ns1:solidFill>
                  <ns1:srgbClr val="FFFFFF"/>
                </ns1:solidFill>
                <ns1:latin typeface="Aptos"/>
                <ns1:ea typeface="Aptos"/>
                <ns1:cs typeface="Aptos"/>
              </ns1:defRPr>
            </ns1:lvl4pPr>
            <ns1:lvl5pPr algn="l">
              <ns1:defRPr sz="1350" b="0">
                <ns1:solidFill>
                  <ns1:srgbClr val="FFFFFF"/>
                </ns1:solidFill>
                <ns1:latin typeface="Aptos"/>
                <ns1:ea typeface="Aptos"/>
                <ns1:cs typeface="Aptos"/>
              </ns1:defRPr>
            </ns1:lvl5pPr>
            <ns1:lvl6pPr algn="l">
              <ns1:defRPr sz="1350" b="0">
                <ns1:solidFill>
                  <ns1:srgbClr val="FFFFFF"/>
                </ns1:solidFill>
                <ns1:latin typeface="Aptos"/>
                <ns1:ea typeface="Aptos"/>
                <ns1:cs typeface="Aptos"/>
              </ns1:defRPr>
            </ns1:lvl6pPr>
            <ns1:lvl7pPr algn="l">
              <ns1:defRPr sz="1350" b="0">
                <ns1:solidFill>
                  <ns1:srgbClr val="FFFFFF"/>
                </ns1:solidFill>
                <ns1:latin typeface="Aptos"/>
                <ns1:ea typeface="Aptos"/>
                <ns1:cs typeface="Aptos"/>
              </ns1:defRPr>
            </ns1:lvl7pPr>
            <ns1:lvl8pPr algn="l">
              <ns1:defRPr sz="1350" b="0">
                <ns1:solidFill>
                  <ns1:srgbClr val="FFFFFF"/>
                </ns1:solidFill>
                <ns1:latin typeface="Aptos"/>
                <ns1:ea typeface="Aptos"/>
                <ns1:cs typeface="Aptos"/>
              </ns1:defRPr>
            </ns1:lvl8pPr>
            <ns1:lvl9pPr algn="l">
              <ns1:defRPr sz="1350" b="0">
                <ns1:solidFill>
                  <ns1:srgbClr val="FFFFFF"/>
                </ns1:solidFill>
                <ns1:latin typeface="Aptos"/>
                <ns1:ea typeface="Aptos"/>
                <ns1:cs typeface="Aptos"/>
              </ns1:defRPr>
            </ns1:lvl9pPr>
          </ns1:lstStyle>
          <ns1:p>
            <ns1:pPr algn="l">
              <ns1:defRPr sz="1350" b="0">
                <ns1:solidFill>
                  <ns1:srgbClr val="FFFFFF"/>
                </ns1:solidFill>
                <ns1:latin typeface="Aptos"/>
                <ns1:ea typeface="Aptos"/>
                <ns1:cs typeface="Aptos"/>
              </ns1:defRPr>
            </ns1:pPr>
            <ns1:r>
              <ns1:rPr sz="1350" b="0">
                <ns1:solidFill>
                  <ns1:srgbClr val="FFFFFF"/>
                </ns1:solidFill>
                <ns1:latin typeface="Aptos"/>
                <ns1:ea typeface="Aptos"/>
                <ns1:cs typeface="Aptos"/>
              </ns1:rPr>
              <ns1:t>Usar una lista de revocación firmada y con fecha.</ns1:t>
            </ns1:r>
          </ns1:p>
        </ns0:txBody>
      </ns0:sp>
      <ns0:sp>
        <ns0:nvSpPr>
          <ns0:cNvPr id="23" name="">
            <ns1:extLst>
              <ns1:ext uri="{FF2B5EF4-FFF2-40B4-BE49-F238E27FC236}">
                <ns2:creationId id="{5AD4ED04-4401-4AC3-A5C9-08EAA698C5A8}"/>
              </ns1:ext>
            </ns1:extLst>
          </ns0:cNvPr>
          <ns0:cNvSpPr>
            <ns1:spLocks noGrp="1"/>
          </ns0:cNvSpPr>
          <ns0:nvPr/>
        </ns0:nvSpPr>
        <ns0:spPr>
          <ns1:xfrm>
            <ns1:off x="6924675" y="3609975"/>
            <ns1:ext cx="114300" cy="114300"/>
          </ns1:xfrm>
          <ns1:prstGeom prst="ellipse">
            <ns1:avLst/>
          </ns1:prstGeom>
          <ns1:solidFill>
            <ns1:srgbClr val="22B8A8"/>
          </ns1:solidFill>
          <ns1:ln w="0">
            <ns1:noFill/>
            <ns1:prstDash val="solid"/>
          </ns1:ln>
        </ns0:spPr>
      </ns0:sp>
      <ns0:sp>
        <ns0:nvSpPr>
          <ns0:cNvPr id="24" name="">
            <ns1:extLst>
              <ns1:ext uri="{FF2B5EF4-FFF2-40B4-BE49-F238E27FC236}">
                <ns2:creationId id="{DCEAADDE-9436-4B17-9899-AFE11B41F79D}"/>
              </ns1:ext>
            </ns1:extLst>
          </ns0:cNvPr>
          <ns0:cNvSpPr>
            <ns1:spLocks noGrp="1"/>
          </ns0:cNvSpPr>
          <ns0:nvPr/>
        </ns0:nvSpPr>
        <ns0:spPr>
          <ns1:xfrm>
            <ns1:off x="7191375" y="3533775"/>
            <ns1:ext cx="3781425" cy="504825"/>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FFFFFF"/>
                </ns1:solidFill>
                <ns1:latin typeface="Aptos"/>
                <ns1:ea typeface="Aptos"/>
                <ns1:cs typeface="Aptos"/>
              </ns1:defRPr>
            </ns1:defPPr>
            <ns1:lvl1pPr algn="l">
              <ns1:defRPr sz="1350" b="0">
                <ns1:solidFill>
                  <ns1:srgbClr val="FFFFFF"/>
                </ns1:solidFill>
                <ns1:latin typeface="Aptos"/>
                <ns1:ea typeface="Aptos"/>
                <ns1:cs typeface="Aptos"/>
              </ns1:defRPr>
            </ns1:lvl1pPr>
            <ns1:lvl2pPr algn="l">
              <ns1:defRPr sz="1350" b="0">
                <ns1:solidFill>
                  <ns1:srgbClr val="FFFFFF"/>
                </ns1:solidFill>
                <ns1:latin typeface="Aptos"/>
                <ns1:ea typeface="Aptos"/>
                <ns1:cs typeface="Aptos"/>
              </ns1:defRPr>
            </ns1:lvl2pPr>
            <ns1:lvl3pPr algn="l">
              <ns1:defRPr sz="1350" b="0">
                <ns1:solidFill>
                  <ns1:srgbClr val="FFFFFF"/>
                </ns1:solidFill>
                <ns1:latin typeface="Aptos"/>
                <ns1:ea typeface="Aptos"/>
                <ns1:cs typeface="Aptos"/>
              </ns1:defRPr>
            </ns1:lvl3pPr>
            <ns1:lvl4pPr algn="l">
              <ns1:defRPr sz="1350" b="0">
                <ns1:solidFill>
                  <ns1:srgbClr val="FFFFFF"/>
                </ns1:solidFill>
                <ns1:latin typeface="Aptos"/>
                <ns1:ea typeface="Aptos"/>
                <ns1:cs typeface="Aptos"/>
              </ns1:defRPr>
            </ns1:lvl4pPr>
            <ns1:lvl5pPr algn="l">
              <ns1:defRPr sz="1350" b="0">
                <ns1:solidFill>
                  <ns1:srgbClr val="FFFFFF"/>
                </ns1:solidFill>
                <ns1:latin typeface="Aptos"/>
                <ns1:ea typeface="Aptos"/>
                <ns1:cs typeface="Aptos"/>
              </ns1:defRPr>
            </ns1:lvl5pPr>
            <ns1:lvl6pPr algn="l">
              <ns1:defRPr sz="1350" b="0">
                <ns1:solidFill>
                  <ns1:srgbClr val="FFFFFF"/>
                </ns1:solidFill>
                <ns1:latin typeface="Aptos"/>
                <ns1:ea typeface="Aptos"/>
                <ns1:cs typeface="Aptos"/>
              </ns1:defRPr>
            </ns1:lvl6pPr>
            <ns1:lvl7pPr algn="l">
              <ns1:defRPr sz="1350" b="0">
                <ns1:solidFill>
                  <ns1:srgbClr val="FFFFFF"/>
                </ns1:solidFill>
                <ns1:latin typeface="Aptos"/>
                <ns1:ea typeface="Aptos"/>
                <ns1:cs typeface="Aptos"/>
              </ns1:defRPr>
            </ns1:lvl7pPr>
            <ns1:lvl8pPr algn="l">
              <ns1:defRPr sz="1350" b="0">
                <ns1:solidFill>
                  <ns1:srgbClr val="FFFFFF"/>
                </ns1:solidFill>
                <ns1:latin typeface="Aptos"/>
                <ns1:ea typeface="Aptos"/>
                <ns1:cs typeface="Aptos"/>
              </ns1:defRPr>
            </ns1:lvl8pPr>
            <ns1:lvl9pPr algn="l">
              <ns1:defRPr sz="1350" b="0">
                <ns1:solidFill>
                  <ns1:srgbClr val="FFFFFF"/>
                </ns1:solidFill>
                <ns1:latin typeface="Aptos"/>
                <ns1:ea typeface="Aptos"/>
                <ns1:cs typeface="Aptos"/>
              </ns1:defRPr>
            </ns1:lvl9pPr>
          </ns1:lstStyle>
          <ns1:p>
            <ns1:pPr algn="l">
              <ns1:defRPr sz="1350" b="0">
                <ns1:solidFill>
                  <ns1:srgbClr val="FFFFFF"/>
                </ns1:solidFill>
                <ns1:latin typeface="Aptos"/>
                <ns1:ea typeface="Aptos"/>
                <ns1:cs typeface="Aptos"/>
              </ns1:defRPr>
            </ns1:pPr>
            <ns1:r>
              <ns1:rPr sz="1350" b="0">
                <ns1:solidFill>
                  <ns1:srgbClr val="FFFFFF"/>
                </ns1:solidFill>
                <ns1:latin typeface="Aptos"/>
                <ns1:ea typeface="Aptos"/>
                <ns1:cs typeface="Aptos"/>
              </ns1:rPr>
              <ns1:t>Definir cuánto tiempo se considera actual.</ns1:t>
            </ns1:r>
          </ns1:p>
        </ns0:txBody>
      </ns0:sp>
      <ns0:sp>
        <ns0:nvSpPr>
          <ns0:cNvPr id="25" name="">
            <ns1:extLst>
              <ns1:ext uri="{FF2B5EF4-FFF2-40B4-BE49-F238E27FC236}">
                <ns2:creationId id="{11AEBBEF-10A2-421E-AA4A-E68056F6F138}"/>
              </ns1:ext>
            </ns1:extLst>
          </ns0:cNvPr>
          <ns0:cNvSpPr>
            <ns1:spLocks noGrp="1"/>
          </ns0:cNvSpPr>
          <ns0:nvPr/>
        </ns0:nvSpPr>
        <ns0:spPr>
          <ns1:xfrm>
            <ns1:off x="6924675" y="4152900"/>
            <ns1:ext cx="114300" cy="114300"/>
          </ns1:xfrm>
          <ns1:prstGeom prst="ellipse">
            <ns1:avLst/>
          </ns1:prstGeom>
          <ns1:solidFill>
            <ns1:srgbClr val="22B8A8"/>
          </ns1:solidFill>
          <ns1:ln w="0">
            <ns1:noFill/>
            <ns1:prstDash val="solid"/>
          </ns1:ln>
        </ns0:spPr>
      </ns0:sp>
      <ns0:sp>
        <ns0:nvSpPr>
          <ns0:cNvPr id="26" name="">
            <ns1:extLst>
              <ns1:ext uri="{FF2B5EF4-FFF2-40B4-BE49-F238E27FC236}">
                <ns2:creationId id="{A5AE5794-6B0F-444E-9D6C-BA2F6EA5E2EE}"/>
              </ns1:ext>
            </ns1:extLst>
          </ns0:cNvPr>
          <ns0:cNvSpPr>
            <ns1:spLocks noGrp="1"/>
          </ns0:cNvSpPr>
          <ns0:nvPr/>
        </ns0:nvSpPr>
        <ns0:spPr>
          <ns1:xfrm>
            <ns1:off x="7191375" y="4076700"/>
            <ns1:ext cx="3781425" cy="504825"/>
          </ns1:xfrm>
          <ns1:prstGeom prst="rect">
            <ns1:avLst/>
          </ns1:prstGeom>
          <ns1:noFill/>
          <ns1:ln w="0">
            <ns1:noFill/>
            <ns1:prstDash val="solid"/>
          </ns1:ln>
        </ns0:spPr>
        <ns0:txBody>
          <ns1:bodyPr lIns="0" tIns="0" rIns="0" bIns="0" anchor="t">
            <ns1:normAutofit fontScale="100000"/>
          </ns1:bodyPr>
          <ns1:lstStyle>
            <ns1:defPPr algn="l">
              <ns1:defRPr sz="1350" b="0">
                <ns1:solidFill>
                  <ns1:srgbClr val="FFFFFF"/>
                </ns1:solidFill>
                <ns1:latin typeface="Aptos"/>
                <ns1:ea typeface="Aptos"/>
                <ns1:cs typeface="Aptos"/>
              </ns1:defRPr>
            </ns1:defPPr>
            <ns1:lvl1pPr algn="l">
              <ns1:defRPr sz="1350" b="0">
                <ns1:solidFill>
                  <ns1:srgbClr val="FFFFFF"/>
                </ns1:solidFill>
                <ns1:latin typeface="Aptos"/>
                <ns1:ea typeface="Aptos"/>
                <ns1:cs typeface="Aptos"/>
              </ns1:defRPr>
            </ns1:lvl1pPr>
            <ns1:lvl2pPr algn="l">
              <ns1:defRPr sz="1350" b="0">
                <ns1:solidFill>
                  <ns1:srgbClr val="FFFFFF"/>
                </ns1:solidFill>
                <ns1:latin typeface="Aptos"/>
                <ns1:ea typeface="Aptos"/>
                <ns1:cs typeface="Aptos"/>
              </ns1:defRPr>
            </ns1:lvl2pPr>
            <ns1:lvl3pPr algn="l">
              <ns1:defRPr sz="1350" b="0">
                <ns1:solidFill>
                  <ns1:srgbClr val="FFFFFF"/>
                </ns1:solidFill>
                <ns1:latin typeface="Aptos"/>
                <ns1:ea typeface="Aptos"/>
                <ns1:cs typeface="Aptos"/>
              </ns1:defRPr>
            </ns1:lvl3pPr>
            <ns1:lvl4pPr algn="l">
              <ns1:defRPr sz="1350" b="0">
                <ns1:solidFill>
                  <ns1:srgbClr val="FFFFFF"/>
                </ns1:solidFill>
                <ns1:latin typeface="Aptos"/>
                <ns1:ea typeface="Aptos"/>
                <ns1:cs typeface="Aptos"/>
              </ns1:defRPr>
            </ns1:lvl4pPr>
            <ns1:lvl5pPr algn="l">
              <ns1:defRPr sz="1350" b="0">
                <ns1:solidFill>
                  <ns1:srgbClr val="FFFFFF"/>
                </ns1:solidFill>
                <ns1:latin typeface="Aptos"/>
                <ns1:ea typeface="Aptos"/>
                <ns1:cs typeface="Aptos"/>
              </ns1:defRPr>
            </ns1:lvl5pPr>
            <ns1:lvl6pPr algn="l">
              <ns1:defRPr sz="1350" b="0">
                <ns1:solidFill>
                  <ns1:srgbClr val="FFFFFF"/>
                </ns1:solidFill>
                <ns1:latin typeface="Aptos"/>
                <ns1:ea typeface="Aptos"/>
                <ns1:cs typeface="Aptos"/>
              </ns1:defRPr>
            </ns1:lvl6pPr>
            <ns1:lvl7pPr algn="l">
              <ns1:defRPr sz="1350" b="0">
                <ns1:solidFill>
                  <ns1:srgbClr val="FFFFFF"/>
                </ns1:solidFill>
                <ns1:latin typeface="Aptos"/>
                <ns1:ea typeface="Aptos"/>
                <ns1:cs typeface="Aptos"/>
              </ns1:defRPr>
            </ns1:lvl7pPr>
            <ns1:lvl8pPr algn="l">
              <ns1:defRPr sz="1350" b="0">
                <ns1:solidFill>
                  <ns1:srgbClr val="FFFFFF"/>
                </ns1:solidFill>
                <ns1:latin typeface="Aptos"/>
                <ns1:ea typeface="Aptos"/>
                <ns1:cs typeface="Aptos"/>
              </ns1:defRPr>
            </ns1:lvl8pPr>
            <ns1:lvl9pPr algn="l">
              <ns1:defRPr sz="1350" b="0">
                <ns1:solidFill>
                  <ns1:srgbClr val="FFFFFF"/>
                </ns1:solidFill>
                <ns1:latin typeface="Aptos"/>
                <ns1:ea typeface="Aptos"/>
                <ns1:cs typeface="Aptos"/>
              </ns1:defRPr>
            </ns1:lvl9pPr>
          </ns1:lstStyle>
          <ns1:p>
            <ns1:pPr algn="l">
              <ns1:defRPr sz="1350" b="0">
                <ns1:solidFill>
                  <ns1:srgbClr val="FFFFFF"/>
                </ns1:solidFill>
                <ns1:latin typeface="Aptos"/>
                <ns1:ea typeface="Aptos"/>
                <ns1:cs typeface="Aptos"/>
              </ns1:defRPr>
            </ns1:pPr>
            <ns1:r>
              <ns1:rPr sz="1350" b="0">
                <ns1:solidFill>
                  <ns1:srgbClr val="FFFFFF"/>
                </ns1:solidFill>
                <ns1:latin typeface="Aptos"/>
                <ns1:ea typeface="Aptos"/>
                <ns1:cs typeface="Aptos"/>
              </ns1:rPr>
              <ns1:t>Si la lista está vieja, el resultado debe ser “no se sabe”.</ns1:t>
            </ns1:r>
          </ns1:p>
        </ns0:txBody>
      </ns0:sp>
      <ns0:sp>
        <ns0:nvSpPr>
          <ns0:cNvPr id="27" name="">
            <ns1:extLst>
              <ns1:ext uri="{FF2B5EF4-FFF2-40B4-BE49-F238E27FC236}">
                <ns2:creationId id="{62318C9D-5115-441B-8FF1-E83524C60E17}"/>
              </ns1:ext>
            </ns1:extLst>
          </ns0:cNvPr>
          <ns0:cNvSpPr>
            <ns1:spLocks noGrp="1"/>
          </ns0:cNvSpPr>
          <ns0:nvPr/>
        </ns0:nvSpPr>
        <ns0:spPr>
          <ns1:xfrm>
            <ns1:off x="1381125" y="5219700"/>
            <ns1:ext cx="9429750" cy="647700"/>
          </ns1:xfrm>
          <ns1:prstGeom prst="roundRect">
            <ns1:avLst>
              <ns1:gd name="adj" fmla="val 11765"/>
            </ns1:avLst>
          </ns1:prstGeom>
          <ns1:solidFill>
            <ns1:srgbClr val="FFF2D8"/>
          </ns1:solidFill>
          <ns1:ln w="0">
            <ns1:noFill/>
            <ns1:prstDash val="solid"/>
          </ns1:ln>
        </ns0:spPr>
      </ns0:sp>
      <ns0:sp>
        <ns0:nvSpPr>
          <ns0:cNvPr id="28" name="">
            <ns1:extLst>
              <ns1:ext uri="{FF2B5EF4-FFF2-40B4-BE49-F238E27FC236}">
                <ns2:creationId id="{7DB733D1-5A04-411E-B482-40782A00A304}"/>
              </ns1:ext>
            </ns1:extLst>
          </ns0:cNvPr>
          <ns0:cNvSpPr>
            <ns1:spLocks noGrp="1"/>
          </ns0:cNvSpPr>
          <ns0:nvPr/>
        </ns0:nvSpPr>
        <ns0:spPr>
          <ns1:xfrm>
            <ns1:off x="1619250" y="5334000"/>
            <ns1:ext cx="8953500" cy="400050"/>
          </ns1:xfrm>
          <ns1:prstGeom prst="rect">
            <ns1:avLst/>
          </ns1:prstGeom>
          <ns1:noFill/>
          <ns1:ln w="0">
            <ns1:noFill/>
            <ns1:prstDash val="solid"/>
          </ns1:ln>
        </ns0:spPr>
        <ns0:txBody>
          <ns1:bodyPr lIns="0" tIns="0" rIns="0" bIns="0" anchor="ctr">
            <ns1:normAutofit fontScale="100000"/>
          </ns1:bodyPr>
          <ns1:lstStyle>
            <ns1:defPPr algn="ctr">
              <ns1:defRPr sz="1350" b="1">
                <ns1:solidFill>
                  <ns1:srgbClr val="775109"/>
                </ns1:solidFill>
                <ns1:latin typeface="Aptos"/>
                <ns1:ea typeface="Aptos"/>
                <ns1:cs typeface="Aptos"/>
              </ns1:defRPr>
            </ns1:defPPr>
            <ns1:lvl1pPr algn="ctr">
              <ns1:defRPr sz="1350" b="1">
                <ns1:solidFill>
                  <ns1:srgbClr val="775109"/>
                </ns1:solidFill>
                <ns1:latin typeface="Aptos"/>
                <ns1:ea typeface="Aptos"/>
                <ns1:cs typeface="Aptos"/>
              </ns1:defRPr>
            </ns1:lvl1pPr>
            <ns1:lvl2pPr algn="ctr">
              <ns1:defRPr sz="1350" b="1">
                <ns1:solidFill>
                  <ns1:srgbClr val="775109"/>
                </ns1:solidFill>
                <ns1:latin typeface="Aptos"/>
                <ns1:ea typeface="Aptos"/>
                <ns1:cs typeface="Aptos"/>
              </ns1:defRPr>
            </ns1:lvl2pPr>
            <ns1:lvl3pPr algn="ctr">
              <ns1:defRPr sz="1350" b="1">
                <ns1:solidFill>
                  <ns1:srgbClr val="775109"/>
                </ns1:solidFill>
                <ns1:latin typeface="Aptos"/>
                <ns1:ea typeface="Aptos"/>
                <ns1:cs typeface="Aptos"/>
              </ns1:defRPr>
            </ns1:lvl3pPr>
            <ns1:lvl4pPr algn="ctr">
              <ns1:defRPr sz="1350" b="1">
                <ns1:solidFill>
                  <ns1:srgbClr val="775109"/>
                </ns1:solidFill>
                <ns1:latin typeface="Aptos"/>
                <ns1:ea typeface="Aptos"/>
                <ns1:cs typeface="Aptos"/>
              </ns1:defRPr>
            </ns1:lvl4pPr>
            <ns1:lvl5pPr algn="ctr">
              <ns1:defRPr sz="1350" b="1">
                <ns1:solidFill>
                  <ns1:srgbClr val="775109"/>
                </ns1:solidFill>
                <ns1:latin typeface="Aptos"/>
                <ns1:ea typeface="Aptos"/>
                <ns1:cs typeface="Aptos"/>
              </ns1:defRPr>
            </ns1:lvl5pPr>
            <ns1:lvl6pPr algn="ctr">
              <ns1:defRPr sz="1350" b="1">
                <ns1:solidFill>
                  <ns1:srgbClr val="775109"/>
                </ns1:solidFill>
                <ns1:latin typeface="Aptos"/>
                <ns1:ea typeface="Aptos"/>
                <ns1:cs typeface="Aptos"/>
              </ns1:defRPr>
            </ns1:lvl6pPr>
            <ns1:lvl7pPr algn="ctr">
              <ns1:defRPr sz="1350" b="1">
                <ns1:solidFill>
                  <ns1:srgbClr val="775109"/>
                </ns1:solidFill>
                <ns1:latin typeface="Aptos"/>
                <ns1:ea typeface="Aptos"/>
                <ns1:cs typeface="Aptos"/>
              </ns1:defRPr>
            </ns1:lvl7pPr>
            <ns1:lvl8pPr algn="ctr">
              <ns1:defRPr sz="1350" b="1">
                <ns1:solidFill>
                  <ns1:srgbClr val="775109"/>
                </ns1:solidFill>
                <ns1:latin typeface="Aptos"/>
                <ns1:ea typeface="Aptos"/>
                <ns1:cs typeface="Aptos"/>
              </ns1:defRPr>
            </ns1:lvl8pPr>
            <ns1:lvl9pPr algn="ctr">
              <ns1:defRPr sz="1350" b="1">
                <ns1:solidFill>
                  <ns1:srgbClr val="775109"/>
                </ns1:solidFill>
                <ns1:latin typeface="Aptos"/>
                <ns1:ea typeface="Aptos"/>
                <ns1:cs typeface="Aptos"/>
              </ns1:defRPr>
            </ns1:lvl9pPr>
          </ns1:lstStyle>
          <ns1:p>
            <ns1:pPr algn="ctr">
              <ns1:defRPr sz="1350" b="1">
                <ns1:solidFill>
                  <ns1:srgbClr val="775109"/>
                </ns1:solidFill>
                <ns1:latin typeface="Aptos"/>
                <ns1:ea typeface="Aptos"/>
                <ns1:cs typeface="Aptos"/>
              </ns1:defRPr>
            </ns1:pPr>
            <ns1:r>
              <ns1:rPr sz="1350" b="1">
                <ns1:solidFill>
                  <ns1:srgbClr val="775109"/>
                </ns1:solidFill>
                <ns1:latin typeface="Aptos"/>
                <ns1:ea typeface="Aptos"/>
                <ns1:cs typeface="Aptos"/>
              </ns1:rPr>
              <ns1:t>Aún existe el riesgo de prestar un teléfono, usar cuentas de prueba, copiar capturas o comprometer la API.</ns1:t>
            </ns1:r>
          </ns1:p>
        </ns0:txBody>
      </ns0:sp>
    </ns0:spTree>
    <ns0:extLst>
      <ns0:ext uri="{BB962C8B-B14F-4D97-AF65-F5344CB8AC3E}">
        <ns3:creationId val="389307244"/>
      </ns0:ext>
    </ns0:extLst>
  </ns0:cSld>
</ns0:sld>
</file>

<file path=ppt/slides/slide2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172554"/>
        </ns1:solidFill>
      </ns0:bgPr>
    </ns0:bg>
    <ns0:spTree>
      <ns0:nvGrpSpPr>
        <ns0:cNvPr id="1" name=""/>
        <ns0:cNvGrpSpPr/>
        <ns0:nvPr/>
      </ns0:nvGrpSpPr>
      <ns0:grpSpPr>
        <ns1:xfrm/>
      </ns0:grpSpPr>
      <ns0:sp>
        <ns0:nvSpPr>
          <ns0:cNvPr id="48" name="">
            <ns1:extLst>
              <ns1:ext uri="{FF2B5EF4-FFF2-40B4-BE49-F238E27FC236}">
                <ns2:creationId id="{CFE7A3D1-5032-4E3C-9715-0CD31B16D144}"/>
              </ns1:ext>
            </ns1:extLst>
          </ns0:cNvPr>
          <ns0:cNvSpPr>
            <ns1:spLocks noGrp="1"/>
          </ns0:cNvSpPr>
          <ns0:nvPr/>
        </ns0:nvSpPr>
        <ns0:spPr>
          <ns1:xfrm>
            <ns1:off x="609600" y="285750"/>
            <ns1:ext cx="7620000" cy="209550"/>
          </ns1:xfrm>
          <ns1:prstGeom prst="rect">
            <ns1:avLst/>
          </ns1:prstGeom>
          <ns1:noFill/>
          <ns1:ln w="0">
            <ns1:noFill/>
            <ns1:prstDash val="solid"/>
          </ns1:ln>
        </ns0:spPr>
        <ns0:txBody>
          <ns1:bodyPr lIns="0" tIns="0" rIns="0" bIns="0" anchor="ctr">
            <ns1:normAutofit fontScale="100000"/>
          </ns1:bodyPr>
          <ns1:lstStyle>
            <ns1:defPPr algn="l">
              <ns1:defRPr sz="975" b="1">
                <ns1:solidFill>
                  <ns1:srgbClr val="22B8A8"/>
                </ns1:solidFill>
                <ns1:latin typeface="Aptos"/>
                <ns1:ea typeface="Aptos"/>
                <ns1:cs typeface="Aptos"/>
              </ns1:defRPr>
            </ns1:defPPr>
            <ns1:lvl1pPr algn="l">
              <ns1:defRPr sz="975" b="1">
                <ns1:solidFill>
                  <ns1:srgbClr val="22B8A8"/>
                </ns1:solidFill>
                <ns1:latin typeface="Aptos"/>
                <ns1:ea typeface="Aptos"/>
                <ns1:cs typeface="Aptos"/>
              </ns1:defRPr>
            </ns1:lvl1pPr>
            <ns1:lvl2pPr algn="l">
              <ns1:defRPr sz="975" b="1">
                <ns1:solidFill>
                  <ns1:srgbClr val="22B8A8"/>
                </ns1:solidFill>
                <ns1:latin typeface="Aptos"/>
                <ns1:ea typeface="Aptos"/>
                <ns1:cs typeface="Aptos"/>
              </ns1:defRPr>
            </ns1:lvl2pPr>
            <ns1:lvl3pPr algn="l">
              <ns1:defRPr sz="975" b="1">
                <ns1:solidFill>
                  <ns1:srgbClr val="22B8A8"/>
                </ns1:solidFill>
                <ns1:latin typeface="Aptos"/>
                <ns1:ea typeface="Aptos"/>
                <ns1:cs typeface="Aptos"/>
              </ns1:defRPr>
            </ns1:lvl3pPr>
            <ns1:lvl4pPr algn="l">
              <ns1:defRPr sz="975" b="1">
                <ns1:solidFill>
                  <ns1:srgbClr val="22B8A8"/>
                </ns1:solidFill>
                <ns1:latin typeface="Aptos"/>
                <ns1:ea typeface="Aptos"/>
                <ns1:cs typeface="Aptos"/>
              </ns1:defRPr>
            </ns1:lvl4pPr>
            <ns1:lvl5pPr algn="l">
              <ns1:defRPr sz="975" b="1">
                <ns1:solidFill>
                  <ns1:srgbClr val="22B8A8"/>
                </ns1:solidFill>
                <ns1:latin typeface="Aptos"/>
                <ns1:ea typeface="Aptos"/>
                <ns1:cs typeface="Aptos"/>
              </ns1:defRPr>
            </ns1:lvl5pPr>
            <ns1:lvl6pPr algn="l">
              <ns1:defRPr sz="975" b="1">
                <ns1:solidFill>
                  <ns1:srgbClr val="22B8A8"/>
                </ns1:solidFill>
                <ns1:latin typeface="Aptos"/>
                <ns1:ea typeface="Aptos"/>
                <ns1:cs typeface="Aptos"/>
              </ns1:defRPr>
            </ns1:lvl6pPr>
            <ns1:lvl7pPr algn="l">
              <ns1:defRPr sz="975" b="1">
                <ns1:solidFill>
                  <ns1:srgbClr val="22B8A8"/>
                </ns1:solidFill>
                <ns1:latin typeface="Aptos"/>
                <ns1:ea typeface="Aptos"/>
                <ns1:cs typeface="Aptos"/>
              </ns1:defRPr>
            </ns1:lvl7pPr>
            <ns1:lvl8pPr algn="l">
              <ns1:defRPr sz="975" b="1">
                <ns1:solidFill>
                  <ns1:srgbClr val="22B8A8"/>
                </ns1:solidFill>
                <ns1:latin typeface="Aptos"/>
                <ns1:ea typeface="Aptos"/>
                <ns1:cs typeface="Aptos"/>
              </ns1:defRPr>
            </ns1:lvl8pPr>
            <ns1:lvl9pPr algn="l">
              <ns1:defRPr sz="975" b="1">
                <ns1:solidFill>
                  <ns1:srgbClr val="22B8A8"/>
                </ns1:solidFill>
                <ns1:latin typeface="Aptos"/>
                <ns1:ea typeface="Aptos"/>
                <ns1:cs typeface="Aptos"/>
              </ns1:defRPr>
            </ns1:lvl9pPr>
          </ns1:lstStyle>
          <ns1:p>
            <ns1:pPr algn="l">
              <ns1:defRPr sz="975" b="1">
                <ns1:solidFill>
                  <ns1:srgbClr val="22B8A8"/>
                </ns1:solidFill>
                <ns1:latin typeface="Aptos"/>
                <ns1:ea typeface="Aptos"/>
                <ns1:cs typeface="Aptos"/>
              </ns1:defRPr>
            </ns1:pPr>
            <ns1:r>
              <ns1:rPr sz="975" b="1">
                <ns1:solidFill>
                  <ns1:srgbClr val="22B8A8"/>
                </ns1:solidFill>
                <ns1:latin typeface="Aptos"/>
                <ns1:ea typeface="Aptos"/>
                <ns1:cs typeface="Aptos"/>
              </ns1:rPr>
              <ns1:t>DEMOSTRACIÓN · 5 MINUTOS</ns1:t>
            </ns1:r>
          </ns1:p>
        </ns0:txBody>
      </ns0:sp>
      <ns0:sp>
        <ns0:nvSpPr>
          <ns0:cNvPr id="2" name="">
            <ns1:extLst>
              <ns1:ext uri="{FF2B5EF4-FFF2-40B4-BE49-F238E27FC236}">
                <ns2:creationId id="{39B9FE2E-D7F7-4BC7-9A24-DE406375A81B}"/>
              </ns1:ext>
            </ns1:extLst>
          </ns0:cNvPr>
          <ns0:cNvSpPr>
            <ns1:spLocks noGrp="1"/>
          </ns0:cNvSpPr>
          <ns0:nvPr/>
        </ns0:nvSpPr>
        <ns0:spPr>
          <ns1:xfrm>
            <ns1:off x="10668000" y="266700"/>
            <ns1:ext cx="914400" cy="238125"/>
          </ns1:xfrm>
          <ns1:prstGeom prst="rect">
            <ns1:avLst/>
          </ns1:prstGeom>
          <ns1:noFill/>
          <ns1:ln w="0">
            <ns1:noFill/>
            <ns1:prstDash val="solid"/>
          </ns1:ln>
        </ns0:spPr>
        <ns0:txBody>
          <ns1:bodyPr lIns="0" tIns="0" rIns="0" bIns="0" anchor="ctr">
            <ns1:normAutofit fontScale="100000"/>
          </ns1:bodyPr>
          <ns1:lstStyle>
            <ns1:defPPr algn="r">
              <ns1:defRPr sz="1050" b="1">
                <ns1:solidFill>
                  <ns1:srgbClr val="F2B544"/>
                </ns1:solidFill>
                <ns1:latin typeface="Aptos"/>
                <ns1:ea typeface="Aptos"/>
                <ns1:cs typeface="Aptos"/>
              </ns1:defRPr>
            </ns1:defPPr>
            <ns1:lvl1pPr algn="r">
              <ns1:defRPr sz="1050" b="1">
                <ns1:solidFill>
                  <ns1:srgbClr val="F2B544"/>
                </ns1:solidFill>
                <ns1:latin typeface="Aptos"/>
                <ns1:ea typeface="Aptos"/>
                <ns1:cs typeface="Aptos"/>
              </ns1:defRPr>
            </ns1:lvl1pPr>
            <ns1:lvl2pPr algn="r">
              <ns1:defRPr sz="1050" b="1">
                <ns1:solidFill>
                  <ns1:srgbClr val="F2B544"/>
                </ns1:solidFill>
                <ns1:latin typeface="Aptos"/>
                <ns1:ea typeface="Aptos"/>
                <ns1:cs typeface="Aptos"/>
              </ns1:defRPr>
            </ns1:lvl2pPr>
            <ns1:lvl3pPr algn="r">
              <ns1:defRPr sz="1050" b="1">
                <ns1:solidFill>
                  <ns1:srgbClr val="F2B544"/>
                </ns1:solidFill>
                <ns1:latin typeface="Aptos"/>
                <ns1:ea typeface="Aptos"/>
                <ns1:cs typeface="Aptos"/>
              </ns1:defRPr>
            </ns1:lvl3pPr>
            <ns1:lvl4pPr algn="r">
              <ns1:defRPr sz="1050" b="1">
                <ns1:solidFill>
                  <ns1:srgbClr val="F2B544"/>
                </ns1:solidFill>
                <ns1:latin typeface="Aptos"/>
                <ns1:ea typeface="Aptos"/>
                <ns1:cs typeface="Aptos"/>
              </ns1:defRPr>
            </ns1:lvl4pPr>
            <ns1:lvl5pPr algn="r">
              <ns1:defRPr sz="1050" b="1">
                <ns1:solidFill>
                  <ns1:srgbClr val="F2B544"/>
                </ns1:solidFill>
                <ns1:latin typeface="Aptos"/>
                <ns1:ea typeface="Aptos"/>
                <ns1:cs typeface="Aptos"/>
              </ns1:defRPr>
            </ns1:lvl5pPr>
            <ns1:lvl6pPr algn="r">
              <ns1:defRPr sz="1050" b="1">
                <ns1:solidFill>
                  <ns1:srgbClr val="F2B544"/>
                </ns1:solidFill>
                <ns1:latin typeface="Aptos"/>
                <ns1:ea typeface="Aptos"/>
                <ns1:cs typeface="Aptos"/>
              </ns1:defRPr>
            </ns1:lvl6pPr>
            <ns1:lvl7pPr algn="r">
              <ns1:defRPr sz="1050" b="1">
                <ns1:solidFill>
                  <ns1:srgbClr val="F2B544"/>
                </ns1:solidFill>
                <ns1:latin typeface="Aptos"/>
                <ns1:ea typeface="Aptos"/>
                <ns1:cs typeface="Aptos"/>
              </ns1:defRPr>
            </ns1:lvl7pPr>
            <ns1:lvl8pPr algn="r">
              <ns1:defRPr sz="1050" b="1">
                <ns1:solidFill>
                  <ns1:srgbClr val="F2B544"/>
                </ns1:solidFill>
                <ns1:latin typeface="Aptos"/>
                <ns1:ea typeface="Aptos"/>
                <ns1:cs typeface="Aptos"/>
              </ns1:defRPr>
            </ns1:lvl8pPr>
            <ns1:lvl9pPr algn="r">
              <ns1:defRPr sz="1050" b="1">
                <ns1:solidFill>
                  <ns1:srgbClr val="F2B544"/>
                </ns1:solidFill>
                <ns1:latin typeface="Aptos"/>
                <ns1:ea typeface="Aptos"/>
                <ns1:cs typeface="Aptos"/>
              </ns1:defRPr>
            </ns1:lvl9pPr>
          </ns1:lstStyle>
          <ns1:p>
            <ns1:pPr algn="r">
              <ns1:defRPr sz="1050" b="1">
                <ns1:solidFill>
                  <ns1:srgbClr val="F2B544"/>
                </ns1:solidFill>
                <ns1:latin typeface="Aptos"/>
                <ns1:ea typeface="Aptos"/>
                <ns1:cs typeface="Aptos"/>
              </ns1:defRPr>
            </ns1:pPr>
            <ns1:r>
              <ns1:rPr sz="1050" b="1">
                <ns1:solidFill>
                  <ns1:srgbClr val="F2B544"/>
                </ns1:solidFill>
                <ns1:latin typeface="Aptos"/>
                <ns1:ea typeface="Aptos"/>
                <ns1:cs typeface="Aptos"/>
              </ns1:rPr>
              <ns1:t>5:00</ns1:t>
            </ns1:r>
          </ns1:p>
        </ns0:txBody>
      </ns0:sp>
      <ns0:sp>
        <ns0:nvSpPr>
          <ns0:cNvPr id="3" name="">
            <ns1:extLst>
              <ns1:ext uri="{FF2B5EF4-FFF2-40B4-BE49-F238E27FC236}">
                <ns2:creationId id="{356A8AA2-6590-4621-ADCF-8F31B94F773D}"/>
              </ns1:ext>
            </ns1:extLst>
          </ns0:cNvPr>
          <ns0:cNvSpPr>
            <ns1:spLocks noGrp="1"/>
          </ns0:cNvSpPr>
          <ns0:nvPr/>
        </ns0:nvSpPr>
        <ns0:spPr>
          <ns1:xfrm>
            <ns1:off x="609600" y="600075"/>
            <ns1:ext cx="10668000" cy="571500"/>
          </ns1:xfrm>
          <ns1:prstGeom prst="rect">
            <ns1:avLst/>
          </ns1:prstGeom>
          <ns1:noFill/>
          <ns1:ln w="0">
            <ns1:noFill/>
            <ns1:prstDash val="solid"/>
          </ns1:ln>
        </ns0:spPr>
        <ns0:txBody>
          <ns1:bodyPr lIns="0" tIns="0" rIns="0" bIns="0" anchor="ctr">
            <ns1:normAutofit fontScale="100000"/>
          </ns1:bodyPr>
          <ns1:lstStyle>
            <ns1:defPPr algn="l">
              <ns1:defRPr sz="2550" b="1">
                <ns1:solidFill>
                  <ns1:srgbClr val="FFFFFF"/>
                </ns1:solidFill>
                <ns1:latin typeface="Aptos"/>
                <ns1:ea typeface="Aptos"/>
                <ns1:cs typeface="Aptos"/>
              </ns1:defRPr>
            </ns1:defPPr>
            <ns1:lvl1pPr algn="l">
              <ns1:defRPr sz="2550" b="1">
                <ns1:solidFill>
                  <ns1:srgbClr val="FFFFFF"/>
                </ns1:solidFill>
                <ns1:latin typeface="Aptos"/>
                <ns1:ea typeface="Aptos"/>
                <ns1:cs typeface="Aptos"/>
              </ns1:defRPr>
            </ns1:lvl1pPr>
            <ns1:lvl2pPr algn="l">
              <ns1:defRPr sz="2550" b="1">
                <ns1:solidFill>
                  <ns1:srgbClr val="FFFFFF"/>
                </ns1:solidFill>
                <ns1:latin typeface="Aptos"/>
                <ns1:ea typeface="Aptos"/>
                <ns1:cs typeface="Aptos"/>
              </ns1:defRPr>
            </ns1:lvl2pPr>
            <ns1:lvl3pPr algn="l">
              <ns1:defRPr sz="2550" b="1">
                <ns1:solidFill>
                  <ns1:srgbClr val="FFFFFF"/>
                </ns1:solidFill>
                <ns1:latin typeface="Aptos"/>
                <ns1:ea typeface="Aptos"/>
                <ns1:cs typeface="Aptos"/>
              </ns1:defRPr>
            </ns1:lvl3pPr>
            <ns1:lvl4pPr algn="l">
              <ns1:defRPr sz="2550" b="1">
                <ns1:solidFill>
                  <ns1:srgbClr val="FFFFFF"/>
                </ns1:solidFill>
                <ns1:latin typeface="Aptos"/>
                <ns1:ea typeface="Aptos"/>
                <ns1:cs typeface="Aptos"/>
              </ns1:defRPr>
            </ns1:lvl4pPr>
            <ns1:lvl5pPr algn="l">
              <ns1:defRPr sz="2550" b="1">
                <ns1:solidFill>
                  <ns1:srgbClr val="FFFFFF"/>
                </ns1:solidFill>
                <ns1:latin typeface="Aptos"/>
                <ns1:ea typeface="Aptos"/>
                <ns1:cs typeface="Aptos"/>
              </ns1:defRPr>
            </ns1:lvl5pPr>
            <ns1:lvl6pPr algn="l">
              <ns1:defRPr sz="2550" b="1">
                <ns1:solidFill>
                  <ns1:srgbClr val="FFFFFF"/>
                </ns1:solidFill>
                <ns1:latin typeface="Aptos"/>
                <ns1:ea typeface="Aptos"/>
                <ns1:cs typeface="Aptos"/>
              </ns1:defRPr>
            </ns1:lvl6pPr>
            <ns1:lvl7pPr algn="l">
              <ns1:defRPr sz="2550" b="1">
                <ns1:solidFill>
                  <ns1:srgbClr val="FFFFFF"/>
                </ns1:solidFill>
                <ns1:latin typeface="Aptos"/>
                <ns1:ea typeface="Aptos"/>
                <ns1:cs typeface="Aptos"/>
              </ns1:defRPr>
            </ns1:lvl7pPr>
            <ns1:lvl8pPr algn="l">
              <ns1:defRPr sz="2550" b="1">
                <ns1:solidFill>
                  <ns1:srgbClr val="FFFFFF"/>
                </ns1:solidFill>
                <ns1:latin typeface="Aptos"/>
                <ns1:ea typeface="Aptos"/>
                <ns1:cs typeface="Aptos"/>
              </ns1:defRPr>
            </ns1:lvl8pPr>
            <ns1:lvl9pPr algn="l">
              <ns1:defRPr sz="2550" b="1">
                <ns1:solidFill>
                  <ns1:srgbClr val="FFFFFF"/>
                </ns1:solidFill>
                <ns1:latin typeface="Aptos"/>
                <ns1:ea typeface="Aptos"/>
                <ns1:cs typeface="Aptos"/>
              </ns1:defRPr>
            </ns1:lvl9pPr>
          </ns1:lstStyle>
          <ns1:p>
            <ns1:pPr algn="l">
              <ns1:defRPr sz="2550" b="1">
                <ns1:solidFill>
                  <ns1:srgbClr val="FFFFFF"/>
                </ns1:solidFill>
                <ns1:latin typeface="Aptos"/>
                <ns1:ea typeface="Aptos"/>
                <ns1:cs typeface="Aptos"/>
              </ns1:defRPr>
            </ns1:pPr>
            <ns1:r>
              <ns1:rPr sz="2550" b="1">
                <ns1:solidFill>
                  <ns1:srgbClr val="FFFFFF"/>
                </ns1:solidFill>
                <ns1:latin typeface="Aptos"/>
                <ns1:ea typeface="Aptos"/>
                <ns1:cs typeface="Aptos"/>
              </ns1:rPr>
              <ns1:t>Demostración: emitir, compartir y registrar asistencia</ns1:t>
            </ns1:r>
          </ns1:p>
        </ns0:txBody>
      </ns0:sp>
      <ns0:sp>
        <ns0:nvSpPr>
          <ns0:cNvPr id="4" name="">
            <ns1:extLst>
              <ns1:ext uri="{FF2B5EF4-FFF2-40B4-BE49-F238E27FC236}">
                <ns2:creationId id="{A60BBFEA-1C31-4342-A451-C5774C7A6AA0}"/>
              </ns1:ext>
            </ns1:extLst>
          </ns0:cNvPr>
          <ns0:cNvSpPr>
            <ns1:spLocks noGrp="1"/>
          </ns0:cNvSpPr>
          <ns0:nvPr/>
        </ns0:nvSpPr>
        <ns0:spPr>
          <ns1:xfrm flipV="0">
            <ns1:off x="609600" y="1304925"/>
            <ns1:ext cx="10972800" cy="9525"/>
          </ns1:xfrm>
          <ns1:prstGeom prst="line">
            <ns1:avLst/>
          </ns1:prstGeom>
          <ns1:noFill/>
          <ns1:ln w="9525">
            <ns1:solidFill>
              <ns1:srgbClr val="354660"/>
            </ns1:solidFill>
            <ns1:prstDash val="solid"/>
          </ns1:ln>
        </ns0:spPr>
      </ns0:sp>
      <ns0:sp>
        <ns0:nvSpPr>
          <ns0:cNvPr id="5" name="">
            <ns1:extLst>
              <ns1:ext uri="{FF2B5EF4-FFF2-40B4-BE49-F238E27FC236}">
                <ns2:creationId id="{A23A0D7E-6D80-4F08-AE3F-4DC087AFD6E4}"/>
              </ns1:ext>
            </ns1:extLst>
          </ns0:cNvPr>
          <ns0:cNvSpPr>
            <ns1:spLocks noGrp="1"/>
          </ns0:cNvSpPr>
          <ns0:nvPr/>
        </ns0:nvSpPr>
        <ns0:spPr>
          <ns1:xfrm>
            <ns1:off x="609600" y="6467475"/>
            <ns1:ext cx="4953000" cy="171450"/>
          </ns1:xfrm>
          <ns1:prstGeom prst="rect">
            <ns1:avLst/>
          </ns1:prstGeom>
          <ns1:noFill/>
          <ns1:ln w="0">
            <ns1:noFill/>
            <ns1:prstDash val="solid"/>
          </ns1:ln>
        </ns0:spPr>
        <ns0:txBody>
          <ns1:bodyPr lIns="0" tIns="0" rIns="0" bIns="0" anchor="ctr">
            <ns1:normAutofit fontScale="100000"/>
          </ns1:bodyPr>
          <ns1:lstStyle>
            <ns1:defPPr algn="l">
              <ns1:defRPr sz="825" b="1">
                <ns1:solidFill>
                  <ns1:srgbClr val="B8C7DF"/>
                </ns1:solidFill>
                <ns1:latin typeface="Aptos"/>
                <ns1:ea typeface="Aptos"/>
                <ns1:cs typeface="Aptos"/>
              </ns1:defRPr>
            </ns1:defPPr>
            <ns1:lvl1pPr algn="l">
              <ns1:defRPr sz="825" b="1">
                <ns1:solidFill>
                  <ns1:srgbClr val="B8C7DF"/>
                </ns1:solidFill>
                <ns1:latin typeface="Aptos"/>
                <ns1:ea typeface="Aptos"/>
                <ns1:cs typeface="Aptos"/>
              </ns1:defRPr>
            </ns1:lvl1pPr>
            <ns1:lvl2pPr algn="l">
              <ns1:defRPr sz="825" b="1">
                <ns1:solidFill>
                  <ns1:srgbClr val="B8C7DF"/>
                </ns1:solidFill>
                <ns1:latin typeface="Aptos"/>
                <ns1:ea typeface="Aptos"/>
                <ns1:cs typeface="Aptos"/>
              </ns1:defRPr>
            </ns1:lvl2pPr>
            <ns1:lvl3pPr algn="l">
              <ns1:defRPr sz="825" b="1">
                <ns1:solidFill>
                  <ns1:srgbClr val="B8C7DF"/>
                </ns1:solidFill>
                <ns1:latin typeface="Aptos"/>
                <ns1:ea typeface="Aptos"/>
                <ns1:cs typeface="Aptos"/>
              </ns1:defRPr>
            </ns1:lvl3pPr>
            <ns1:lvl4pPr algn="l">
              <ns1:defRPr sz="825" b="1">
                <ns1:solidFill>
                  <ns1:srgbClr val="B8C7DF"/>
                </ns1:solidFill>
                <ns1:latin typeface="Aptos"/>
                <ns1:ea typeface="Aptos"/>
                <ns1:cs typeface="Aptos"/>
              </ns1:defRPr>
            </ns1:lvl4pPr>
            <ns1:lvl5pPr algn="l">
              <ns1:defRPr sz="825" b="1">
                <ns1:solidFill>
                  <ns1:srgbClr val="B8C7DF"/>
                </ns1:solidFill>
                <ns1:latin typeface="Aptos"/>
                <ns1:ea typeface="Aptos"/>
                <ns1:cs typeface="Aptos"/>
              </ns1:defRPr>
            </ns1:lvl5pPr>
            <ns1:lvl6pPr algn="l">
              <ns1:defRPr sz="825" b="1">
                <ns1:solidFill>
                  <ns1:srgbClr val="B8C7DF"/>
                </ns1:solidFill>
                <ns1:latin typeface="Aptos"/>
                <ns1:ea typeface="Aptos"/>
                <ns1:cs typeface="Aptos"/>
              </ns1:defRPr>
            </ns1:lvl6pPr>
            <ns1:lvl7pPr algn="l">
              <ns1:defRPr sz="825" b="1">
                <ns1:solidFill>
                  <ns1:srgbClr val="B8C7DF"/>
                </ns1:solidFill>
                <ns1:latin typeface="Aptos"/>
                <ns1:ea typeface="Aptos"/>
                <ns1:cs typeface="Aptos"/>
              </ns1:defRPr>
            </ns1:lvl7pPr>
            <ns1:lvl8pPr algn="l">
              <ns1:defRPr sz="825" b="1">
                <ns1:solidFill>
                  <ns1:srgbClr val="B8C7DF"/>
                </ns1:solidFill>
                <ns1:latin typeface="Aptos"/>
                <ns1:ea typeface="Aptos"/>
                <ns1:cs typeface="Aptos"/>
              </ns1:defRPr>
            </ns1:lvl8pPr>
            <ns1:lvl9pPr algn="l">
              <ns1:defRPr sz="825" b="1">
                <ns1:solidFill>
                  <ns1:srgbClr val="B8C7DF"/>
                </ns1:solidFill>
                <ns1:latin typeface="Aptos"/>
                <ns1:ea typeface="Aptos"/>
                <ns1:cs typeface="Aptos"/>
              </ns1:defRPr>
            </ns1:lvl9pPr>
          </ns1:lstStyle>
          <ns1:p>
            <ns1:pPr algn="l">
              <ns1:defRPr sz="825" b="1">
                <ns1:solidFill>
                  <ns1:srgbClr val="B8C7DF"/>
                </ns1:solidFill>
                <ns1:latin typeface="Aptos"/>
                <ns1:ea typeface="Aptos"/>
                <ns1:cs typeface="Aptos"/>
              </ns1:defRPr>
            </ns1:pPr>
            <ns1:r>
              <ns1:rPr sz="825" b="1">
                <ns1:solidFill>
                  <ns1:srgbClr val="B8C7DF"/>
                </ns1:solidFill>
                <ns1:latin typeface="Aptos"/>
                <ns1:ea typeface="Aptos"/>
                <ns1:cs typeface="Aptos"/>
              </ns1:rPr>
              <ns1:t>BILLETERA UNIVERSITARIA VERIFICABLE</ns1:t>
            </ns1:r>
          </ns1:p>
        </ns0:txBody>
      </ns0:sp>
      <ns0:sp>
        <ns0:nvSpPr>
          <ns0:cNvPr id="6" name="">
            <ns1:extLst>
              <ns1:ext uri="{FF2B5EF4-FFF2-40B4-BE49-F238E27FC236}">
                <ns2:creationId id="{11DA56E5-2E2E-40CB-AE4C-4AE6532E51BF}"/>
              </ns1:ext>
            </ns1:extLst>
          </ns0:cNvPr>
          <ns0:cNvSpPr>
            <ns1:spLocks noGrp="1"/>
          </ns0:cNvSpPr>
          <ns0:nvPr/>
        </ns0:nvSpPr>
        <ns0:spPr>
          <ns1:xfrm>
            <ns1:off x="11144250" y="6429375"/>
            <ns1:ext cx="438150" cy="209550"/>
          </ns1:xfrm>
          <ns1:prstGeom prst="rect">
            <ns1:avLst/>
          </ns1:prstGeom>
          <ns1:noFill/>
          <ns1:ln w="0">
            <ns1:noFill/>
            <ns1:prstDash val="solid"/>
          </ns1:ln>
        </ns0:spPr>
        <ns0:txBody>
          <ns1:bodyPr lIns="0" tIns="0" rIns="0" bIns="0" anchor="ctr">
            <ns1:normAutofit fontScale="100000"/>
          </ns1:bodyPr>
          <ns1:lstStyle>
            <ns1:defPPr algn="r">
              <ns1:defRPr sz="975" b="1">
                <ns1:solidFill>
                  <ns1:srgbClr val="B8C7DF"/>
                </ns1:solidFill>
                <ns1:latin typeface="Aptos"/>
                <ns1:ea typeface="Aptos"/>
                <ns1:cs typeface="Aptos"/>
              </ns1:defRPr>
            </ns1:defPPr>
            <ns1:lvl1pPr algn="r">
              <ns1:defRPr sz="975" b="1">
                <ns1:solidFill>
                  <ns1:srgbClr val="B8C7DF"/>
                </ns1:solidFill>
                <ns1:latin typeface="Aptos"/>
                <ns1:ea typeface="Aptos"/>
                <ns1:cs typeface="Aptos"/>
              </ns1:defRPr>
            </ns1:lvl1pPr>
            <ns1:lvl2pPr algn="r">
              <ns1:defRPr sz="975" b="1">
                <ns1:solidFill>
                  <ns1:srgbClr val="B8C7DF"/>
                </ns1:solidFill>
                <ns1:latin typeface="Aptos"/>
                <ns1:ea typeface="Aptos"/>
                <ns1:cs typeface="Aptos"/>
              </ns1:defRPr>
            </ns1:lvl2pPr>
            <ns1:lvl3pPr algn="r">
              <ns1:defRPr sz="975" b="1">
                <ns1:solidFill>
                  <ns1:srgbClr val="B8C7DF"/>
                </ns1:solidFill>
                <ns1:latin typeface="Aptos"/>
                <ns1:ea typeface="Aptos"/>
                <ns1:cs typeface="Aptos"/>
              </ns1:defRPr>
            </ns1:lvl3pPr>
            <ns1:lvl4pPr algn="r">
              <ns1:defRPr sz="975" b="1">
                <ns1:solidFill>
                  <ns1:srgbClr val="B8C7DF"/>
                </ns1:solidFill>
                <ns1:latin typeface="Aptos"/>
                <ns1:ea typeface="Aptos"/>
                <ns1:cs typeface="Aptos"/>
              </ns1:defRPr>
            </ns1:lvl4pPr>
            <ns1:lvl5pPr algn="r">
              <ns1:defRPr sz="975" b="1">
                <ns1:solidFill>
                  <ns1:srgbClr val="B8C7DF"/>
                </ns1:solidFill>
                <ns1:latin typeface="Aptos"/>
                <ns1:ea typeface="Aptos"/>
                <ns1:cs typeface="Aptos"/>
              </ns1:defRPr>
            </ns1:lvl5pPr>
            <ns1:lvl6pPr algn="r">
              <ns1:defRPr sz="975" b="1">
                <ns1:solidFill>
                  <ns1:srgbClr val="B8C7DF"/>
                </ns1:solidFill>
                <ns1:latin typeface="Aptos"/>
                <ns1:ea typeface="Aptos"/>
                <ns1:cs typeface="Aptos"/>
              </ns1:defRPr>
            </ns1:lvl6pPr>
            <ns1:lvl7pPr algn="r">
              <ns1:defRPr sz="975" b="1">
                <ns1:solidFill>
                  <ns1:srgbClr val="B8C7DF"/>
                </ns1:solidFill>
                <ns1:latin typeface="Aptos"/>
                <ns1:ea typeface="Aptos"/>
                <ns1:cs typeface="Aptos"/>
              </ns1:defRPr>
            </ns1:lvl7pPr>
            <ns1:lvl8pPr algn="r">
              <ns1:defRPr sz="975" b="1">
                <ns1:solidFill>
                  <ns1:srgbClr val="B8C7DF"/>
                </ns1:solidFill>
                <ns1:latin typeface="Aptos"/>
                <ns1:ea typeface="Aptos"/>
                <ns1:cs typeface="Aptos"/>
              </ns1:defRPr>
            </ns1:lvl8pPr>
            <ns1:lvl9pPr algn="r">
              <ns1:defRPr sz="975" b="1">
                <ns1:solidFill>
                  <ns1:srgbClr val="B8C7DF"/>
                </ns1:solidFill>
                <ns1:latin typeface="Aptos"/>
                <ns1:ea typeface="Aptos"/>
                <ns1:cs typeface="Aptos"/>
              </ns1:defRPr>
            </ns1:lvl9pPr>
          </ns1:lstStyle>
          <ns1:p>
            <ns1:pPr algn="r">
              <ns1:defRPr sz="975" b="1">
                <ns1:solidFill>
                  <ns1:srgbClr val="B8C7DF"/>
                </ns1:solidFill>
                <ns1:latin typeface="Aptos"/>
                <ns1:ea typeface="Aptos"/>
                <ns1:cs typeface="Aptos"/>
              </ns1:defRPr>
            </ns1:pPr>
            <ns1:r>
              <ns1:rPr sz="975" b="1">
                <ns1:solidFill>
                  <ns1:srgbClr val="B8C7DF"/>
                </ns1:solidFill>
                <ns1:latin typeface="Aptos"/>
                <ns1:ea typeface="Aptos"/>
                <ns1:cs typeface="Aptos"/>
              </ns1:rPr>
              <ns1:t>23</ns1:t>
            </ns1:r>
          </ns1:p>
        </ns0:txBody>
      </ns0:sp>
      <ns0:sp>
        <ns0:nvSpPr>
          <ns0:cNvPr id="7" name="">
            <ns1:extLst>
              <ns1:ext uri="{FF2B5EF4-FFF2-40B4-BE49-F238E27FC236}">
                <ns2:creationId id="{F60EDAF5-D46B-4227-912E-7804969FAEF1}"/>
              </ns1:ext>
            </ns1:extLst>
          </ns0:cNvPr>
          <ns0:cNvSpPr>
            <ns1:spLocks noGrp="1"/>
          </ns0:cNvSpPr>
          <ns0:nvPr/>
        </ns0:nvSpPr>
        <ns0:spPr>
          <ns1:xfrm>
            <ns1:off x="781050" y="1638300"/>
            <ns1:ext cx="819150" cy="285750"/>
          </ns1:xfrm>
          <ns1:prstGeom prst="roundRect">
            <ns1:avLst>
              <ns1:gd name="adj" fmla="val 26667"/>
            </ns1:avLst>
          </ns1:prstGeom>
          <ns1:solidFill>
            <ns1:srgbClr val="22B8A8"/>
          </ns1:solidFill>
          <ns1:ln w="0">
            <ns1:noFill/>
            <ns1:prstDash val="solid"/>
          </ns1:ln>
        </ns0:spPr>
      </ns0:sp>
      <ns0:sp>
        <ns0:nvSpPr>
          <ns0:cNvPr id="8" name="">
            <ns1:extLst>
              <ns1:ext uri="{FF2B5EF4-FFF2-40B4-BE49-F238E27FC236}">
                <ns2:creationId id="{E38A9371-2E11-4748-8ADE-28E648BAE299}"/>
              </ns1:ext>
            </ns1:extLst>
          </ns0:cNvPr>
          <ns0:cNvSpPr>
            <ns1:spLocks noGrp="1"/>
          </ns0:cNvSpPr>
          <ns0:nvPr/>
        </ns0:nvSpPr>
        <ns0:spPr>
          <ns1:xfrm>
            <ns1:off x="876300" y="1647825"/>
            <ns1:ext cx="628650"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172554"/>
                </ns1:solidFill>
                <ns1:latin typeface="Aptos"/>
                <ns1:ea typeface="Aptos"/>
                <ns1:cs typeface="Aptos"/>
              </ns1:defRPr>
            </ns1:defPPr>
            <ns1:lvl1pPr algn="ctr">
              <ns1:defRPr sz="975" b="1">
                <ns1:solidFill>
                  <ns1:srgbClr val="172554"/>
                </ns1:solidFill>
                <ns1:latin typeface="Aptos"/>
                <ns1:ea typeface="Aptos"/>
                <ns1:cs typeface="Aptos"/>
              </ns1:defRPr>
            </ns1:lvl1pPr>
            <ns1:lvl2pPr algn="ctr">
              <ns1:defRPr sz="975" b="1">
                <ns1:solidFill>
                  <ns1:srgbClr val="172554"/>
                </ns1:solidFill>
                <ns1:latin typeface="Aptos"/>
                <ns1:ea typeface="Aptos"/>
                <ns1:cs typeface="Aptos"/>
              </ns1:defRPr>
            </ns1:lvl2pPr>
            <ns1:lvl3pPr algn="ctr">
              <ns1:defRPr sz="975" b="1">
                <ns1:solidFill>
                  <ns1:srgbClr val="172554"/>
                </ns1:solidFill>
                <ns1:latin typeface="Aptos"/>
                <ns1:ea typeface="Aptos"/>
                <ns1:cs typeface="Aptos"/>
              </ns1:defRPr>
            </ns1:lvl3pPr>
            <ns1:lvl4pPr algn="ctr">
              <ns1:defRPr sz="975" b="1">
                <ns1:solidFill>
                  <ns1:srgbClr val="172554"/>
                </ns1:solidFill>
                <ns1:latin typeface="Aptos"/>
                <ns1:ea typeface="Aptos"/>
                <ns1:cs typeface="Aptos"/>
              </ns1:defRPr>
            </ns1:lvl4pPr>
            <ns1:lvl5pPr algn="ctr">
              <ns1:defRPr sz="975" b="1">
                <ns1:solidFill>
                  <ns1:srgbClr val="172554"/>
                </ns1:solidFill>
                <ns1:latin typeface="Aptos"/>
                <ns1:ea typeface="Aptos"/>
                <ns1:cs typeface="Aptos"/>
              </ns1:defRPr>
            </ns1:lvl5pPr>
            <ns1:lvl6pPr algn="ctr">
              <ns1:defRPr sz="975" b="1">
                <ns1:solidFill>
                  <ns1:srgbClr val="172554"/>
                </ns1:solidFill>
                <ns1:latin typeface="Aptos"/>
                <ns1:ea typeface="Aptos"/>
                <ns1:cs typeface="Aptos"/>
              </ns1:defRPr>
            </ns1:lvl6pPr>
            <ns1:lvl7pPr algn="ctr">
              <ns1:defRPr sz="975" b="1">
                <ns1:solidFill>
                  <ns1:srgbClr val="172554"/>
                </ns1:solidFill>
                <ns1:latin typeface="Aptos"/>
                <ns1:ea typeface="Aptos"/>
                <ns1:cs typeface="Aptos"/>
              </ns1:defRPr>
            </ns1:lvl7pPr>
            <ns1:lvl8pPr algn="ctr">
              <ns1:defRPr sz="975" b="1">
                <ns1:solidFill>
                  <ns1:srgbClr val="172554"/>
                </ns1:solidFill>
                <ns1:latin typeface="Aptos"/>
                <ns1:ea typeface="Aptos"/>
                <ns1:cs typeface="Aptos"/>
              </ns1:defRPr>
            </ns1:lvl8pPr>
            <ns1:lvl9pPr algn="ctr">
              <ns1:defRPr sz="975" b="1">
                <ns1:solidFill>
                  <ns1:srgbClr val="172554"/>
                </ns1:solidFill>
                <ns1:latin typeface="Aptos"/>
                <ns1:ea typeface="Aptos"/>
                <ns1:cs typeface="Aptos"/>
              </ns1:defRPr>
            </ns1:lvl9pPr>
          </ns1:lstStyle>
          <ns1:p>
            <ns1:pPr algn="ctr">
              <ns1:defRPr sz="975" b="1">
                <ns1:solidFill>
                  <ns1:srgbClr val="172554"/>
                </ns1:solidFill>
                <ns1:latin typeface="Aptos"/>
                <ns1:ea typeface="Aptos"/>
                <ns1:cs typeface="Aptos"/>
              </ns1:defRPr>
            </ns1:pPr>
            <ns1:r>
              <ns1:rPr sz="975" b="1">
                <ns1:solidFill>
                  <ns1:srgbClr val="172554"/>
                </ns1:solidFill>
                <ns1:latin typeface="Aptos"/>
                <ns1:ea typeface="Aptos"/>
                <ns1:cs typeface="Aptos"/>
              </ns1:rPr>
              <ns1:t>00:00</ns1:t>
            </ns1:r>
          </ns1:p>
        </ns0:txBody>
      </ns0:sp>
      <ns0:sp>
        <ns0:nvSpPr>
          <ns0:cNvPr id="9" name="">
            <ns1:extLst>
              <ns1:ext uri="{FF2B5EF4-FFF2-40B4-BE49-F238E27FC236}">
                <ns2:creationId id="{62112A9A-28C3-4016-A203-586D070A594A}"/>
              </ns1:ext>
            </ns1:extLst>
          </ns0:cNvPr>
          <ns0:cNvSpPr>
            <ns1:spLocks noGrp="1"/>
          </ns0:cNvSpPr>
          <ns0:nvPr/>
        </ns0:nvSpPr>
        <ns0:spPr>
          <ns1:xfrm>
            <ns1:off x="1666875" y="1647825"/>
            <ns1:ext cx="285750" cy="77153"/>
          </ns1:xfrm>
          <ns1:prstGeom prst="triangle">
            <ns1:avLst/>
          </ns1:prstGeom>
          <ns1:solidFill>
            <ns1:srgbClr val="22B8A8"/>
          </ns1:solidFill>
          <ns1:ln w="0">
            <ns1:noFill/>
            <ns1:prstDash val="solid"/>
          </ns1:ln>
        </ns0:spPr>
      </ns0:sp>
      <ns0:sp>
        <ns0:nvSpPr>
          <ns0:cNvPr id="10" name="">
            <ns1:extLst>
              <ns1:ext uri="{FF2B5EF4-FFF2-40B4-BE49-F238E27FC236}">
                <ns2:creationId id="{372EBAB3-9FC5-4ADD-A36C-F1CEEA1D1533}"/>
              </ns1:ext>
            </ns1:extLst>
          </ns0:cNvPr>
          <ns0:cNvSpPr>
            <ns1:spLocks noGrp="1"/>
          </ns0:cNvSpPr>
          <ns0:nvPr/>
        </ns0:nvSpPr>
        <ns0:spPr>
          <ns1:xfrm>
            <ns1:off x="1689735" y="1727835"/>
            <ns1:ext cx="240030" cy="20003"/>
          </ns1:xfrm>
          <ns1:prstGeom prst="rect">
            <ns1:avLst/>
          </ns1:prstGeom>
          <ns1:solidFill>
            <ns1:srgbClr val="22B8A8"/>
          </ns1:solidFill>
          <ns1:ln w="0">
            <ns1:noFill/>
            <ns1:prstDash val="solid"/>
          </ns1:ln>
        </ns0:spPr>
      </ns0:sp>
      <ns0:sp>
        <ns0:nvSpPr>
          <ns0:cNvPr id="11" name="">
            <ns1:extLst>
              <ns1:ext uri="{FF2B5EF4-FFF2-40B4-BE49-F238E27FC236}">
                <ns2:creationId id="{1CE3EDDF-8715-419F-B991-A82208911218}"/>
              </ns1:ext>
            </ns1:extLst>
          </ns0:cNvPr>
          <ns0:cNvSpPr>
            <ns1:spLocks noGrp="1"/>
          </ns0:cNvSpPr>
          <ns0:nvPr/>
        </ns0:nvSpPr>
        <ns0:spPr>
          <ns1:xfrm>
            <ns1:off x="1706880" y="1756410"/>
            <ns1:ext cx="22860" cy="122873"/>
          </ns1:xfrm>
          <ns1:prstGeom prst="roundRect">
            <ns1:avLst>
              <ns1:gd name="adj" fmla="val 50000"/>
            </ns1:avLst>
          </ns1:prstGeom>
          <ns1:solidFill>
            <ns1:srgbClr val="22B8A8"/>
          </ns1:solidFill>
          <ns1:ln w="0">
            <ns1:prstDash val="solid"/>
          </ns1:ln>
        </ns0:spPr>
      </ns0:sp>
      <ns0:sp>
        <ns0:nvSpPr>
          <ns0:cNvPr id="12" name="">
            <ns1:extLst>
              <ns1:ext uri="{FF2B5EF4-FFF2-40B4-BE49-F238E27FC236}">
                <ns2:creationId id="{2CCE2E72-C804-4CE6-A848-16BD8F98C932}"/>
              </ns1:ext>
            </ns1:extLst>
          </ns0:cNvPr>
          <ns0:cNvSpPr>
            <ns1:spLocks noGrp="1"/>
          </ns0:cNvSpPr>
          <ns0:nvPr/>
        </ns0:nvSpPr>
        <ns0:spPr>
          <ns1:xfrm>
            <ns1:off x="1769745" y="1756410"/>
            <ns1:ext cx="22860" cy="122873"/>
          </ns1:xfrm>
          <ns1:prstGeom prst="roundRect">
            <ns1:avLst>
              <ns1:gd name="adj" fmla="val 50000"/>
            </ns1:avLst>
          </ns1:prstGeom>
          <ns1:solidFill>
            <ns1:srgbClr val="22B8A8"/>
          </ns1:solidFill>
          <ns1:ln w="0">
            <ns1:prstDash val="solid"/>
          </ns1:ln>
        </ns0:spPr>
      </ns0:sp>
      <ns0:sp>
        <ns0:nvSpPr>
          <ns0:cNvPr id="13" name="">
            <ns1:extLst>
              <ns1:ext uri="{FF2B5EF4-FFF2-40B4-BE49-F238E27FC236}">
                <ns2:creationId id="{E395A862-9A22-46F2-BF47-09FD043D71C5}"/>
              </ns1:ext>
            </ns1:extLst>
          </ns0:cNvPr>
          <ns0:cNvSpPr>
            <ns1:spLocks noGrp="1"/>
          </ns0:cNvSpPr>
          <ns0:nvPr/>
        </ns0:nvSpPr>
        <ns0:spPr>
          <ns1:xfrm>
            <ns1:off x="1832610" y="1756410"/>
            <ns1:ext cx="22860" cy="122873"/>
          </ns1:xfrm>
          <ns1:prstGeom prst="roundRect">
            <ns1:avLst>
              <ns1:gd name="adj" fmla="val 50000"/>
            </ns1:avLst>
          </ns1:prstGeom>
          <ns1:solidFill>
            <ns1:srgbClr val="22B8A8"/>
          </ns1:solidFill>
          <ns1:ln w="0">
            <ns1:prstDash val="solid"/>
          </ns1:ln>
        </ns0:spPr>
      </ns0:sp>
      <ns0:sp>
        <ns0:nvSpPr>
          <ns0:cNvPr id="14" name="">
            <ns1:extLst>
              <ns1:ext uri="{FF2B5EF4-FFF2-40B4-BE49-F238E27FC236}">
                <ns2:creationId id="{D0B46D17-5DE1-4955-A596-07D65392E9CA}"/>
              </ns1:ext>
            </ns1:extLst>
          </ns0:cNvPr>
          <ns0:cNvSpPr>
            <ns1:spLocks noGrp="1"/>
          </ns0:cNvSpPr>
          <ns0:nvPr/>
        </ns0:nvSpPr>
        <ns0:spPr>
          <ns1:xfrm>
            <ns1:off x="1895475" y="1756410"/>
            <ns1:ext cx="22860" cy="122873"/>
          </ns1:xfrm>
          <ns1:prstGeom prst="roundRect">
            <ns1:avLst>
              <ns1:gd name="adj" fmla="val 50000"/>
            </ns1:avLst>
          </ns1:prstGeom>
          <ns1:solidFill>
            <ns1:srgbClr val="22B8A8"/>
          </ns1:solidFill>
          <ns1:ln w="0">
            <ns1:prstDash val="solid"/>
          </ns1:ln>
        </ns0:spPr>
      </ns0:sp>
      <ns0:sp>
        <ns0:nvSpPr>
          <ns0:cNvPr id="15" name="">
            <ns1:extLst>
              <ns1:ext uri="{FF2B5EF4-FFF2-40B4-BE49-F238E27FC236}">
                <ns2:creationId id="{A66DF21A-0779-4E99-9130-4B95B78DE076}"/>
              </ns1:ext>
            </ns1:extLst>
          </ns0:cNvPr>
          <ns0:cNvSpPr>
            <ns1:spLocks noGrp="1"/>
          </ns0:cNvSpPr>
          <ns0:nvPr/>
        </ns0:nvSpPr>
        <ns0:spPr>
          <ns1:xfrm>
            <ns1:off x="1678305" y="1884998"/>
            <ns1:ext cx="262890" cy="22860"/>
          </ns1:xfrm>
          <ns1:prstGeom prst="rect">
            <ns1:avLst/>
          </ns1:prstGeom>
          <ns1:solidFill>
            <ns1:srgbClr val="22B8A8"/>
          </ns1:solidFill>
          <ns1:ln w="0">
            <ns1:noFill/>
            <ns1:prstDash val="solid"/>
          </ns1:ln>
        </ns0:spPr>
      </ns0:sp>
      <ns0:sp>
        <ns0:nvSpPr>
          <ns0:cNvPr id="16" name="">
            <ns1:extLst>
              <ns1:ext uri="{FF2B5EF4-FFF2-40B4-BE49-F238E27FC236}">
                <ns2:creationId id="{BDDA7AAC-F81A-4B14-9ECB-185466A276E0}"/>
              </ns1:ext>
            </ns1:extLst>
          </ns0:cNvPr>
          <ns0:cNvSpPr>
            <ns1:spLocks noGrp="1"/>
          </ns0:cNvSpPr>
          <ns0:nvPr/>
        </ns0:nvSpPr>
        <ns0:spPr>
          <ns1:xfrm>
            <ns1:off x="2038350" y="1638300"/>
            <ns1:ext cx="2457450" cy="276225"/>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FFFFFF"/>
                </ns1:solidFill>
                <ns1:latin typeface="Aptos"/>
                <ns1:ea typeface="Aptos"/>
                <ns1:cs typeface="Aptos"/>
              </ns1:defRPr>
            </ns1:defPPr>
            <ns1:lvl1pPr algn="l">
              <ns1:defRPr sz="1425" b="1">
                <ns1:solidFill>
                  <ns1:srgbClr val="FFFFFF"/>
                </ns1:solidFill>
                <ns1:latin typeface="Aptos"/>
                <ns1:ea typeface="Aptos"/>
                <ns1:cs typeface="Aptos"/>
              </ns1:defRPr>
            </ns1:lvl1pPr>
            <ns1:lvl2pPr algn="l">
              <ns1:defRPr sz="1425" b="1">
                <ns1:solidFill>
                  <ns1:srgbClr val="FFFFFF"/>
                </ns1:solidFill>
                <ns1:latin typeface="Aptos"/>
                <ns1:ea typeface="Aptos"/>
                <ns1:cs typeface="Aptos"/>
              </ns1:defRPr>
            </ns1:lvl2pPr>
            <ns1:lvl3pPr algn="l">
              <ns1:defRPr sz="1425" b="1">
                <ns1:solidFill>
                  <ns1:srgbClr val="FFFFFF"/>
                </ns1:solidFill>
                <ns1:latin typeface="Aptos"/>
                <ns1:ea typeface="Aptos"/>
                <ns1:cs typeface="Aptos"/>
              </ns1:defRPr>
            </ns1:lvl3pPr>
            <ns1:lvl4pPr algn="l">
              <ns1:defRPr sz="1425" b="1">
                <ns1:solidFill>
                  <ns1:srgbClr val="FFFFFF"/>
                </ns1:solidFill>
                <ns1:latin typeface="Aptos"/>
                <ns1:ea typeface="Aptos"/>
                <ns1:cs typeface="Aptos"/>
              </ns1:defRPr>
            </ns1:lvl4pPr>
            <ns1:lvl5pPr algn="l">
              <ns1:defRPr sz="1425" b="1">
                <ns1:solidFill>
                  <ns1:srgbClr val="FFFFFF"/>
                </ns1:solidFill>
                <ns1:latin typeface="Aptos"/>
                <ns1:ea typeface="Aptos"/>
                <ns1:cs typeface="Aptos"/>
              </ns1:defRPr>
            </ns1:lvl5pPr>
            <ns1:lvl6pPr algn="l">
              <ns1:defRPr sz="1425" b="1">
                <ns1:solidFill>
                  <ns1:srgbClr val="FFFFFF"/>
                </ns1:solidFill>
                <ns1:latin typeface="Aptos"/>
                <ns1:ea typeface="Aptos"/>
                <ns1:cs typeface="Aptos"/>
              </ns1:defRPr>
            </ns1:lvl6pPr>
            <ns1:lvl7pPr algn="l">
              <ns1:defRPr sz="1425" b="1">
                <ns1:solidFill>
                  <ns1:srgbClr val="FFFFFF"/>
                </ns1:solidFill>
                <ns1:latin typeface="Aptos"/>
                <ns1:ea typeface="Aptos"/>
                <ns1:cs typeface="Aptos"/>
              </ns1:defRPr>
            </ns1:lvl7pPr>
            <ns1:lvl8pPr algn="l">
              <ns1:defRPr sz="1425" b="1">
                <ns1:solidFill>
                  <ns1:srgbClr val="FFFFFF"/>
                </ns1:solidFill>
                <ns1:latin typeface="Aptos"/>
                <ns1:ea typeface="Aptos"/>
                <ns1:cs typeface="Aptos"/>
              </ns1:defRPr>
            </ns1:lvl8pPr>
            <ns1:lvl9pPr algn="l">
              <ns1:defRPr sz="1425" b="1">
                <ns1:solidFill>
                  <ns1:srgbClr val="FFFFFF"/>
                </ns1:solidFill>
                <ns1:latin typeface="Aptos"/>
                <ns1:ea typeface="Aptos"/>
                <ns1:cs typeface="Aptos"/>
              </ns1:defRPr>
            </ns1:lvl9pPr>
          </ns1:lstStyle>
          <ns1:p>
            <ns1:pPr algn="l">
              <ns1:defRPr sz="1425" b="1">
                <ns1:solidFill>
                  <ns1:srgbClr val="FFFFFF"/>
                </ns1:solidFill>
                <ns1:latin typeface="Aptos"/>
                <ns1:ea typeface="Aptos"/>
                <ns1:cs typeface="Aptos"/>
              </ns1:defRPr>
            </ns1:pPr>
            <ns1:r>
              <ns1:rPr sz="1425" b="1">
                <ns1:solidFill>
                  <ns1:srgbClr val="FFFFFF"/>
                </ns1:solidFill>
                <ns1:latin typeface="Aptos"/>
                <ns1:ea typeface="Aptos"/>
                <ns1:cs typeface="Aptos"/>
              </ns1:rPr>
              <ns1:t>Emisor Mac</ns1:t>
            </ns1:r>
          </ns1:p>
        </ns0:txBody>
      </ns0:sp>
      <ns0:sp>
        <ns0:nvSpPr>
          <ns0:cNvPr id="17" name="">
            <ns1:extLst>
              <ns1:ext uri="{FF2B5EF4-FFF2-40B4-BE49-F238E27FC236}">
                <ns2:creationId id="{4116AA8F-A422-4D68-83FE-5E0BD009241E}"/>
              </ns1:ext>
            </ns1:extLst>
          </ns0:cNvPr>
          <ns0:cNvSpPr>
            <ns1:spLocks noGrp="1"/>
          </ns0:cNvSpPr>
          <ns0:nvPr/>
        </ns0:nvSpPr>
        <ns0:spPr>
          <ns1:xfrm>
            <ns1:off x="4762500" y="1638300"/>
            <ns1:ext cx="5619750" cy="323850"/>
          </ns1:xfrm>
          <ns1:prstGeom prst="rect">
            <ns1:avLst/>
          </ns1:prstGeom>
          <ns1:noFill/>
          <ns1:ln w="0">
            <ns1:noFill/>
            <ns1:prstDash val="solid"/>
          </ns1:ln>
        </ns0:spPr>
        <ns0:txBody>
          <ns1:bodyPr lIns="0" tIns="0" rIns="0" bIns="0" anchor="ctr">
            <ns1:normAutofit fontScale="100000"/>
          </ns1:bodyPr>
          <ns1:lstStyle>
            <ns1:defPPr algn="l">
              <ns1:defRPr sz="1350" b="0">
                <ns1:solidFill>
                  <ns1:srgbClr val="D4DEEF"/>
                </ns1:solidFill>
                <ns1:latin typeface="Aptos"/>
                <ns1:ea typeface="Aptos"/>
                <ns1:cs typeface="Aptos"/>
              </ns1:defRPr>
            </ns1:defPPr>
            <ns1:lvl1pPr algn="l">
              <ns1:defRPr sz="1350" b="0">
                <ns1:solidFill>
                  <ns1:srgbClr val="D4DEEF"/>
                </ns1:solidFill>
                <ns1:latin typeface="Aptos"/>
                <ns1:ea typeface="Aptos"/>
                <ns1:cs typeface="Aptos"/>
              </ns1:defRPr>
            </ns1:lvl1pPr>
            <ns1:lvl2pPr algn="l">
              <ns1:defRPr sz="1350" b="0">
                <ns1:solidFill>
                  <ns1:srgbClr val="D4DEEF"/>
                </ns1:solidFill>
                <ns1:latin typeface="Aptos"/>
                <ns1:ea typeface="Aptos"/>
                <ns1:cs typeface="Aptos"/>
              </ns1:defRPr>
            </ns1:lvl2pPr>
            <ns1:lvl3pPr algn="l">
              <ns1:defRPr sz="1350" b="0">
                <ns1:solidFill>
                  <ns1:srgbClr val="D4DEEF"/>
                </ns1:solidFill>
                <ns1:latin typeface="Aptos"/>
                <ns1:ea typeface="Aptos"/>
                <ns1:cs typeface="Aptos"/>
              </ns1:defRPr>
            </ns1:lvl3pPr>
            <ns1:lvl4pPr algn="l">
              <ns1:defRPr sz="1350" b="0">
                <ns1:solidFill>
                  <ns1:srgbClr val="D4DEEF"/>
                </ns1:solidFill>
                <ns1:latin typeface="Aptos"/>
                <ns1:ea typeface="Aptos"/>
                <ns1:cs typeface="Aptos"/>
              </ns1:defRPr>
            </ns1:lvl4pPr>
            <ns1:lvl5pPr algn="l">
              <ns1:defRPr sz="1350" b="0">
                <ns1:solidFill>
                  <ns1:srgbClr val="D4DEEF"/>
                </ns1:solidFill>
                <ns1:latin typeface="Aptos"/>
                <ns1:ea typeface="Aptos"/>
                <ns1:cs typeface="Aptos"/>
              </ns1:defRPr>
            </ns1:lvl5pPr>
            <ns1:lvl6pPr algn="l">
              <ns1:defRPr sz="1350" b="0">
                <ns1:solidFill>
                  <ns1:srgbClr val="D4DEEF"/>
                </ns1:solidFill>
                <ns1:latin typeface="Aptos"/>
                <ns1:ea typeface="Aptos"/>
                <ns1:cs typeface="Aptos"/>
              </ns1:defRPr>
            </ns1:lvl6pPr>
            <ns1:lvl7pPr algn="l">
              <ns1:defRPr sz="1350" b="0">
                <ns1:solidFill>
                  <ns1:srgbClr val="D4DEEF"/>
                </ns1:solidFill>
                <ns1:latin typeface="Aptos"/>
                <ns1:ea typeface="Aptos"/>
                <ns1:cs typeface="Aptos"/>
              </ns1:defRPr>
            </ns1:lvl7pPr>
            <ns1:lvl8pPr algn="l">
              <ns1:defRPr sz="1350" b="0">
                <ns1:solidFill>
                  <ns1:srgbClr val="D4DEEF"/>
                </ns1:solidFill>
                <ns1:latin typeface="Aptos"/>
                <ns1:ea typeface="Aptos"/>
                <ns1:cs typeface="Aptos"/>
              </ns1:defRPr>
            </ns1:lvl8pPr>
            <ns1:lvl9pPr algn="l">
              <ns1:defRPr sz="1350" b="0">
                <ns1:solidFill>
                  <ns1:srgbClr val="D4DEEF"/>
                </ns1:solidFill>
                <ns1:latin typeface="Aptos"/>
                <ns1:ea typeface="Aptos"/>
                <ns1:cs typeface="Aptos"/>
              </ns1:defRPr>
            </ns1:lvl9pPr>
          </ns1:lstStyle>
          <ns1:p>
            <ns1:pPr algn="l">
              <ns1:defRPr sz="1350" b="0">
                <ns1:solidFill>
                  <ns1:srgbClr val="D4DEEF"/>
                </ns1:solidFill>
                <ns1:latin typeface="Aptos"/>
                <ns1:ea typeface="Aptos"/>
                <ns1:cs typeface="Aptos"/>
              </ns1:defRPr>
            </ns1:pPr>
            <ns1:r>
              <ns1:rPr sz="1350" b="0">
                <ns1:solidFill>
                  <ns1:srgbClr val="D4DEEF"/>
                </ns1:solidFill>
                <ns1:latin typeface="Aptos"/>
                <ns1:ea typeface="Aptos"/>
                <ns1:cs typeface="Aptos"/>
              </ns1:rPr>
              <ns1:t>Emitir una nota de prueba para Mariano</ns1:t>
            </ns1:r>
          </ns1:p>
        </ns0:txBody>
      </ns0:sp>
      <ns0:sp>
        <ns0:nvSpPr>
          <ns0:cNvPr id="18" name="">
            <ns1:extLst>
              <ns1:ext uri="{FF2B5EF4-FFF2-40B4-BE49-F238E27FC236}">
                <ns2:creationId id="{D2AF57B1-44F2-456F-BB5A-5D182C269D6A}"/>
              </ns1:ext>
            </ns1:extLst>
          </ns0:cNvPr>
          <ns0:cNvSpPr>
            <ns1:spLocks noGrp="1"/>
          </ns0:cNvSpPr>
          <ns0:nvPr/>
        </ns0:nvSpPr>
        <ns0:spPr>
          <ns1:xfrm flipV="0">
            <ns1:off x="1190625" y="2000250"/>
            <ns1:ext cx="9525" cy="428625"/>
          </ns1:xfrm>
          <ns1:prstGeom prst="line">
            <ns1:avLst/>
          </ns1:prstGeom>
          <ns1:noFill/>
          <ns1:ln w="19050">
            <ns1:solidFill>
              <ns1:srgbClr val="50678E"/>
            </ns1:solidFill>
            <ns1:prstDash val="solid"/>
          </ns1:ln>
        </ns0:spPr>
      </ns0:sp>
      <ns0:sp>
        <ns0:nvSpPr>
          <ns0:cNvPr id="19" name="">
            <ns1:extLst>
              <ns1:ext uri="{FF2B5EF4-FFF2-40B4-BE49-F238E27FC236}">
                <ns2:creationId id="{16FA3940-14C0-477E-93D3-B3E1815484B0}"/>
              </ns1:ext>
            </ns1:extLst>
          </ns0:cNvPr>
          <ns0:cNvSpPr>
            <ns1:spLocks noGrp="1"/>
          </ns0:cNvSpPr>
          <ns0:nvPr/>
        </ns0:nvSpPr>
        <ns0:spPr>
          <ns1:xfrm>
            <ns1:off x="781050" y="2466975"/>
            <ns1:ext cx="819150" cy="285750"/>
          </ns1:xfrm>
          <ns1:prstGeom prst="roundRect">
            <ns1:avLst>
              <ns1:gd name="adj" fmla="val 26667"/>
            </ns1:avLst>
          </ns1:prstGeom>
          <ns1:solidFill>
            <ns1:srgbClr val="22B8A8"/>
          </ns1:solidFill>
          <ns1:ln w="0">
            <ns1:noFill/>
            <ns1:prstDash val="solid"/>
          </ns1:ln>
        </ns0:spPr>
      </ns0:sp>
      <ns0:sp>
        <ns0:nvSpPr>
          <ns0:cNvPr id="20" name="">
            <ns1:extLst>
              <ns1:ext uri="{FF2B5EF4-FFF2-40B4-BE49-F238E27FC236}">
                <ns2:creationId id="{3F518AAB-3C88-4CD5-B3F0-E1CEB538F0D0}"/>
              </ns1:ext>
            </ns1:extLst>
          </ns0:cNvPr>
          <ns0:cNvSpPr>
            <ns1:spLocks noGrp="1"/>
          </ns0:cNvSpPr>
          <ns0:nvPr/>
        </ns0:nvSpPr>
        <ns0:spPr>
          <ns1:xfrm>
            <ns1:off x="876300" y="2476500"/>
            <ns1:ext cx="628650"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172554"/>
                </ns1:solidFill>
                <ns1:latin typeface="Aptos"/>
                <ns1:ea typeface="Aptos"/>
                <ns1:cs typeface="Aptos"/>
              </ns1:defRPr>
            </ns1:defPPr>
            <ns1:lvl1pPr algn="ctr">
              <ns1:defRPr sz="975" b="1">
                <ns1:solidFill>
                  <ns1:srgbClr val="172554"/>
                </ns1:solidFill>
                <ns1:latin typeface="Aptos"/>
                <ns1:ea typeface="Aptos"/>
                <ns1:cs typeface="Aptos"/>
              </ns1:defRPr>
            </ns1:lvl1pPr>
            <ns1:lvl2pPr algn="ctr">
              <ns1:defRPr sz="975" b="1">
                <ns1:solidFill>
                  <ns1:srgbClr val="172554"/>
                </ns1:solidFill>
                <ns1:latin typeface="Aptos"/>
                <ns1:ea typeface="Aptos"/>
                <ns1:cs typeface="Aptos"/>
              </ns1:defRPr>
            </ns1:lvl2pPr>
            <ns1:lvl3pPr algn="ctr">
              <ns1:defRPr sz="975" b="1">
                <ns1:solidFill>
                  <ns1:srgbClr val="172554"/>
                </ns1:solidFill>
                <ns1:latin typeface="Aptos"/>
                <ns1:ea typeface="Aptos"/>
                <ns1:cs typeface="Aptos"/>
              </ns1:defRPr>
            </ns1:lvl3pPr>
            <ns1:lvl4pPr algn="ctr">
              <ns1:defRPr sz="975" b="1">
                <ns1:solidFill>
                  <ns1:srgbClr val="172554"/>
                </ns1:solidFill>
                <ns1:latin typeface="Aptos"/>
                <ns1:ea typeface="Aptos"/>
                <ns1:cs typeface="Aptos"/>
              </ns1:defRPr>
            </ns1:lvl4pPr>
            <ns1:lvl5pPr algn="ctr">
              <ns1:defRPr sz="975" b="1">
                <ns1:solidFill>
                  <ns1:srgbClr val="172554"/>
                </ns1:solidFill>
                <ns1:latin typeface="Aptos"/>
                <ns1:ea typeface="Aptos"/>
                <ns1:cs typeface="Aptos"/>
              </ns1:defRPr>
            </ns1:lvl5pPr>
            <ns1:lvl6pPr algn="ctr">
              <ns1:defRPr sz="975" b="1">
                <ns1:solidFill>
                  <ns1:srgbClr val="172554"/>
                </ns1:solidFill>
                <ns1:latin typeface="Aptos"/>
                <ns1:ea typeface="Aptos"/>
                <ns1:cs typeface="Aptos"/>
              </ns1:defRPr>
            </ns1:lvl6pPr>
            <ns1:lvl7pPr algn="ctr">
              <ns1:defRPr sz="975" b="1">
                <ns1:solidFill>
                  <ns1:srgbClr val="172554"/>
                </ns1:solidFill>
                <ns1:latin typeface="Aptos"/>
                <ns1:ea typeface="Aptos"/>
                <ns1:cs typeface="Aptos"/>
              </ns1:defRPr>
            </ns1:lvl7pPr>
            <ns1:lvl8pPr algn="ctr">
              <ns1:defRPr sz="975" b="1">
                <ns1:solidFill>
                  <ns1:srgbClr val="172554"/>
                </ns1:solidFill>
                <ns1:latin typeface="Aptos"/>
                <ns1:ea typeface="Aptos"/>
                <ns1:cs typeface="Aptos"/>
              </ns1:defRPr>
            </ns1:lvl8pPr>
            <ns1:lvl9pPr algn="ctr">
              <ns1:defRPr sz="975" b="1">
                <ns1:solidFill>
                  <ns1:srgbClr val="172554"/>
                </ns1:solidFill>
                <ns1:latin typeface="Aptos"/>
                <ns1:ea typeface="Aptos"/>
                <ns1:cs typeface="Aptos"/>
              </ns1:defRPr>
            </ns1:lvl9pPr>
          </ns1:lstStyle>
          <ns1:p>
            <ns1:pPr algn="ctr">
              <ns1:defRPr sz="975" b="1">
                <ns1:solidFill>
                  <ns1:srgbClr val="172554"/>
                </ns1:solidFill>
                <ns1:latin typeface="Aptos"/>
                <ns1:ea typeface="Aptos"/>
                <ns1:cs typeface="Aptos"/>
              </ns1:defRPr>
            </ns1:pPr>
            <ns1:r>
              <ns1:rPr sz="975" b="1">
                <ns1:solidFill>
                  <ns1:srgbClr val="172554"/>
                </ns1:solidFill>
                <ns1:latin typeface="Aptos"/>
                <ns1:ea typeface="Aptos"/>
                <ns1:cs typeface="Aptos"/>
              </ns1:rPr>
              <ns1:t>01:00</ns1:t>
            </ns1:r>
          </ns1:p>
        </ns0:txBody>
      </ns0:sp>
      <ns0:sp>
        <ns0:nvSpPr>
          <ns0:cNvPr id="21" name="">
            <ns1:extLst>
              <ns1:ext uri="{FF2B5EF4-FFF2-40B4-BE49-F238E27FC236}">
                <ns2:creationId id="{32493BE7-5D77-48B4-AA8A-8451AF3D17C1}"/>
              </ns1:ext>
            </ns1:extLst>
          </ns0:cNvPr>
          <ns0:cNvSpPr>
            <ns1:spLocks noGrp="1"/>
          </ns0:cNvSpPr>
          <ns0:nvPr/>
        </ns0:nvSpPr>
        <ns0:spPr>
          <ns1:xfrm>
            <ns1:off x="1764030" y="2487930"/>
            <ns1:ext cx="91440" cy="91440"/>
          </ns1:xfrm>
          <ns1:prstGeom prst="ellipse">
            <ns1:avLst/>
          </ns1:prstGeom>
          <ns1:solidFill>
            <ns1:srgbClr val="22B8A8"/>
          </ns1:solidFill>
          <ns1:ln w="0">
            <ns1:noFill/>
            <ns1:prstDash val="solid"/>
          </ns1:ln>
        </ns0:spPr>
      </ns0:sp>
      <ns0:sp>
        <ns0:nvSpPr>
          <ns0:cNvPr id="22" name="">
            <ns1:extLst>
              <ns1:ext uri="{FF2B5EF4-FFF2-40B4-BE49-F238E27FC236}">
                <ns2:creationId id="{68DB6494-76FB-4005-860B-C23083657D8E}"/>
              </ns1:ext>
            </ns1:extLst>
          </ns0:cNvPr>
          <ns0:cNvSpPr>
            <ns1:spLocks noGrp="1"/>
          </ns0:cNvSpPr>
          <ns0:nvPr/>
        </ns0:nvSpPr>
        <ns0:spPr>
          <ns1:xfrm>
            <ns1:off x="1704023" y="2596515"/>
            <ns1:ext cx="211455" cy="148590"/>
          </ns1:xfrm>
          <ns1:prstGeom prst="ellipse">
            <ns1:avLst/>
          </ns1:prstGeom>
          <ns1:solidFill>
            <ns1:srgbClr val="22B8A8"/>
          </ns1:solidFill>
          <ns1:ln w="0">
            <ns1:noFill/>
            <ns1:prstDash val="solid"/>
          </ns1:ln>
        </ns0:spPr>
      </ns0:sp>
      <ns0:sp>
        <ns0:nvSpPr>
          <ns0:cNvPr id="23" name="">
            <ns1:extLst>
              <ns1:ext uri="{FF2B5EF4-FFF2-40B4-BE49-F238E27FC236}">
                <ns2:creationId id="{FE381263-05DF-4416-9D16-F8FF007E73E2}"/>
              </ns1:ext>
            </ns1:extLst>
          </ns0:cNvPr>
          <ns0:cNvSpPr>
            <ns1:spLocks noGrp="1"/>
          </ns0:cNvSpPr>
          <ns0:nvPr/>
        </ns0:nvSpPr>
        <ns0:spPr>
          <ns1:xfrm>
            <ns1:off x="2038350" y="2466975"/>
            <ns1:ext cx="2457450" cy="276225"/>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FFFFFF"/>
                </ns1:solidFill>
                <ns1:latin typeface="Aptos"/>
                <ns1:ea typeface="Aptos"/>
                <ns1:cs typeface="Aptos"/>
              </ns1:defRPr>
            </ns1:defPPr>
            <ns1:lvl1pPr algn="l">
              <ns1:defRPr sz="1425" b="1">
                <ns1:solidFill>
                  <ns1:srgbClr val="FFFFFF"/>
                </ns1:solidFill>
                <ns1:latin typeface="Aptos"/>
                <ns1:ea typeface="Aptos"/>
                <ns1:cs typeface="Aptos"/>
              </ns1:defRPr>
            </ns1:lvl1pPr>
            <ns1:lvl2pPr algn="l">
              <ns1:defRPr sz="1425" b="1">
                <ns1:solidFill>
                  <ns1:srgbClr val="FFFFFF"/>
                </ns1:solidFill>
                <ns1:latin typeface="Aptos"/>
                <ns1:ea typeface="Aptos"/>
                <ns1:cs typeface="Aptos"/>
              </ns1:defRPr>
            </ns1:lvl2pPr>
            <ns1:lvl3pPr algn="l">
              <ns1:defRPr sz="1425" b="1">
                <ns1:solidFill>
                  <ns1:srgbClr val="FFFFFF"/>
                </ns1:solidFill>
                <ns1:latin typeface="Aptos"/>
                <ns1:ea typeface="Aptos"/>
                <ns1:cs typeface="Aptos"/>
              </ns1:defRPr>
            </ns1:lvl3pPr>
            <ns1:lvl4pPr algn="l">
              <ns1:defRPr sz="1425" b="1">
                <ns1:solidFill>
                  <ns1:srgbClr val="FFFFFF"/>
                </ns1:solidFill>
                <ns1:latin typeface="Aptos"/>
                <ns1:ea typeface="Aptos"/>
                <ns1:cs typeface="Aptos"/>
              </ns1:defRPr>
            </ns1:lvl4pPr>
            <ns1:lvl5pPr algn="l">
              <ns1:defRPr sz="1425" b="1">
                <ns1:solidFill>
                  <ns1:srgbClr val="FFFFFF"/>
                </ns1:solidFill>
                <ns1:latin typeface="Aptos"/>
                <ns1:ea typeface="Aptos"/>
                <ns1:cs typeface="Aptos"/>
              </ns1:defRPr>
            </ns1:lvl5pPr>
            <ns1:lvl6pPr algn="l">
              <ns1:defRPr sz="1425" b="1">
                <ns1:solidFill>
                  <ns1:srgbClr val="FFFFFF"/>
                </ns1:solidFill>
                <ns1:latin typeface="Aptos"/>
                <ns1:ea typeface="Aptos"/>
                <ns1:cs typeface="Aptos"/>
              </ns1:defRPr>
            </ns1:lvl6pPr>
            <ns1:lvl7pPr algn="l">
              <ns1:defRPr sz="1425" b="1">
                <ns1:solidFill>
                  <ns1:srgbClr val="FFFFFF"/>
                </ns1:solidFill>
                <ns1:latin typeface="Aptos"/>
                <ns1:ea typeface="Aptos"/>
                <ns1:cs typeface="Aptos"/>
              </ns1:defRPr>
            </ns1:lvl7pPr>
            <ns1:lvl8pPr algn="l">
              <ns1:defRPr sz="1425" b="1">
                <ns1:solidFill>
                  <ns1:srgbClr val="FFFFFF"/>
                </ns1:solidFill>
                <ns1:latin typeface="Aptos"/>
                <ns1:ea typeface="Aptos"/>
                <ns1:cs typeface="Aptos"/>
              </ns1:defRPr>
            </ns1:lvl8pPr>
            <ns1:lvl9pPr algn="l">
              <ns1:defRPr sz="1425" b="1">
                <ns1:solidFill>
                  <ns1:srgbClr val="FFFFFF"/>
                </ns1:solidFill>
                <ns1:latin typeface="Aptos"/>
                <ns1:ea typeface="Aptos"/>
                <ns1:cs typeface="Aptos"/>
              </ns1:defRPr>
            </ns1:lvl9pPr>
          </ns1:lstStyle>
          <ns1:p>
            <ns1:pPr algn="l">
              <ns1:defRPr sz="1425" b="1">
                <ns1:solidFill>
                  <ns1:srgbClr val="FFFFFF"/>
                </ns1:solidFill>
                <ns1:latin typeface="Aptos"/>
                <ns1:ea typeface="Aptos"/>
                <ns1:cs typeface="Aptos"/>
              </ns1:defRPr>
            </ns1:pPr>
            <ns1:r>
              <ns1:rPr sz="1425" b="1">
                <ns1:solidFill>
                  <ns1:srgbClr val="FFFFFF"/>
                </ns1:solidFill>
                <ns1:latin typeface="Aptos"/>
                <ns1:ea typeface="Aptos"/>
                <ns1:cs typeface="Aptos"/>
              </ns1:rPr>
              <ns1:t>Android estudiante</ns1:t>
            </ns1:r>
          </ns1:p>
        </ns0:txBody>
      </ns0:sp>
      <ns0:sp>
        <ns0:nvSpPr>
          <ns0:cNvPr id="24" name="">
            <ns1:extLst>
              <ns1:ext uri="{FF2B5EF4-FFF2-40B4-BE49-F238E27FC236}">
                <ns2:creationId id="{0335175A-0556-48A6-9C00-337AA2DAFD2B}"/>
              </ns1:ext>
            </ns1:extLst>
          </ns0:cNvPr>
          <ns0:cNvSpPr>
            <ns1:spLocks noGrp="1"/>
          </ns0:cNvSpPr>
          <ns0:nvPr/>
        </ns0:nvSpPr>
        <ns0:spPr>
          <ns1:xfrm>
            <ns1:off x="4762500" y="2466975"/>
            <ns1:ext cx="5619750" cy="323850"/>
          </ns1:xfrm>
          <ns1:prstGeom prst="rect">
            <ns1:avLst/>
          </ns1:prstGeom>
          <ns1:noFill/>
          <ns1:ln w="0">
            <ns1:noFill/>
            <ns1:prstDash val="solid"/>
          </ns1:ln>
        </ns0:spPr>
        <ns0:txBody>
          <ns1:bodyPr lIns="0" tIns="0" rIns="0" bIns="0" anchor="ctr">
            <ns1:normAutofit fontScale="100000"/>
          </ns1:bodyPr>
          <ns1:lstStyle>
            <ns1:defPPr algn="l">
              <ns1:defRPr sz="1350" b="0">
                <ns1:solidFill>
                  <ns1:srgbClr val="D4DEEF"/>
                </ns1:solidFill>
                <ns1:latin typeface="Aptos"/>
                <ns1:ea typeface="Aptos"/>
                <ns1:cs typeface="Aptos"/>
              </ns1:defRPr>
            </ns1:defPPr>
            <ns1:lvl1pPr algn="l">
              <ns1:defRPr sz="1350" b="0">
                <ns1:solidFill>
                  <ns1:srgbClr val="D4DEEF"/>
                </ns1:solidFill>
                <ns1:latin typeface="Aptos"/>
                <ns1:ea typeface="Aptos"/>
                <ns1:cs typeface="Aptos"/>
              </ns1:defRPr>
            </ns1:lvl1pPr>
            <ns1:lvl2pPr algn="l">
              <ns1:defRPr sz="1350" b="0">
                <ns1:solidFill>
                  <ns1:srgbClr val="D4DEEF"/>
                </ns1:solidFill>
                <ns1:latin typeface="Aptos"/>
                <ns1:ea typeface="Aptos"/>
                <ns1:cs typeface="Aptos"/>
              </ns1:defRPr>
            </ns1:lvl2pPr>
            <ns1:lvl3pPr algn="l">
              <ns1:defRPr sz="1350" b="0">
                <ns1:solidFill>
                  <ns1:srgbClr val="D4DEEF"/>
                </ns1:solidFill>
                <ns1:latin typeface="Aptos"/>
                <ns1:ea typeface="Aptos"/>
                <ns1:cs typeface="Aptos"/>
              </ns1:defRPr>
            </ns1:lvl3pPr>
            <ns1:lvl4pPr algn="l">
              <ns1:defRPr sz="1350" b="0">
                <ns1:solidFill>
                  <ns1:srgbClr val="D4DEEF"/>
                </ns1:solidFill>
                <ns1:latin typeface="Aptos"/>
                <ns1:ea typeface="Aptos"/>
                <ns1:cs typeface="Aptos"/>
              </ns1:defRPr>
            </ns1:lvl4pPr>
            <ns1:lvl5pPr algn="l">
              <ns1:defRPr sz="1350" b="0">
                <ns1:solidFill>
                  <ns1:srgbClr val="D4DEEF"/>
                </ns1:solidFill>
                <ns1:latin typeface="Aptos"/>
                <ns1:ea typeface="Aptos"/>
                <ns1:cs typeface="Aptos"/>
              </ns1:defRPr>
            </ns1:lvl5pPr>
            <ns1:lvl6pPr algn="l">
              <ns1:defRPr sz="1350" b="0">
                <ns1:solidFill>
                  <ns1:srgbClr val="D4DEEF"/>
                </ns1:solidFill>
                <ns1:latin typeface="Aptos"/>
                <ns1:ea typeface="Aptos"/>
                <ns1:cs typeface="Aptos"/>
              </ns1:defRPr>
            </ns1:lvl6pPr>
            <ns1:lvl7pPr algn="l">
              <ns1:defRPr sz="1350" b="0">
                <ns1:solidFill>
                  <ns1:srgbClr val="D4DEEF"/>
                </ns1:solidFill>
                <ns1:latin typeface="Aptos"/>
                <ns1:ea typeface="Aptos"/>
                <ns1:cs typeface="Aptos"/>
              </ns1:defRPr>
            </ns1:lvl7pPr>
            <ns1:lvl8pPr algn="l">
              <ns1:defRPr sz="1350" b="0">
                <ns1:solidFill>
                  <ns1:srgbClr val="D4DEEF"/>
                </ns1:solidFill>
                <ns1:latin typeface="Aptos"/>
                <ns1:ea typeface="Aptos"/>
                <ns1:cs typeface="Aptos"/>
              </ns1:defRPr>
            </ns1:lvl8pPr>
            <ns1:lvl9pPr algn="l">
              <ns1:defRPr sz="1350" b="0">
                <ns1:solidFill>
                  <ns1:srgbClr val="D4DEEF"/>
                </ns1:solidFill>
                <ns1:latin typeface="Aptos"/>
                <ns1:ea typeface="Aptos"/>
                <ns1:cs typeface="Aptos"/>
              </ns1:defRPr>
            </ns1:lvl9pPr>
          </ns1:lstStyle>
          <ns1:p>
            <ns1:pPr algn="l">
              <ns1:defRPr sz="1350" b="0">
                <ns1:solidFill>
                  <ns1:srgbClr val="D4DEEF"/>
                </ns1:solidFill>
                <ns1:latin typeface="Aptos"/>
                <ns1:ea typeface="Aptos"/>
                <ns1:cs typeface="Aptos"/>
              </ns1:defRPr>
            </ns1:pPr>
            <ns1:r>
              <ns1:rPr sz="1350" b="0">
                <ns1:solidFill>
                  <ns1:srgbClr val="D4DEEF"/>
                </ns1:solidFill>
                <ns1:latin typeface="Aptos"/>
                <ns1:ea typeface="Aptos"/>
                <ns1:cs typeface="Aptos"/>
              </ns1:rPr>
              <ns1:t>Escanear el QR y guardar la credencial</ns1:t>
            </ns1:r>
          </ns1:p>
        </ns0:txBody>
      </ns0:sp>
      <ns0:sp>
        <ns0:nvSpPr>
          <ns0:cNvPr id="25" name="">
            <ns1:extLst>
              <ns1:ext uri="{FF2B5EF4-FFF2-40B4-BE49-F238E27FC236}">
                <ns2:creationId id="{A2A3E052-1859-4554-9692-615E630F71F4}"/>
              </ns1:ext>
            </ns1:extLst>
          </ns0:cNvPr>
          <ns0:cNvSpPr>
            <ns1:spLocks noGrp="1"/>
          </ns0:cNvSpPr>
          <ns0:nvPr/>
        </ns0:nvSpPr>
        <ns0:spPr>
          <ns1:xfrm flipV="0">
            <ns1:off x="1190625" y="2828925"/>
            <ns1:ext cx="9525" cy="428625"/>
          </ns1:xfrm>
          <ns1:prstGeom prst="line">
            <ns1:avLst/>
          </ns1:prstGeom>
          <ns1:noFill/>
          <ns1:ln w="19050">
            <ns1:solidFill>
              <ns1:srgbClr val="50678E"/>
            </ns1:solidFill>
            <ns1:prstDash val="solid"/>
          </ns1:ln>
        </ns0:spPr>
      </ns0:sp>
      <ns0:sp>
        <ns0:nvSpPr>
          <ns0:cNvPr id="26" name="">
            <ns1:extLst>
              <ns1:ext uri="{FF2B5EF4-FFF2-40B4-BE49-F238E27FC236}">
                <ns2:creationId id="{F8FAA5C3-313D-47AA-99D9-B16F78AD04D3}"/>
              </ns1:ext>
            </ns1:extLst>
          </ns0:cNvPr>
          <ns0:cNvSpPr>
            <ns1:spLocks noGrp="1"/>
          </ns0:cNvSpPr>
          <ns0:nvPr/>
        </ns0:nvSpPr>
        <ns0:spPr>
          <ns1:xfrm>
            <ns1:off x="781050" y="3295650"/>
            <ns1:ext cx="819150" cy="285750"/>
          </ns1:xfrm>
          <ns1:prstGeom prst="roundRect">
            <ns1:avLst>
              <ns1:gd name="adj" fmla="val 26667"/>
            </ns1:avLst>
          </ns1:prstGeom>
          <ns1:solidFill>
            <ns1:srgbClr val="22B8A8"/>
          </ns1:solidFill>
          <ns1:ln w="0">
            <ns1:noFill/>
            <ns1:prstDash val="solid"/>
          </ns1:ln>
        </ns0:spPr>
      </ns0:sp>
      <ns0:sp>
        <ns0:nvSpPr>
          <ns0:cNvPr id="27" name="">
            <ns1:extLst>
              <ns1:ext uri="{FF2B5EF4-FFF2-40B4-BE49-F238E27FC236}">
                <ns2:creationId id="{CCA944EB-E572-47CF-AD81-3EB5594E1EBB}"/>
              </ns1:ext>
            </ns1:extLst>
          </ns0:cNvPr>
          <ns0:cNvSpPr>
            <ns1:spLocks noGrp="1"/>
          </ns0:cNvSpPr>
          <ns0:nvPr/>
        </ns0:nvSpPr>
        <ns0:spPr>
          <ns1:xfrm>
            <ns1:off x="876300" y="3305175"/>
            <ns1:ext cx="628650"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172554"/>
                </ns1:solidFill>
                <ns1:latin typeface="Aptos"/>
                <ns1:ea typeface="Aptos"/>
                <ns1:cs typeface="Aptos"/>
              </ns1:defRPr>
            </ns1:defPPr>
            <ns1:lvl1pPr algn="ctr">
              <ns1:defRPr sz="975" b="1">
                <ns1:solidFill>
                  <ns1:srgbClr val="172554"/>
                </ns1:solidFill>
                <ns1:latin typeface="Aptos"/>
                <ns1:ea typeface="Aptos"/>
                <ns1:cs typeface="Aptos"/>
              </ns1:defRPr>
            </ns1:lvl1pPr>
            <ns1:lvl2pPr algn="ctr">
              <ns1:defRPr sz="975" b="1">
                <ns1:solidFill>
                  <ns1:srgbClr val="172554"/>
                </ns1:solidFill>
                <ns1:latin typeface="Aptos"/>
                <ns1:ea typeface="Aptos"/>
                <ns1:cs typeface="Aptos"/>
              </ns1:defRPr>
            </ns1:lvl2pPr>
            <ns1:lvl3pPr algn="ctr">
              <ns1:defRPr sz="975" b="1">
                <ns1:solidFill>
                  <ns1:srgbClr val="172554"/>
                </ns1:solidFill>
                <ns1:latin typeface="Aptos"/>
                <ns1:ea typeface="Aptos"/>
                <ns1:cs typeface="Aptos"/>
              </ns1:defRPr>
            </ns1:lvl3pPr>
            <ns1:lvl4pPr algn="ctr">
              <ns1:defRPr sz="975" b="1">
                <ns1:solidFill>
                  <ns1:srgbClr val="172554"/>
                </ns1:solidFill>
                <ns1:latin typeface="Aptos"/>
                <ns1:ea typeface="Aptos"/>
                <ns1:cs typeface="Aptos"/>
              </ns1:defRPr>
            </ns1:lvl4pPr>
            <ns1:lvl5pPr algn="ctr">
              <ns1:defRPr sz="975" b="1">
                <ns1:solidFill>
                  <ns1:srgbClr val="172554"/>
                </ns1:solidFill>
                <ns1:latin typeface="Aptos"/>
                <ns1:ea typeface="Aptos"/>
                <ns1:cs typeface="Aptos"/>
              </ns1:defRPr>
            </ns1:lvl5pPr>
            <ns1:lvl6pPr algn="ctr">
              <ns1:defRPr sz="975" b="1">
                <ns1:solidFill>
                  <ns1:srgbClr val="172554"/>
                </ns1:solidFill>
                <ns1:latin typeface="Aptos"/>
                <ns1:ea typeface="Aptos"/>
                <ns1:cs typeface="Aptos"/>
              </ns1:defRPr>
            </ns1:lvl6pPr>
            <ns1:lvl7pPr algn="ctr">
              <ns1:defRPr sz="975" b="1">
                <ns1:solidFill>
                  <ns1:srgbClr val="172554"/>
                </ns1:solidFill>
                <ns1:latin typeface="Aptos"/>
                <ns1:ea typeface="Aptos"/>
                <ns1:cs typeface="Aptos"/>
              </ns1:defRPr>
            </ns1:lvl7pPr>
            <ns1:lvl8pPr algn="ctr">
              <ns1:defRPr sz="975" b="1">
                <ns1:solidFill>
                  <ns1:srgbClr val="172554"/>
                </ns1:solidFill>
                <ns1:latin typeface="Aptos"/>
                <ns1:ea typeface="Aptos"/>
                <ns1:cs typeface="Aptos"/>
              </ns1:defRPr>
            </ns1:lvl8pPr>
            <ns1:lvl9pPr algn="ctr">
              <ns1:defRPr sz="975" b="1">
                <ns1:solidFill>
                  <ns1:srgbClr val="172554"/>
                </ns1:solidFill>
                <ns1:latin typeface="Aptos"/>
                <ns1:ea typeface="Aptos"/>
                <ns1:cs typeface="Aptos"/>
              </ns1:defRPr>
            </ns1:lvl9pPr>
          </ns1:lstStyle>
          <ns1:p>
            <ns1:pPr algn="ctr">
              <ns1:defRPr sz="975" b="1">
                <ns1:solidFill>
                  <ns1:srgbClr val="172554"/>
                </ns1:solidFill>
                <ns1:latin typeface="Aptos"/>
                <ns1:ea typeface="Aptos"/>
                <ns1:cs typeface="Aptos"/>
              </ns1:defRPr>
            </ns1:pPr>
            <ns1:r>
              <ns1:rPr sz="975" b="1">
                <ns1:solidFill>
                  <ns1:srgbClr val="172554"/>
                </ns1:solidFill>
                <ns1:latin typeface="Aptos"/>
                <ns1:ea typeface="Aptos"/>
                <ns1:cs typeface="Aptos"/>
              </ns1:rPr>
              <ns1:t>02:00</ns1:t>
            </ns1:r>
          </ns1:p>
        </ns0:txBody>
      </ns0:sp>
      <ns0:sp>
        <ns0:nvSpPr>
          <ns0:cNvPr id="28" name="">
            <ns1:extLst>
              <ns1:ext uri="{FF2B5EF4-FFF2-40B4-BE49-F238E27FC236}">
                <ns2:creationId id="{6B91D5B5-A007-4518-9E2C-6314C71BCF3B}"/>
              </ns1:ext>
            </ns1:extLst>
          </ns0:cNvPr>
          <ns0:cNvSpPr>
            <ns1:spLocks noGrp="1"/>
          </ns0:cNvSpPr>
          <ns0:nvPr/>
        </ns0:nvSpPr>
        <ns0:spPr>
          <ns1:xfrm>
            <ns1:off x="1764030" y="3316605"/>
            <ns1:ext cx="91440" cy="91440"/>
          </ns1:xfrm>
          <ns1:prstGeom prst="ellipse">
            <ns1:avLst/>
          </ns1:prstGeom>
          <ns1:solidFill>
            <ns1:srgbClr val="F2B544"/>
          </ns1:solidFill>
          <ns1:ln w="0">
            <ns1:noFill/>
            <ns1:prstDash val="solid"/>
          </ns1:ln>
        </ns0:spPr>
      </ns0:sp>
      <ns0:sp>
        <ns0:nvSpPr>
          <ns0:cNvPr id="29" name="">
            <ns1:extLst>
              <ns1:ext uri="{FF2B5EF4-FFF2-40B4-BE49-F238E27FC236}">
                <ns2:creationId id="{E9D601F0-EC2C-4F05-B7A3-5AF6CBE3BEF7}"/>
              </ns1:ext>
            </ns1:extLst>
          </ns0:cNvPr>
          <ns0:cNvSpPr>
            <ns1:spLocks noGrp="1"/>
          </ns0:cNvSpPr>
          <ns0:nvPr/>
        </ns0:nvSpPr>
        <ns0:spPr>
          <ns1:xfrm>
            <ns1:off x="1704023" y="3425190"/>
            <ns1:ext cx="211455" cy="148590"/>
          </ns1:xfrm>
          <ns1:prstGeom prst="ellipse">
            <ns1:avLst/>
          </ns1:prstGeom>
          <ns1:solidFill>
            <ns1:srgbClr val="F2B544"/>
          </ns1:solidFill>
          <ns1:ln w="0">
            <ns1:noFill/>
            <ns1:prstDash val="solid"/>
          </ns1:ln>
        </ns0:spPr>
      </ns0:sp>
      <ns0:sp>
        <ns0:nvSpPr>
          <ns0:cNvPr id="30" name="">
            <ns1:extLst>
              <ns1:ext uri="{FF2B5EF4-FFF2-40B4-BE49-F238E27FC236}">
                <ns2:creationId id="{89188844-7142-420A-9226-21638825BCC5}"/>
              </ns1:ext>
            </ns1:extLst>
          </ns0:cNvPr>
          <ns0:cNvSpPr>
            <ns1:spLocks noGrp="1"/>
          </ns0:cNvSpPr>
          <ns0:nvPr/>
        </ns0:nvSpPr>
        <ns0:spPr>
          <ns1:xfrm>
            <ns1:off x="2038350" y="3295650"/>
            <ns1:ext cx="2457450" cy="276225"/>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FFFFFF"/>
                </ns1:solidFill>
                <ns1:latin typeface="Aptos"/>
                <ns1:ea typeface="Aptos"/>
                <ns1:cs typeface="Aptos"/>
              </ns1:defRPr>
            </ns1:defPPr>
            <ns1:lvl1pPr algn="l">
              <ns1:defRPr sz="1425" b="1">
                <ns1:solidFill>
                  <ns1:srgbClr val="FFFFFF"/>
                </ns1:solidFill>
                <ns1:latin typeface="Aptos"/>
                <ns1:ea typeface="Aptos"/>
                <ns1:cs typeface="Aptos"/>
              </ns1:defRPr>
            </ns1:lvl1pPr>
            <ns1:lvl2pPr algn="l">
              <ns1:defRPr sz="1425" b="1">
                <ns1:solidFill>
                  <ns1:srgbClr val="FFFFFF"/>
                </ns1:solidFill>
                <ns1:latin typeface="Aptos"/>
                <ns1:ea typeface="Aptos"/>
                <ns1:cs typeface="Aptos"/>
              </ns1:defRPr>
            </ns1:lvl2pPr>
            <ns1:lvl3pPr algn="l">
              <ns1:defRPr sz="1425" b="1">
                <ns1:solidFill>
                  <ns1:srgbClr val="FFFFFF"/>
                </ns1:solidFill>
                <ns1:latin typeface="Aptos"/>
                <ns1:ea typeface="Aptos"/>
                <ns1:cs typeface="Aptos"/>
              </ns1:defRPr>
            </ns1:lvl3pPr>
            <ns1:lvl4pPr algn="l">
              <ns1:defRPr sz="1425" b="1">
                <ns1:solidFill>
                  <ns1:srgbClr val="FFFFFF"/>
                </ns1:solidFill>
                <ns1:latin typeface="Aptos"/>
                <ns1:ea typeface="Aptos"/>
                <ns1:cs typeface="Aptos"/>
              </ns1:defRPr>
            </ns1:lvl4pPr>
            <ns1:lvl5pPr algn="l">
              <ns1:defRPr sz="1425" b="1">
                <ns1:solidFill>
                  <ns1:srgbClr val="FFFFFF"/>
                </ns1:solidFill>
                <ns1:latin typeface="Aptos"/>
                <ns1:ea typeface="Aptos"/>
                <ns1:cs typeface="Aptos"/>
              </ns1:defRPr>
            </ns1:lvl5pPr>
            <ns1:lvl6pPr algn="l">
              <ns1:defRPr sz="1425" b="1">
                <ns1:solidFill>
                  <ns1:srgbClr val="FFFFFF"/>
                </ns1:solidFill>
                <ns1:latin typeface="Aptos"/>
                <ns1:ea typeface="Aptos"/>
                <ns1:cs typeface="Aptos"/>
              </ns1:defRPr>
            </ns1:lvl6pPr>
            <ns1:lvl7pPr algn="l">
              <ns1:defRPr sz="1425" b="1">
                <ns1:solidFill>
                  <ns1:srgbClr val="FFFFFF"/>
                </ns1:solidFill>
                <ns1:latin typeface="Aptos"/>
                <ns1:ea typeface="Aptos"/>
                <ns1:cs typeface="Aptos"/>
              </ns1:defRPr>
            </ns1:lvl7pPr>
            <ns1:lvl8pPr algn="l">
              <ns1:defRPr sz="1425" b="1">
                <ns1:solidFill>
                  <ns1:srgbClr val="FFFFFF"/>
                </ns1:solidFill>
                <ns1:latin typeface="Aptos"/>
                <ns1:ea typeface="Aptos"/>
                <ns1:cs typeface="Aptos"/>
              </ns1:defRPr>
            </ns1:lvl8pPr>
            <ns1:lvl9pPr algn="l">
              <ns1:defRPr sz="1425" b="1">
                <ns1:solidFill>
                  <ns1:srgbClr val="FFFFFF"/>
                </ns1:solidFill>
                <ns1:latin typeface="Aptos"/>
                <ns1:ea typeface="Aptos"/>
                <ns1:cs typeface="Aptos"/>
              </ns1:defRPr>
            </ns1:lvl9pPr>
          </ns1:lstStyle>
          <ns1:p>
            <ns1:pPr algn="l">
              <ns1:defRPr sz="1425" b="1">
                <ns1:solidFill>
                  <ns1:srgbClr val="FFFFFF"/>
                </ns1:solidFill>
                <ns1:latin typeface="Aptos"/>
                <ns1:ea typeface="Aptos"/>
                <ns1:cs typeface="Aptos"/>
              </ns1:defRPr>
            </ns1:pPr>
            <ns1:r>
              <ns1:rPr sz="1425" b="1">
                <ns1:solidFill>
                  <ns1:srgbClr val="FFFFFF"/>
                </ns1:solidFill>
                <ns1:latin typeface="Aptos"/>
                <ns1:ea typeface="Aptos"/>
                <ns1:cs typeface="Aptos"/>
              </ns1:rPr>
              <ns1:t>Docente Mac</ns1:t>
            </ns1:r>
          </ns1:p>
        </ns0:txBody>
      </ns0:sp>
      <ns0:sp>
        <ns0:nvSpPr>
          <ns0:cNvPr id="31" name="">
            <ns1:extLst>
              <ns1:ext uri="{FF2B5EF4-FFF2-40B4-BE49-F238E27FC236}">
                <ns2:creationId id="{06734982-A79D-4B52-9CDB-08C090011734}"/>
              </ns1:ext>
            </ns1:extLst>
          </ns0:cNvPr>
          <ns0:cNvSpPr>
            <ns1:spLocks noGrp="1"/>
          </ns0:cNvSpPr>
          <ns0:nvPr/>
        </ns0:nvSpPr>
        <ns0:spPr>
          <ns1:xfrm>
            <ns1:off x="4762500" y="3295650"/>
            <ns1:ext cx="5619750" cy="323850"/>
          </ns1:xfrm>
          <ns1:prstGeom prst="rect">
            <ns1:avLst/>
          </ns1:prstGeom>
          <ns1:noFill/>
          <ns1:ln w="0">
            <ns1:noFill/>
            <ns1:prstDash val="solid"/>
          </ns1:ln>
        </ns0:spPr>
        <ns0:txBody>
          <ns1:bodyPr lIns="0" tIns="0" rIns="0" bIns="0" anchor="ctr">
            <ns1:normAutofit fontScale="100000"/>
          </ns1:bodyPr>
          <ns1:lstStyle>
            <ns1:defPPr algn="l">
              <ns1:defRPr sz="1350" b="0">
                <ns1:solidFill>
                  <ns1:srgbClr val="D4DEEF"/>
                </ns1:solidFill>
                <ns1:latin typeface="Aptos"/>
                <ns1:ea typeface="Aptos"/>
                <ns1:cs typeface="Aptos"/>
              </ns1:defRPr>
            </ns1:defPPr>
            <ns1:lvl1pPr algn="l">
              <ns1:defRPr sz="1350" b="0">
                <ns1:solidFill>
                  <ns1:srgbClr val="D4DEEF"/>
                </ns1:solidFill>
                <ns1:latin typeface="Aptos"/>
                <ns1:ea typeface="Aptos"/>
                <ns1:cs typeface="Aptos"/>
              </ns1:defRPr>
            </ns1:lvl1pPr>
            <ns1:lvl2pPr algn="l">
              <ns1:defRPr sz="1350" b="0">
                <ns1:solidFill>
                  <ns1:srgbClr val="D4DEEF"/>
                </ns1:solidFill>
                <ns1:latin typeface="Aptos"/>
                <ns1:ea typeface="Aptos"/>
                <ns1:cs typeface="Aptos"/>
              </ns1:defRPr>
            </ns1:lvl2pPr>
            <ns1:lvl3pPr algn="l">
              <ns1:defRPr sz="1350" b="0">
                <ns1:solidFill>
                  <ns1:srgbClr val="D4DEEF"/>
                </ns1:solidFill>
                <ns1:latin typeface="Aptos"/>
                <ns1:ea typeface="Aptos"/>
                <ns1:cs typeface="Aptos"/>
              </ns1:defRPr>
            </ns1:lvl3pPr>
            <ns1:lvl4pPr algn="l">
              <ns1:defRPr sz="1350" b="0">
                <ns1:solidFill>
                  <ns1:srgbClr val="D4DEEF"/>
                </ns1:solidFill>
                <ns1:latin typeface="Aptos"/>
                <ns1:ea typeface="Aptos"/>
                <ns1:cs typeface="Aptos"/>
              </ns1:defRPr>
            </ns1:lvl4pPr>
            <ns1:lvl5pPr algn="l">
              <ns1:defRPr sz="1350" b="0">
                <ns1:solidFill>
                  <ns1:srgbClr val="D4DEEF"/>
                </ns1:solidFill>
                <ns1:latin typeface="Aptos"/>
                <ns1:ea typeface="Aptos"/>
                <ns1:cs typeface="Aptos"/>
              </ns1:defRPr>
            </ns1:lvl5pPr>
            <ns1:lvl6pPr algn="l">
              <ns1:defRPr sz="1350" b="0">
                <ns1:solidFill>
                  <ns1:srgbClr val="D4DEEF"/>
                </ns1:solidFill>
                <ns1:latin typeface="Aptos"/>
                <ns1:ea typeface="Aptos"/>
                <ns1:cs typeface="Aptos"/>
              </ns1:defRPr>
            </ns1:lvl6pPr>
            <ns1:lvl7pPr algn="l">
              <ns1:defRPr sz="1350" b="0">
                <ns1:solidFill>
                  <ns1:srgbClr val="D4DEEF"/>
                </ns1:solidFill>
                <ns1:latin typeface="Aptos"/>
                <ns1:ea typeface="Aptos"/>
                <ns1:cs typeface="Aptos"/>
              </ns1:defRPr>
            </ns1:lvl7pPr>
            <ns1:lvl8pPr algn="l">
              <ns1:defRPr sz="1350" b="0">
                <ns1:solidFill>
                  <ns1:srgbClr val="D4DEEF"/>
                </ns1:solidFill>
                <ns1:latin typeface="Aptos"/>
                <ns1:ea typeface="Aptos"/>
                <ns1:cs typeface="Aptos"/>
              </ns1:defRPr>
            </ns1:lvl8pPr>
            <ns1:lvl9pPr algn="l">
              <ns1:defRPr sz="1350" b="0">
                <ns1:solidFill>
                  <ns1:srgbClr val="D4DEEF"/>
                </ns1:solidFill>
                <ns1:latin typeface="Aptos"/>
                <ns1:ea typeface="Aptos"/>
                <ns1:cs typeface="Aptos"/>
              </ns1:defRPr>
            </ns1:lvl9pPr>
          </ns1:lstStyle>
          <ns1:p>
            <ns1:pPr algn="l">
              <ns1:defRPr sz="1350" b="0">
                <ns1:solidFill>
                  <ns1:srgbClr val="D4DEEF"/>
                </ns1:solidFill>
                <ns1:latin typeface="Aptos"/>
                <ns1:ea typeface="Aptos"/>
                <ns1:cs typeface="Aptos"/>
              </ns1:defRPr>
            </ns1:pPr>
            <ns1:r>
              <ns1:rPr sz="1350" b="0">
                <ns1:solidFill>
                  <ns1:srgbClr val="D4DEEF"/>
                </ns1:solidFill>
                <ns1:latin typeface="Aptos"/>
                <ns1:ea typeface="Aptos"/>
                <ns1:cs typeface="Aptos"/>
              </ns1:rPr>
              <ns1:t>Pedir la nota y mostrar el QR</ns1:t>
            </ns1:r>
          </ns1:p>
        </ns0:txBody>
      </ns0:sp>
      <ns0:sp>
        <ns0:nvSpPr>
          <ns0:cNvPr id="32" name="">
            <ns1:extLst>
              <ns1:ext uri="{FF2B5EF4-FFF2-40B4-BE49-F238E27FC236}">
                <ns2:creationId id="{F3F053CD-81AE-478A-8155-6A3E49F00952}"/>
              </ns1:ext>
            </ns1:extLst>
          </ns0:cNvPr>
          <ns0:cNvSpPr>
            <ns1:spLocks noGrp="1"/>
          </ns0:cNvSpPr>
          <ns0:nvPr/>
        </ns0:nvSpPr>
        <ns0:spPr>
          <ns1:xfrm flipV="0">
            <ns1:off x="1190625" y="3657600"/>
            <ns1:ext cx="9525" cy="428625"/>
          </ns1:xfrm>
          <ns1:prstGeom prst="line">
            <ns1:avLst/>
          </ns1:prstGeom>
          <ns1:noFill/>
          <ns1:ln w="19050">
            <ns1:solidFill>
              <ns1:srgbClr val="50678E"/>
            </ns1:solidFill>
            <ns1:prstDash val="solid"/>
          </ns1:ln>
        </ns0:spPr>
      </ns0:sp>
      <ns0:sp>
        <ns0:nvSpPr>
          <ns0:cNvPr id="33" name="">
            <ns1:extLst>
              <ns1:ext uri="{FF2B5EF4-FFF2-40B4-BE49-F238E27FC236}">
                <ns2:creationId id="{75C54C53-593E-49C0-B27A-FC4C860BD2E3}"/>
              </ns1:ext>
            </ns1:extLst>
          </ns0:cNvPr>
          <ns0:cNvSpPr>
            <ns1:spLocks noGrp="1"/>
          </ns0:cNvSpPr>
          <ns0:nvPr/>
        </ns0:nvSpPr>
        <ns0:spPr>
          <ns1:xfrm>
            <ns1:off x="781050" y="4124325"/>
            <ns1:ext cx="819150" cy="285750"/>
          </ns1:xfrm>
          <ns1:prstGeom prst="roundRect">
            <ns1:avLst>
              <ns1:gd name="adj" fmla="val 26667"/>
            </ns1:avLst>
          </ns1:prstGeom>
          <ns1:solidFill>
            <ns1:srgbClr val="22B8A8"/>
          </ns1:solidFill>
          <ns1:ln w="0">
            <ns1:noFill/>
            <ns1:prstDash val="solid"/>
          </ns1:ln>
        </ns0:spPr>
      </ns0:sp>
      <ns0:sp>
        <ns0:nvSpPr>
          <ns0:cNvPr id="34" name="">
            <ns1:extLst>
              <ns1:ext uri="{FF2B5EF4-FFF2-40B4-BE49-F238E27FC236}">
                <ns2:creationId id="{25088141-4BE8-4629-94BD-D330971C92CC}"/>
              </ns1:ext>
            </ns1:extLst>
          </ns0:cNvPr>
          <ns0:cNvSpPr>
            <ns1:spLocks noGrp="1"/>
          </ns0:cNvSpPr>
          <ns0:nvPr/>
        </ns0:nvSpPr>
        <ns0:spPr>
          <ns1:xfrm>
            <ns1:off x="876300" y="4133850"/>
            <ns1:ext cx="628650"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172554"/>
                </ns1:solidFill>
                <ns1:latin typeface="Aptos"/>
                <ns1:ea typeface="Aptos"/>
                <ns1:cs typeface="Aptos"/>
              </ns1:defRPr>
            </ns1:defPPr>
            <ns1:lvl1pPr algn="ctr">
              <ns1:defRPr sz="975" b="1">
                <ns1:solidFill>
                  <ns1:srgbClr val="172554"/>
                </ns1:solidFill>
                <ns1:latin typeface="Aptos"/>
                <ns1:ea typeface="Aptos"/>
                <ns1:cs typeface="Aptos"/>
              </ns1:defRPr>
            </ns1:lvl1pPr>
            <ns1:lvl2pPr algn="ctr">
              <ns1:defRPr sz="975" b="1">
                <ns1:solidFill>
                  <ns1:srgbClr val="172554"/>
                </ns1:solidFill>
                <ns1:latin typeface="Aptos"/>
                <ns1:ea typeface="Aptos"/>
                <ns1:cs typeface="Aptos"/>
              </ns1:defRPr>
            </ns1:lvl2pPr>
            <ns1:lvl3pPr algn="ctr">
              <ns1:defRPr sz="975" b="1">
                <ns1:solidFill>
                  <ns1:srgbClr val="172554"/>
                </ns1:solidFill>
                <ns1:latin typeface="Aptos"/>
                <ns1:ea typeface="Aptos"/>
                <ns1:cs typeface="Aptos"/>
              </ns1:defRPr>
            </ns1:lvl3pPr>
            <ns1:lvl4pPr algn="ctr">
              <ns1:defRPr sz="975" b="1">
                <ns1:solidFill>
                  <ns1:srgbClr val="172554"/>
                </ns1:solidFill>
                <ns1:latin typeface="Aptos"/>
                <ns1:ea typeface="Aptos"/>
                <ns1:cs typeface="Aptos"/>
              </ns1:defRPr>
            </ns1:lvl4pPr>
            <ns1:lvl5pPr algn="ctr">
              <ns1:defRPr sz="975" b="1">
                <ns1:solidFill>
                  <ns1:srgbClr val="172554"/>
                </ns1:solidFill>
                <ns1:latin typeface="Aptos"/>
                <ns1:ea typeface="Aptos"/>
                <ns1:cs typeface="Aptos"/>
              </ns1:defRPr>
            </ns1:lvl5pPr>
            <ns1:lvl6pPr algn="ctr">
              <ns1:defRPr sz="975" b="1">
                <ns1:solidFill>
                  <ns1:srgbClr val="172554"/>
                </ns1:solidFill>
                <ns1:latin typeface="Aptos"/>
                <ns1:ea typeface="Aptos"/>
                <ns1:cs typeface="Aptos"/>
              </ns1:defRPr>
            </ns1:lvl6pPr>
            <ns1:lvl7pPr algn="ctr">
              <ns1:defRPr sz="975" b="1">
                <ns1:solidFill>
                  <ns1:srgbClr val="172554"/>
                </ns1:solidFill>
                <ns1:latin typeface="Aptos"/>
                <ns1:ea typeface="Aptos"/>
                <ns1:cs typeface="Aptos"/>
              </ns1:defRPr>
            </ns1:lvl7pPr>
            <ns1:lvl8pPr algn="ctr">
              <ns1:defRPr sz="975" b="1">
                <ns1:solidFill>
                  <ns1:srgbClr val="172554"/>
                </ns1:solidFill>
                <ns1:latin typeface="Aptos"/>
                <ns1:ea typeface="Aptos"/>
                <ns1:cs typeface="Aptos"/>
              </ns1:defRPr>
            </ns1:lvl8pPr>
            <ns1:lvl9pPr algn="ctr">
              <ns1:defRPr sz="975" b="1">
                <ns1:solidFill>
                  <ns1:srgbClr val="172554"/>
                </ns1:solidFill>
                <ns1:latin typeface="Aptos"/>
                <ns1:ea typeface="Aptos"/>
                <ns1:cs typeface="Aptos"/>
              </ns1:defRPr>
            </ns1:lvl9pPr>
          </ns1:lstStyle>
          <ns1:p>
            <ns1:pPr algn="ctr">
              <ns1:defRPr sz="975" b="1">
                <ns1:solidFill>
                  <ns1:srgbClr val="172554"/>
                </ns1:solidFill>
                <ns1:latin typeface="Aptos"/>
                <ns1:ea typeface="Aptos"/>
                <ns1:cs typeface="Aptos"/>
              </ns1:defRPr>
            </ns1:pPr>
            <ns1:r>
              <ns1:rPr sz="975" b="1">
                <ns1:solidFill>
                  <ns1:srgbClr val="172554"/>
                </ns1:solidFill>
                <ns1:latin typeface="Aptos"/>
                <ns1:ea typeface="Aptos"/>
                <ns1:cs typeface="Aptos"/>
              </ns1:rPr>
              <ns1:t>03:00</ns1:t>
            </ns1:r>
          </ns1:p>
        </ns0:txBody>
      </ns0:sp>
      <ns0:sp>
        <ns0:nvSpPr>
          <ns0:cNvPr id="35" name="">
            <ns1:extLst>
              <ns1:ext uri="{FF2B5EF4-FFF2-40B4-BE49-F238E27FC236}">
                <ns2:creationId id="{2A848550-D1BB-433A-9716-204736919895}"/>
              </ns1:ext>
            </ns1:extLst>
          </ns0:cNvPr>
          <ns0:cNvSpPr>
            <ns1:spLocks noGrp="1"/>
          </ns0:cNvSpPr>
          <ns0:nvPr/>
        </ns0:nvSpPr>
        <ns0:spPr>
          <ns1:xfrm>
            <ns1:off x="1764030" y="4145280"/>
            <ns1:ext cx="91440" cy="91440"/>
          </ns1:xfrm>
          <ns1:prstGeom prst="ellipse">
            <ns1:avLst/>
          </ns1:prstGeom>
          <ns1:solidFill>
            <ns1:srgbClr val="22B8A8"/>
          </ns1:solidFill>
          <ns1:ln w="0">
            <ns1:noFill/>
            <ns1:prstDash val="solid"/>
          </ns1:ln>
        </ns0:spPr>
      </ns0:sp>
      <ns0:sp>
        <ns0:nvSpPr>
          <ns0:cNvPr id="36" name="">
            <ns1:extLst>
              <ns1:ext uri="{FF2B5EF4-FFF2-40B4-BE49-F238E27FC236}">
                <ns2:creationId id="{64B0E146-BF7E-4DF0-94EC-943E5405BAAB}"/>
              </ns1:ext>
            </ns1:extLst>
          </ns0:cNvPr>
          <ns0:cNvSpPr>
            <ns1:spLocks noGrp="1"/>
          </ns0:cNvSpPr>
          <ns0:nvPr/>
        </ns0:nvSpPr>
        <ns0:spPr>
          <ns1:xfrm>
            <ns1:off x="1704023" y="4253865"/>
            <ns1:ext cx="211455" cy="148590"/>
          </ns1:xfrm>
          <ns1:prstGeom prst="ellipse">
            <ns1:avLst/>
          </ns1:prstGeom>
          <ns1:solidFill>
            <ns1:srgbClr val="22B8A8"/>
          </ns1:solidFill>
          <ns1:ln w="0">
            <ns1:noFill/>
            <ns1:prstDash val="solid"/>
          </ns1:ln>
        </ns0:spPr>
      </ns0:sp>
      <ns0:sp>
        <ns0:nvSpPr>
          <ns0:cNvPr id="37" name="">
            <ns1:extLst>
              <ns1:ext uri="{FF2B5EF4-FFF2-40B4-BE49-F238E27FC236}">
                <ns2:creationId id="{1E3F0733-F546-4678-9ECB-2A0D5938BF4E}"/>
              </ns1:ext>
            </ns1:extLst>
          </ns0:cNvPr>
          <ns0:cNvSpPr>
            <ns1:spLocks noGrp="1"/>
          </ns0:cNvSpPr>
          <ns0:nvPr/>
        </ns0:nvSpPr>
        <ns0:spPr>
          <ns1:xfrm>
            <ns1:off x="2038350" y="4124325"/>
            <ns1:ext cx="2457450" cy="276225"/>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FFFFFF"/>
                </ns1:solidFill>
                <ns1:latin typeface="Aptos"/>
                <ns1:ea typeface="Aptos"/>
                <ns1:cs typeface="Aptos"/>
              </ns1:defRPr>
            </ns1:defPPr>
            <ns1:lvl1pPr algn="l">
              <ns1:defRPr sz="1425" b="1">
                <ns1:solidFill>
                  <ns1:srgbClr val="FFFFFF"/>
                </ns1:solidFill>
                <ns1:latin typeface="Aptos"/>
                <ns1:ea typeface="Aptos"/>
                <ns1:cs typeface="Aptos"/>
              </ns1:defRPr>
            </ns1:lvl1pPr>
            <ns1:lvl2pPr algn="l">
              <ns1:defRPr sz="1425" b="1">
                <ns1:solidFill>
                  <ns1:srgbClr val="FFFFFF"/>
                </ns1:solidFill>
                <ns1:latin typeface="Aptos"/>
                <ns1:ea typeface="Aptos"/>
                <ns1:cs typeface="Aptos"/>
              </ns1:defRPr>
            </ns1:lvl2pPr>
            <ns1:lvl3pPr algn="l">
              <ns1:defRPr sz="1425" b="1">
                <ns1:solidFill>
                  <ns1:srgbClr val="FFFFFF"/>
                </ns1:solidFill>
                <ns1:latin typeface="Aptos"/>
                <ns1:ea typeface="Aptos"/>
                <ns1:cs typeface="Aptos"/>
              </ns1:defRPr>
            </ns1:lvl3pPr>
            <ns1:lvl4pPr algn="l">
              <ns1:defRPr sz="1425" b="1">
                <ns1:solidFill>
                  <ns1:srgbClr val="FFFFFF"/>
                </ns1:solidFill>
                <ns1:latin typeface="Aptos"/>
                <ns1:ea typeface="Aptos"/>
                <ns1:cs typeface="Aptos"/>
              </ns1:defRPr>
            </ns1:lvl4pPr>
            <ns1:lvl5pPr algn="l">
              <ns1:defRPr sz="1425" b="1">
                <ns1:solidFill>
                  <ns1:srgbClr val="FFFFFF"/>
                </ns1:solidFill>
                <ns1:latin typeface="Aptos"/>
                <ns1:ea typeface="Aptos"/>
                <ns1:cs typeface="Aptos"/>
              </ns1:defRPr>
            </ns1:lvl5pPr>
            <ns1:lvl6pPr algn="l">
              <ns1:defRPr sz="1425" b="1">
                <ns1:solidFill>
                  <ns1:srgbClr val="FFFFFF"/>
                </ns1:solidFill>
                <ns1:latin typeface="Aptos"/>
                <ns1:ea typeface="Aptos"/>
                <ns1:cs typeface="Aptos"/>
              </ns1:defRPr>
            </ns1:lvl6pPr>
            <ns1:lvl7pPr algn="l">
              <ns1:defRPr sz="1425" b="1">
                <ns1:solidFill>
                  <ns1:srgbClr val="FFFFFF"/>
                </ns1:solidFill>
                <ns1:latin typeface="Aptos"/>
                <ns1:ea typeface="Aptos"/>
                <ns1:cs typeface="Aptos"/>
              </ns1:defRPr>
            </ns1:lvl7pPr>
            <ns1:lvl8pPr algn="l">
              <ns1:defRPr sz="1425" b="1">
                <ns1:solidFill>
                  <ns1:srgbClr val="FFFFFF"/>
                </ns1:solidFill>
                <ns1:latin typeface="Aptos"/>
                <ns1:ea typeface="Aptos"/>
                <ns1:cs typeface="Aptos"/>
              </ns1:defRPr>
            </ns1:lvl8pPr>
            <ns1:lvl9pPr algn="l">
              <ns1:defRPr sz="1425" b="1">
                <ns1:solidFill>
                  <ns1:srgbClr val="FFFFFF"/>
                </ns1:solidFill>
                <ns1:latin typeface="Aptos"/>
                <ns1:ea typeface="Aptos"/>
                <ns1:cs typeface="Aptos"/>
              </ns1:defRPr>
            </ns1:lvl9pPr>
          </ns1:lstStyle>
          <ns1:p>
            <ns1:pPr algn="l">
              <ns1:defRPr sz="1425" b="1">
                <ns1:solidFill>
                  <ns1:srgbClr val="FFFFFF"/>
                </ns1:solidFill>
                <ns1:latin typeface="Aptos"/>
                <ns1:ea typeface="Aptos"/>
                <ns1:cs typeface="Aptos"/>
              </ns1:defRPr>
            </ns1:pPr>
            <ns1:r>
              <ns1:rPr sz="1425" b="1">
                <ns1:solidFill>
                  <ns1:srgbClr val="FFFFFF"/>
                </ns1:solidFill>
                <ns1:latin typeface="Aptos"/>
                <ns1:ea typeface="Aptos"/>
                <ns1:cs typeface="Aptos"/>
              </ns1:rPr>
              <ns1:t>Android estudiante</ns1:t>
            </ns1:r>
          </ns1:p>
        </ns0:txBody>
      </ns0:sp>
      <ns0:sp>
        <ns0:nvSpPr>
          <ns0:cNvPr id="38" name="">
            <ns1:extLst>
              <ns1:ext uri="{FF2B5EF4-FFF2-40B4-BE49-F238E27FC236}">
                <ns2:creationId id="{020E8B75-FF29-44F8-8274-B9E2D93DEC58}"/>
              </ns1:ext>
            </ns1:extLst>
          </ns0:cNvPr>
          <ns0:cNvSpPr>
            <ns1:spLocks noGrp="1"/>
          </ns0:cNvSpPr>
          <ns0:nvPr/>
        </ns0:nvSpPr>
        <ns0:spPr>
          <ns1:xfrm>
            <ns1:off x="4762500" y="4124325"/>
            <ns1:ext cx="5619750" cy="323850"/>
          </ns1:xfrm>
          <ns1:prstGeom prst="rect">
            <ns1:avLst/>
          </ns1:prstGeom>
          <ns1:noFill/>
          <ns1:ln w="0">
            <ns1:noFill/>
            <ns1:prstDash val="solid"/>
          </ns1:ln>
        </ns0:spPr>
        <ns0:txBody>
          <ns1:bodyPr lIns="0" tIns="0" rIns="0" bIns="0" anchor="ctr">
            <ns1:normAutofit fontScale="100000"/>
          </ns1:bodyPr>
          <ns1:lstStyle>
            <ns1:defPPr algn="l">
              <ns1:defRPr sz="1350" b="0">
                <ns1:solidFill>
                  <ns1:srgbClr val="D4DEEF"/>
                </ns1:solidFill>
                <ns1:latin typeface="Aptos"/>
                <ns1:ea typeface="Aptos"/>
                <ns1:cs typeface="Aptos"/>
              </ns1:defRPr>
            </ns1:defPPr>
            <ns1:lvl1pPr algn="l">
              <ns1:defRPr sz="1350" b="0">
                <ns1:solidFill>
                  <ns1:srgbClr val="D4DEEF"/>
                </ns1:solidFill>
                <ns1:latin typeface="Aptos"/>
                <ns1:ea typeface="Aptos"/>
                <ns1:cs typeface="Aptos"/>
              </ns1:defRPr>
            </ns1:lvl1pPr>
            <ns1:lvl2pPr algn="l">
              <ns1:defRPr sz="1350" b="0">
                <ns1:solidFill>
                  <ns1:srgbClr val="D4DEEF"/>
                </ns1:solidFill>
                <ns1:latin typeface="Aptos"/>
                <ns1:ea typeface="Aptos"/>
                <ns1:cs typeface="Aptos"/>
              </ns1:defRPr>
            </ns1:lvl2pPr>
            <ns1:lvl3pPr algn="l">
              <ns1:defRPr sz="1350" b="0">
                <ns1:solidFill>
                  <ns1:srgbClr val="D4DEEF"/>
                </ns1:solidFill>
                <ns1:latin typeface="Aptos"/>
                <ns1:ea typeface="Aptos"/>
                <ns1:cs typeface="Aptos"/>
              </ns1:defRPr>
            </ns1:lvl3pPr>
            <ns1:lvl4pPr algn="l">
              <ns1:defRPr sz="1350" b="0">
                <ns1:solidFill>
                  <ns1:srgbClr val="D4DEEF"/>
                </ns1:solidFill>
                <ns1:latin typeface="Aptos"/>
                <ns1:ea typeface="Aptos"/>
                <ns1:cs typeface="Aptos"/>
              </ns1:defRPr>
            </ns1:lvl4pPr>
            <ns1:lvl5pPr algn="l">
              <ns1:defRPr sz="1350" b="0">
                <ns1:solidFill>
                  <ns1:srgbClr val="D4DEEF"/>
                </ns1:solidFill>
                <ns1:latin typeface="Aptos"/>
                <ns1:ea typeface="Aptos"/>
                <ns1:cs typeface="Aptos"/>
              </ns1:defRPr>
            </ns1:lvl5pPr>
            <ns1:lvl6pPr algn="l">
              <ns1:defRPr sz="1350" b="0">
                <ns1:solidFill>
                  <ns1:srgbClr val="D4DEEF"/>
                </ns1:solidFill>
                <ns1:latin typeface="Aptos"/>
                <ns1:ea typeface="Aptos"/>
                <ns1:cs typeface="Aptos"/>
              </ns1:defRPr>
            </ns1:lvl6pPr>
            <ns1:lvl7pPr algn="l">
              <ns1:defRPr sz="1350" b="0">
                <ns1:solidFill>
                  <ns1:srgbClr val="D4DEEF"/>
                </ns1:solidFill>
                <ns1:latin typeface="Aptos"/>
                <ns1:ea typeface="Aptos"/>
                <ns1:cs typeface="Aptos"/>
              </ns1:defRPr>
            </ns1:lvl7pPr>
            <ns1:lvl8pPr algn="l">
              <ns1:defRPr sz="1350" b="0">
                <ns1:solidFill>
                  <ns1:srgbClr val="D4DEEF"/>
                </ns1:solidFill>
                <ns1:latin typeface="Aptos"/>
                <ns1:ea typeface="Aptos"/>
                <ns1:cs typeface="Aptos"/>
              </ns1:defRPr>
            </ns1:lvl8pPr>
            <ns1:lvl9pPr algn="l">
              <ns1:defRPr sz="1350" b="0">
                <ns1:solidFill>
                  <ns1:srgbClr val="D4DEEF"/>
                </ns1:solidFill>
                <ns1:latin typeface="Aptos"/>
                <ns1:ea typeface="Aptos"/>
                <ns1:cs typeface="Aptos"/>
              </ns1:defRPr>
            </ns1:lvl9pPr>
          </ns1:lstStyle>
          <ns1:p>
            <ns1:pPr algn="l">
              <ns1:defRPr sz="1350" b="0">
                <ns1:solidFill>
                  <ns1:srgbClr val="D4DEEF"/>
                </ns1:solidFill>
                <ns1:latin typeface="Aptos"/>
                <ns1:ea typeface="Aptos"/>
                <ns1:cs typeface="Aptos"/>
              </ns1:defRPr>
            </ns1:pPr>
            <ns1:r>
              <ns1:rPr sz="1350" b="0">
                <ns1:solidFill>
                  <ns1:srgbClr val="D4DEEF"/>
                </ns1:solidFill>
                <ns1:latin typeface="Aptos"/>
                <ns1:ea typeface="Aptos"/>
                <ns1:cs typeface="Aptos"/>
              </ns1:rPr>
              <ns1:t>Revisar la solicitud y aceptarla</ns1:t>
            </ns1:r>
          </ns1:p>
        </ns0:txBody>
      </ns0:sp>
      <ns0:sp>
        <ns0:nvSpPr>
          <ns0:cNvPr id="39" name="">
            <ns1:extLst>
              <ns1:ext uri="{FF2B5EF4-FFF2-40B4-BE49-F238E27FC236}">
                <ns2:creationId id="{86F8EE4F-5C49-43C2-BB9F-D451C676429E}"/>
              </ns1:ext>
            </ns1:extLst>
          </ns0:cNvPr>
          <ns0:cNvSpPr>
            <ns1:spLocks noGrp="1"/>
          </ns0:cNvSpPr>
          <ns0:nvPr/>
        </ns0:nvSpPr>
        <ns0:spPr>
          <ns1:xfrm flipV="0">
            <ns1:off x="1190625" y="4486275"/>
            <ns1:ext cx="9525" cy="428625"/>
          </ns1:xfrm>
          <ns1:prstGeom prst="line">
            <ns1:avLst/>
          </ns1:prstGeom>
          <ns1:noFill/>
          <ns1:ln w="19050">
            <ns1:solidFill>
              <ns1:srgbClr val="50678E"/>
            </ns1:solidFill>
            <ns1:prstDash val="solid"/>
          </ns1:ln>
        </ns0:spPr>
      </ns0:sp>
      <ns0:sp>
        <ns0:nvSpPr>
          <ns0:cNvPr id="40" name="">
            <ns1:extLst>
              <ns1:ext uri="{FF2B5EF4-FFF2-40B4-BE49-F238E27FC236}">
                <ns2:creationId id="{BB3BCEA9-8ACC-4D29-AC5A-831E7E19EA13}"/>
              </ns1:ext>
            </ns1:extLst>
          </ns0:cNvPr>
          <ns0:cNvSpPr>
            <ns1:spLocks noGrp="1"/>
          </ns0:cNvSpPr>
          <ns0:nvPr/>
        </ns0:nvSpPr>
        <ns0:spPr>
          <ns1:xfrm>
            <ns1:off x="781050" y="4953000"/>
            <ns1:ext cx="819150" cy="285750"/>
          </ns1:xfrm>
          <ns1:prstGeom prst="roundRect">
            <ns1:avLst>
              <ns1:gd name="adj" fmla="val 26667"/>
            </ns1:avLst>
          </ns1:prstGeom>
          <ns1:solidFill>
            <ns1:srgbClr val="F2B544"/>
          </ns1:solidFill>
          <ns1:ln w="0">
            <ns1:noFill/>
            <ns1:prstDash val="solid"/>
          </ns1:ln>
        </ns0:spPr>
      </ns0:sp>
      <ns0:sp>
        <ns0:nvSpPr>
          <ns0:cNvPr id="41" name="">
            <ns1:extLst>
              <ns1:ext uri="{FF2B5EF4-FFF2-40B4-BE49-F238E27FC236}">
                <ns2:creationId id="{94B59505-9664-464B-B50C-5E628EA2820E}"/>
              </ns1:ext>
            </ns1:extLst>
          </ns0:cNvPr>
          <ns0:cNvSpPr>
            <ns1:spLocks noGrp="1"/>
          </ns0:cNvSpPr>
          <ns0:nvPr/>
        </ns0:nvSpPr>
        <ns0:spPr>
          <ns1:xfrm>
            <ns1:off x="876300" y="4962525"/>
            <ns1:ext cx="628650" cy="257175"/>
          </ns1:xfrm>
          <ns1:prstGeom prst="rect">
            <ns1:avLst/>
          </ns1:prstGeom>
          <ns1:noFill/>
          <ns1:ln w="0">
            <ns1:noFill/>
            <ns1:prstDash val="solid"/>
          </ns1:ln>
        </ns0:spPr>
        <ns0:txBody>
          <ns1:bodyPr lIns="0" tIns="0" rIns="0" bIns="0" anchor="ctr">
            <ns1:normAutofit fontScale="100000"/>
          </ns1:bodyPr>
          <ns1:lstStyle>
            <ns1:defPPr algn="ctr">
              <ns1:defRPr sz="975" b="1">
                <ns1:solidFill>
                  <ns1:srgbClr val="172554"/>
                </ns1:solidFill>
                <ns1:latin typeface="Aptos"/>
                <ns1:ea typeface="Aptos"/>
                <ns1:cs typeface="Aptos"/>
              </ns1:defRPr>
            </ns1:defPPr>
            <ns1:lvl1pPr algn="ctr">
              <ns1:defRPr sz="975" b="1">
                <ns1:solidFill>
                  <ns1:srgbClr val="172554"/>
                </ns1:solidFill>
                <ns1:latin typeface="Aptos"/>
                <ns1:ea typeface="Aptos"/>
                <ns1:cs typeface="Aptos"/>
              </ns1:defRPr>
            </ns1:lvl1pPr>
            <ns1:lvl2pPr algn="ctr">
              <ns1:defRPr sz="975" b="1">
                <ns1:solidFill>
                  <ns1:srgbClr val="172554"/>
                </ns1:solidFill>
                <ns1:latin typeface="Aptos"/>
                <ns1:ea typeface="Aptos"/>
                <ns1:cs typeface="Aptos"/>
              </ns1:defRPr>
            </ns1:lvl2pPr>
            <ns1:lvl3pPr algn="ctr">
              <ns1:defRPr sz="975" b="1">
                <ns1:solidFill>
                  <ns1:srgbClr val="172554"/>
                </ns1:solidFill>
                <ns1:latin typeface="Aptos"/>
                <ns1:ea typeface="Aptos"/>
                <ns1:cs typeface="Aptos"/>
              </ns1:defRPr>
            </ns1:lvl3pPr>
            <ns1:lvl4pPr algn="ctr">
              <ns1:defRPr sz="975" b="1">
                <ns1:solidFill>
                  <ns1:srgbClr val="172554"/>
                </ns1:solidFill>
                <ns1:latin typeface="Aptos"/>
                <ns1:ea typeface="Aptos"/>
                <ns1:cs typeface="Aptos"/>
              </ns1:defRPr>
            </ns1:lvl4pPr>
            <ns1:lvl5pPr algn="ctr">
              <ns1:defRPr sz="975" b="1">
                <ns1:solidFill>
                  <ns1:srgbClr val="172554"/>
                </ns1:solidFill>
                <ns1:latin typeface="Aptos"/>
                <ns1:ea typeface="Aptos"/>
                <ns1:cs typeface="Aptos"/>
              </ns1:defRPr>
            </ns1:lvl5pPr>
            <ns1:lvl6pPr algn="ctr">
              <ns1:defRPr sz="975" b="1">
                <ns1:solidFill>
                  <ns1:srgbClr val="172554"/>
                </ns1:solidFill>
                <ns1:latin typeface="Aptos"/>
                <ns1:ea typeface="Aptos"/>
                <ns1:cs typeface="Aptos"/>
              </ns1:defRPr>
            </ns1:lvl6pPr>
            <ns1:lvl7pPr algn="ctr">
              <ns1:defRPr sz="975" b="1">
                <ns1:solidFill>
                  <ns1:srgbClr val="172554"/>
                </ns1:solidFill>
                <ns1:latin typeface="Aptos"/>
                <ns1:ea typeface="Aptos"/>
                <ns1:cs typeface="Aptos"/>
              </ns1:defRPr>
            </ns1:lvl7pPr>
            <ns1:lvl8pPr algn="ctr">
              <ns1:defRPr sz="975" b="1">
                <ns1:solidFill>
                  <ns1:srgbClr val="172554"/>
                </ns1:solidFill>
                <ns1:latin typeface="Aptos"/>
                <ns1:ea typeface="Aptos"/>
                <ns1:cs typeface="Aptos"/>
              </ns1:defRPr>
            </ns1:lvl8pPr>
            <ns1:lvl9pPr algn="ctr">
              <ns1:defRPr sz="975" b="1">
                <ns1:solidFill>
                  <ns1:srgbClr val="172554"/>
                </ns1:solidFill>
                <ns1:latin typeface="Aptos"/>
                <ns1:ea typeface="Aptos"/>
                <ns1:cs typeface="Aptos"/>
              </ns1:defRPr>
            </ns1:lvl9pPr>
          </ns1:lstStyle>
          <ns1:p>
            <ns1:pPr algn="ctr">
              <ns1:defRPr sz="975" b="1">
                <ns1:solidFill>
                  <ns1:srgbClr val="172554"/>
                </ns1:solidFill>
                <ns1:latin typeface="Aptos"/>
                <ns1:ea typeface="Aptos"/>
                <ns1:cs typeface="Aptos"/>
              </ns1:defRPr>
            </ns1:pPr>
            <ns1:r>
              <ns1:rPr sz="975" b="1">
                <ns1:solidFill>
                  <ns1:srgbClr val="172554"/>
                </ns1:solidFill>
                <ns1:latin typeface="Aptos"/>
                <ns1:ea typeface="Aptos"/>
                <ns1:cs typeface="Aptos"/>
              </ns1:rPr>
              <ns1:t>04:00</ns1:t>
            </ns1:r>
          </ns1:p>
        </ns0:txBody>
      </ns0:sp>
      <ns0:sp>
        <ns0:nvSpPr>
          <ns0:cNvPr id="42" name="">
            <ns1:extLst>
              <ns1:ext uri="{FF2B5EF4-FFF2-40B4-BE49-F238E27FC236}">
                <ns2:creationId id="{0DDC3CC5-2CF0-4DA9-8B29-E4C47433C94E}"/>
              </ns1:ext>
            </ns1:extLst>
          </ns0:cNvPr>
          <ns0:cNvSpPr>
            <ns1:spLocks noGrp="1"/>
          </ns0:cNvSpPr>
          <ns0:nvPr/>
        </ns0:nvSpPr>
        <ns0:spPr>
          <ns1:xfrm>
            <ns1:off x="1764030" y="4973955"/>
            <ns1:ext cx="91440" cy="91440"/>
          </ns1:xfrm>
          <ns1:prstGeom prst="ellipse">
            <ns1:avLst/>
          </ns1:prstGeom>
          <ns1:solidFill>
            <ns1:srgbClr val="22B8A8"/>
          </ns1:solidFill>
          <ns1:ln w="0">
            <ns1:noFill/>
            <ns1:prstDash val="solid"/>
          </ns1:ln>
        </ns0:spPr>
      </ns0:sp>
      <ns0:sp>
        <ns0:nvSpPr>
          <ns0:cNvPr id="43" name="">
            <ns1:extLst>
              <ns1:ext uri="{FF2B5EF4-FFF2-40B4-BE49-F238E27FC236}">
                <ns2:creationId id="{F18DACDD-AE00-4F0F-9A07-CD9B9B2DEDF4}"/>
              </ns1:ext>
            </ns1:extLst>
          </ns0:cNvPr>
          <ns0:cNvSpPr>
            <ns1:spLocks noGrp="1"/>
          </ns0:cNvSpPr>
          <ns0:nvPr/>
        </ns0:nvSpPr>
        <ns0:spPr>
          <ns1:xfrm>
            <ns1:off x="1704023" y="5082540"/>
            <ns1:ext cx="211455" cy="148590"/>
          </ns1:xfrm>
          <ns1:prstGeom prst="ellipse">
            <ns1:avLst/>
          </ns1:prstGeom>
          <ns1:solidFill>
            <ns1:srgbClr val="22B8A8"/>
          </ns1:solidFill>
          <ns1:ln w="0">
            <ns1:noFill/>
            <ns1:prstDash val="solid"/>
          </ns1:ln>
        </ns0:spPr>
      </ns0:sp>
      <ns0:sp>
        <ns0:nvSpPr>
          <ns0:cNvPr id="44" name="">
            <ns1:extLst>
              <ns1:ext uri="{FF2B5EF4-FFF2-40B4-BE49-F238E27FC236}">
                <ns2:creationId id="{3094F812-8474-40A7-92A6-A47C808E8BE9}"/>
              </ns1:ext>
            </ns1:extLst>
          </ns0:cNvPr>
          <ns0:cNvSpPr>
            <ns1:spLocks noGrp="1"/>
          </ns0:cNvSpPr>
          <ns0:nvPr/>
        </ns0:nvSpPr>
        <ns0:spPr>
          <ns1:xfrm>
            <ns1:off x="2038350" y="4953000"/>
            <ns1:ext cx="2457450" cy="276225"/>
          </ns1:xfrm>
          <ns1:prstGeom prst="rect">
            <ns1:avLst/>
          </ns1:prstGeom>
          <ns1:noFill/>
          <ns1:ln w="0">
            <ns1:noFill/>
            <ns1:prstDash val="solid"/>
          </ns1:ln>
        </ns0:spPr>
        <ns0:txBody>
          <ns1:bodyPr lIns="0" tIns="0" rIns="0" bIns="0" anchor="ctr">
            <ns1:normAutofit fontScale="100000"/>
          </ns1:bodyPr>
          <ns1:lstStyle>
            <ns1:defPPr algn="l">
              <ns1:defRPr sz="1425" b="1">
                <ns1:solidFill>
                  <ns1:srgbClr val="FFFFFF"/>
                </ns1:solidFill>
                <ns1:latin typeface="Aptos"/>
                <ns1:ea typeface="Aptos"/>
                <ns1:cs typeface="Aptos"/>
              </ns1:defRPr>
            </ns1:defPPr>
            <ns1:lvl1pPr algn="l">
              <ns1:defRPr sz="1425" b="1">
                <ns1:solidFill>
                  <ns1:srgbClr val="FFFFFF"/>
                </ns1:solidFill>
                <ns1:latin typeface="Aptos"/>
                <ns1:ea typeface="Aptos"/>
                <ns1:cs typeface="Aptos"/>
              </ns1:defRPr>
            </ns1:lvl1pPr>
            <ns1:lvl2pPr algn="l">
              <ns1:defRPr sz="1425" b="1">
                <ns1:solidFill>
                  <ns1:srgbClr val="FFFFFF"/>
                </ns1:solidFill>
                <ns1:latin typeface="Aptos"/>
                <ns1:ea typeface="Aptos"/>
                <ns1:cs typeface="Aptos"/>
              </ns1:defRPr>
            </ns1:lvl2pPr>
            <ns1:lvl3pPr algn="l">
              <ns1:defRPr sz="1425" b="1">
                <ns1:solidFill>
                  <ns1:srgbClr val="FFFFFF"/>
                </ns1:solidFill>
                <ns1:latin typeface="Aptos"/>
                <ns1:ea typeface="Aptos"/>
                <ns1:cs typeface="Aptos"/>
              </ns1:defRPr>
            </ns1:lvl3pPr>
            <ns1:lvl4pPr algn="l">
              <ns1:defRPr sz="1425" b="1">
                <ns1:solidFill>
                  <ns1:srgbClr val="FFFFFF"/>
                </ns1:solidFill>
                <ns1:latin typeface="Aptos"/>
                <ns1:ea typeface="Aptos"/>
                <ns1:cs typeface="Aptos"/>
              </ns1:defRPr>
            </ns1:lvl4pPr>
            <ns1:lvl5pPr algn="l">
              <ns1:defRPr sz="1425" b="1">
                <ns1:solidFill>
                  <ns1:srgbClr val="FFFFFF"/>
                </ns1:solidFill>
                <ns1:latin typeface="Aptos"/>
                <ns1:ea typeface="Aptos"/>
                <ns1:cs typeface="Aptos"/>
              </ns1:defRPr>
            </ns1:lvl5pPr>
            <ns1:lvl6pPr algn="l">
              <ns1:defRPr sz="1425" b="1">
                <ns1:solidFill>
                  <ns1:srgbClr val="FFFFFF"/>
                </ns1:solidFill>
                <ns1:latin typeface="Aptos"/>
                <ns1:ea typeface="Aptos"/>
                <ns1:cs typeface="Aptos"/>
              </ns1:defRPr>
            </ns1:lvl6pPr>
            <ns1:lvl7pPr algn="l">
              <ns1:defRPr sz="1425" b="1">
                <ns1:solidFill>
                  <ns1:srgbClr val="FFFFFF"/>
                </ns1:solidFill>
                <ns1:latin typeface="Aptos"/>
                <ns1:ea typeface="Aptos"/>
                <ns1:cs typeface="Aptos"/>
              </ns1:defRPr>
            </ns1:lvl7pPr>
            <ns1:lvl8pPr algn="l">
              <ns1:defRPr sz="1425" b="1">
                <ns1:solidFill>
                  <ns1:srgbClr val="FFFFFF"/>
                </ns1:solidFill>
                <ns1:latin typeface="Aptos"/>
                <ns1:ea typeface="Aptos"/>
                <ns1:cs typeface="Aptos"/>
              </ns1:defRPr>
            </ns1:lvl8pPr>
            <ns1:lvl9pPr algn="l">
              <ns1:defRPr sz="1425" b="1">
                <ns1:solidFill>
                  <ns1:srgbClr val="FFFFFF"/>
                </ns1:solidFill>
                <ns1:latin typeface="Aptos"/>
                <ns1:ea typeface="Aptos"/>
                <ns1:cs typeface="Aptos"/>
              </ns1:defRPr>
            </ns1:lvl9pPr>
          </ns1:lstStyle>
          <ns1:p>
            <ns1:pPr algn="l">
              <ns1:defRPr sz="1425" b="1">
                <ns1:solidFill>
                  <ns1:srgbClr val="FFFFFF"/>
                </ns1:solidFill>
                <ns1:latin typeface="Aptos"/>
                <ns1:ea typeface="Aptos"/>
                <ns1:cs typeface="Aptos"/>
              </ns1:defRPr>
            </ns1:pPr>
            <ns1:r>
              <ns1:rPr sz="1425" b="1">
                <ns1:solidFill>
                  <ns1:srgbClr val="FFFFFF"/>
                </ns1:solidFill>
                <ns1:latin typeface="Aptos"/>
                <ns1:ea typeface="Aptos"/>
                <ns1:cs typeface="Aptos"/>
              </ns1:rPr>
              <ns1:t>Asistencia</ns1:t>
            </ns1:r>
          </ns1:p>
        </ns0:txBody>
      </ns0:sp>
      <ns0:sp>
        <ns0:nvSpPr>
          <ns0:cNvPr id="45" name="">
            <ns1:extLst>
              <ns1:ext uri="{FF2B5EF4-FFF2-40B4-BE49-F238E27FC236}">
                <ns2:creationId id="{7552525D-F044-4BEB-B802-4DE2DC8195C9}"/>
              </ns1:ext>
            </ns1:extLst>
          </ns0:cNvPr>
          <ns0:cNvSpPr>
            <ns1:spLocks noGrp="1"/>
          </ns0:cNvSpPr>
          <ns0:nvPr/>
        </ns0:nvSpPr>
        <ns0:spPr>
          <ns1:xfrm>
            <ns1:off x="4762500" y="4953000"/>
            <ns1:ext cx="5619750" cy="323850"/>
          </ns1:xfrm>
          <ns1:prstGeom prst="rect">
            <ns1:avLst/>
          </ns1:prstGeom>
          <ns1:noFill/>
          <ns1:ln w="0">
            <ns1:noFill/>
            <ns1:prstDash val="solid"/>
          </ns1:ln>
        </ns0:spPr>
        <ns0:txBody>
          <ns1:bodyPr lIns="0" tIns="0" rIns="0" bIns="0" anchor="ctr">
            <ns1:normAutofit fontScale="100000"/>
          </ns1:bodyPr>
          <ns1:lstStyle>
            <ns1:defPPr algn="l">
              <ns1:defRPr sz="1350" b="0">
                <ns1:solidFill>
                  <ns1:srgbClr val="D4DEEF"/>
                </ns1:solidFill>
                <ns1:latin typeface="Aptos"/>
                <ns1:ea typeface="Aptos"/>
                <ns1:cs typeface="Aptos"/>
              </ns1:defRPr>
            </ns1:defPPr>
            <ns1:lvl1pPr algn="l">
              <ns1:defRPr sz="1350" b="0">
                <ns1:solidFill>
                  <ns1:srgbClr val="D4DEEF"/>
                </ns1:solidFill>
                <ns1:latin typeface="Aptos"/>
                <ns1:ea typeface="Aptos"/>
                <ns1:cs typeface="Aptos"/>
              </ns1:defRPr>
            </ns1:lvl1pPr>
            <ns1:lvl2pPr algn="l">
              <ns1:defRPr sz="1350" b="0">
                <ns1:solidFill>
                  <ns1:srgbClr val="D4DEEF"/>
                </ns1:solidFill>
                <ns1:latin typeface="Aptos"/>
                <ns1:ea typeface="Aptos"/>
                <ns1:cs typeface="Aptos"/>
              </ns1:defRPr>
            </ns1:lvl2pPr>
            <ns1:lvl3pPr algn="l">
              <ns1:defRPr sz="1350" b="0">
                <ns1:solidFill>
                  <ns1:srgbClr val="D4DEEF"/>
                </ns1:solidFill>
                <ns1:latin typeface="Aptos"/>
                <ns1:ea typeface="Aptos"/>
                <ns1:cs typeface="Aptos"/>
              </ns1:defRPr>
            </ns1:lvl3pPr>
            <ns1:lvl4pPr algn="l">
              <ns1:defRPr sz="1350" b="0">
                <ns1:solidFill>
                  <ns1:srgbClr val="D4DEEF"/>
                </ns1:solidFill>
                <ns1:latin typeface="Aptos"/>
                <ns1:ea typeface="Aptos"/>
                <ns1:cs typeface="Aptos"/>
              </ns1:defRPr>
            </ns1:lvl4pPr>
            <ns1:lvl5pPr algn="l">
              <ns1:defRPr sz="1350" b="0">
                <ns1:solidFill>
                  <ns1:srgbClr val="D4DEEF"/>
                </ns1:solidFill>
                <ns1:latin typeface="Aptos"/>
                <ns1:ea typeface="Aptos"/>
                <ns1:cs typeface="Aptos"/>
              </ns1:defRPr>
            </ns1:lvl5pPr>
            <ns1:lvl6pPr algn="l">
              <ns1:defRPr sz="1350" b="0">
                <ns1:solidFill>
                  <ns1:srgbClr val="D4DEEF"/>
                </ns1:solidFill>
                <ns1:latin typeface="Aptos"/>
                <ns1:ea typeface="Aptos"/>
                <ns1:cs typeface="Aptos"/>
              </ns1:defRPr>
            </ns1:lvl6pPr>
            <ns1:lvl7pPr algn="l">
              <ns1:defRPr sz="1350" b="0">
                <ns1:solidFill>
                  <ns1:srgbClr val="D4DEEF"/>
                </ns1:solidFill>
                <ns1:latin typeface="Aptos"/>
                <ns1:ea typeface="Aptos"/>
                <ns1:cs typeface="Aptos"/>
              </ns1:defRPr>
            </ns1:lvl7pPr>
            <ns1:lvl8pPr algn="l">
              <ns1:defRPr sz="1350" b="0">
                <ns1:solidFill>
                  <ns1:srgbClr val="D4DEEF"/>
                </ns1:solidFill>
                <ns1:latin typeface="Aptos"/>
                <ns1:ea typeface="Aptos"/>
                <ns1:cs typeface="Aptos"/>
              </ns1:defRPr>
            </ns1:lvl8pPr>
            <ns1:lvl9pPr algn="l">
              <ns1:defRPr sz="1350" b="0">
                <ns1:solidFill>
                  <ns1:srgbClr val="D4DEEF"/>
                </ns1:solidFill>
                <ns1:latin typeface="Aptos"/>
                <ns1:ea typeface="Aptos"/>
                <ns1:cs typeface="Aptos"/>
              </ns1:defRPr>
            </ns1:lvl9pPr>
          </ns1:lstStyle>
          <ns1:p>
            <ns1:pPr algn="l">
              <ns1:defRPr sz="1350" b="0">
                <ns1:solidFill>
                  <ns1:srgbClr val="D4DEEF"/>
                </ns1:solidFill>
                <ns1:latin typeface="Aptos"/>
                <ns1:ea typeface="Aptos"/>
                <ns1:cs typeface="Aptos"/>
              </ns1:defRPr>
            </ns1:pPr>
            <ns1:r>
              <ns1:rPr sz="1350" b="0">
                <ns1:solidFill>
                  <ns1:srgbClr val="D4DEEF"/>
                </ns1:solidFill>
                <ns1:latin typeface="Aptos"/>
                <ns1:ea typeface="Aptos"/>
                <ns1:cs typeface="Aptos"/>
              </ns1:rPr>
              <ns1:t>Escanear la sesión y revisar la planilla</ns1:t>
            </ns1:r>
          </ns1:p>
        </ns0:txBody>
      </ns0:sp>
      <ns0:sp>
        <ns0:nvSpPr>
          <ns0:cNvPr id="46" name="">
            <ns1:extLst>
              <ns1:ext uri="{FF2B5EF4-FFF2-40B4-BE49-F238E27FC236}">
                <ns2:creationId id="{B8356F75-0E88-44B7-BF54-26969C607AAA}"/>
              </ns1:ext>
            </ns1:extLst>
          </ns0:cNvPr>
          <ns0:cNvSpPr>
            <ns1:spLocks noGrp="1"/>
          </ns0:cNvSpPr>
          <ns0:nvPr/>
        </ns0:nvSpPr>
        <ns0:spPr>
          <ns1:xfrm>
            <ns1:off x="8239125" y="5581650"/>
            <ns1:ext cx="3095625" cy="533400"/>
          </ns1:xfrm>
          <ns1:prstGeom prst="roundRect">
            <ns1:avLst>
              <ns1:gd name="adj" fmla="val 14286"/>
            </ns1:avLst>
          </ns1:prstGeom>
          <ns1:solidFill>
            <ns1:srgbClr val="263D72"/>
          </ns1:solidFill>
          <ns1:ln w="0">
            <ns1:noFill/>
            <ns1:prstDash val="solid"/>
          </ns1:ln>
        </ns0:spPr>
      </ns0:sp>
      <ns0:sp>
        <ns0:nvSpPr>
          <ns0:cNvPr id="47" name="">
            <ns1:extLst>
              <ns1:ext uri="{FF2B5EF4-FFF2-40B4-BE49-F238E27FC236}">
                <ns2:creationId id="{C9C1F022-B0BE-4F50-AD3B-B4E0B20F670F}"/>
              </ns1:ext>
            </ns1:extLst>
          </ns0:cNvPr>
          <ns0:cNvSpPr>
            <ns1:spLocks noGrp="1"/>
          </ns0:cNvSpPr>
          <ns0:nvPr/>
        </ns0:nvSpPr>
        <ns0:spPr>
          <ns1:xfrm>
            <ns1:off x="8401050" y="5686425"/>
            <ns1:ext cx="2762250" cy="285750"/>
          </ns1:xfrm>
          <ns1:prstGeom prst="rect">
            <ns1:avLst/>
          </ns1:prstGeom>
          <ns1:noFill/>
          <ns1:ln w="0">
            <ns1:noFill/>
            <ns1:prstDash val="solid"/>
          </ns1:ln>
        </ns0:spPr>
        <ns0:txBody>
          <ns1:bodyPr lIns="0" tIns="0" rIns="0" bIns="0" anchor="ctr">
            <ns1:normAutofit fontScale="100000"/>
          </ns1:bodyPr>
          <ns1:lstStyle>
            <ns1:defPPr algn="ctr">
              <ns1:defRPr sz="1125" b="1">
                <ns1:solidFill>
                  <ns1:srgbClr val="FFFFFF"/>
                </ns1:solidFill>
                <ns1:latin typeface="Aptos"/>
                <ns1:ea typeface="Aptos"/>
                <ns1:cs typeface="Aptos"/>
              </ns1:defRPr>
            </ns1:defPPr>
            <ns1:lvl1pPr algn="ctr">
              <ns1:defRPr sz="1125" b="1">
                <ns1:solidFill>
                  <ns1:srgbClr val="FFFFFF"/>
                </ns1:solidFill>
                <ns1:latin typeface="Aptos"/>
                <ns1:ea typeface="Aptos"/>
                <ns1:cs typeface="Aptos"/>
              </ns1:defRPr>
            </ns1:lvl1pPr>
            <ns1:lvl2pPr algn="ctr">
              <ns1:defRPr sz="1125" b="1">
                <ns1:solidFill>
                  <ns1:srgbClr val="FFFFFF"/>
                </ns1:solidFill>
                <ns1:latin typeface="Aptos"/>
                <ns1:ea typeface="Aptos"/>
                <ns1:cs typeface="Aptos"/>
              </ns1:defRPr>
            </ns1:lvl2pPr>
            <ns1:lvl3pPr algn="ctr">
              <ns1:defRPr sz="1125" b="1">
                <ns1:solidFill>
                  <ns1:srgbClr val="FFFFFF"/>
                </ns1:solidFill>
                <ns1:latin typeface="Aptos"/>
                <ns1:ea typeface="Aptos"/>
                <ns1:cs typeface="Aptos"/>
              </ns1:defRPr>
            </ns1:lvl3pPr>
            <ns1:lvl4pPr algn="ctr">
              <ns1:defRPr sz="1125" b="1">
                <ns1:solidFill>
                  <ns1:srgbClr val="FFFFFF"/>
                </ns1:solidFill>
                <ns1:latin typeface="Aptos"/>
                <ns1:ea typeface="Aptos"/>
                <ns1:cs typeface="Aptos"/>
              </ns1:defRPr>
            </ns1:lvl4pPr>
            <ns1:lvl5pPr algn="ctr">
              <ns1:defRPr sz="1125" b="1">
                <ns1:solidFill>
                  <ns1:srgbClr val="FFFFFF"/>
                </ns1:solidFill>
                <ns1:latin typeface="Aptos"/>
                <ns1:ea typeface="Aptos"/>
                <ns1:cs typeface="Aptos"/>
              </ns1:defRPr>
            </ns1:lvl5pPr>
            <ns1:lvl6pPr algn="ctr">
              <ns1:defRPr sz="1125" b="1">
                <ns1:solidFill>
                  <ns1:srgbClr val="FFFFFF"/>
                </ns1:solidFill>
                <ns1:latin typeface="Aptos"/>
                <ns1:ea typeface="Aptos"/>
                <ns1:cs typeface="Aptos"/>
              </ns1:defRPr>
            </ns1:lvl6pPr>
            <ns1:lvl7pPr algn="ctr">
              <ns1:defRPr sz="1125" b="1">
                <ns1:solidFill>
                  <ns1:srgbClr val="FFFFFF"/>
                </ns1:solidFill>
                <ns1:latin typeface="Aptos"/>
                <ns1:ea typeface="Aptos"/>
                <ns1:cs typeface="Aptos"/>
              </ns1:defRPr>
            </ns1:lvl7pPr>
            <ns1:lvl8pPr algn="ctr">
              <ns1:defRPr sz="1125" b="1">
                <ns1:solidFill>
                  <ns1:srgbClr val="FFFFFF"/>
                </ns1:solidFill>
                <ns1:latin typeface="Aptos"/>
                <ns1:ea typeface="Aptos"/>
                <ns1:cs typeface="Aptos"/>
              </ns1:defRPr>
            </ns1:lvl8pPr>
            <ns1:lvl9pPr algn="ctr">
              <ns1:defRPr sz="1125" b="1">
                <ns1:solidFill>
                  <ns1:srgbClr val="FFFFFF"/>
                </ns1:solidFill>
                <ns1:latin typeface="Aptos"/>
                <ns1:ea typeface="Aptos"/>
                <ns1:cs typeface="Aptos"/>
              </ns1:defRPr>
            </ns1:lvl9pPr>
          </ns1:lstStyle>
          <ns1:p>
            <ns1:pPr algn="ctr">
              <ns1:defRPr sz="1125" b="1">
                <ns1:solidFill>
                  <ns1:srgbClr val="FFFFFF"/>
                </ns1:solidFill>
                <ns1:latin typeface="Aptos"/>
                <ns1:ea typeface="Aptos"/>
                <ns1:cs typeface="Aptos"/>
              </ns1:defRPr>
            </ns1:pPr>
            <ns1:r>
              <ns1:rPr sz="1125" b="1">
                <ns1:solidFill>
                  <ns1:srgbClr val="FFFFFF"/>
                </ns1:solidFill>
                <ns1:latin typeface="Aptos"/>
                <ns1:ea typeface="Aptos"/>
                <ns1:cs typeface="Aptos"/>
              </ns1:rPr>
              <ns1:t>Si falla la conexión, usar perfiles y QR preparados</ns1:t>
            </ns1:r>
          </ns1:p>
        </ns0:txBody>
      </ns0:sp>
    </ns0:spTree>
    <ns0:extLst>
      <ns0:ext uri="{BB962C8B-B14F-4D97-AF65-F5344CB8AC3E}">
        <ns3:creationId val="1022564720"/>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2026-10-22T01:17:09.2860000Z</dcterms:created>
  <dcterms:modified xsi:type="dcterms:W3CDTF">2026-10-22T01:17:09.2860000Z</dcterms:modified>
</coreProperties>
</file>