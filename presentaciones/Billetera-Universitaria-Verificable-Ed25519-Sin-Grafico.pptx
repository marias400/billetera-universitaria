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b4a26a52e34077" /><Relationship Type="http://schemas.openxmlformats.org/officeDocument/2006/relationships/extended-properties" Target="/docProps/app.xml" Id="R903c3ec6a3a14a06" /><Relationship Type="http://schemas.openxmlformats.org/officeDocument/2006/relationships/officeDocument" Target="/ppt/presentation.xml" Id="Rbb4c4871fb23479c" /></Relationships>
</file>

<file path=ppt/presentation.xml><?xml version="1.0" encoding="utf-8"?>
<p:presentation xmlns:p="http://schemas.openxmlformats.org/presentationml/2006/main">
  <p:sldMasterIdLst>
    <p:sldMasterId xmlns:r="http://schemas.openxmlformats.org/officeDocument/2006/relationships" id="2147483648" r:id="R8feaa12f71074d30"/>
  </p:sldMasterIdLst>
  <p:notesMasterIdLst>
    <p:notesMasterId xmlns:r="http://schemas.openxmlformats.org/officeDocument/2006/relationships" r:id="Rb5fb99f33267470d"/>
  </p:notesMasterIdLst>
  <p:sldIdLst>
    <p:sldId xmlns:r="http://schemas.openxmlformats.org/officeDocument/2006/relationships" id="256" r:id="Rd6f54c9fe9944284"/>
    <p:sldId xmlns:r="http://schemas.openxmlformats.org/officeDocument/2006/relationships" id="257" r:id="R832a1aefcbc94a44"/>
    <p:sldId xmlns:r="http://schemas.openxmlformats.org/officeDocument/2006/relationships" id="258" r:id="R512978530d4441c9"/>
    <p:sldId xmlns:r="http://schemas.openxmlformats.org/officeDocument/2006/relationships" id="259" r:id="R2c61b7e2b3594772"/>
    <p:sldId xmlns:r="http://schemas.openxmlformats.org/officeDocument/2006/relationships" id="260" r:id="R21247e0f6f954834"/>
    <p:sldId xmlns:r="http://schemas.openxmlformats.org/officeDocument/2006/relationships" id="261" r:id="Rfa65548a5de34283"/>
    <p:sldId xmlns:r="http://schemas.openxmlformats.org/officeDocument/2006/relationships" id="262" r:id="Rbe2c12367e5c49c1"/>
    <p:sldId xmlns:r="http://schemas.openxmlformats.org/officeDocument/2006/relationships" id="263" r:id="R15f2ef555dbd489a"/>
    <p:sldId xmlns:r="http://schemas.openxmlformats.org/officeDocument/2006/relationships" id="264" r:id="R969fc15e56994786"/>
    <p:sldId xmlns:r="http://schemas.openxmlformats.org/officeDocument/2006/relationships" id="265" r:id="R6acd6c767a744a19"/>
    <p:sldId xmlns:r="http://schemas.openxmlformats.org/officeDocument/2006/relationships" id="266" r:id="R4b7e1d6f7e0442e9"/>
    <p:sldId xmlns:r="http://schemas.openxmlformats.org/officeDocument/2006/relationships" id="267" r:id="Ra171bdfbbe0d4099"/>
    <p:sldId xmlns:r="http://schemas.openxmlformats.org/officeDocument/2006/relationships" id="268" r:id="R27b30b326b784a60"/>
    <p:sldId xmlns:r="http://schemas.openxmlformats.org/officeDocument/2006/relationships" id="269" r:id="R0e35c861f6044c28"/>
    <p:sldId xmlns:r="http://schemas.openxmlformats.org/officeDocument/2006/relationships" id="270" r:id="Raf410e2a6ab4495d"/>
    <p:sldId xmlns:r="http://schemas.openxmlformats.org/officeDocument/2006/relationships" id="271" r:id="R1f0026e766c34903"/>
    <p:sldId xmlns:r="http://schemas.openxmlformats.org/officeDocument/2006/relationships" id="272" r:id="R8c11bb127d5b4b4c"/>
    <p:sldId xmlns:r="http://schemas.openxmlformats.org/officeDocument/2006/relationships" id="273" r:id="R9eb05bd005c94e32"/>
    <p:sldId xmlns:r="http://schemas.openxmlformats.org/officeDocument/2006/relationships" id="274" r:id="R6ec2bbd5086e4470"/>
    <p:sldId xmlns:r="http://schemas.openxmlformats.org/officeDocument/2006/relationships" id="275" r:id="R765ad5f84ea24346"/>
    <p:sldId xmlns:r="http://schemas.openxmlformats.org/officeDocument/2006/relationships" id="276" r:id="Rc3660282227b4dca"/>
    <p:sldId xmlns:r="http://schemas.openxmlformats.org/officeDocument/2006/relationships" id="277" r:id="Rdb3b8e73c7fc464d"/>
    <p:sldId xmlns:r="http://schemas.openxmlformats.org/officeDocument/2006/relationships" id="278" r:id="R6a024876a7bc4d8a"/>
    <p:sldId xmlns:r="http://schemas.openxmlformats.org/officeDocument/2006/relationships" id="279" r:id="Rde0930b6a8564711"/>
    <p:sldId xmlns:r="http://schemas.openxmlformats.org/officeDocument/2006/relationships" id="280" r:id="R16d97421391848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c65d71a2c240f0" /><Relationship Type="http://schemas.openxmlformats.org/officeDocument/2006/relationships/slideMaster" Target="/ppt/slideMasters/slideMaster1.xml" Id="R8feaa12f71074d30" /><Relationship Type="http://schemas.openxmlformats.org/officeDocument/2006/relationships/notesMaster" Target="/ppt/notesMasters/notesMaster1.xml" Id="Rb5fb99f33267470d" /><Relationship Type="http://schemas.openxmlformats.org/officeDocument/2006/relationships/presProps" Target="/ppt/presProps.xml" Id="Rdeff0496fc5a41e1" /><Relationship Type="http://schemas.openxmlformats.org/officeDocument/2006/relationships/tableStyles" Target="/ppt/tableStyles.xml" Id="Rea2c7f40637f4b05" /><Relationship Type="http://schemas.openxmlformats.org/officeDocument/2006/relationships/slide" Target="/ppt/slides/slide1.xml" Id="Rd6f54c9fe9944284" /><Relationship Type="http://schemas.openxmlformats.org/officeDocument/2006/relationships/slide" Target="/ppt/slides/slide2.xml" Id="R832a1aefcbc94a44" /><Relationship Type="http://schemas.openxmlformats.org/officeDocument/2006/relationships/slide" Target="/ppt/slides/slide3.xml" Id="R512978530d4441c9" /><Relationship Type="http://schemas.openxmlformats.org/officeDocument/2006/relationships/slide" Target="/ppt/slides/slide4.xml" Id="R2c61b7e2b3594772" /><Relationship Type="http://schemas.openxmlformats.org/officeDocument/2006/relationships/slide" Target="/ppt/slides/slide5.xml" Id="R21247e0f6f954834" /><Relationship Type="http://schemas.openxmlformats.org/officeDocument/2006/relationships/slide" Target="/ppt/slides/slide6.xml" Id="Rfa65548a5de34283" /><Relationship Type="http://schemas.openxmlformats.org/officeDocument/2006/relationships/slide" Target="/ppt/slides/slide7.xml" Id="Rbe2c12367e5c49c1" /><Relationship Type="http://schemas.openxmlformats.org/officeDocument/2006/relationships/slide" Target="/ppt/slides/slide8.xml" Id="R15f2ef555dbd489a" /><Relationship Type="http://schemas.openxmlformats.org/officeDocument/2006/relationships/slide" Target="/ppt/slides/slide9.xml" Id="R969fc15e56994786" /><Relationship Type="http://schemas.openxmlformats.org/officeDocument/2006/relationships/slide" Target="/ppt/slides/slide10.xml" Id="R6acd6c767a744a19" /><Relationship Type="http://schemas.openxmlformats.org/officeDocument/2006/relationships/slide" Target="/ppt/slides/slide11.xml" Id="R4b7e1d6f7e0442e9" /><Relationship Type="http://schemas.openxmlformats.org/officeDocument/2006/relationships/slide" Target="/ppt/slides/slide12.xml" Id="Ra171bdfbbe0d4099" /><Relationship Type="http://schemas.openxmlformats.org/officeDocument/2006/relationships/slide" Target="/ppt/slides/slide13.xml" Id="R27b30b326b784a60" /><Relationship Type="http://schemas.openxmlformats.org/officeDocument/2006/relationships/slide" Target="/ppt/slides/slide14.xml" Id="R0e35c861f6044c28" /><Relationship Type="http://schemas.openxmlformats.org/officeDocument/2006/relationships/slide" Target="/ppt/slides/slide15.xml" Id="Raf410e2a6ab4495d" /><Relationship Type="http://schemas.openxmlformats.org/officeDocument/2006/relationships/slide" Target="/ppt/slides/slide16.xml" Id="R1f0026e766c34903" /><Relationship Type="http://schemas.openxmlformats.org/officeDocument/2006/relationships/slide" Target="/ppt/slides/slide17.xml" Id="R8c11bb127d5b4b4c" /><Relationship Type="http://schemas.openxmlformats.org/officeDocument/2006/relationships/slide" Target="/ppt/slides/slide18.xml" Id="R9eb05bd005c94e32" /><Relationship Type="http://schemas.openxmlformats.org/officeDocument/2006/relationships/slide" Target="/ppt/slides/slide19.xml" Id="R6ec2bbd5086e4470" /><Relationship Type="http://schemas.openxmlformats.org/officeDocument/2006/relationships/slide" Target="/ppt/slides/slide20.xml" Id="R765ad5f84ea24346" /><Relationship Type="http://schemas.openxmlformats.org/officeDocument/2006/relationships/slide" Target="/ppt/slides/slide21.xml" Id="Rc3660282227b4dca" /><Relationship Type="http://schemas.openxmlformats.org/officeDocument/2006/relationships/slide" Target="/ppt/slides/slide22.xml" Id="Rdb3b8e73c7fc464d" /><Relationship Type="http://schemas.openxmlformats.org/officeDocument/2006/relationships/slide" Target="/ppt/slides/slide23.xml" Id="R6a024876a7bc4d8a" /><Relationship Type="http://schemas.openxmlformats.org/officeDocument/2006/relationships/slide" Target="/ppt/slides/slide24.xml" Id="Rde0930b6a8564711" /><Relationship Type="http://schemas.openxmlformats.org/officeDocument/2006/relationships/slide" Target="/ppt/slides/slide25.xml" Id="R16d97421391848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6549a26aaa4f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dc86b542e442fd" /><Relationship Type="http://schemas.openxmlformats.org/officeDocument/2006/relationships/notesMaster" Target="/ppt/notesMasters/notesMaster1.xml" Id="R3bde08c6edf043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42f9e074a24c38" /><Relationship Type="http://schemas.openxmlformats.org/officeDocument/2006/relationships/notesMaster" Target="/ppt/notesMasters/notesMaster1.xml" Id="Rae5ff407375843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479f4f615f4735" /><Relationship Type="http://schemas.openxmlformats.org/officeDocument/2006/relationships/notesMaster" Target="/ppt/notesMasters/notesMaster1.xml" Id="R7892c0378c984c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6d3dd11e224f1d" /><Relationship Type="http://schemas.openxmlformats.org/officeDocument/2006/relationships/notesMaster" Target="/ppt/notesMasters/notesMaster1.xml" Id="Rdddb02f8d7784d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e67586be6d4ec0" /><Relationship Type="http://schemas.openxmlformats.org/officeDocument/2006/relationships/notesMaster" Target="/ppt/notesMasters/notesMaster1.xml" Id="R72d3d5d8a1ed49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31b8b912de49f6" /><Relationship Type="http://schemas.openxmlformats.org/officeDocument/2006/relationships/notesMaster" Target="/ppt/notesMasters/notesMaster1.xml" Id="Rfefa1a8278c441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02ce82415b4b72" /><Relationship Type="http://schemas.openxmlformats.org/officeDocument/2006/relationships/notesMaster" Target="/ppt/notesMasters/notesMaster1.xml" Id="Re7a8813fde514f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4d5d533d624856" /><Relationship Type="http://schemas.openxmlformats.org/officeDocument/2006/relationships/notesMaster" Target="/ppt/notesMasters/notesMaster1.xml" Id="R2621a240ae6843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da398e092c4568" /><Relationship Type="http://schemas.openxmlformats.org/officeDocument/2006/relationships/notesMaster" Target="/ppt/notesMasters/notesMaster1.xml" Id="R470d7397c5004a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33cbbb1bdc4348" /><Relationship Type="http://schemas.openxmlformats.org/officeDocument/2006/relationships/notesMaster" Target="/ppt/notesMasters/notesMaster1.xml" Id="Rcd81058c50c248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cd2441d4bf94dc3" /><Relationship Type="http://schemas.openxmlformats.org/officeDocument/2006/relationships/notesMaster" Target="/ppt/notesMasters/notesMaster1.xml" Id="Red15e9343f3345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360b24018c4bbf" /><Relationship Type="http://schemas.openxmlformats.org/officeDocument/2006/relationships/notesMaster" Target="/ppt/notesMasters/notesMaster1.xml" Id="R309cdbb233e34a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6d16a626f84a28" /><Relationship Type="http://schemas.openxmlformats.org/officeDocument/2006/relationships/notesMaster" Target="/ppt/notesMasters/notesMaster1.xml" Id="R81ad333e1b274f1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16da9dea74461c" /><Relationship Type="http://schemas.openxmlformats.org/officeDocument/2006/relationships/notesMaster" Target="/ppt/notesMasters/notesMaster1.xml" Id="R41cef238a70548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e0110e24a6341ad" /><Relationship Type="http://schemas.openxmlformats.org/officeDocument/2006/relationships/notesMaster" Target="/ppt/notesMasters/notesMaster1.xml" Id="R9f4967308b62455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46c22acb7e4d37" /><Relationship Type="http://schemas.openxmlformats.org/officeDocument/2006/relationships/notesMaster" Target="/ppt/notesMasters/notesMaster1.xml" Id="R52291968d1fc4d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6be8379049449a0" /><Relationship Type="http://schemas.openxmlformats.org/officeDocument/2006/relationships/notesMaster" Target="/ppt/notesMasters/notesMaster1.xml" Id="Rfcf8c212050646d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fd0dd0eb6894039" /><Relationship Type="http://schemas.openxmlformats.org/officeDocument/2006/relationships/notesMaster" Target="/ppt/notesMasters/notesMaster1.xml" Id="Re434a5cfee224f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e68c2e7cc3f4e11" /><Relationship Type="http://schemas.openxmlformats.org/officeDocument/2006/relationships/notesMaster" Target="/ppt/notesMasters/notesMaster1.xml" Id="R706b798d3b2f4be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6ca85f0d3b34c83" /><Relationship Type="http://schemas.openxmlformats.org/officeDocument/2006/relationships/notesMaster" Target="/ppt/notesMasters/notesMaster1.xml" Id="R63a65b6bd492411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2767a6aaac4d96" /><Relationship Type="http://schemas.openxmlformats.org/officeDocument/2006/relationships/notesMaster" Target="/ppt/notesMasters/notesMaster1.xml" Id="Rd57997b00ce043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623bb602a834885" /><Relationship Type="http://schemas.openxmlformats.org/officeDocument/2006/relationships/notesMaster" Target="/ppt/notesMasters/notesMaster1.xml" Id="Recc4b79eeb03431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e02a8db6e9c4e38" /><Relationship Type="http://schemas.openxmlformats.org/officeDocument/2006/relationships/notesMaster" Target="/ppt/notesMasters/notesMaster1.xml" Id="R97270d7386e84fa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00b1fb7c49042ef" /><Relationship Type="http://schemas.openxmlformats.org/officeDocument/2006/relationships/notesMaster" Target="/ppt/notesMasters/notesMaster1.xml" Id="R254c26cb23ac4b6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e5be965d0694aff" /><Relationship Type="http://schemas.openxmlformats.org/officeDocument/2006/relationships/notesMaster" Target="/ppt/notesMasters/notesMaster1.xml" Id="Rd3bb59eb791944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(30 segundos). Presentate junto con Mariano Arias Simone. Hoy vamos a explicar una billetera para guardar constancias académicas y compartirlas cuando alguien las pide. La idea principal es: el emisor firma, el estudiante decide y el verificador comprueba.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problema (1 minuto y medio). Imaginá que un gimnasio necesita saber si una persona tiene una constancia vigente. No necesita ver todas sus notas. Un archivo puede ser difícil de verificar y puede revelar más de lo necesario. Estos son motivos del proyecto, no una evaluación de los trámites actuales de UNLaR. Pasá a la pregunta: ¿cómo comprobar solo el dato que hace falta?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Criptografía (1 minuto y medio). La criptografía reúne técnicas para proteger datos o comprobarlos. Antes se compartía una misma clave secreta. En 1976 se propuso el modelo de clave pública: una clave se puede compartir y otra se guarda en secreto. Ed25519 es una forma moderna de firmar datos. Estos son hitos breves, no toda la historia.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Tres ideas (2 minutos). Cifrar es esconder el mensaje para que no cualquiera lo lea. Una huella o hash resume los datos y ayuda a detectar cambios. Una firma digital permite comprobar que una clave relacionada firmó esos datos. En nuestro prototipo, la nota se firma, pero queda legible. Firma no significa cifrado.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Claves (1 minuto y medio). En el ejemplo de cifrado, ambas personas usan la misma clave secreta. Para firmar, el emisor usa una clave privada que guarda; quien recibe usa la clave pública para revisar la firma. No son claves intercambiables: la pública no sirve para crear la firma. En este proyecto usamos Ed25519.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Cómo se firma (2 minutos). Primero el programa ordena los campos para que siempre lea los datos de la misma manera. Después Node.js usa la clave privada del emisor para crear la firma. La firma se adjunta a los datos. La credencial sigue siendo legible. Podés decirlo así: es como un sello que permite detectar si alguien cambió el contenido.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ecuaciones resumen la firma y su verificación; no hace falta aprenderlas de memoria. M es el mensaje. La clave privada permite calcular la firma (R,S). El verificador usa la clave pública para comprobar que ambos lados de la igualdad dan el mismo resultado. Si se cambia el mensaje, cambia el resultado y la firma falla. La diapositiva siguiente muestra qué significa la curva y por qué hablamos de puntos discretos. El código usa una biblioteca: no implementa esta matemática a mano. Fuente: RFC 8032 https://www.rfc-editor.org/rfc/rfc8032.html.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Explicación (2 minutos). RSA parte de un número n que es el producto de dos primos grandes, p y q. Si ya conocemos uno, dividir n por ese primo nos da el otro. El reto es encontrar un factor de n; no se resuelve con una división sencilla. Ed25519 usa una curva de Edwards definida en un campo finito. La operación combina puntos según reglas concretas. A=[a]B se puede calcular desde el secreto a y un punto fijo B; volver desde A hasta a es el problema difícil. [a]B se llama multiplicación escalar: intuitivamente, sumar B repetidas veces usando la regla de la curva. Estos cálculos están hechos para ser eficientes; la mejora principal es lograr una fortaleza clásica aproximada de 128 bits con una clave pública de 32 bytes, comparable a RSA-3072, cuyo módulo mide 3072 bits. No digas que las curvas son más lentas o que no se pueden dividir en ningún sentido: su seguridad se basa en problemas matemáticos distintos. Tampoco es una curva continua como la dibujada en una hoja; la aritmética se hace módulo p. Fuentes: RSA, RFC 2313 https://www.rfc-editor.org/rfc/rfc2313.html; Ed25519 y edwards25519, RFC 8032 https://www.rfc-editor.org/rfc/rfc8032.html y RFC 7748 https://www.rfc-editor.org/rfc/rfc7748.html; fortalezas comparables, NIST SP 800-57 Part 1 Rev. 5 https://csrc.nist.gov/pubs/sp/800/57/pt1/r5/final.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y tiempo (2 minutos). Ed25519 ofrece alrededor de 128 bits de seguridad clásica. Para dimensionar la escala, 2 elevado a 128 son aproximadamente 3.4 × 10³⁸ posibilidades. Si alguien recorriera todo ese espacio a 10¹² operaciones por segundo, el peor caso sería del orden de 10¹⁹ años. Es una comparación ilustrativa: los ataques no siempre consisten en probar claves una por una y no todas las operaciones cuestan lo mismo. RSA-3072 ofrece una fortaleza estimada comparable, pero usa claves y firmas mucho más grandes. Ed25519 no es automáticamente más seguro que RSA-3072; ofrece seguridad comparable con material compacto y buen rendimiento. AES-128 cifra con una clave secreta compartida y no reemplaza una firma. Ed25519 tampoco cifra. Esta cuenta supone computadoras clásicas y no incluye fallas de implementación, robo de claves o futuras computadoras cuánticas. Fuentes: RFC 8032 https://www.rfc-editor.org/rfc/rfc8032.html · RFC 9231 https://www.rfc-editor.org/rfc/rfc9231.html · NIST SP 800-57 Part 1 Rev. 5 https://csrc.nist.gov/pubs/sp/800/57/pt1/r5/final.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Comprobar (2 minutos). La computadora compara los datos, la firma y la clave pública del emisor. Si coinciden, la firma es válida. Si alguien cambia la nota o se usa otra clave, no coincide. Esto no responde si la credencial fue cancelada después; esa pregunta requiere consultar el estado actual.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 pares de claves (1 minuto). No hay que confundir las claves. La institución firma la credencial con su propio par de claves. El teléfono crea otro par. Cuando el estudiante acepta una solicitud, el teléfono firma una respuesta para demostrar que tiene su clave. La firma no cifra los datos que se guardan.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Alcance (2 minutos y medio). El recorrido es: emitir la credencial, guardarla en el teléfono, pedir un dato y comprobarlo. El prototipo contempla notas, regularidad, biblioteca, gimnasio y asistencia. Los perfiles son de laboratorio. La comprobación de revocación necesita la API local, y el formato todavía no está certificado para interoperar con otros sistemas.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Recorrido (2 minutos y medio). La institución crea la credencial y la firma. El estudiante la guarda. El verificador pide un dato mostrando un QR temporal. El estudiante revisa el pedido y decide. Si acepta, la API comprueba la firma y el estado. El QR no contiene la nota; solo ayuda a iniciar el pedido.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Arquitectura (2 minutos y medio). La aplicación funciona en navegador y teléfono. ZXing lee los QR y IndexedDB guarda datos en el navegador. La API corre en la Mac y guarda el estado en SQLite. Para la demostración, la Mac y los teléfonos pueden conectarse a la misma red local sin Internet. Aun así, la Mac debe estar disponible para revisar revocaciones: eso no es verificación offline.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preparar datos (2 minutos y medio). En esta diapositiva, canonicalizar significa ordenar los campos siempre igual. Así, quien firma y quien verifica obtienen el mismo texto. La firma cubre el titular, la nota y otros datos del certificado. Si cambia un campo firmado, la firma deja de coincidir. El fragmento de código muestra el orden, no hace falta leerlo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firmar (2 minutos y medio). La función recibe los datos ya ordenados y usa la clave privada del emisor. Luego agrega la firma a la credencial. Quien la recibe puede revisarla con la clave pública. Una firma válida indica que los datos coinciden con la firma; la confianza también depende de saber que esa clave pública pertenece al emisor correcto.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emitir una nota (2 minutos y medio). El sistema toma un perfil de prueba y agrega la nota, el nombre y la matrícula a los datos firmados. El servidor limita la nota al rango de 1 a 10. Aclaración importante: los perfiles de esta demo son ficticios y no verifican la identidad real de una persona.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entregar por QR (2 minutos y medio). El código QR contiene un código aleatorio, no la nota. Ese código vence a los diez minutos. La billetera destinataria reclama la credencial y la base registra el primer uso. Así se evita volver a usar el mismo código. Es una medida del prototipo; no convierte una cuenta de prueba en una identidad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Almacenamiento (2 minutos y medio). El teléfono guarda la credencial y una clave propia en el almacenamiento del navegador. Al responder una solicitud, firma un desafío. Eso demuestra que la aplicación tiene acceso a esa clave; no prueba quién es la persona ni impide prestar un teléfono desbloqueado.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Escaneo y consentimiento (2 minutos y medio). La cámara lee el código y la aplicación identifica si es para recibir una credencial, presentar un dato o registrar asistencia. Después muestra qué se solicita para que el estudiante decida. Puede aceptar o rechazar. En Android, el navegador necesita una conexión segura para activar la cámara.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valida la API (2 minutos y medio). La API revisa que la solicitud siga activa, que pida el dato correcto, que corresponda al estudiante y que las firmas sean válidas. También comprueba que la credencial no haya vencido o sido revocada, y que el pedido no se haya usado. Por eso, una firma válida no basta para afirmar que el documento sigue vigente.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Roles (2 minutos). Cada perfil tiene permisos distintos. El estudiante puede guardar credenciales, decidir si las presenta y registrar asistencia. El docente puede hacer pedidos y consultar asistencia. Cada área puede emitir y revocar sus constancias. En el prototipo, estos permisos son reglas de la aplicación, no un sistema institucional de identidad.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Asistencia (2 minutos). El docente abre una sesión y el QR vence en un minuto. El teléfono firma una respuesta para esa sesión. La API la comprueba y añade la asistencia. La planilla usa P para presente y A para ausente. El sistema limita a un registro por estudiante y sesión. Esto no demuestra ubicación física ni evita que alguien preste su teléfono.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Seguridad y límites (2 minutos). Hoy la API consulta la base para saber si una credencial fue revocada. Sin Internet puede funcionar si la red local sigue activa, pero el servidor sigue participando. Para validar completamente sin servidor, haría falta una lista de revocaciones firmada y reciente. Si estuviera vieja, la respuesta correcta sería “no se sabe”. El prototipo no usa blockchain.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Demostración (5 minutos). Primero, en la Mac, emitir una nota de prueba para Mariano. Después, con el teléfono del estudiante, escanear el QR y guardar la credencial. En la Mac, pedir la nota; en el teléfono, revisar la solicitud y aceptarla. Por último, abrir la asistencia, escanear el QR y mostrar la planilla. Si se interrumpe la conexión, usar los perfiles y códigos preparados. Cierre: el emisor firma, el estudiante decide y el verificador comprueba.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ec4883acc347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d9a9ea43cb48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48d9c266854d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862ed731b04d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217888c224946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36e2cb5b1e41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ADBFD9-DE09-4FD6-A49E-F32C17D892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EBA30E-85F7-4D7E-996D-E12CED064D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E2D9B8-D04C-4329-A0E8-74B470CFA0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1E6440-D108-4DF9-9754-C0AA1B1FA1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F9F57-EBFF-4ED8-8E0A-8FE673F981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A1392A-FC27-4E97-8E79-8B52937F14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DE4DD9-425C-4BEE-B8F9-209AC245B8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C384B8-F247-4C2B-A83C-AF190B3488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7959A6-E1E6-4DB1-8E36-9594E127FF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F6D036-5CAB-4CE2-BD1F-96843AB1BE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e2dbcd70aa4cd8" /><Relationship Type="http://schemas.openxmlformats.org/officeDocument/2006/relationships/slideLayout" Target="/ppt/slideLayouts/slideLayout1.xml" Id="R9e886ff8003144b0" /><Relationship Type="http://schemas.openxmlformats.org/officeDocument/2006/relationships/slideLayout" Target="/ppt/slideLayouts/slideLayout2.xml" Id="R79a6cc6edcb449a0" /><Relationship Type="http://schemas.openxmlformats.org/officeDocument/2006/relationships/slideLayout" Target="/ppt/slideLayouts/slideLayout3.xml" Id="R85c1668a6916422a" /><Relationship Type="http://schemas.openxmlformats.org/officeDocument/2006/relationships/slideLayout" Target="/ppt/slideLayouts/slideLayout4.xml" Id="Rd7eba5d0360b42d2" /><Relationship Type="http://schemas.openxmlformats.org/officeDocument/2006/relationships/slideLayout" Target="/ppt/slideLayouts/slideLayout5.xml" Id="R4df3c7a0f9714f29" /><Relationship Type="http://schemas.openxmlformats.org/officeDocument/2006/relationships/slideLayout" Target="/ppt/slideLayouts/slideLayout6.xml" Id="R407d4d1a053d48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886ff8003144b0"/>
    <p:sldLayoutId xmlns:r="http://schemas.openxmlformats.org/officeDocument/2006/relationships" id="2147483650" r:id="R79a6cc6edcb449a0"/>
    <p:sldLayoutId xmlns:r="http://schemas.openxmlformats.org/officeDocument/2006/relationships" id="2147483651" r:id="R85c1668a6916422a"/>
    <p:sldLayoutId xmlns:r="http://schemas.openxmlformats.org/officeDocument/2006/relationships" id="2147483652" r:id="Rd7eba5d0360b42d2"/>
    <p:sldLayoutId xmlns:r="http://schemas.openxmlformats.org/officeDocument/2006/relationships" id="2147483653" r:id="R4df3c7a0f9714f29"/>
    <p:sldLayoutId xmlns:r="http://schemas.openxmlformats.org/officeDocument/2006/relationships" id="2147483654" r:id="R407d4d1a053d48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7191295be14f65" /><Relationship Type="http://schemas.openxmlformats.org/officeDocument/2006/relationships/image" Target="/ppt/media/image.png" Id="R9d79d557b27b444f" /><Relationship Type="http://schemas.openxmlformats.org/officeDocument/2006/relationships/notesSlide" Target="/ppt/notesSlides/notesSlide1.xml" Id="Ra91ac274980246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80a8418ceb46ce" /><Relationship Type="http://schemas.openxmlformats.org/officeDocument/2006/relationships/notesSlide" Target="/ppt/notesSlides/notesSlide2.xml" Id="R03af71434d0b46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4e5ee3701874544" /><Relationship Type="http://schemas.openxmlformats.org/officeDocument/2006/relationships/notesSlide" Target="/ppt/notesSlides/notesSlide3.xml" Id="R5b9b712d86ff44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3820f12cc64d6b" /><Relationship Type="http://schemas.openxmlformats.org/officeDocument/2006/relationships/notesSlide" Target="/ppt/notesSlides/notesSlide4.xml" Id="Rf2e3d4faefa444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70171020e9492a" /><Relationship Type="http://schemas.openxmlformats.org/officeDocument/2006/relationships/notesSlide" Target="/ppt/notesSlides/notesSlide5.xml" Id="R800eb81fc51e4d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eadf0be977c4a29" /><Relationship Type="http://schemas.openxmlformats.org/officeDocument/2006/relationships/notesSlide" Target="/ppt/notesSlides/notesSlide6.xml" Id="R4d798b2cea7241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98b96f90e114778" /><Relationship Type="http://schemas.openxmlformats.org/officeDocument/2006/relationships/notesSlide" Target="/ppt/notesSlides/notesSlide7.xml" Id="R379ce962438c4c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c86a07b188f4578" /><Relationship Type="http://schemas.openxmlformats.org/officeDocument/2006/relationships/notesSlide" Target="/ppt/notesSlides/notesSlide8.xml" Id="R3ce260247c564d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74f43c839474402" /><Relationship Type="http://schemas.openxmlformats.org/officeDocument/2006/relationships/notesSlide" Target="/ppt/notesSlides/notesSlide9.xml" Id="Rce332ccef0e04a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67041f29ae04a78" /><Relationship Type="http://schemas.openxmlformats.org/officeDocument/2006/relationships/notesSlide" Target="/ppt/notesSlides/notesSlide10.xml" Id="Rba4214072c9b48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b8f55b85adf45e7" /><Relationship Type="http://schemas.openxmlformats.org/officeDocument/2006/relationships/notesSlide" Target="/ppt/notesSlides/notesSlide11.xml" Id="R8cb901028be64c0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54c3ef16ef24bf7" /><Relationship Type="http://schemas.openxmlformats.org/officeDocument/2006/relationships/notesSlide" Target="/ppt/notesSlides/notesSlide12.xml" Id="Rd2d93980c2cf4e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ff0f0dd4f6b4b19" /><Relationship Type="http://schemas.openxmlformats.org/officeDocument/2006/relationships/notesSlide" Target="/ppt/notesSlides/notesSlide13.xml" Id="R7118769bf1fd48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e1839a0ddb54609" /><Relationship Type="http://schemas.openxmlformats.org/officeDocument/2006/relationships/notesSlide" Target="/ppt/notesSlides/notesSlide14.xml" Id="R6a0d02675f264d2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ac5c67d4e714000" /><Relationship Type="http://schemas.openxmlformats.org/officeDocument/2006/relationships/notesSlide" Target="/ppt/notesSlides/notesSlide15.xml" Id="R8f81404843a647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b47b271f4954ace" /><Relationship Type="http://schemas.openxmlformats.org/officeDocument/2006/relationships/notesSlide" Target="/ppt/notesSlides/notesSlide16.xml" Id="Rec061133fad442c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0619ffa00da43d1" /><Relationship Type="http://schemas.openxmlformats.org/officeDocument/2006/relationships/notesSlide" Target="/ppt/notesSlides/notesSlide17.xml" Id="Rae1edb7b048e4d4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08df2c115294671" /><Relationship Type="http://schemas.openxmlformats.org/officeDocument/2006/relationships/notesSlide" Target="/ppt/notesSlides/notesSlide18.xml" Id="Rcab616c87a3d44f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225b282f4164b3d" /><Relationship Type="http://schemas.openxmlformats.org/officeDocument/2006/relationships/notesSlide" Target="/ppt/notesSlides/notesSlide19.xml" Id="R59cd467b9f7741a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c0f66fbfbda45d0" /><Relationship Type="http://schemas.openxmlformats.org/officeDocument/2006/relationships/notesSlide" Target="/ppt/notesSlides/notesSlide20.xml" Id="Ra512efcbf7e542e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75b0424f14242bf" /><Relationship Type="http://schemas.openxmlformats.org/officeDocument/2006/relationships/notesSlide" Target="/ppt/notesSlides/notesSlide21.xml" Id="R33739f7cb6e0479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b8b71dcd87e4058" /><Relationship Type="http://schemas.openxmlformats.org/officeDocument/2006/relationships/notesSlide" Target="/ppt/notesSlides/notesSlide22.xml" Id="R22cc2ab9a1ce48c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458ab57cc4c4e34" /><Relationship Type="http://schemas.openxmlformats.org/officeDocument/2006/relationships/notesSlide" Target="/ppt/notesSlides/notesSlide23.xml" Id="R48008f735ca44a5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2b371985ee346d1" /><Relationship Type="http://schemas.openxmlformats.org/officeDocument/2006/relationships/notesSlide" Target="/ppt/notesSlides/notesSlide24.xml" Id="Rd11bde96639f442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f6b10fe6b7d461a" /><Relationship Type="http://schemas.openxmlformats.org/officeDocument/2006/relationships/notesSlide" Target="/ppt/notesSlides/notesSlide25.xml" Id="R6b86e77c71f14e05" /></Relationships>
</file>

<file path=ppt/slides/slide1.xml><?xml version="1.0" encoding="utf-8"?>
<p:sld xmlns:p="http://schemas.openxmlformats.org/presentationml/2006/main">
  <p:cSld>
    <p:bg>
      <p:bgPr>
        <a:solidFill xmlns:a="http://schemas.openxmlformats.org/drawingml/2006/main">
          <a:srgbClr val="17255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41C6B9-DDA5-4D5D-90E1-DA5644FF0E7D}"/>
              </a:ext>
            </a:extLst>
          </p:cNvPr>
          <p:cNvSpPr>
            <a:spLocks xmlns:a="http://schemas.openxmlformats.org/drawingml/2006/main" noGrp="1"/>
          </p:cNvSpPr>
          <p:nvPr/>
        </p:nvSpPr>
        <p:spPr>
          <a:xfrm xmlns:a="http://schemas.openxmlformats.org/drawingml/2006/main">
            <a:off x="7620000" y="0"/>
            <a:ext cx="4572000" cy="4762500"/>
          </a:xfrm>
          <a:prstGeom xmlns:a="http://schemas.openxmlformats.org/drawingml/2006/main" prst="ellipse">
            <a:avLst/>
          </a:prstGeom>
          <a:solidFill xmlns:a="http://schemas.openxmlformats.org/drawingml/2006/main">
            <a:srgbClr val="203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781299-385E-41B9-B57F-4B0DE6047EF4}"/>
              </a:ext>
            </a:extLst>
          </p:cNvPr>
          <p:cNvSpPr>
            <a:spLocks xmlns:a="http://schemas.openxmlformats.org/drawingml/2006/main" noGrp="1"/>
          </p:cNvSpPr>
          <p:nvPr/>
        </p:nvSpPr>
        <p:spPr>
          <a:xfrm xmlns:a="http://schemas.openxmlformats.org/drawingml/2006/main">
            <a:off x="8763000" y="190500"/>
            <a:ext cx="3429000" cy="3524250"/>
          </a:xfrm>
          <a:prstGeom xmlns:a="http://schemas.openxmlformats.org/drawingml/2006/main" prst="ellipse">
            <a:avLst/>
          </a:prstGeom>
          <a:solidFill xmlns:a="http://schemas.openxmlformats.org/drawingml/2006/main">
            <a:srgbClr val="1B2D5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DDF494-2817-46EB-AA35-3C8ADEC3BB90}"/>
              </a:ext>
            </a:extLst>
          </p:cNvPr>
          <p:cNvSpPr>
            <a:spLocks xmlns:a="http://schemas.openxmlformats.org/drawingml/2006/main" noGrp="1"/>
          </p:cNvSpPr>
          <p:nvPr/>
        </p:nvSpPr>
        <p:spPr>
          <a:xfrm xmlns:a="http://schemas.openxmlformats.org/drawingml/2006/main">
            <a:off x="9620250" y="1162050"/>
            <a:ext cx="1571625" cy="1571625"/>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9B0A907E-DFF9-4AD6-A3C7-2279E500D256}"/>
              </a:ext>
            </a:extLst>
          </p:cNvPr>
          <p:cNvPicPr>
            <a:picLocks xmlns:a="http://schemas.openxmlformats.org/drawingml/2006/main" noChangeAspect="1"/>
          </p:cNvPicPr>
          <p:nvPr/>
        </p:nvPicPr>
        <p:blipFill>
          <a:blip xmlns:r="http://schemas.openxmlformats.org/officeDocument/2006/relationships" xmlns:a="http://schemas.openxmlformats.org/drawingml/2006/main" r:embed="R9d79d557b27b444f"/>
          <a:stretch xmlns:a="http://schemas.openxmlformats.org/drawingml/2006/main"/>
        </p:blipFill>
        <p:spPr>
          <a:xfrm xmlns:a="http://schemas.openxmlformats.org/drawingml/2006/main">
            <a:off x="7620000" y="857250"/>
            <a:ext cx="3810000"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40C4C0-372E-4613-9C8C-3641434B8351}"/>
              </a:ext>
            </a:extLst>
          </p:cNvPr>
          <p:cNvSpPr>
            <a:spLocks xmlns:a="http://schemas.openxmlformats.org/drawingml/2006/main" noGrp="1"/>
          </p:cNvSpPr>
          <p:nvPr/>
        </p:nvSpPr>
        <p:spPr>
          <a:xfrm xmlns:a="http://schemas.openxmlformats.org/drawingml/2006/main">
            <a:off x="800100" y="17907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200" b="1">
                <a:solidFill>
                  <a:srgbClr val="FFFFFF"/>
                </a:solidFill>
                <a:latin typeface="Aptos"/>
                <a:ea typeface="Aptos"/>
                <a:cs typeface="Aptos"/>
              </a:defRPr>
            </a:defPPr>
            <a:lvl1pPr algn="l">
              <a:buNone/>
              <a:defRPr sz="4200" b="1">
                <a:solidFill>
                  <a:srgbClr val="FFFFFF"/>
                </a:solidFill>
                <a:latin typeface="Aptos"/>
                <a:ea typeface="Aptos"/>
                <a:cs typeface="Aptos"/>
              </a:defRPr>
            </a:lvl1pPr>
            <a:lvl2pPr algn="l">
              <a:buNone/>
              <a:defRPr sz="4200" b="1">
                <a:solidFill>
                  <a:srgbClr val="FFFFFF"/>
                </a:solidFill>
                <a:latin typeface="Aptos"/>
                <a:ea typeface="Aptos"/>
                <a:cs typeface="Aptos"/>
              </a:defRPr>
            </a:lvl2pPr>
            <a:lvl3pPr algn="l">
              <a:buNone/>
              <a:defRPr sz="4200" b="1">
                <a:solidFill>
                  <a:srgbClr val="FFFFFF"/>
                </a:solidFill>
                <a:latin typeface="Aptos"/>
                <a:ea typeface="Aptos"/>
                <a:cs typeface="Aptos"/>
              </a:defRPr>
            </a:lvl3pPr>
            <a:lvl4pPr algn="l">
              <a:buNone/>
              <a:defRPr sz="4200" b="1">
                <a:solidFill>
                  <a:srgbClr val="FFFFFF"/>
                </a:solidFill>
                <a:latin typeface="Aptos"/>
                <a:ea typeface="Aptos"/>
                <a:cs typeface="Aptos"/>
              </a:defRPr>
            </a:lvl4pPr>
            <a:lvl5pPr algn="l">
              <a:buNone/>
              <a:defRPr sz="4200" b="1">
                <a:solidFill>
                  <a:srgbClr val="FFFFFF"/>
                </a:solidFill>
                <a:latin typeface="Aptos"/>
                <a:ea typeface="Aptos"/>
                <a:cs typeface="Aptos"/>
              </a:defRPr>
            </a:lvl5pPr>
            <a:lvl6pPr algn="l">
              <a:buNone/>
              <a:defRPr sz="4200" b="1">
                <a:solidFill>
                  <a:srgbClr val="FFFFFF"/>
                </a:solidFill>
                <a:latin typeface="Aptos"/>
                <a:ea typeface="Aptos"/>
                <a:cs typeface="Aptos"/>
              </a:defRPr>
            </a:lvl6pPr>
            <a:lvl7pPr algn="l">
              <a:buNone/>
              <a:defRPr sz="4200" b="1">
                <a:solidFill>
                  <a:srgbClr val="FFFFFF"/>
                </a:solidFill>
                <a:latin typeface="Aptos"/>
                <a:ea typeface="Aptos"/>
                <a:cs typeface="Aptos"/>
              </a:defRPr>
            </a:lvl7pPr>
            <a:lvl8pPr algn="l">
              <a:buNone/>
              <a:defRPr sz="4200" b="1">
                <a:solidFill>
                  <a:srgbClr val="FFFFFF"/>
                </a:solidFill>
                <a:latin typeface="Aptos"/>
                <a:ea typeface="Aptos"/>
                <a:cs typeface="Aptos"/>
              </a:defRPr>
            </a:lvl8pPr>
            <a:lvl9pPr algn="l">
              <a:buNone/>
              <a:defRPr sz="4200" b="1">
                <a:solidFill>
                  <a:srgbClr val="FFFFFF"/>
                </a:solidFill>
                <a:latin typeface="Aptos"/>
                <a:ea typeface="Aptos"/>
                <a:cs typeface="Aptos"/>
              </a:defRPr>
            </a:lvl9pPr>
          </a:lstStyle>
          <a:p xmlns:a="http://schemas.openxmlformats.org/drawingml/2006/main">
            <a:pPr algn="l">
              <a:buNone/>
              <a:defRPr sz="4200" b="1">
                <a:solidFill>
                  <a:srgbClr val="FFFFFF"/>
                </a:solidFill>
                <a:latin typeface="Aptos"/>
                <a:ea typeface="Aptos"/>
                <a:cs typeface="Aptos"/>
              </a:defRPr>
            </a:pPr>
            <a:r>
              <a:rPr sz="4200" b="1">
                <a:solidFill>
                  <a:srgbClr val="FFFFFF"/>
                </a:solidFill>
                <a:latin typeface="Aptos"/>
                <a:ea typeface="Aptos"/>
                <a:cs typeface="Aptos"/>
              </a:rPr>
              <a:t>BILLETERA</a:t>
            </a:r>
          </a:p>
        </p:txBody>
      </p:sp>
      <p:sp>
        <p:nvSpPr>
          <p:cNvPr id="6" name="">
            <a:extLst xmlns:a="http://schemas.openxmlformats.org/drawingml/2006/main">
              <a:ext uri="{FF2B5EF4-FFF2-40B4-BE49-F238E27FC236}">
                <a16:creationId xmlns:a16="http://schemas.microsoft.com/office/drawing/2014/main" id="{7023166A-313B-4407-9DD1-605FB5F64A40}"/>
              </a:ext>
            </a:extLst>
          </p:cNvPr>
          <p:cNvSpPr>
            <a:spLocks xmlns:a="http://schemas.openxmlformats.org/drawingml/2006/main" noGrp="1"/>
          </p:cNvSpPr>
          <p:nvPr/>
        </p:nvSpPr>
        <p:spPr>
          <a:xfrm xmlns:a="http://schemas.openxmlformats.org/drawingml/2006/main">
            <a:off x="800100" y="247650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200" b="1">
                <a:solidFill>
                  <a:srgbClr val="FFFFFF"/>
                </a:solidFill>
                <a:latin typeface="Aptos"/>
                <a:ea typeface="Aptos"/>
                <a:cs typeface="Aptos"/>
              </a:defRPr>
            </a:defPPr>
            <a:lvl1pPr algn="l">
              <a:buNone/>
              <a:defRPr sz="4200" b="1">
                <a:solidFill>
                  <a:srgbClr val="FFFFFF"/>
                </a:solidFill>
                <a:latin typeface="Aptos"/>
                <a:ea typeface="Aptos"/>
                <a:cs typeface="Aptos"/>
              </a:defRPr>
            </a:lvl1pPr>
            <a:lvl2pPr algn="l">
              <a:buNone/>
              <a:defRPr sz="4200" b="1">
                <a:solidFill>
                  <a:srgbClr val="FFFFFF"/>
                </a:solidFill>
                <a:latin typeface="Aptos"/>
                <a:ea typeface="Aptos"/>
                <a:cs typeface="Aptos"/>
              </a:defRPr>
            </a:lvl2pPr>
            <a:lvl3pPr algn="l">
              <a:buNone/>
              <a:defRPr sz="4200" b="1">
                <a:solidFill>
                  <a:srgbClr val="FFFFFF"/>
                </a:solidFill>
                <a:latin typeface="Aptos"/>
                <a:ea typeface="Aptos"/>
                <a:cs typeface="Aptos"/>
              </a:defRPr>
            </a:lvl3pPr>
            <a:lvl4pPr algn="l">
              <a:buNone/>
              <a:defRPr sz="4200" b="1">
                <a:solidFill>
                  <a:srgbClr val="FFFFFF"/>
                </a:solidFill>
                <a:latin typeface="Aptos"/>
                <a:ea typeface="Aptos"/>
                <a:cs typeface="Aptos"/>
              </a:defRPr>
            </a:lvl4pPr>
            <a:lvl5pPr algn="l">
              <a:buNone/>
              <a:defRPr sz="4200" b="1">
                <a:solidFill>
                  <a:srgbClr val="FFFFFF"/>
                </a:solidFill>
                <a:latin typeface="Aptos"/>
                <a:ea typeface="Aptos"/>
                <a:cs typeface="Aptos"/>
              </a:defRPr>
            </a:lvl5pPr>
            <a:lvl6pPr algn="l">
              <a:buNone/>
              <a:defRPr sz="4200" b="1">
                <a:solidFill>
                  <a:srgbClr val="FFFFFF"/>
                </a:solidFill>
                <a:latin typeface="Aptos"/>
                <a:ea typeface="Aptos"/>
                <a:cs typeface="Aptos"/>
              </a:defRPr>
            </a:lvl6pPr>
            <a:lvl7pPr algn="l">
              <a:buNone/>
              <a:defRPr sz="4200" b="1">
                <a:solidFill>
                  <a:srgbClr val="FFFFFF"/>
                </a:solidFill>
                <a:latin typeface="Aptos"/>
                <a:ea typeface="Aptos"/>
                <a:cs typeface="Aptos"/>
              </a:defRPr>
            </a:lvl7pPr>
            <a:lvl8pPr algn="l">
              <a:buNone/>
              <a:defRPr sz="4200" b="1">
                <a:solidFill>
                  <a:srgbClr val="FFFFFF"/>
                </a:solidFill>
                <a:latin typeface="Aptos"/>
                <a:ea typeface="Aptos"/>
                <a:cs typeface="Aptos"/>
              </a:defRPr>
            </a:lvl8pPr>
            <a:lvl9pPr algn="l">
              <a:buNone/>
              <a:defRPr sz="4200" b="1">
                <a:solidFill>
                  <a:srgbClr val="FFFFFF"/>
                </a:solidFill>
                <a:latin typeface="Aptos"/>
                <a:ea typeface="Aptos"/>
                <a:cs typeface="Aptos"/>
              </a:defRPr>
            </a:lvl9pPr>
          </a:lstStyle>
          <a:p xmlns:a="http://schemas.openxmlformats.org/drawingml/2006/main">
            <a:pPr algn="l">
              <a:buNone/>
              <a:defRPr sz="4200" b="1">
                <a:solidFill>
                  <a:srgbClr val="FFFFFF"/>
                </a:solidFill>
                <a:latin typeface="Aptos"/>
                <a:ea typeface="Aptos"/>
                <a:cs typeface="Aptos"/>
              </a:defRPr>
            </a:pPr>
            <a:r>
              <a:rPr sz="4200" b="1">
                <a:solidFill>
                  <a:srgbClr val="FFFFFF"/>
                </a:solidFill>
                <a:latin typeface="Aptos"/>
                <a:ea typeface="Aptos"/>
                <a:cs typeface="Aptos"/>
              </a:rPr>
              <a:t>Universitaria</a:t>
            </a:r>
          </a:p>
          <a:p xmlns:a="http://schemas.openxmlformats.org/drawingml/2006/main">
            <a:pPr algn="l">
              <a:buNone/>
              <a:defRPr sz="4200" b="1">
                <a:solidFill>
                  <a:srgbClr val="FFFFFF"/>
                </a:solidFill>
                <a:latin typeface="Aptos"/>
                <a:ea typeface="Aptos"/>
                <a:cs typeface="Aptos"/>
              </a:defRPr>
            </a:pPr>
            <a:r>
              <a:rPr sz="4200" b="1">
                <a:solidFill>
                  <a:srgbClr val="FFFFFF"/>
                </a:solidFill>
                <a:latin typeface="Aptos"/>
                <a:ea typeface="Aptos"/>
                <a:cs typeface="Aptos"/>
              </a:rPr>
              <a:t>Verificable</a:t>
            </a:r>
          </a:p>
        </p:txBody>
      </p:sp>
      <p:sp>
        <p:nvSpPr>
          <p:cNvPr id="7" name="">
            <a:extLst xmlns:a="http://schemas.openxmlformats.org/drawingml/2006/main">
              <a:ext uri="{FF2B5EF4-FFF2-40B4-BE49-F238E27FC236}">
                <a16:creationId xmlns:a16="http://schemas.microsoft.com/office/drawing/2014/main" id="{1D5DC435-12CD-4E48-B694-40BA8268CCD7}"/>
              </a:ext>
            </a:extLst>
          </p:cNvPr>
          <p:cNvSpPr>
            <a:spLocks xmlns:a="http://schemas.openxmlformats.org/drawingml/2006/main" noGrp="1"/>
          </p:cNvSpPr>
          <p:nvPr/>
        </p:nvSpPr>
        <p:spPr>
          <a:xfrm xmlns:a="http://schemas.openxmlformats.org/drawingml/2006/main">
            <a:off x="800100" y="4029075"/>
            <a:ext cx="6572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0">
                <a:solidFill>
                  <a:srgbClr val="D4DEEF"/>
                </a:solidFill>
                <a:latin typeface="Aptos"/>
                <a:ea typeface="Aptos"/>
                <a:cs typeface="Aptos"/>
              </a:defRPr>
            </a:defPPr>
            <a:lvl1pPr algn="l">
              <a:buNone/>
              <a:defRPr sz="1725" b="0">
                <a:solidFill>
                  <a:srgbClr val="D4DEEF"/>
                </a:solidFill>
                <a:latin typeface="Aptos"/>
                <a:ea typeface="Aptos"/>
                <a:cs typeface="Aptos"/>
              </a:defRPr>
            </a:lvl1pPr>
            <a:lvl2pPr algn="l">
              <a:buNone/>
              <a:defRPr sz="1725" b="0">
                <a:solidFill>
                  <a:srgbClr val="D4DEEF"/>
                </a:solidFill>
                <a:latin typeface="Aptos"/>
                <a:ea typeface="Aptos"/>
                <a:cs typeface="Aptos"/>
              </a:defRPr>
            </a:lvl2pPr>
            <a:lvl3pPr algn="l">
              <a:buNone/>
              <a:defRPr sz="1725" b="0">
                <a:solidFill>
                  <a:srgbClr val="D4DEEF"/>
                </a:solidFill>
                <a:latin typeface="Aptos"/>
                <a:ea typeface="Aptos"/>
                <a:cs typeface="Aptos"/>
              </a:defRPr>
            </a:lvl3pPr>
            <a:lvl4pPr algn="l">
              <a:buNone/>
              <a:defRPr sz="1725" b="0">
                <a:solidFill>
                  <a:srgbClr val="D4DEEF"/>
                </a:solidFill>
                <a:latin typeface="Aptos"/>
                <a:ea typeface="Aptos"/>
                <a:cs typeface="Aptos"/>
              </a:defRPr>
            </a:lvl4pPr>
            <a:lvl5pPr algn="l">
              <a:buNone/>
              <a:defRPr sz="1725" b="0">
                <a:solidFill>
                  <a:srgbClr val="D4DEEF"/>
                </a:solidFill>
                <a:latin typeface="Aptos"/>
                <a:ea typeface="Aptos"/>
                <a:cs typeface="Aptos"/>
              </a:defRPr>
            </a:lvl5pPr>
            <a:lvl6pPr algn="l">
              <a:buNone/>
              <a:defRPr sz="1725" b="0">
                <a:solidFill>
                  <a:srgbClr val="D4DEEF"/>
                </a:solidFill>
                <a:latin typeface="Aptos"/>
                <a:ea typeface="Aptos"/>
                <a:cs typeface="Aptos"/>
              </a:defRPr>
            </a:lvl6pPr>
            <a:lvl7pPr algn="l">
              <a:buNone/>
              <a:defRPr sz="1725" b="0">
                <a:solidFill>
                  <a:srgbClr val="D4DEEF"/>
                </a:solidFill>
                <a:latin typeface="Aptos"/>
                <a:ea typeface="Aptos"/>
                <a:cs typeface="Aptos"/>
              </a:defRPr>
            </a:lvl7pPr>
            <a:lvl8pPr algn="l">
              <a:buNone/>
              <a:defRPr sz="1725" b="0">
                <a:solidFill>
                  <a:srgbClr val="D4DEEF"/>
                </a:solidFill>
                <a:latin typeface="Aptos"/>
                <a:ea typeface="Aptos"/>
                <a:cs typeface="Aptos"/>
              </a:defRPr>
            </a:lvl8pPr>
            <a:lvl9pPr algn="l">
              <a:buNone/>
              <a:defRPr sz="1725" b="0">
                <a:solidFill>
                  <a:srgbClr val="D4DEEF"/>
                </a:solidFill>
                <a:latin typeface="Aptos"/>
                <a:ea typeface="Aptos"/>
                <a:cs typeface="Aptos"/>
              </a:defRPr>
            </a:lvl9pPr>
          </a:lstStyle>
          <a:p xmlns:a="http://schemas.openxmlformats.org/drawingml/2006/main">
            <a:pPr algn="l">
              <a:buNone/>
              <a:defRPr sz="1725" b="0">
                <a:solidFill>
                  <a:srgbClr val="D4DEEF"/>
                </a:solidFill>
                <a:latin typeface="Aptos"/>
                <a:ea typeface="Aptos"/>
                <a:cs typeface="Aptos"/>
              </a:defRPr>
            </a:pPr>
            <a:r>
              <a:rPr sz="1725" b="0">
                <a:solidFill>
                  <a:srgbClr val="D4DEEF"/>
                </a:solidFill>
                <a:latin typeface="Aptos"/>
                <a:ea typeface="Aptos"/>
                <a:cs typeface="Aptos"/>
              </a:rPr>
              <a:t>Constancias digitales que se pueden comprobar</a:t>
            </a:r>
          </a:p>
          <a:p xmlns:a="http://schemas.openxmlformats.org/drawingml/2006/main">
            <a:pPr algn="l">
              <a:buNone/>
              <a:defRPr sz="1725" b="0">
                <a:solidFill>
                  <a:srgbClr val="D4DEEF"/>
                </a:solidFill>
                <a:latin typeface="Aptos"/>
                <a:ea typeface="Aptos"/>
                <a:cs typeface="Aptos"/>
              </a:defRPr>
            </a:pPr>
            <a:r>
              <a:rPr sz="1725" b="0">
                <a:solidFill>
                  <a:srgbClr val="D4DEEF"/>
                </a:solidFill>
                <a:latin typeface="Aptos"/>
                <a:ea typeface="Aptos"/>
                <a:cs typeface="Aptos"/>
              </a:rPr>
              <a:t>El estudiante decide cuándo compartirlas</a:t>
            </a:r>
          </a:p>
        </p:txBody>
      </p:sp>
      <p:sp>
        <p:nvSpPr>
          <p:cNvPr id="8" name="">
            <a:extLst xmlns:a="http://schemas.openxmlformats.org/drawingml/2006/main">
              <a:ext uri="{FF2B5EF4-FFF2-40B4-BE49-F238E27FC236}">
                <a16:creationId xmlns:a16="http://schemas.microsoft.com/office/drawing/2014/main" id="{34D2D2F8-EAB7-45B3-A415-365C1505AC20}"/>
              </a:ext>
            </a:extLst>
          </p:cNvPr>
          <p:cNvSpPr>
            <a:spLocks xmlns:a="http://schemas.openxmlformats.org/drawingml/2006/main" noGrp="1"/>
          </p:cNvSpPr>
          <p:nvPr/>
        </p:nvSpPr>
        <p:spPr>
          <a:xfrm xmlns:a="http://schemas.openxmlformats.org/drawingml/2006/main">
            <a:off x="800100" y="5057775"/>
            <a:ext cx="271462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EDD1F0-98A9-4FCC-9D32-6666EFAB2D47}"/>
              </a:ext>
            </a:extLst>
          </p:cNvPr>
          <p:cNvSpPr>
            <a:spLocks xmlns:a="http://schemas.openxmlformats.org/drawingml/2006/main" noGrp="1"/>
          </p:cNvSpPr>
          <p:nvPr/>
        </p:nvSpPr>
        <p:spPr>
          <a:xfrm xmlns:a="http://schemas.openxmlformats.org/drawingml/2006/main">
            <a:off x="895350" y="5067300"/>
            <a:ext cx="2524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SEMINARIO DE ACTUALIZACIÓN II</a:t>
            </a:r>
          </a:p>
        </p:txBody>
      </p:sp>
      <p:sp>
        <p:nvSpPr>
          <p:cNvPr id="10" name="">
            <a:extLst xmlns:a="http://schemas.openxmlformats.org/drawingml/2006/main">
              <a:ext uri="{FF2B5EF4-FFF2-40B4-BE49-F238E27FC236}">
                <a16:creationId xmlns:a16="http://schemas.microsoft.com/office/drawing/2014/main" id="{28FC0F9E-4C85-4B32-A37A-9ED823A5BD15}"/>
              </a:ext>
            </a:extLst>
          </p:cNvPr>
          <p:cNvSpPr>
            <a:spLocks xmlns:a="http://schemas.openxmlformats.org/drawingml/2006/main" noGrp="1"/>
          </p:cNvSpPr>
          <p:nvPr/>
        </p:nvSpPr>
        <p:spPr>
          <a:xfrm xmlns:a="http://schemas.openxmlformats.org/drawingml/2006/main">
            <a:off x="800100" y="5524500"/>
            <a:ext cx="657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Ingeniería en Sistemas de Información · UNLaR</a:t>
            </a:r>
          </a:p>
        </p:txBody>
      </p:sp>
      <p:sp>
        <p:nvSpPr>
          <p:cNvPr id="11" name="">
            <a:extLst xmlns:a="http://schemas.openxmlformats.org/drawingml/2006/main">
              <a:ext uri="{FF2B5EF4-FFF2-40B4-BE49-F238E27FC236}">
                <a16:creationId xmlns:a16="http://schemas.microsoft.com/office/drawing/2014/main" id="{BBCB5DF1-C8A7-4FFF-9E02-BE1AA44ACA59}"/>
              </a:ext>
            </a:extLst>
          </p:cNvPr>
          <p:cNvSpPr>
            <a:spLocks xmlns:a="http://schemas.openxmlformats.org/drawingml/2006/main" noGrp="1"/>
          </p:cNvSpPr>
          <p:nvPr/>
        </p:nvSpPr>
        <p:spPr>
          <a:xfrm xmlns:a="http://schemas.openxmlformats.org/drawingml/2006/main">
            <a:off x="800100" y="5876925"/>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2B544"/>
                </a:solidFill>
                <a:latin typeface="Aptos"/>
                <a:ea typeface="Aptos"/>
                <a:cs typeface="Aptos"/>
              </a:defRPr>
            </a:defPPr>
            <a:lvl1pPr algn="l">
              <a:buNone/>
              <a:defRPr sz="1275" b="1">
                <a:solidFill>
                  <a:srgbClr val="F2B544"/>
                </a:solidFill>
                <a:latin typeface="Aptos"/>
                <a:ea typeface="Aptos"/>
                <a:cs typeface="Aptos"/>
              </a:defRPr>
            </a:lvl1pPr>
            <a:lvl2pPr algn="l">
              <a:buNone/>
              <a:defRPr sz="1275" b="1">
                <a:solidFill>
                  <a:srgbClr val="F2B544"/>
                </a:solidFill>
                <a:latin typeface="Aptos"/>
                <a:ea typeface="Aptos"/>
                <a:cs typeface="Aptos"/>
              </a:defRPr>
            </a:lvl2pPr>
            <a:lvl3pPr algn="l">
              <a:buNone/>
              <a:defRPr sz="1275" b="1">
                <a:solidFill>
                  <a:srgbClr val="F2B544"/>
                </a:solidFill>
                <a:latin typeface="Aptos"/>
                <a:ea typeface="Aptos"/>
                <a:cs typeface="Aptos"/>
              </a:defRPr>
            </a:lvl3pPr>
            <a:lvl4pPr algn="l">
              <a:buNone/>
              <a:defRPr sz="1275" b="1">
                <a:solidFill>
                  <a:srgbClr val="F2B544"/>
                </a:solidFill>
                <a:latin typeface="Aptos"/>
                <a:ea typeface="Aptos"/>
                <a:cs typeface="Aptos"/>
              </a:defRPr>
            </a:lvl4pPr>
            <a:lvl5pPr algn="l">
              <a:buNone/>
              <a:defRPr sz="1275" b="1">
                <a:solidFill>
                  <a:srgbClr val="F2B544"/>
                </a:solidFill>
                <a:latin typeface="Aptos"/>
                <a:ea typeface="Aptos"/>
                <a:cs typeface="Aptos"/>
              </a:defRPr>
            </a:lvl5pPr>
            <a:lvl6pPr algn="l">
              <a:buNone/>
              <a:defRPr sz="1275" b="1">
                <a:solidFill>
                  <a:srgbClr val="F2B544"/>
                </a:solidFill>
                <a:latin typeface="Aptos"/>
                <a:ea typeface="Aptos"/>
                <a:cs typeface="Aptos"/>
              </a:defRPr>
            </a:lvl6pPr>
            <a:lvl7pPr algn="l">
              <a:buNone/>
              <a:defRPr sz="1275" b="1">
                <a:solidFill>
                  <a:srgbClr val="F2B544"/>
                </a:solidFill>
                <a:latin typeface="Aptos"/>
                <a:ea typeface="Aptos"/>
                <a:cs typeface="Aptos"/>
              </a:defRPr>
            </a:lvl7pPr>
            <a:lvl8pPr algn="l">
              <a:buNone/>
              <a:defRPr sz="1275" b="1">
                <a:solidFill>
                  <a:srgbClr val="F2B544"/>
                </a:solidFill>
                <a:latin typeface="Aptos"/>
                <a:ea typeface="Aptos"/>
                <a:cs typeface="Aptos"/>
              </a:defRPr>
            </a:lvl8pPr>
            <a:lvl9pPr algn="l">
              <a:buNone/>
              <a:defRPr sz="1275" b="1">
                <a:solidFill>
                  <a:srgbClr val="F2B544"/>
                </a:solidFill>
                <a:latin typeface="Aptos"/>
                <a:ea typeface="Aptos"/>
                <a:cs typeface="Aptos"/>
              </a:defRPr>
            </a:lvl9pPr>
          </a:lstStyle>
          <a:p xmlns:a="http://schemas.openxmlformats.org/drawingml/2006/main">
            <a:pPr algn="l">
              <a:buNone/>
              <a:defRPr sz="1275" b="1">
                <a:solidFill>
                  <a:srgbClr val="F2B544"/>
                </a:solidFill>
                <a:latin typeface="Aptos"/>
                <a:ea typeface="Aptos"/>
                <a:cs typeface="Aptos"/>
              </a:defRPr>
            </a:pPr>
            <a:r>
              <a:rPr sz="1275" b="1">
                <a:solidFill>
                  <a:srgbClr val="F2B544"/>
                </a:solidFill>
                <a:latin typeface="Aptos"/>
                <a:ea typeface="Aptos"/>
                <a:cs typeface="Aptos"/>
              </a:rPr>
              <a:t>Mariano Arias Simone  ·  Nahuel Peralta Herrera</a:t>
            </a:r>
          </a:p>
        </p:txBody>
      </p:sp>
    </p:spTree>
    <p:extLst>
      <p:ext uri="{BB962C8B-B14F-4D97-AF65-F5344CB8AC3E}">
        <p14:creationId xmlns:p14="http://schemas.microsoft.com/office/powerpoint/2010/main" val="2012007160"/>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6A83D08D-CF29-4E21-9D40-0E133CD96D7B}"/>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CONTEXTO</a:t>
            </a:r>
          </a:p>
        </p:txBody>
      </p:sp>
      <p:sp>
        <p:nvSpPr>
          <p:cNvPr id="2" name="">
            <a:extLst xmlns:a="http://schemas.openxmlformats.org/drawingml/2006/main">
              <a:ext uri="{FF2B5EF4-FFF2-40B4-BE49-F238E27FC236}">
                <a16:creationId xmlns:a16="http://schemas.microsoft.com/office/drawing/2014/main" id="{CD0DE83E-567D-4A5D-8CB8-056AD201AD0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DBE78B5A-8833-4870-BF23-F15E07A88C93}"/>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problema: comprobar un dato sin compartir todo</a:t>
            </a:r>
          </a:p>
        </p:txBody>
      </p:sp>
      <p:sp>
        <p:nvSpPr>
          <p:cNvPr id="4" name="">
            <a:extLst xmlns:a="http://schemas.openxmlformats.org/drawingml/2006/main">
              <a:ext uri="{FF2B5EF4-FFF2-40B4-BE49-F238E27FC236}">
                <a16:creationId xmlns:a16="http://schemas.microsoft.com/office/drawing/2014/main" id="{5624E2C2-532F-499B-B31B-EC26E937AB7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67FF38B7-54EB-4C08-AE2B-AE3995739CD8}"/>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032117DF-68B6-4033-B477-4383ECD78C4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B9A13521-280B-4144-97E0-3D9390CF35CB}"/>
              </a:ext>
            </a:extLst>
          </p:cNvPr>
          <p:cNvSpPr>
            <a:spLocks xmlns:a="http://schemas.openxmlformats.org/drawingml/2006/main" noGrp="1"/>
          </p:cNvSpPr>
          <p:nvPr/>
        </p:nvSpPr>
        <p:spPr>
          <a:xfrm xmlns:a="http://schemas.openxmlformats.org/drawingml/2006/main">
            <a:off x="666750" y="161925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1">
                <a:solidFill>
                  <a:srgbClr val="182230"/>
                </a:solidFill>
                <a:latin typeface="Aptos"/>
                <a:ea typeface="Aptos"/>
                <a:cs typeface="Aptos"/>
              </a:defRPr>
            </a:defPPr>
            <a:lvl1pPr algn="l">
              <a:buNone/>
              <a:defRPr sz="1875" b="1">
                <a:solidFill>
                  <a:srgbClr val="182230"/>
                </a:solidFill>
                <a:latin typeface="Aptos"/>
                <a:ea typeface="Aptos"/>
                <a:cs typeface="Aptos"/>
              </a:defRPr>
            </a:lvl1pPr>
            <a:lvl2pPr algn="l">
              <a:buNone/>
              <a:defRPr sz="1875" b="1">
                <a:solidFill>
                  <a:srgbClr val="182230"/>
                </a:solidFill>
                <a:latin typeface="Aptos"/>
                <a:ea typeface="Aptos"/>
                <a:cs typeface="Aptos"/>
              </a:defRPr>
            </a:lvl2pPr>
            <a:lvl3pPr algn="l">
              <a:buNone/>
              <a:defRPr sz="1875" b="1">
                <a:solidFill>
                  <a:srgbClr val="182230"/>
                </a:solidFill>
                <a:latin typeface="Aptos"/>
                <a:ea typeface="Aptos"/>
                <a:cs typeface="Aptos"/>
              </a:defRPr>
            </a:lvl3pPr>
            <a:lvl4pPr algn="l">
              <a:buNone/>
              <a:defRPr sz="1875" b="1">
                <a:solidFill>
                  <a:srgbClr val="182230"/>
                </a:solidFill>
                <a:latin typeface="Aptos"/>
                <a:ea typeface="Aptos"/>
                <a:cs typeface="Aptos"/>
              </a:defRPr>
            </a:lvl4pPr>
            <a:lvl5pPr algn="l">
              <a:buNone/>
              <a:defRPr sz="1875" b="1">
                <a:solidFill>
                  <a:srgbClr val="182230"/>
                </a:solidFill>
                <a:latin typeface="Aptos"/>
                <a:ea typeface="Aptos"/>
                <a:cs typeface="Aptos"/>
              </a:defRPr>
            </a:lvl5pPr>
            <a:lvl6pPr algn="l">
              <a:buNone/>
              <a:defRPr sz="1875" b="1">
                <a:solidFill>
                  <a:srgbClr val="182230"/>
                </a:solidFill>
                <a:latin typeface="Aptos"/>
                <a:ea typeface="Aptos"/>
                <a:cs typeface="Aptos"/>
              </a:defRPr>
            </a:lvl6pPr>
            <a:lvl7pPr algn="l">
              <a:buNone/>
              <a:defRPr sz="1875" b="1">
                <a:solidFill>
                  <a:srgbClr val="182230"/>
                </a:solidFill>
                <a:latin typeface="Aptos"/>
                <a:ea typeface="Aptos"/>
                <a:cs typeface="Aptos"/>
              </a:defRPr>
            </a:lvl7pPr>
            <a:lvl8pPr algn="l">
              <a:buNone/>
              <a:defRPr sz="1875" b="1">
                <a:solidFill>
                  <a:srgbClr val="182230"/>
                </a:solidFill>
                <a:latin typeface="Aptos"/>
                <a:ea typeface="Aptos"/>
                <a:cs typeface="Aptos"/>
              </a:defRPr>
            </a:lvl8pPr>
            <a:lvl9pPr algn="l">
              <a:buNone/>
              <a:defRPr sz="1875" b="1">
                <a:solidFill>
                  <a:srgbClr val="182230"/>
                </a:solidFill>
                <a:latin typeface="Aptos"/>
                <a:ea typeface="Aptos"/>
                <a:cs typeface="Aptos"/>
              </a:defRPr>
            </a:lvl9pPr>
          </a:lstStyle>
          <a:p xmlns:a="http://schemas.openxmlformats.org/drawingml/2006/main">
            <a:pPr algn="l">
              <a:buNone/>
              <a:defRPr sz="1875" b="1">
                <a:solidFill>
                  <a:srgbClr val="182230"/>
                </a:solidFill>
                <a:latin typeface="Aptos"/>
                <a:ea typeface="Aptos"/>
                <a:cs typeface="Aptos"/>
              </a:defRPr>
            </a:pPr>
            <a:r>
              <a:rPr sz="1875" b="1">
                <a:solidFill>
                  <a:srgbClr val="182230"/>
                </a:solidFill>
                <a:latin typeface="Aptos"/>
                <a:ea typeface="Aptos"/>
                <a:cs typeface="Aptos"/>
              </a:rPr>
              <a:t>Hoy, para comprobar un dato, alguien suele revisar un documento.</a:t>
            </a:r>
          </a:p>
        </p:txBody>
      </p:sp>
      <p:sp>
        <p:nvSpPr>
          <p:cNvPr id="8" name="">
            <a:extLst xmlns:a="http://schemas.openxmlformats.org/drawingml/2006/main">
              <a:ext uri="{FF2B5EF4-FFF2-40B4-BE49-F238E27FC236}">
                <a16:creationId xmlns:a16="http://schemas.microsoft.com/office/drawing/2014/main" id="{25860129-6649-4477-A140-68F3D1A274A2}"/>
              </a:ext>
            </a:extLst>
          </p:cNvPr>
          <p:cNvSpPr>
            <a:spLocks xmlns:a="http://schemas.openxmlformats.org/drawingml/2006/main" noGrp="1"/>
          </p:cNvSpPr>
          <p:nvPr/>
        </p:nvSpPr>
        <p:spPr>
          <a:xfrm xmlns:a="http://schemas.openxmlformats.org/drawingml/2006/main">
            <a:off x="685800"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9" name="">
            <a:extLst xmlns:a="http://schemas.openxmlformats.org/drawingml/2006/main">
              <a:ext uri="{FF2B5EF4-FFF2-40B4-BE49-F238E27FC236}">
                <a16:creationId xmlns:a16="http://schemas.microsoft.com/office/drawing/2014/main" id="{B99A4483-A514-4623-99AB-21C313C26E31}"/>
              </a:ext>
            </a:extLst>
          </p:cNvPr>
          <p:cNvSpPr>
            <a:spLocks xmlns:a="http://schemas.openxmlformats.org/drawingml/2006/main" noGrp="1"/>
          </p:cNvSpPr>
          <p:nvPr/>
        </p:nvSpPr>
        <p:spPr>
          <a:xfrm xmlns:a="http://schemas.openxmlformats.org/drawingml/2006/main">
            <a:off x="685800" y="2524125"/>
            <a:ext cx="76200" cy="1809750"/>
          </a:xfrm>
          <a:prstGeom xmlns:a="http://schemas.openxmlformats.org/drawingml/2006/main" prst="roundRect">
            <a:avLst>
              <a:gd name="adj" fmla="val 50000"/>
            </a:avLst>
          </a:prstGeom>
          <a:solidFill xmlns:a="http://schemas.openxmlformats.org/drawingml/2006/main">
            <a:srgbClr val="D957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C32F5E1-E31D-4A98-96CE-5F89E43EC00C}"/>
              </a:ext>
            </a:extLst>
          </p:cNvPr>
          <p:cNvSpPr>
            <a:spLocks xmlns:a="http://schemas.openxmlformats.org/drawingml/2006/main" noGrp="1"/>
          </p:cNvSpPr>
          <p:nvPr/>
        </p:nvSpPr>
        <p:spPr>
          <a:xfrm xmlns:a="http://schemas.openxmlformats.org/drawingml/2006/main">
            <a:off x="923925"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5757"/>
                </a:solidFill>
                <a:latin typeface="Aptos"/>
                <a:ea typeface="Aptos"/>
                <a:cs typeface="Aptos"/>
              </a:defRPr>
            </a:defPPr>
            <a:lvl1pPr algn="ctr">
              <a:buNone/>
              <a:defRPr sz="1500" b="1">
                <a:solidFill>
                  <a:srgbClr val="D95757"/>
                </a:solidFill>
                <a:latin typeface="Aptos"/>
                <a:ea typeface="Aptos"/>
                <a:cs typeface="Aptos"/>
              </a:defRPr>
            </a:lvl1pPr>
            <a:lvl2pPr algn="ctr">
              <a:buNone/>
              <a:defRPr sz="1500" b="1">
                <a:solidFill>
                  <a:srgbClr val="D95757"/>
                </a:solidFill>
                <a:latin typeface="Aptos"/>
                <a:ea typeface="Aptos"/>
                <a:cs typeface="Aptos"/>
              </a:defRPr>
            </a:lvl2pPr>
            <a:lvl3pPr algn="ctr">
              <a:buNone/>
              <a:defRPr sz="1500" b="1">
                <a:solidFill>
                  <a:srgbClr val="D95757"/>
                </a:solidFill>
                <a:latin typeface="Aptos"/>
                <a:ea typeface="Aptos"/>
                <a:cs typeface="Aptos"/>
              </a:defRPr>
            </a:lvl3pPr>
            <a:lvl4pPr algn="ctr">
              <a:buNone/>
              <a:defRPr sz="1500" b="1">
                <a:solidFill>
                  <a:srgbClr val="D95757"/>
                </a:solidFill>
                <a:latin typeface="Aptos"/>
                <a:ea typeface="Aptos"/>
                <a:cs typeface="Aptos"/>
              </a:defRPr>
            </a:lvl4pPr>
            <a:lvl5pPr algn="ctr">
              <a:buNone/>
              <a:defRPr sz="1500" b="1">
                <a:solidFill>
                  <a:srgbClr val="D95757"/>
                </a:solidFill>
                <a:latin typeface="Aptos"/>
                <a:ea typeface="Aptos"/>
                <a:cs typeface="Aptos"/>
              </a:defRPr>
            </a:lvl5pPr>
            <a:lvl6pPr algn="ctr">
              <a:buNone/>
              <a:defRPr sz="1500" b="1">
                <a:solidFill>
                  <a:srgbClr val="D95757"/>
                </a:solidFill>
                <a:latin typeface="Aptos"/>
                <a:ea typeface="Aptos"/>
                <a:cs typeface="Aptos"/>
              </a:defRPr>
            </a:lvl6pPr>
            <a:lvl7pPr algn="ctr">
              <a:buNone/>
              <a:defRPr sz="1500" b="1">
                <a:solidFill>
                  <a:srgbClr val="D95757"/>
                </a:solidFill>
                <a:latin typeface="Aptos"/>
                <a:ea typeface="Aptos"/>
                <a:cs typeface="Aptos"/>
              </a:defRPr>
            </a:lvl7pPr>
            <a:lvl8pPr algn="ctr">
              <a:buNone/>
              <a:defRPr sz="1500" b="1">
                <a:solidFill>
                  <a:srgbClr val="D95757"/>
                </a:solidFill>
                <a:latin typeface="Aptos"/>
                <a:ea typeface="Aptos"/>
                <a:cs typeface="Aptos"/>
              </a:defRPr>
            </a:lvl8pPr>
            <a:lvl9pPr algn="ctr">
              <a:buNone/>
              <a:defRPr sz="1500" b="1">
                <a:solidFill>
                  <a:srgbClr val="D95757"/>
                </a:solidFill>
                <a:latin typeface="Aptos"/>
                <a:ea typeface="Aptos"/>
                <a:cs typeface="Aptos"/>
              </a:defRPr>
            </a:lvl9pPr>
          </a:lstStyle>
          <a:p xmlns:a="http://schemas.openxmlformats.org/drawingml/2006/main">
            <a:pPr algn="ctr">
              <a:buNone/>
              <a:defRPr sz="1500" b="1">
                <a:solidFill>
                  <a:srgbClr val="D95757"/>
                </a:solidFill>
                <a:latin typeface="Aptos"/>
                <a:ea typeface="Aptos"/>
                <a:cs typeface="Aptos"/>
              </a:defRPr>
            </a:pPr>
            <a:r>
              <a:rPr sz="1500" b="1">
                <a:solidFill>
                  <a:srgbClr val="D95757"/>
                </a:solidFill>
                <a:latin typeface="Aptos"/>
                <a:ea typeface="Aptos"/>
                <a:cs typeface="Aptos"/>
              </a:rPr>
              <a:t>Documento</a:t>
            </a:r>
          </a:p>
        </p:txBody>
      </p:sp>
      <p:sp>
        <p:nvSpPr>
          <p:cNvPr id="11" name="">
            <a:extLst xmlns:a="http://schemas.openxmlformats.org/drawingml/2006/main">
              <a:ext uri="{FF2B5EF4-FFF2-40B4-BE49-F238E27FC236}">
                <a16:creationId xmlns:a16="http://schemas.microsoft.com/office/drawing/2014/main" id="{7F4C11F8-65EC-477A-AEA9-1CCBDBEBB035}"/>
              </a:ext>
            </a:extLst>
          </p:cNvPr>
          <p:cNvSpPr>
            <a:spLocks xmlns:a="http://schemas.openxmlformats.org/drawingml/2006/main" noGrp="1"/>
          </p:cNvSpPr>
          <p:nvPr/>
        </p:nvSpPr>
        <p:spPr>
          <a:xfrm xmlns:a="http://schemas.openxmlformats.org/drawingml/2006/main">
            <a:off x="1905000" y="3038475"/>
            <a:ext cx="552450" cy="60007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9050">
            <a:solidFill>
              <a:srgbClr val="D95757"/>
            </a:solidFill>
            <a:prstDash val="solid"/>
          </a:ln>
        </p:spPr>
      </p:sp>
      <p:sp>
        <p:nvSpPr>
          <p:cNvPr id="12" name="">
            <a:extLst xmlns:a="http://schemas.openxmlformats.org/drawingml/2006/main">
              <a:ext uri="{FF2B5EF4-FFF2-40B4-BE49-F238E27FC236}">
                <a16:creationId xmlns:a16="http://schemas.microsoft.com/office/drawing/2014/main" id="{C0C2CEF7-DAC2-4024-8377-94170DA81C0A}"/>
              </a:ext>
            </a:extLst>
          </p:cNvPr>
          <p:cNvSpPr>
            <a:spLocks xmlns:a="http://schemas.openxmlformats.org/drawingml/2006/main" noGrp="1"/>
          </p:cNvSpPr>
          <p:nvPr/>
        </p:nvSpPr>
        <p:spPr>
          <a:xfrm xmlns:a="http://schemas.openxmlformats.org/drawingml/2006/main">
            <a:off x="2019300" y="3162300"/>
            <a:ext cx="304800" cy="47625"/>
          </a:xfrm>
          <a:prstGeom xmlns:a="http://schemas.openxmlformats.org/drawingml/2006/main" prst="roundRect">
            <a:avLst>
              <a:gd name="adj" fmla="val 50000"/>
            </a:avLst>
          </a:prstGeom>
          <a:solidFill xmlns:a="http://schemas.openxmlformats.org/drawingml/2006/main">
            <a:srgbClr val="D9575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60F0686-484A-4F27-838E-E6FC34CCA524}"/>
              </a:ext>
            </a:extLst>
          </p:cNvPr>
          <p:cNvSpPr>
            <a:spLocks xmlns:a="http://schemas.openxmlformats.org/drawingml/2006/main" noGrp="1"/>
          </p:cNvSpPr>
          <p:nvPr/>
        </p:nvSpPr>
        <p:spPr>
          <a:xfrm xmlns:a="http://schemas.openxmlformats.org/drawingml/2006/main">
            <a:off x="2019300" y="3286125"/>
            <a:ext cx="26670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DA6578-E47B-4824-99C7-549545D7A626}"/>
              </a:ext>
            </a:extLst>
          </p:cNvPr>
          <p:cNvSpPr>
            <a:spLocks xmlns:a="http://schemas.openxmlformats.org/drawingml/2006/main" noGrp="1"/>
          </p:cNvSpPr>
          <p:nvPr/>
        </p:nvSpPr>
        <p:spPr>
          <a:xfrm xmlns:a="http://schemas.openxmlformats.org/drawingml/2006/main">
            <a:off x="2019300" y="3400425"/>
            <a:ext cx="3238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0DFB352-C836-4939-8A5C-D4B5F21F80E7}"/>
              </a:ext>
            </a:extLst>
          </p:cNvPr>
          <p:cNvSpPr>
            <a:spLocks xmlns:a="http://schemas.openxmlformats.org/drawingml/2006/main" noGrp="1"/>
          </p:cNvSpPr>
          <p:nvPr/>
        </p:nvSpPr>
        <p:spPr>
          <a:xfrm xmlns:a="http://schemas.openxmlformats.org/drawingml/2006/main">
            <a:off x="923925"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Puede reenviarse y es difícil saber si sigue vigente.</a:t>
            </a:r>
          </a:p>
        </p:txBody>
      </p:sp>
      <p:sp>
        <p:nvSpPr>
          <p:cNvPr id="16" name="">
            <a:extLst xmlns:a="http://schemas.openxmlformats.org/drawingml/2006/main">
              <a:ext uri="{FF2B5EF4-FFF2-40B4-BE49-F238E27FC236}">
                <a16:creationId xmlns:a16="http://schemas.microsoft.com/office/drawing/2014/main" id="{B3D19F48-9567-4845-A50B-EF198608D3AC}"/>
              </a:ext>
            </a:extLst>
          </p:cNvPr>
          <p:cNvSpPr>
            <a:spLocks xmlns:a="http://schemas.openxmlformats.org/drawingml/2006/main" noGrp="1"/>
          </p:cNvSpPr>
          <p:nvPr/>
        </p:nvSpPr>
        <p:spPr>
          <a:xfrm xmlns:a="http://schemas.openxmlformats.org/drawingml/2006/main">
            <a:off x="4600575"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17" name="">
            <a:extLst xmlns:a="http://schemas.openxmlformats.org/drawingml/2006/main">
              <a:ext uri="{FF2B5EF4-FFF2-40B4-BE49-F238E27FC236}">
                <a16:creationId xmlns:a16="http://schemas.microsoft.com/office/drawing/2014/main" id="{3928A314-F05F-4AF6-88E6-287123DE7069}"/>
              </a:ext>
            </a:extLst>
          </p:cNvPr>
          <p:cNvSpPr>
            <a:spLocks xmlns:a="http://schemas.openxmlformats.org/drawingml/2006/main" noGrp="1"/>
          </p:cNvSpPr>
          <p:nvPr/>
        </p:nvSpPr>
        <p:spPr>
          <a:xfrm xmlns:a="http://schemas.openxmlformats.org/drawingml/2006/main">
            <a:off x="4600575" y="2524125"/>
            <a:ext cx="76200" cy="180975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6EAB8A0-4001-457A-8A7F-58EE76ED83F9}"/>
              </a:ext>
            </a:extLst>
          </p:cNvPr>
          <p:cNvSpPr>
            <a:spLocks xmlns:a="http://schemas.openxmlformats.org/drawingml/2006/main" noGrp="1"/>
          </p:cNvSpPr>
          <p:nvPr/>
        </p:nvSpPr>
        <p:spPr>
          <a:xfrm xmlns:a="http://schemas.openxmlformats.org/drawingml/2006/main">
            <a:off x="4838700"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2B544"/>
                </a:solidFill>
                <a:latin typeface="Aptos"/>
                <a:ea typeface="Aptos"/>
                <a:cs typeface="Aptos"/>
              </a:defRPr>
            </a:defPPr>
            <a:lvl1pPr algn="ctr">
              <a:buNone/>
              <a:defRPr sz="1500" b="1">
                <a:solidFill>
                  <a:srgbClr val="F2B544"/>
                </a:solidFill>
                <a:latin typeface="Aptos"/>
                <a:ea typeface="Aptos"/>
                <a:cs typeface="Aptos"/>
              </a:defRPr>
            </a:lvl1pPr>
            <a:lvl2pPr algn="ctr">
              <a:buNone/>
              <a:defRPr sz="1500" b="1">
                <a:solidFill>
                  <a:srgbClr val="F2B544"/>
                </a:solidFill>
                <a:latin typeface="Aptos"/>
                <a:ea typeface="Aptos"/>
                <a:cs typeface="Aptos"/>
              </a:defRPr>
            </a:lvl2pPr>
            <a:lvl3pPr algn="ctr">
              <a:buNone/>
              <a:defRPr sz="1500" b="1">
                <a:solidFill>
                  <a:srgbClr val="F2B544"/>
                </a:solidFill>
                <a:latin typeface="Aptos"/>
                <a:ea typeface="Aptos"/>
                <a:cs typeface="Aptos"/>
              </a:defRPr>
            </a:lvl3pPr>
            <a:lvl4pPr algn="ctr">
              <a:buNone/>
              <a:defRPr sz="1500" b="1">
                <a:solidFill>
                  <a:srgbClr val="F2B544"/>
                </a:solidFill>
                <a:latin typeface="Aptos"/>
                <a:ea typeface="Aptos"/>
                <a:cs typeface="Aptos"/>
              </a:defRPr>
            </a:lvl4pPr>
            <a:lvl5pPr algn="ctr">
              <a:buNone/>
              <a:defRPr sz="1500" b="1">
                <a:solidFill>
                  <a:srgbClr val="F2B544"/>
                </a:solidFill>
                <a:latin typeface="Aptos"/>
                <a:ea typeface="Aptos"/>
                <a:cs typeface="Aptos"/>
              </a:defRPr>
            </a:lvl5pPr>
            <a:lvl6pPr algn="ctr">
              <a:buNone/>
              <a:defRPr sz="1500" b="1">
                <a:solidFill>
                  <a:srgbClr val="F2B544"/>
                </a:solidFill>
                <a:latin typeface="Aptos"/>
                <a:ea typeface="Aptos"/>
                <a:cs typeface="Aptos"/>
              </a:defRPr>
            </a:lvl6pPr>
            <a:lvl7pPr algn="ctr">
              <a:buNone/>
              <a:defRPr sz="1500" b="1">
                <a:solidFill>
                  <a:srgbClr val="F2B544"/>
                </a:solidFill>
                <a:latin typeface="Aptos"/>
                <a:ea typeface="Aptos"/>
                <a:cs typeface="Aptos"/>
              </a:defRPr>
            </a:lvl7pPr>
            <a:lvl8pPr algn="ctr">
              <a:buNone/>
              <a:defRPr sz="1500" b="1">
                <a:solidFill>
                  <a:srgbClr val="F2B544"/>
                </a:solidFill>
                <a:latin typeface="Aptos"/>
                <a:ea typeface="Aptos"/>
                <a:cs typeface="Aptos"/>
              </a:defRPr>
            </a:lvl8pPr>
            <a:lvl9pPr algn="ctr">
              <a:buNone/>
              <a:defRPr sz="1500" b="1">
                <a:solidFill>
                  <a:srgbClr val="F2B544"/>
                </a:solidFill>
                <a:latin typeface="Aptos"/>
                <a:ea typeface="Aptos"/>
                <a:cs typeface="Aptos"/>
              </a:defRPr>
            </a:lvl9pPr>
          </a:lstStyle>
          <a:p xmlns:a="http://schemas.openxmlformats.org/drawingml/2006/main">
            <a:pPr algn="ctr">
              <a:buNone/>
              <a:defRPr sz="1500" b="1">
                <a:solidFill>
                  <a:srgbClr val="F2B544"/>
                </a:solidFill>
                <a:latin typeface="Aptos"/>
                <a:ea typeface="Aptos"/>
                <a:cs typeface="Aptos"/>
              </a:defRPr>
            </a:pPr>
            <a:r>
              <a:rPr sz="1500" b="1">
                <a:solidFill>
                  <a:srgbClr val="F2B544"/>
                </a:solidFill>
                <a:latin typeface="Aptos"/>
                <a:ea typeface="Aptos"/>
                <a:cs typeface="Aptos"/>
              </a:rPr>
              <a:t>Más datos de los necesarios</a:t>
            </a:r>
          </a:p>
        </p:txBody>
      </p:sp>
      <p:sp>
        <p:nvSpPr>
          <p:cNvPr id="19" name="">
            <a:extLst xmlns:a="http://schemas.openxmlformats.org/drawingml/2006/main">
              <a:ext uri="{FF2B5EF4-FFF2-40B4-BE49-F238E27FC236}">
                <a16:creationId xmlns:a16="http://schemas.microsoft.com/office/drawing/2014/main" id="{5B539C2F-9211-4450-9A9E-9964F2063A8E}"/>
              </a:ext>
            </a:extLst>
          </p:cNvPr>
          <p:cNvSpPr>
            <a:spLocks xmlns:a="http://schemas.openxmlformats.org/drawingml/2006/main" noGrp="1"/>
          </p:cNvSpPr>
          <p:nvPr/>
        </p:nvSpPr>
        <p:spPr>
          <a:xfrm xmlns:a="http://schemas.openxmlformats.org/drawingml/2006/main">
            <a:off x="5753100" y="3095625"/>
            <a:ext cx="504825" cy="514350"/>
          </a:xfrm>
          <a:prstGeom xmlns:a="http://schemas.openxmlformats.org/drawingml/2006/main" prst="roundRect">
            <a:avLst>
              <a:gd name="adj" fmla="val 15094"/>
            </a:avLst>
          </a:prstGeom>
          <a:solidFill xmlns:a="http://schemas.openxmlformats.org/drawingml/2006/main">
            <a:srgbClr val="E9EEF7"/>
          </a:solidFill>
          <a:ln xmlns:a="http://schemas.openxmlformats.org/drawingml/2006/main" w="9525">
            <a:solidFill>
              <a:srgbClr val="CAD4E3"/>
            </a:solidFill>
            <a:prstDash val="solid"/>
          </a:ln>
        </p:spPr>
      </p:sp>
      <p:sp>
        <p:nvSpPr>
          <p:cNvPr id="20" name="">
            <a:extLst xmlns:a="http://schemas.openxmlformats.org/drawingml/2006/main">
              <a:ext uri="{FF2B5EF4-FFF2-40B4-BE49-F238E27FC236}">
                <a16:creationId xmlns:a16="http://schemas.microsoft.com/office/drawing/2014/main" id="{BAED080E-52E2-4CC1-96B9-812AEEB12E94}"/>
              </a:ext>
            </a:extLst>
          </p:cNvPr>
          <p:cNvSpPr>
            <a:spLocks xmlns:a="http://schemas.openxmlformats.org/drawingml/2006/main" noGrp="1"/>
          </p:cNvSpPr>
          <p:nvPr/>
        </p:nvSpPr>
        <p:spPr>
          <a:xfrm xmlns:a="http://schemas.openxmlformats.org/drawingml/2006/main">
            <a:off x="5848350" y="3038475"/>
            <a:ext cx="504825" cy="514350"/>
          </a:xfrm>
          <a:prstGeom xmlns:a="http://schemas.openxmlformats.org/drawingml/2006/main" prst="roundRect">
            <a:avLst>
              <a:gd name="adj" fmla="val 15094"/>
            </a:avLst>
          </a:prstGeom>
          <a:solidFill xmlns:a="http://schemas.openxmlformats.org/drawingml/2006/main">
            <a:srgbClr val="F3F6FA"/>
          </a:solidFill>
          <a:ln xmlns:a="http://schemas.openxmlformats.org/drawingml/2006/main" w="9525">
            <a:solidFill>
              <a:srgbClr val="CAD4E3"/>
            </a:solidFill>
            <a:prstDash val="solid"/>
          </a:ln>
        </p:spPr>
      </p:sp>
      <p:sp>
        <p:nvSpPr>
          <p:cNvPr id="21" name="">
            <a:extLst xmlns:a="http://schemas.openxmlformats.org/drawingml/2006/main">
              <a:ext uri="{FF2B5EF4-FFF2-40B4-BE49-F238E27FC236}">
                <a16:creationId xmlns:a16="http://schemas.microsoft.com/office/drawing/2014/main" id="{DD7C099F-C819-409A-8300-DAF342F76786}"/>
              </a:ext>
            </a:extLst>
          </p:cNvPr>
          <p:cNvSpPr>
            <a:spLocks xmlns:a="http://schemas.openxmlformats.org/drawingml/2006/main" noGrp="1"/>
          </p:cNvSpPr>
          <p:nvPr/>
        </p:nvSpPr>
        <p:spPr>
          <a:xfrm xmlns:a="http://schemas.openxmlformats.org/drawingml/2006/main">
            <a:off x="5943600" y="2981325"/>
            <a:ext cx="504825" cy="514350"/>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19050">
            <a:solidFill>
              <a:srgbClr val="F2B544"/>
            </a:solidFill>
            <a:prstDash val="solid"/>
          </a:ln>
        </p:spPr>
      </p:sp>
      <p:sp>
        <p:nvSpPr>
          <p:cNvPr id="22" name="">
            <a:extLst xmlns:a="http://schemas.openxmlformats.org/drawingml/2006/main">
              <a:ext uri="{FF2B5EF4-FFF2-40B4-BE49-F238E27FC236}">
                <a16:creationId xmlns:a16="http://schemas.microsoft.com/office/drawing/2014/main" id="{F96229A1-06AA-4397-9246-0522166E11A5}"/>
              </a:ext>
            </a:extLst>
          </p:cNvPr>
          <p:cNvSpPr>
            <a:spLocks xmlns:a="http://schemas.openxmlformats.org/drawingml/2006/main" noGrp="1"/>
          </p:cNvSpPr>
          <p:nvPr/>
        </p:nvSpPr>
        <p:spPr>
          <a:xfrm xmlns:a="http://schemas.openxmlformats.org/drawingml/2006/main">
            <a:off x="6038850" y="3105150"/>
            <a:ext cx="304800" cy="381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66F544B-2F13-43C7-BF1F-5AE6F09323F6}"/>
              </a:ext>
            </a:extLst>
          </p:cNvPr>
          <p:cNvSpPr>
            <a:spLocks xmlns:a="http://schemas.openxmlformats.org/drawingml/2006/main" noGrp="1"/>
          </p:cNvSpPr>
          <p:nvPr/>
        </p:nvSpPr>
        <p:spPr>
          <a:xfrm xmlns:a="http://schemas.openxmlformats.org/drawingml/2006/main">
            <a:off x="6038850" y="3219450"/>
            <a:ext cx="2857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804246D-35EE-435D-B337-DA3AD000A6DE}"/>
              </a:ext>
            </a:extLst>
          </p:cNvPr>
          <p:cNvSpPr>
            <a:spLocks xmlns:a="http://schemas.openxmlformats.org/drawingml/2006/main" noGrp="1"/>
          </p:cNvSpPr>
          <p:nvPr/>
        </p:nvSpPr>
        <p:spPr>
          <a:xfrm xmlns:a="http://schemas.openxmlformats.org/drawingml/2006/main">
            <a:off x="6038850" y="3333750"/>
            <a:ext cx="2476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CFB6849-0339-4B5C-A413-E05F786579A5}"/>
              </a:ext>
            </a:extLst>
          </p:cNvPr>
          <p:cNvSpPr>
            <a:spLocks xmlns:a="http://schemas.openxmlformats.org/drawingml/2006/main" noGrp="1"/>
          </p:cNvSpPr>
          <p:nvPr/>
        </p:nvSpPr>
        <p:spPr>
          <a:xfrm xmlns:a="http://schemas.openxmlformats.org/drawingml/2006/main">
            <a:off x="4838700"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A veces se comparte el historial completo para responder una sola pregunta.</a:t>
            </a:r>
          </a:p>
        </p:txBody>
      </p:sp>
      <p:sp>
        <p:nvSpPr>
          <p:cNvPr id="26" name="">
            <a:extLst xmlns:a="http://schemas.openxmlformats.org/drawingml/2006/main">
              <a:ext uri="{FF2B5EF4-FFF2-40B4-BE49-F238E27FC236}">
                <a16:creationId xmlns:a16="http://schemas.microsoft.com/office/drawing/2014/main" id="{7AA73B2F-770C-437E-A153-5904074FFF22}"/>
              </a:ext>
            </a:extLst>
          </p:cNvPr>
          <p:cNvSpPr>
            <a:spLocks xmlns:a="http://schemas.openxmlformats.org/drawingml/2006/main" noGrp="1"/>
          </p:cNvSpPr>
          <p:nvPr/>
        </p:nvSpPr>
        <p:spPr>
          <a:xfrm xmlns:a="http://schemas.openxmlformats.org/drawingml/2006/main">
            <a:off x="8515350"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1554B037-9CD4-44AF-9007-0693CDF124AE}"/>
              </a:ext>
            </a:extLst>
          </p:cNvPr>
          <p:cNvSpPr>
            <a:spLocks xmlns:a="http://schemas.openxmlformats.org/drawingml/2006/main" noGrp="1"/>
          </p:cNvSpPr>
          <p:nvPr/>
        </p:nvSpPr>
        <p:spPr>
          <a:xfrm xmlns:a="http://schemas.openxmlformats.org/drawingml/2006/main">
            <a:off x="8515350" y="2524125"/>
            <a:ext cx="76200" cy="1809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3E51C89-501E-45DE-B241-971D74F0860C}"/>
              </a:ext>
            </a:extLst>
          </p:cNvPr>
          <p:cNvSpPr>
            <a:spLocks xmlns:a="http://schemas.openxmlformats.org/drawingml/2006/main" noGrp="1"/>
          </p:cNvSpPr>
          <p:nvPr/>
        </p:nvSpPr>
        <p:spPr>
          <a:xfrm xmlns:a="http://schemas.openxmlformats.org/drawingml/2006/main">
            <a:off x="8753475"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2846A0"/>
                </a:solidFill>
                <a:latin typeface="Aptos"/>
                <a:ea typeface="Aptos"/>
                <a:cs typeface="Aptos"/>
              </a:defRPr>
            </a:defPPr>
            <a:lvl1pPr algn="ctr">
              <a:buNone/>
              <a:defRPr sz="1500" b="1">
                <a:solidFill>
                  <a:srgbClr val="2846A0"/>
                </a:solidFill>
                <a:latin typeface="Aptos"/>
                <a:ea typeface="Aptos"/>
                <a:cs typeface="Aptos"/>
              </a:defRPr>
            </a:lvl1pPr>
            <a:lvl2pPr algn="ctr">
              <a:buNone/>
              <a:defRPr sz="1500" b="1">
                <a:solidFill>
                  <a:srgbClr val="2846A0"/>
                </a:solidFill>
                <a:latin typeface="Aptos"/>
                <a:ea typeface="Aptos"/>
                <a:cs typeface="Aptos"/>
              </a:defRPr>
            </a:lvl2pPr>
            <a:lvl3pPr algn="ctr">
              <a:buNone/>
              <a:defRPr sz="1500" b="1">
                <a:solidFill>
                  <a:srgbClr val="2846A0"/>
                </a:solidFill>
                <a:latin typeface="Aptos"/>
                <a:ea typeface="Aptos"/>
                <a:cs typeface="Aptos"/>
              </a:defRPr>
            </a:lvl3pPr>
            <a:lvl4pPr algn="ctr">
              <a:buNone/>
              <a:defRPr sz="1500" b="1">
                <a:solidFill>
                  <a:srgbClr val="2846A0"/>
                </a:solidFill>
                <a:latin typeface="Aptos"/>
                <a:ea typeface="Aptos"/>
                <a:cs typeface="Aptos"/>
              </a:defRPr>
            </a:lvl4pPr>
            <a:lvl5pPr algn="ctr">
              <a:buNone/>
              <a:defRPr sz="1500" b="1">
                <a:solidFill>
                  <a:srgbClr val="2846A0"/>
                </a:solidFill>
                <a:latin typeface="Aptos"/>
                <a:ea typeface="Aptos"/>
                <a:cs typeface="Aptos"/>
              </a:defRPr>
            </a:lvl5pPr>
            <a:lvl6pPr algn="ctr">
              <a:buNone/>
              <a:defRPr sz="1500" b="1">
                <a:solidFill>
                  <a:srgbClr val="2846A0"/>
                </a:solidFill>
                <a:latin typeface="Aptos"/>
                <a:ea typeface="Aptos"/>
                <a:cs typeface="Aptos"/>
              </a:defRPr>
            </a:lvl6pPr>
            <a:lvl7pPr algn="ctr">
              <a:buNone/>
              <a:defRPr sz="1500" b="1">
                <a:solidFill>
                  <a:srgbClr val="2846A0"/>
                </a:solidFill>
                <a:latin typeface="Aptos"/>
                <a:ea typeface="Aptos"/>
                <a:cs typeface="Aptos"/>
              </a:defRPr>
            </a:lvl7pPr>
            <a:lvl8pPr algn="ctr">
              <a:buNone/>
              <a:defRPr sz="1500" b="1">
                <a:solidFill>
                  <a:srgbClr val="2846A0"/>
                </a:solidFill>
                <a:latin typeface="Aptos"/>
                <a:ea typeface="Aptos"/>
                <a:cs typeface="Aptos"/>
              </a:defRPr>
            </a:lvl8pPr>
            <a:lvl9pPr algn="ctr">
              <a:buNone/>
              <a:defRPr sz="1500" b="1">
                <a:solidFill>
                  <a:srgbClr val="2846A0"/>
                </a:solidFill>
                <a:latin typeface="Aptos"/>
                <a:ea typeface="Aptos"/>
                <a:cs typeface="Aptos"/>
              </a:defRPr>
            </a:lvl9pPr>
          </a:lstStyle>
          <a:p xmlns:a="http://schemas.openxmlformats.org/drawingml/2006/main">
            <a:pPr algn="ctr">
              <a:buNone/>
              <a:defRPr sz="1500" b="1">
                <a:solidFill>
                  <a:srgbClr val="2846A0"/>
                </a:solidFill>
                <a:latin typeface="Aptos"/>
                <a:ea typeface="Aptos"/>
                <a:cs typeface="Aptos"/>
              </a:defRPr>
            </a:pPr>
            <a:r>
              <a:rPr sz="1500" b="1">
                <a:solidFill>
                  <a:srgbClr val="2846A0"/>
                </a:solidFill>
                <a:latin typeface="Aptos"/>
                <a:ea typeface="Aptos"/>
                <a:cs typeface="Aptos"/>
              </a:rPr>
              <a:t>QR que se puede copiar</a:t>
            </a:r>
          </a:p>
        </p:txBody>
      </p:sp>
      <p:sp>
        <p:nvSpPr>
          <p:cNvPr id="29" name="">
            <a:extLst xmlns:a="http://schemas.openxmlformats.org/drawingml/2006/main">
              <a:ext uri="{FF2B5EF4-FFF2-40B4-BE49-F238E27FC236}">
                <a16:creationId xmlns:a16="http://schemas.microsoft.com/office/drawing/2014/main" id="{19230716-D9E9-4439-B6BA-68ABC8F11D88}"/>
              </a:ext>
            </a:extLst>
          </p:cNvPr>
          <p:cNvSpPr>
            <a:spLocks xmlns:a="http://schemas.openxmlformats.org/drawingml/2006/main" noGrp="1"/>
          </p:cNvSpPr>
          <p:nvPr/>
        </p:nvSpPr>
        <p:spPr>
          <a:xfrm xmlns:a="http://schemas.openxmlformats.org/drawingml/2006/main">
            <a:off x="9715500" y="2962275"/>
            <a:ext cx="6096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846A0"/>
            </a:solidFill>
            <a:prstDash val="solid"/>
          </a:ln>
        </p:spPr>
      </p:sp>
      <p:sp>
        <p:nvSpPr>
          <p:cNvPr id="30" name="">
            <a:extLst xmlns:a="http://schemas.openxmlformats.org/drawingml/2006/main">
              <a:ext uri="{FF2B5EF4-FFF2-40B4-BE49-F238E27FC236}">
                <a16:creationId xmlns:a16="http://schemas.microsoft.com/office/drawing/2014/main" id="{56C1FF3C-E40B-4033-A3CB-3AF9F669B028}"/>
              </a:ext>
            </a:extLst>
          </p:cNvPr>
          <p:cNvSpPr>
            <a:spLocks xmlns:a="http://schemas.openxmlformats.org/drawingml/2006/main" noGrp="1"/>
          </p:cNvSpPr>
          <p:nvPr/>
        </p:nvSpPr>
        <p:spPr>
          <a:xfrm xmlns:a="http://schemas.openxmlformats.org/drawingml/2006/main">
            <a:off x="9766300" y="30130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CD8DB67-583C-4E25-8F08-72B9F3470E39}"/>
              </a:ext>
            </a:extLst>
          </p:cNvPr>
          <p:cNvSpPr>
            <a:spLocks xmlns:a="http://schemas.openxmlformats.org/drawingml/2006/main" noGrp="1"/>
          </p:cNvSpPr>
          <p:nvPr/>
        </p:nvSpPr>
        <p:spPr>
          <a:xfrm xmlns:a="http://schemas.openxmlformats.org/drawingml/2006/main">
            <a:off x="9799320" y="30460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85D443D-0BA2-46D6-A0A3-EF1C7AE66192}"/>
              </a:ext>
            </a:extLst>
          </p:cNvPr>
          <p:cNvSpPr>
            <a:spLocks xmlns:a="http://schemas.openxmlformats.org/drawingml/2006/main" noGrp="1"/>
          </p:cNvSpPr>
          <p:nvPr/>
        </p:nvSpPr>
        <p:spPr>
          <a:xfrm xmlns:a="http://schemas.openxmlformats.org/drawingml/2006/main">
            <a:off x="9827260" y="30740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AC8F01D-0CDF-45AC-AF60-E5DA00566E6F}"/>
              </a:ext>
            </a:extLst>
          </p:cNvPr>
          <p:cNvSpPr>
            <a:spLocks xmlns:a="http://schemas.openxmlformats.org/drawingml/2006/main" noGrp="1"/>
          </p:cNvSpPr>
          <p:nvPr/>
        </p:nvSpPr>
        <p:spPr>
          <a:xfrm xmlns:a="http://schemas.openxmlformats.org/drawingml/2006/main">
            <a:off x="10121900" y="30130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46A407F-E7F9-41F9-A0CC-EA5342A4E13D}"/>
              </a:ext>
            </a:extLst>
          </p:cNvPr>
          <p:cNvSpPr>
            <a:spLocks xmlns:a="http://schemas.openxmlformats.org/drawingml/2006/main" noGrp="1"/>
          </p:cNvSpPr>
          <p:nvPr/>
        </p:nvSpPr>
        <p:spPr>
          <a:xfrm xmlns:a="http://schemas.openxmlformats.org/drawingml/2006/main">
            <a:off x="10154920" y="30460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28F6BE0-2AC9-4985-AE0D-6EF2F1077CEA}"/>
              </a:ext>
            </a:extLst>
          </p:cNvPr>
          <p:cNvSpPr>
            <a:spLocks xmlns:a="http://schemas.openxmlformats.org/drawingml/2006/main" noGrp="1"/>
          </p:cNvSpPr>
          <p:nvPr/>
        </p:nvSpPr>
        <p:spPr>
          <a:xfrm xmlns:a="http://schemas.openxmlformats.org/drawingml/2006/main">
            <a:off x="10182860" y="30740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675CAB7-CB52-4C45-8FA2-73C28F2D7665}"/>
              </a:ext>
            </a:extLst>
          </p:cNvPr>
          <p:cNvSpPr>
            <a:spLocks xmlns:a="http://schemas.openxmlformats.org/drawingml/2006/main" noGrp="1"/>
          </p:cNvSpPr>
          <p:nvPr/>
        </p:nvSpPr>
        <p:spPr>
          <a:xfrm xmlns:a="http://schemas.openxmlformats.org/drawingml/2006/main">
            <a:off x="9766300" y="33686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DA9A606-E26D-446E-9572-76BDFF141613}"/>
              </a:ext>
            </a:extLst>
          </p:cNvPr>
          <p:cNvSpPr>
            <a:spLocks xmlns:a="http://schemas.openxmlformats.org/drawingml/2006/main" noGrp="1"/>
          </p:cNvSpPr>
          <p:nvPr/>
        </p:nvSpPr>
        <p:spPr>
          <a:xfrm xmlns:a="http://schemas.openxmlformats.org/drawingml/2006/main">
            <a:off x="9799320" y="34016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B63BDB3-BDB6-4F47-919F-D578C2FC43D5}"/>
              </a:ext>
            </a:extLst>
          </p:cNvPr>
          <p:cNvSpPr>
            <a:spLocks xmlns:a="http://schemas.openxmlformats.org/drawingml/2006/main" noGrp="1"/>
          </p:cNvSpPr>
          <p:nvPr/>
        </p:nvSpPr>
        <p:spPr>
          <a:xfrm xmlns:a="http://schemas.openxmlformats.org/drawingml/2006/main">
            <a:off x="9827260" y="34296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566F2C9-40C8-45C2-ABFD-7D0C6E53839E}"/>
              </a:ext>
            </a:extLst>
          </p:cNvPr>
          <p:cNvSpPr>
            <a:spLocks xmlns:a="http://schemas.openxmlformats.org/drawingml/2006/main" noGrp="1"/>
          </p:cNvSpPr>
          <p:nvPr/>
        </p:nvSpPr>
        <p:spPr>
          <a:xfrm xmlns:a="http://schemas.openxmlformats.org/drawingml/2006/main">
            <a:off x="100203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181FAC35-E084-4E7C-96A3-82B453E7CA9E}"/>
              </a:ext>
            </a:extLst>
          </p:cNvPr>
          <p:cNvSpPr>
            <a:spLocks xmlns:a="http://schemas.openxmlformats.org/drawingml/2006/main" noGrp="1"/>
          </p:cNvSpPr>
          <p:nvPr/>
        </p:nvSpPr>
        <p:spPr>
          <a:xfrm xmlns:a="http://schemas.openxmlformats.org/drawingml/2006/main">
            <a:off x="10121900" y="32670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A92921E-1A22-4FCB-A845-40164FE5D6C3}"/>
              </a:ext>
            </a:extLst>
          </p:cNvPr>
          <p:cNvSpPr>
            <a:spLocks xmlns:a="http://schemas.openxmlformats.org/drawingml/2006/main" noGrp="1"/>
          </p:cNvSpPr>
          <p:nvPr/>
        </p:nvSpPr>
        <p:spPr>
          <a:xfrm xmlns:a="http://schemas.openxmlformats.org/drawingml/2006/main">
            <a:off x="9969500" y="33686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BBC3E8C-A184-42B3-B668-82722B25FD9E}"/>
              </a:ext>
            </a:extLst>
          </p:cNvPr>
          <p:cNvSpPr>
            <a:spLocks xmlns:a="http://schemas.openxmlformats.org/drawingml/2006/main" noGrp="1"/>
          </p:cNvSpPr>
          <p:nvPr/>
        </p:nvSpPr>
        <p:spPr>
          <a:xfrm xmlns:a="http://schemas.openxmlformats.org/drawingml/2006/main">
            <a:off x="10071100" y="34194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902787F-2957-481D-B16C-3B1B6C4F7374}"/>
              </a:ext>
            </a:extLst>
          </p:cNvPr>
          <p:cNvSpPr>
            <a:spLocks xmlns:a="http://schemas.openxmlformats.org/drawingml/2006/main" noGrp="1"/>
          </p:cNvSpPr>
          <p:nvPr/>
        </p:nvSpPr>
        <p:spPr>
          <a:xfrm xmlns:a="http://schemas.openxmlformats.org/drawingml/2006/main">
            <a:off x="10172700" y="33686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3939F01-4682-48A5-B391-A175066424CB}"/>
              </a:ext>
            </a:extLst>
          </p:cNvPr>
          <p:cNvSpPr>
            <a:spLocks xmlns:a="http://schemas.openxmlformats.org/drawingml/2006/main" noGrp="1"/>
          </p:cNvSpPr>
          <p:nvPr/>
        </p:nvSpPr>
        <p:spPr>
          <a:xfrm xmlns:a="http://schemas.openxmlformats.org/drawingml/2006/main">
            <a:off x="99695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8D8F5C0-C724-4111-BCA6-3E2F20F73ED4}"/>
              </a:ext>
            </a:extLst>
          </p:cNvPr>
          <p:cNvSpPr>
            <a:spLocks xmlns:a="http://schemas.openxmlformats.org/drawingml/2006/main" noGrp="1"/>
          </p:cNvSpPr>
          <p:nvPr/>
        </p:nvSpPr>
        <p:spPr>
          <a:xfrm xmlns:a="http://schemas.openxmlformats.org/drawingml/2006/main">
            <a:off x="101727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32BEA55C-1576-4AB1-8C42-5F43C6401EEC}"/>
              </a:ext>
            </a:extLst>
          </p:cNvPr>
          <p:cNvSpPr>
            <a:spLocks xmlns:a="http://schemas.openxmlformats.org/drawingml/2006/main" noGrp="1"/>
          </p:cNvSpPr>
          <p:nvPr/>
        </p:nvSpPr>
        <p:spPr>
          <a:xfrm xmlns:a="http://schemas.openxmlformats.org/drawingml/2006/main">
            <a:off x="10020300" y="3470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24B36CD-3584-4A7C-AFB7-39ECD8C70CEE}"/>
              </a:ext>
            </a:extLst>
          </p:cNvPr>
          <p:cNvSpPr>
            <a:spLocks xmlns:a="http://schemas.openxmlformats.org/drawingml/2006/main" noGrp="1"/>
          </p:cNvSpPr>
          <p:nvPr/>
        </p:nvSpPr>
        <p:spPr>
          <a:xfrm xmlns:a="http://schemas.openxmlformats.org/drawingml/2006/main">
            <a:off x="10429875" y="3133725"/>
            <a:ext cx="838200"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6440B6D-A55A-456D-A4E7-4B9DC86D968E}"/>
              </a:ext>
            </a:extLst>
          </p:cNvPr>
          <p:cNvSpPr>
            <a:spLocks xmlns:a="http://schemas.openxmlformats.org/drawingml/2006/main" noGrp="1"/>
          </p:cNvSpPr>
          <p:nvPr/>
        </p:nvSpPr>
        <p:spPr>
          <a:xfrm xmlns:a="http://schemas.openxmlformats.org/drawingml/2006/main">
            <a:off x="10525125" y="3143250"/>
            <a:ext cx="647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COPIABLE</a:t>
            </a:r>
          </a:p>
        </p:txBody>
      </p:sp>
      <p:sp>
        <p:nvSpPr>
          <p:cNvPr id="49" name="">
            <a:extLst xmlns:a="http://schemas.openxmlformats.org/drawingml/2006/main">
              <a:ext uri="{FF2B5EF4-FFF2-40B4-BE49-F238E27FC236}">
                <a16:creationId xmlns:a16="http://schemas.microsoft.com/office/drawing/2014/main" id="{275B768B-75CA-45C0-83E5-082D50377C0F}"/>
              </a:ext>
            </a:extLst>
          </p:cNvPr>
          <p:cNvSpPr>
            <a:spLocks xmlns:a="http://schemas.openxmlformats.org/drawingml/2006/main" noGrp="1"/>
          </p:cNvSpPr>
          <p:nvPr/>
        </p:nvSpPr>
        <p:spPr>
          <a:xfrm xmlns:a="http://schemas.openxmlformats.org/drawingml/2006/main">
            <a:off x="8753475"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Una captura puede usarse después o fuera de contexto.</a:t>
            </a:r>
          </a:p>
        </p:txBody>
      </p:sp>
      <p:sp>
        <p:nvSpPr>
          <p:cNvPr id="50" name="">
            <a:extLst xmlns:a="http://schemas.openxmlformats.org/drawingml/2006/main">
              <a:ext uri="{FF2B5EF4-FFF2-40B4-BE49-F238E27FC236}">
                <a16:creationId xmlns:a16="http://schemas.microsoft.com/office/drawing/2014/main" id="{FAE51AC2-DF63-4D8F-803C-65D24216FBB4}"/>
              </a:ext>
            </a:extLst>
          </p:cNvPr>
          <p:cNvSpPr>
            <a:spLocks xmlns:a="http://schemas.openxmlformats.org/drawingml/2006/main" noGrp="1"/>
          </p:cNvSpPr>
          <p:nvPr/>
        </p:nvSpPr>
        <p:spPr>
          <a:xfrm xmlns:a="http://schemas.openxmlformats.org/drawingml/2006/main" flipV="0">
            <a:off x="3676650" y="3429000"/>
            <a:ext cx="923925" cy="9525"/>
          </a:xfrm>
          <a:prstGeom xmlns:a="http://schemas.openxmlformats.org/drawingml/2006/main" prst="line">
            <a:avLst/>
          </a:prstGeom>
          <a:noFill xmlns:a="http://schemas.openxmlformats.org/drawingml/2006/main"/>
          <a:ln xmlns:a="http://schemas.openxmlformats.org/drawingml/2006/main" w="19050">
            <a:solidFill>
              <a:srgbClr val="536276"/>
            </a:solidFill>
            <a:prstDash val="solid"/>
          </a:ln>
        </p:spPr>
      </p:sp>
      <p:sp>
        <p:nvSpPr>
          <p:cNvPr id="51" name="">
            <a:extLst xmlns:a="http://schemas.openxmlformats.org/drawingml/2006/main">
              <a:ext uri="{FF2B5EF4-FFF2-40B4-BE49-F238E27FC236}">
                <a16:creationId xmlns:a16="http://schemas.microsoft.com/office/drawing/2014/main" id="{72A1D415-CC57-416C-B706-41DFCAA3A0B7}"/>
              </a:ext>
            </a:extLst>
          </p:cNvPr>
          <p:cNvSpPr>
            <a:spLocks xmlns:a="http://schemas.openxmlformats.org/drawingml/2006/main" noGrp="1"/>
          </p:cNvSpPr>
          <p:nvPr/>
        </p:nvSpPr>
        <p:spPr>
          <a:xfrm xmlns:a="http://schemas.openxmlformats.org/drawingml/2006/main" flipV="0">
            <a:off x="7591425" y="3429000"/>
            <a:ext cx="923925" cy="9525"/>
          </a:xfrm>
          <a:prstGeom xmlns:a="http://schemas.openxmlformats.org/drawingml/2006/main" prst="line">
            <a:avLst/>
          </a:prstGeom>
          <a:noFill xmlns:a="http://schemas.openxmlformats.org/drawingml/2006/main"/>
          <a:ln xmlns:a="http://schemas.openxmlformats.org/drawingml/2006/main" w="19050">
            <a:solidFill>
              <a:srgbClr val="536276"/>
            </a:solidFill>
            <a:prstDash val="solid"/>
          </a:ln>
        </p:spPr>
      </p:sp>
      <p:sp>
        <p:nvSpPr>
          <p:cNvPr id="52" name="">
            <a:extLst xmlns:a="http://schemas.openxmlformats.org/drawingml/2006/main">
              <a:ext uri="{FF2B5EF4-FFF2-40B4-BE49-F238E27FC236}">
                <a16:creationId xmlns:a16="http://schemas.microsoft.com/office/drawing/2014/main" id="{70E22A91-770E-48C9-82CD-3E649F798E5E}"/>
              </a:ext>
            </a:extLst>
          </p:cNvPr>
          <p:cNvSpPr>
            <a:spLocks xmlns:a="http://schemas.openxmlformats.org/drawingml/2006/main" noGrp="1"/>
          </p:cNvSpPr>
          <p:nvPr/>
        </p:nvSpPr>
        <p:spPr>
          <a:xfrm xmlns:a="http://schemas.openxmlformats.org/drawingml/2006/main">
            <a:off x="1809750" y="4857750"/>
            <a:ext cx="8572500" cy="876300"/>
          </a:xfrm>
          <a:prstGeom xmlns:a="http://schemas.openxmlformats.org/drawingml/2006/main" prst="roundRect">
            <a:avLst>
              <a:gd name="adj" fmla="val 8696"/>
            </a:avLst>
          </a:prstGeom>
          <a:solidFill xmlns:a="http://schemas.openxmlformats.org/drawingml/2006/main">
            <a:srgbClr val="D9F5F0"/>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E6498199-63D1-4DFF-87EF-502905594535}"/>
              </a:ext>
            </a:extLst>
          </p:cNvPr>
          <p:cNvSpPr>
            <a:spLocks xmlns:a="http://schemas.openxmlformats.org/drawingml/2006/main" noGrp="1"/>
          </p:cNvSpPr>
          <p:nvPr/>
        </p:nvSpPr>
        <p:spPr>
          <a:xfrm xmlns:a="http://schemas.openxmlformats.org/drawingml/2006/main">
            <a:off x="2095500" y="5010150"/>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23836E"/>
                </a:solidFill>
                <a:latin typeface="Aptos"/>
                <a:ea typeface="Aptos"/>
                <a:cs typeface="Aptos"/>
              </a:defRPr>
            </a:defPPr>
            <a:lvl1pPr algn="l">
              <a:buNone/>
              <a:defRPr sz="1275" b="1">
                <a:solidFill>
                  <a:srgbClr val="23836E"/>
                </a:solidFill>
                <a:latin typeface="Aptos"/>
                <a:ea typeface="Aptos"/>
                <a:cs typeface="Aptos"/>
              </a:defRPr>
            </a:lvl1pPr>
            <a:lvl2pPr algn="l">
              <a:buNone/>
              <a:defRPr sz="1275" b="1">
                <a:solidFill>
                  <a:srgbClr val="23836E"/>
                </a:solidFill>
                <a:latin typeface="Aptos"/>
                <a:ea typeface="Aptos"/>
                <a:cs typeface="Aptos"/>
              </a:defRPr>
            </a:lvl2pPr>
            <a:lvl3pPr algn="l">
              <a:buNone/>
              <a:defRPr sz="1275" b="1">
                <a:solidFill>
                  <a:srgbClr val="23836E"/>
                </a:solidFill>
                <a:latin typeface="Aptos"/>
                <a:ea typeface="Aptos"/>
                <a:cs typeface="Aptos"/>
              </a:defRPr>
            </a:lvl3pPr>
            <a:lvl4pPr algn="l">
              <a:buNone/>
              <a:defRPr sz="1275" b="1">
                <a:solidFill>
                  <a:srgbClr val="23836E"/>
                </a:solidFill>
                <a:latin typeface="Aptos"/>
                <a:ea typeface="Aptos"/>
                <a:cs typeface="Aptos"/>
              </a:defRPr>
            </a:lvl4pPr>
            <a:lvl5pPr algn="l">
              <a:buNone/>
              <a:defRPr sz="1275" b="1">
                <a:solidFill>
                  <a:srgbClr val="23836E"/>
                </a:solidFill>
                <a:latin typeface="Aptos"/>
                <a:ea typeface="Aptos"/>
                <a:cs typeface="Aptos"/>
              </a:defRPr>
            </a:lvl5pPr>
            <a:lvl6pPr algn="l">
              <a:buNone/>
              <a:defRPr sz="1275" b="1">
                <a:solidFill>
                  <a:srgbClr val="23836E"/>
                </a:solidFill>
                <a:latin typeface="Aptos"/>
                <a:ea typeface="Aptos"/>
                <a:cs typeface="Aptos"/>
              </a:defRPr>
            </a:lvl6pPr>
            <a:lvl7pPr algn="l">
              <a:buNone/>
              <a:defRPr sz="1275" b="1">
                <a:solidFill>
                  <a:srgbClr val="23836E"/>
                </a:solidFill>
                <a:latin typeface="Aptos"/>
                <a:ea typeface="Aptos"/>
                <a:cs typeface="Aptos"/>
              </a:defRPr>
            </a:lvl7pPr>
            <a:lvl8pPr algn="l">
              <a:buNone/>
              <a:defRPr sz="1275" b="1">
                <a:solidFill>
                  <a:srgbClr val="23836E"/>
                </a:solidFill>
                <a:latin typeface="Aptos"/>
                <a:ea typeface="Aptos"/>
                <a:cs typeface="Aptos"/>
              </a:defRPr>
            </a:lvl8pPr>
            <a:lvl9pPr algn="l">
              <a:buNone/>
              <a:defRPr sz="1275" b="1">
                <a:solidFill>
                  <a:srgbClr val="23836E"/>
                </a:solidFill>
                <a:latin typeface="Aptos"/>
                <a:ea typeface="Aptos"/>
                <a:cs typeface="Aptos"/>
              </a:defRPr>
            </a:lvl9pPr>
          </a:lstStyle>
          <a:p xmlns:a="http://schemas.openxmlformats.org/drawingml/2006/main">
            <a:pPr algn="l">
              <a:buNone/>
              <a:defRPr sz="1275" b="1">
                <a:solidFill>
                  <a:srgbClr val="23836E"/>
                </a:solidFill>
                <a:latin typeface="Aptos"/>
                <a:ea typeface="Aptos"/>
                <a:cs typeface="Aptos"/>
              </a:defRPr>
            </a:pPr>
            <a:r>
              <a:rPr sz="1275" b="1">
                <a:solidFill>
                  <a:srgbClr val="23836E"/>
                </a:solidFill>
                <a:latin typeface="Aptos"/>
                <a:ea typeface="Aptos"/>
                <a:cs typeface="Aptos"/>
              </a:rPr>
              <a:t>La pregunta</a:t>
            </a:r>
          </a:p>
        </p:txBody>
      </p:sp>
      <p:sp>
        <p:nvSpPr>
          <p:cNvPr id="54" name="">
            <a:extLst xmlns:a="http://schemas.openxmlformats.org/drawingml/2006/main">
              <a:ext uri="{FF2B5EF4-FFF2-40B4-BE49-F238E27FC236}">
                <a16:creationId xmlns:a16="http://schemas.microsoft.com/office/drawing/2014/main" id="{895B8CF8-45EE-4687-9F82-ED4AC34D76CC}"/>
              </a:ext>
            </a:extLst>
          </p:cNvPr>
          <p:cNvSpPr>
            <a:spLocks xmlns:a="http://schemas.openxmlformats.org/drawingml/2006/main" noGrp="1"/>
          </p:cNvSpPr>
          <p:nvPr/>
        </p:nvSpPr>
        <p:spPr>
          <a:xfrm xmlns:a="http://schemas.openxmlformats.org/drawingml/2006/main">
            <a:off x="4048125" y="4981575"/>
            <a:ext cx="571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250" b="1">
                <a:solidFill>
                  <a:srgbClr val="172554"/>
                </a:solidFill>
                <a:latin typeface="Aptos"/>
                <a:ea typeface="Aptos"/>
                <a:cs typeface="Aptos"/>
              </a:defRPr>
            </a:defPPr>
            <a:lvl1pPr algn="l">
              <a:buNone/>
              <a:defRPr sz="2250" b="1">
                <a:solidFill>
                  <a:srgbClr val="172554"/>
                </a:solidFill>
                <a:latin typeface="Aptos"/>
                <a:ea typeface="Aptos"/>
                <a:cs typeface="Aptos"/>
              </a:defRPr>
            </a:lvl1pPr>
            <a:lvl2pPr algn="l">
              <a:buNone/>
              <a:defRPr sz="2250" b="1">
                <a:solidFill>
                  <a:srgbClr val="172554"/>
                </a:solidFill>
                <a:latin typeface="Aptos"/>
                <a:ea typeface="Aptos"/>
                <a:cs typeface="Aptos"/>
              </a:defRPr>
            </a:lvl2pPr>
            <a:lvl3pPr algn="l">
              <a:buNone/>
              <a:defRPr sz="2250" b="1">
                <a:solidFill>
                  <a:srgbClr val="172554"/>
                </a:solidFill>
                <a:latin typeface="Aptos"/>
                <a:ea typeface="Aptos"/>
                <a:cs typeface="Aptos"/>
              </a:defRPr>
            </a:lvl3pPr>
            <a:lvl4pPr algn="l">
              <a:buNone/>
              <a:defRPr sz="2250" b="1">
                <a:solidFill>
                  <a:srgbClr val="172554"/>
                </a:solidFill>
                <a:latin typeface="Aptos"/>
                <a:ea typeface="Aptos"/>
                <a:cs typeface="Aptos"/>
              </a:defRPr>
            </a:lvl4pPr>
            <a:lvl5pPr algn="l">
              <a:buNone/>
              <a:defRPr sz="2250" b="1">
                <a:solidFill>
                  <a:srgbClr val="172554"/>
                </a:solidFill>
                <a:latin typeface="Aptos"/>
                <a:ea typeface="Aptos"/>
                <a:cs typeface="Aptos"/>
              </a:defRPr>
            </a:lvl5pPr>
            <a:lvl6pPr algn="l">
              <a:buNone/>
              <a:defRPr sz="2250" b="1">
                <a:solidFill>
                  <a:srgbClr val="172554"/>
                </a:solidFill>
                <a:latin typeface="Aptos"/>
                <a:ea typeface="Aptos"/>
                <a:cs typeface="Aptos"/>
              </a:defRPr>
            </a:lvl6pPr>
            <a:lvl7pPr algn="l">
              <a:buNone/>
              <a:defRPr sz="2250" b="1">
                <a:solidFill>
                  <a:srgbClr val="172554"/>
                </a:solidFill>
                <a:latin typeface="Aptos"/>
                <a:ea typeface="Aptos"/>
                <a:cs typeface="Aptos"/>
              </a:defRPr>
            </a:lvl7pPr>
            <a:lvl8pPr algn="l">
              <a:buNone/>
              <a:defRPr sz="2250" b="1">
                <a:solidFill>
                  <a:srgbClr val="172554"/>
                </a:solidFill>
                <a:latin typeface="Aptos"/>
                <a:ea typeface="Aptos"/>
                <a:cs typeface="Aptos"/>
              </a:defRPr>
            </a:lvl8pPr>
            <a:lvl9pPr algn="l">
              <a:buNone/>
              <a:defRPr sz="2250" b="1">
                <a:solidFill>
                  <a:srgbClr val="172554"/>
                </a:solidFill>
                <a:latin typeface="Aptos"/>
                <a:ea typeface="Aptos"/>
                <a:cs typeface="Aptos"/>
              </a:defRPr>
            </a:lvl9pPr>
          </a:lstStyle>
          <a:p xmlns:a="http://schemas.openxmlformats.org/drawingml/2006/main">
            <a:pPr algn="l">
              <a:buNone/>
              <a:defRPr sz="2250" b="1">
                <a:solidFill>
                  <a:srgbClr val="172554"/>
                </a:solidFill>
                <a:latin typeface="Aptos"/>
                <a:ea typeface="Aptos"/>
                <a:cs typeface="Aptos"/>
              </a:defRPr>
            </a:pPr>
            <a:r>
              <a:rPr sz="2250" b="1">
                <a:solidFill>
                  <a:srgbClr val="172554"/>
                </a:solidFill>
                <a:latin typeface="Aptos"/>
                <a:ea typeface="Aptos"/>
                <a:cs typeface="Aptos"/>
              </a:rPr>
              <a:t>¿Aprobó Bases de Datos?</a:t>
            </a:r>
          </a:p>
        </p:txBody>
      </p:sp>
    </p:spTree>
    <p:extLst>
      <p:ext uri="{BB962C8B-B14F-4D97-AF65-F5344CB8AC3E}">
        <p14:creationId xmlns:p14="http://schemas.microsoft.com/office/powerpoint/2010/main" val="2076556326"/>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E7BE778-2614-4F17-90D2-CEC935B6F756}"/>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F247B3D6-7C5F-4145-A84E-4C93531C1978}"/>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1:30</a:t>
            </a:r>
          </a:p>
        </p:txBody>
      </p:sp>
      <p:sp>
        <p:nvSpPr>
          <p:cNvPr id="3" name="">
            <a:extLst xmlns:a="http://schemas.openxmlformats.org/drawingml/2006/main">
              <a:ext uri="{FF2B5EF4-FFF2-40B4-BE49-F238E27FC236}">
                <a16:creationId xmlns:a16="http://schemas.microsoft.com/office/drawing/2014/main" id="{37A81610-5A8E-4E2A-A882-457050329F58}"/>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De las claves compartidas a las firmas digitales</a:t>
            </a:r>
          </a:p>
        </p:txBody>
      </p:sp>
      <p:sp>
        <p:nvSpPr>
          <p:cNvPr id="4" name="">
            <a:extLst xmlns:a="http://schemas.openxmlformats.org/drawingml/2006/main">
              <a:ext uri="{FF2B5EF4-FFF2-40B4-BE49-F238E27FC236}">
                <a16:creationId xmlns:a16="http://schemas.microsoft.com/office/drawing/2014/main" id="{2D79A05E-1EF0-4E6F-8A08-4C8F905379F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A452A17-3A3A-417D-BA37-C53B308B850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7B4AE22B-0B82-49FB-B168-D19ECA934F2B}"/>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03</a:t>
            </a:r>
          </a:p>
        </p:txBody>
      </p:sp>
      <p:sp>
        <p:nvSpPr>
          <p:cNvPr id="7" name="">
            <a:extLst xmlns:a="http://schemas.openxmlformats.org/drawingml/2006/main">
              <a:ext uri="{FF2B5EF4-FFF2-40B4-BE49-F238E27FC236}">
                <a16:creationId xmlns:a16="http://schemas.microsoft.com/office/drawing/2014/main" id="{239ADB06-B854-4896-B7AC-6C146281D044}"/>
              </a:ext>
            </a:extLst>
          </p:cNvPr>
          <p:cNvSpPr>
            <a:spLocks xmlns:a="http://schemas.openxmlformats.org/drawingml/2006/main" noGrp="1"/>
          </p:cNvSpPr>
          <p:nvPr/>
        </p:nvSpPr>
        <p:spPr>
          <a:xfrm xmlns:a="http://schemas.openxmlformats.org/drawingml/2006/main">
            <a:off x="723900" y="1571625"/>
            <a:ext cx="10287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82230"/>
                </a:solidFill>
                <a:latin typeface="Aptos"/>
                <a:ea typeface="Aptos"/>
                <a:cs typeface="Aptos"/>
              </a:defRPr>
            </a:defPPr>
            <a:lvl1pPr algn="l">
              <a:buNone/>
              <a:defRPr sz="1725" b="1">
                <a:solidFill>
                  <a:srgbClr val="182230"/>
                </a:solidFill>
                <a:latin typeface="Aptos"/>
                <a:ea typeface="Aptos"/>
                <a:cs typeface="Aptos"/>
              </a:defRPr>
            </a:lvl1pPr>
            <a:lvl2pPr algn="l">
              <a:buNone/>
              <a:defRPr sz="1725" b="1">
                <a:solidFill>
                  <a:srgbClr val="182230"/>
                </a:solidFill>
                <a:latin typeface="Aptos"/>
                <a:ea typeface="Aptos"/>
                <a:cs typeface="Aptos"/>
              </a:defRPr>
            </a:lvl2pPr>
            <a:lvl3pPr algn="l">
              <a:buNone/>
              <a:defRPr sz="1725" b="1">
                <a:solidFill>
                  <a:srgbClr val="182230"/>
                </a:solidFill>
                <a:latin typeface="Aptos"/>
                <a:ea typeface="Aptos"/>
                <a:cs typeface="Aptos"/>
              </a:defRPr>
            </a:lvl3pPr>
            <a:lvl4pPr algn="l">
              <a:buNone/>
              <a:defRPr sz="1725" b="1">
                <a:solidFill>
                  <a:srgbClr val="182230"/>
                </a:solidFill>
                <a:latin typeface="Aptos"/>
                <a:ea typeface="Aptos"/>
                <a:cs typeface="Aptos"/>
              </a:defRPr>
            </a:lvl4pPr>
            <a:lvl5pPr algn="l">
              <a:buNone/>
              <a:defRPr sz="1725" b="1">
                <a:solidFill>
                  <a:srgbClr val="182230"/>
                </a:solidFill>
                <a:latin typeface="Aptos"/>
                <a:ea typeface="Aptos"/>
                <a:cs typeface="Aptos"/>
              </a:defRPr>
            </a:lvl5pPr>
            <a:lvl6pPr algn="l">
              <a:buNone/>
              <a:defRPr sz="1725" b="1">
                <a:solidFill>
                  <a:srgbClr val="182230"/>
                </a:solidFill>
                <a:latin typeface="Aptos"/>
                <a:ea typeface="Aptos"/>
                <a:cs typeface="Aptos"/>
              </a:defRPr>
            </a:lvl6pPr>
            <a:lvl7pPr algn="l">
              <a:buNone/>
              <a:defRPr sz="1725" b="1">
                <a:solidFill>
                  <a:srgbClr val="182230"/>
                </a:solidFill>
                <a:latin typeface="Aptos"/>
                <a:ea typeface="Aptos"/>
                <a:cs typeface="Aptos"/>
              </a:defRPr>
            </a:lvl7pPr>
            <a:lvl8pPr algn="l">
              <a:buNone/>
              <a:defRPr sz="1725" b="1">
                <a:solidFill>
                  <a:srgbClr val="182230"/>
                </a:solidFill>
                <a:latin typeface="Aptos"/>
                <a:ea typeface="Aptos"/>
                <a:cs typeface="Aptos"/>
              </a:defRPr>
            </a:lvl8pPr>
            <a:lvl9pPr algn="l">
              <a:buNone/>
              <a:defRPr sz="1725" b="1">
                <a:solidFill>
                  <a:srgbClr val="182230"/>
                </a:solidFill>
                <a:latin typeface="Aptos"/>
                <a:ea typeface="Aptos"/>
                <a:cs typeface="Aptos"/>
              </a:defRPr>
            </a:lvl9pPr>
          </a:lstStyle>
          <a:p xmlns:a="http://schemas.openxmlformats.org/drawingml/2006/main">
            <a:pPr algn="l">
              <a:buNone/>
              <a:defRPr sz="1725" b="1">
                <a:solidFill>
                  <a:srgbClr val="182230"/>
                </a:solidFill>
                <a:latin typeface="Aptos"/>
                <a:ea typeface="Aptos"/>
                <a:cs typeface="Aptos"/>
              </a:defRPr>
            </a:pPr>
            <a:r>
              <a:rPr sz="1725" b="1">
                <a:solidFill>
                  <a:srgbClr val="182230"/>
                </a:solidFill>
                <a:latin typeface="Aptos"/>
                <a:ea typeface="Aptos"/>
                <a:cs typeface="Aptos"/>
              </a:rPr>
              <a:t>La criptografía ayuda a proteger información y a comprobar quién la firmó.</a:t>
            </a:r>
          </a:p>
        </p:txBody>
      </p:sp>
      <p:sp>
        <p:nvSpPr>
          <p:cNvPr id="8" name="">
            <a:extLst xmlns:a="http://schemas.openxmlformats.org/drawingml/2006/main">
              <a:ext uri="{FF2B5EF4-FFF2-40B4-BE49-F238E27FC236}">
                <a16:creationId xmlns:a16="http://schemas.microsoft.com/office/drawing/2014/main" id="{B501501E-2916-4480-8EAE-CDD8DBCB1674}"/>
              </a:ext>
            </a:extLst>
          </p:cNvPr>
          <p:cNvSpPr>
            <a:spLocks xmlns:a="http://schemas.openxmlformats.org/drawingml/2006/main" noGrp="1"/>
          </p:cNvSpPr>
          <p:nvPr/>
        </p:nvSpPr>
        <p:spPr>
          <a:xfrm xmlns:a="http://schemas.openxmlformats.org/drawingml/2006/main" flipV="0">
            <a:off x="1619250" y="3524250"/>
            <a:ext cx="8953500" cy="9525"/>
          </a:xfrm>
          <a:prstGeom xmlns:a="http://schemas.openxmlformats.org/drawingml/2006/main" prst="line">
            <a:avLst/>
          </a:prstGeom>
          <a:noFill xmlns:a="http://schemas.openxmlformats.org/drawingml/2006/main"/>
          <a:ln xmlns:a="http://schemas.openxmlformats.org/drawingml/2006/main" w="47625">
            <a:solidFill>
              <a:srgbClr val="B9C7DA"/>
            </a:solidFill>
            <a:prstDash val="solid"/>
          </a:ln>
        </p:spPr>
      </p:sp>
      <p:sp>
        <p:nvSpPr>
          <p:cNvPr id="9" name="">
            <a:extLst xmlns:a="http://schemas.openxmlformats.org/drawingml/2006/main">
              <a:ext uri="{FF2B5EF4-FFF2-40B4-BE49-F238E27FC236}">
                <a16:creationId xmlns:a16="http://schemas.microsoft.com/office/drawing/2014/main" id="{FCDD9ACF-8F8E-4FAE-BF2C-058CC84321C0}"/>
              </a:ext>
            </a:extLst>
          </p:cNvPr>
          <p:cNvSpPr>
            <a:spLocks xmlns:a="http://schemas.openxmlformats.org/drawingml/2006/main" noGrp="1"/>
          </p:cNvSpPr>
          <p:nvPr/>
        </p:nvSpPr>
        <p:spPr>
          <a:xfrm xmlns:a="http://schemas.openxmlformats.org/drawingml/2006/main">
            <a:off x="2028825" y="3209925"/>
            <a:ext cx="628650" cy="6286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FC5498C-5C20-4B03-A51D-4DB802442187}"/>
              </a:ext>
            </a:extLst>
          </p:cNvPr>
          <p:cNvSpPr>
            <a:spLocks xmlns:a="http://schemas.openxmlformats.org/drawingml/2006/main" noGrp="1"/>
          </p:cNvSpPr>
          <p:nvPr/>
        </p:nvSpPr>
        <p:spPr>
          <a:xfrm xmlns:a="http://schemas.openxmlformats.org/drawingml/2006/main">
            <a:off x="2028825"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D4B25CDF-C2D6-4237-A60F-3C0C53F87D66}"/>
              </a:ext>
            </a:extLst>
          </p:cNvPr>
          <p:cNvSpPr>
            <a:spLocks xmlns:a="http://schemas.openxmlformats.org/drawingml/2006/main" noGrp="1"/>
          </p:cNvSpPr>
          <p:nvPr/>
        </p:nvSpPr>
        <p:spPr>
          <a:xfrm xmlns:a="http://schemas.openxmlformats.org/drawingml/2006/main">
            <a:off x="1095375"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846A0"/>
                </a:solidFill>
                <a:latin typeface="Aptos"/>
                <a:ea typeface="Aptos"/>
                <a:cs typeface="Aptos"/>
              </a:defRPr>
            </a:defPPr>
            <a:lvl1pPr algn="ctr">
              <a:buNone/>
              <a:defRPr sz="1275" b="1">
                <a:solidFill>
                  <a:srgbClr val="2846A0"/>
                </a:solidFill>
                <a:latin typeface="Aptos"/>
                <a:ea typeface="Aptos"/>
                <a:cs typeface="Aptos"/>
              </a:defRPr>
            </a:lvl1pPr>
            <a:lvl2pPr algn="ctr">
              <a:buNone/>
              <a:defRPr sz="1275" b="1">
                <a:solidFill>
                  <a:srgbClr val="2846A0"/>
                </a:solidFill>
                <a:latin typeface="Aptos"/>
                <a:ea typeface="Aptos"/>
                <a:cs typeface="Aptos"/>
              </a:defRPr>
            </a:lvl2pPr>
            <a:lvl3pPr algn="ctr">
              <a:buNone/>
              <a:defRPr sz="1275" b="1">
                <a:solidFill>
                  <a:srgbClr val="2846A0"/>
                </a:solidFill>
                <a:latin typeface="Aptos"/>
                <a:ea typeface="Aptos"/>
                <a:cs typeface="Aptos"/>
              </a:defRPr>
            </a:lvl3pPr>
            <a:lvl4pPr algn="ctr">
              <a:buNone/>
              <a:defRPr sz="1275" b="1">
                <a:solidFill>
                  <a:srgbClr val="2846A0"/>
                </a:solidFill>
                <a:latin typeface="Aptos"/>
                <a:ea typeface="Aptos"/>
                <a:cs typeface="Aptos"/>
              </a:defRPr>
            </a:lvl4pPr>
            <a:lvl5pPr algn="ctr">
              <a:buNone/>
              <a:defRPr sz="1275" b="1">
                <a:solidFill>
                  <a:srgbClr val="2846A0"/>
                </a:solidFill>
                <a:latin typeface="Aptos"/>
                <a:ea typeface="Aptos"/>
                <a:cs typeface="Aptos"/>
              </a:defRPr>
            </a:lvl5pPr>
            <a:lvl6pPr algn="ctr">
              <a:buNone/>
              <a:defRPr sz="1275" b="1">
                <a:solidFill>
                  <a:srgbClr val="2846A0"/>
                </a:solidFill>
                <a:latin typeface="Aptos"/>
                <a:ea typeface="Aptos"/>
                <a:cs typeface="Aptos"/>
              </a:defRPr>
            </a:lvl6pPr>
            <a:lvl7pPr algn="ctr">
              <a:buNone/>
              <a:defRPr sz="1275" b="1">
                <a:solidFill>
                  <a:srgbClr val="2846A0"/>
                </a:solidFill>
                <a:latin typeface="Aptos"/>
                <a:ea typeface="Aptos"/>
                <a:cs typeface="Aptos"/>
              </a:defRPr>
            </a:lvl7pPr>
            <a:lvl8pPr algn="ctr">
              <a:buNone/>
              <a:defRPr sz="1275" b="1">
                <a:solidFill>
                  <a:srgbClr val="2846A0"/>
                </a:solidFill>
                <a:latin typeface="Aptos"/>
                <a:ea typeface="Aptos"/>
                <a:cs typeface="Aptos"/>
              </a:defRPr>
            </a:lvl8pPr>
            <a:lvl9pPr algn="ctr">
              <a:buNone/>
              <a:defRPr sz="1275" b="1">
                <a:solidFill>
                  <a:srgbClr val="2846A0"/>
                </a:solidFill>
                <a:latin typeface="Aptos"/>
                <a:ea typeface="Aptos"/>
                <a:cs typeface="Aptos"/>
              </a:defRPr>
            </a:lvl9pPr>
          </a:lstStyle>
          <a:p xmlns:a="http://schemas.openxmlformats.org/drawingml/2006/main">
            <a:pPr algn="ctr">
              <a:buNone/>
              <a:defRPr sz="1275" b="1">
                <a:solidFill>
                  <a:srgbClr val="2846A0"/>
                </a:solidFill>
                <a:latin typeface="Aptos"/>
                <a:ea typeface="Aptos"/>
                <a:cs typeface="Aptos"/>
              </a:defRPr>
            </a:pPr>
            <a:r>
              <a:rPr sz="1275" b="1">
                <a:solidFill>
                  <a:srgbClr val="2846A0"/>
                </a:solidFill>
                <a:latin typeface="Aptos"/>
                <a:ea typeface="Aptos"/>
                <a:cs typeface="Aptos"/>
              </a:rPr>
              <a:t>Durante siglos</a:t>
            </a:r>
          </a:p>
        </p:txBody>
      </p:sp>
      <p:sp>
        <p:nvSpPr>
          <p:cNvPr id="12" name="">
            <a:extLst xmlns:a="http://schemas.openxmlformats.org/drawingml/2006/main">
              <a:ext uri="{FF2B5EF4-FFF2-40B4-BE49-F238E27FC236}">
                <a16:creationId xmlns:a16="http://schemas.microsoft.com/office/drawing/2014/main" id="{F9EBE4BD-262A-44C2-8F6F-A115C4EE2D0D}"/>
              </a:ext>
            </a:extLst>
          </p:cNvPr>
          <p:cNvSpPr>
            <a:spLocks xmlns:a="http://schemas.openxmlformats.org/drawingml/2006/main" noGrp="1"/>
          </p:cNvSpPr>
          <p:nvPr/>
        </p:nvSpPr>
        <p:spPr>
          <a:xfrm xmlns:a="http://schemas.openxmlformats.org/drawingml/2006/main">
            <a:off x="1095375"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Una misma clave</a:t>
            </a:r>
          </a:p>
        </p:txBody>
      </p:sp>
      <p:sp>
        <p:nvSpPr>
          <p:cNvPr id="13" name="">
            <a:extLst xmlns:a="http://schemas.openxmlformats.org/drawingml/2006/main">
              <a:ext uri="{FF2B5EF4-FFF2-40B4-BE49-F238E27FC236}">
                <a16:creationId xmlns:a16="http://schemas.microsoft.com/office/drawing/2014/main" id="{BE72F1F3-1CE2-4BB5-835F-CCB17BDCA8BD}"/>
              </a:ext>
            </a:extLst>
          </p:cNvPr>
          <p:cNvSpPr>
            <a:spLocks xmlns:a="http://schemas.openxmlformats.org/drawingml/2006/main" noGrp="1"/>
          </p:cNvSpPr>
          <p:nvPr/>
        </p:nvSpPr>
        <p:spPr>
          <a:xfrm xmlns:a="http://schemas.openxmlformats.org/drawingml/2006/main">
            <a:off x="1095375"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Emisor y receptor comparten una clave secreta.</a:t>
            </a:r>
          </a:p>
        </p:txBody>
      </p:sp>
      <p:sp>
        <p:nvSpPr>
          <p:cNvPr id="14" name="">
            <a:extLst xmlns:a="http://schemas.openxmlformats.org/drawingml/2006/main">
              <a:ext uri="{FF2B5EF4-FFF2-40B4-BE49-F238E27FC236}">
                <a16:creationId xmlns:a16="http://schemas.microsoft.com/office/drawing/2014/main" id="{1C2332A8-CE23-4685-9B74-AD390A6F2AE4}"/>
              </a:ext>
            </a:extLst>
          </p:cNvPr>
          <p:cNvSpPr>
            <a:spLocks xmlns:a="http://schemas.openxmlformats.org/drawingml/2006/main" noGrp="1"/>
          </p:cNvSpPr>
          <p:nvPr/>
        </p:nvSpPr>
        <p:spPr>
          <a:xfrm xmlns:a="http://schemas.openxmlformats.org/drawingml/2006/main">
            <a:off x="5600700" y="3209925"/>
            <a:ext cx="628650" cy="6286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061183-2EDD-49CE-A28A-C1609C0C6FF8}"/>
              </a:ext>
            </a:extLst>
          </p:cNvPr>
          <p:cNvSpPr>
            <a:spLocks xmlns:a="http://schemas.openxmlformats.org/drawingml/2006/main" noGrp="1"/>
          </p:cNvSpPr>
          <p:nvPr/>
        </p:nvSpPr>
        <p:spPr>
          <a:xfrm xmlns:a="http://schemas.openxmlformats.org/drawingml/2006/main">
            <a:off x="5600700"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EFC07F51-7276-4F9D-9327-EFD21B12B0C3}"/>
              </a:ext>
            </a:extLst>
          </p:cNvPr>
          <p:cNvSpPr>
            <a:spLocks xmlns:a="http://schemas.openxmlformats.org/drawingml/2006/main" noGrp="1"/>
          </p:cNvSpPr>
          <p:nvPr/>
        </p:nvSpPr>
        <p:spPr>
          <a:xfrm xmlns:a="http://schemas.openxmlformats.org/drawingml/2006/main">
            <a:off x="4667250"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2B8A8"/>
                </a:solidFill>
                <a:latin typeface="Aptos"/>
                <a:ea typeface="Aptos"/>
                <a:cs typeface="Aptos"/>
              </a:defRPr>
            </a:defPPr>
            <a:lvl1pPr algn="ctr">
              <a:buNone/>
              <a:defRPr sz="1275" b="1">
                <a:solidFill>
                  <a:srgbClr val="22B8A8"/>
                </a:solidFill>
                <a:latin typeface="Aptos"/>
                <a:ea typeface="Aptos"/>
                <a:cs typeface="Aptos"/>
              </a:defRPr>
            </a:lvl1pPr>
            <a:lvl2pPr algn="ctr">
              <a:buNone/>
              <a:defRPr sz="1275" b="1">
                <a:solidFill>
                  <a:srgbClr val="22B8A8"/>
                </a:solidFill>
                <a:latin typeface="Aptos"/>
                <a:ea typeface="Aptos"/>
                <a:cs typeface="Aptos"/>
              </a:defRPr>
            </a:lvl2pPr>
            <a:lvl3pPr algn="ctr">
              <a:buNone/>
              <a:defRPr sz="1275" b="1">
                <a:solidFill>
                  <a:srgbClr val="22B8A8"/>
                </a:solidFill>
                <a:latin typeface="Aptos"/>
                <a:ea typeface="Aptos"/>
                <a:cs typeface="Aptos"/>
              </a:defRPr>
            </a:lvl3pPr>
            <a:lvl4pPr algn="ctr">
              <a:buNone/>
              <a:defRPr sz="1275" b="1">
                <a:solidFill>
                  <a:srgbClr val="22B8A8"/>
                </a:solidFill>
                <a:latin typeface="Aptos"/>
                <a:ea typeface="Aptos"/>
                <a:cs typeface="Aptos"/>
              </a:defRPr>
            </a:lvl4pPr>
            <a:lvl5pPr algn="ctr">
              <a:buNone/>
              <a:defRPr sz="1275" b="1">
                <a:solidFill>
                  <a:srgbClr val="22B8A8"/>
                </a:solidFill>
                <a:latin typeface="Aptos"/>
                <a:ea typeface="Aptos"/>
                <a:cs typeface="Aptos"/>
              </a:defRPr>
            </a:lvl5pPr>
            <a:lvl6pPr algn="ctr">
              <a:buNone/>
              <a:defRPr sz="1275" b="1">
                <a:solidFill>
                  <a:srgbClr val="22B8A8"/>
                </a:solidFill>
                <a:latin typeface="Aptos"/>
                <a:ea typeface="Aptos"/>
                <a:cs typeface="Aptos"/>
              </a:defRPr>
            </a:lvl6pPr>
            <a:lvl7pPr algn="ctr">
              <a:buNone/>
              <a:defRPr sz="1275" b="1">
                <a:solidFill>
                  <a:srgbClr val="22B8A8"/>
                </a:solidFill>
                <a:latin typeface="Aptos"/>
                <a:ea typeface="Aptos"/>
                <a:cs typeface="Aptos"/>
              </a:defRPr>
            </a:lvl7pPr>
            <a:lvl8pPr algn="ctr">
              <a:buNone/>
              <a:defRPr sz="1275" b="1">
                <a:solidFill>
                  <a:srgbClr val="22B8A8"/>
                </a:solidFill>
                <a:latin typeface="Aptos"/>
                <a:ea typeface="Aptos"/>
                <a:cs typeface="Aptos"/>
              </a:defRPr>
            </a:lvl8pPr>
            <a:lvl9pPr algn="ctr">
              <a:buNone/>
              <a:defRPr sz="1275" b="1">
                <a:solidFill>
                  <a:srgbClr val="22B8A8"/>
                </a:solidFill>
                <a:latin typeface="Aptos"/>
                <a:ea typeface="Aptos"/>
                <a:cs typeface="Aptos"/>
              </a:defRPr>
            </a:lvl9pPr>
          </a:lstStyle>
          <a:p xmlns:a="http://schemas.openxmlformats.org/drawingml/2006/main">
            <a:pPr algn="ctr">
              <a:buNone/>
              <a:defRPr sz="1275" b="1">
                <a:solidFill>
                  <a:srgbClr val="22B8A8"/>
                </a:solidFill>
                <a:latin typeface="Aptos"/>
                <a:ea typeface="Aptos"/>
                <a:cs typeface="Aptos"/>
              </a:defRPr>
            </a:pPr>
            <a:r>
              <a:rPr sz="1275" b="1">
                <a:solidFill>
                  <a:srgbClr val="22B8A8"/>
                </a:solidFill>
                <a:latin typeface="Aptos"/>
                <a:ea typeface="Aptos"/>
                <a:cs typeface="Aptos"/>
              </a:rPr>
              <a:t>1976</a:t>
            </a:r>
          </a:p>
        </p:txBody>
      </p:sp>
      <p:sp>
        <p:nvSpPr>
          <p:cNvPr id="17" name="">
            <a:extLst xmlns:a="http://schemas.openxmlformats.org/drawingml/2006/main">
              <a:ext uri="{FF2B5EF4-FFF2-40B4-BE49-F238E27FC236}">
                <a16:creationId xmlns:a16="http://schemas.microsoft.com/office/drawing/2014/main" id="{36FF8DF5-92F8-49D6-A1EA-A99D613DF1CC}"/>
              </a:ext>
            </a:extLst>
          </p:cNvPr>
          <p:cNvSpPr>
            <a:spLocks xmlns:a="http://schemas.openxmlformats.org/drawingml/2006/main" noGrp="1"/>
          </p:cNvSpPr>
          <p:nvPr/>
        </p:nvSpPr>
        <p:spPr>
          <a:xfrm xmlns:a="http://schemas.openxmlformats.org/drawingml/2006/main">
            <a:off x="4667250"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Clave pública</a:t>
            </a:r>
          </a:p>
        </p:txBody>
      </p:sp>
      <p:sp>
        <p:nvSpPr>
          <p:cNvPr id="18" name="">
            <a:extLst xmlns:a="http://schemas.openxmlformats.org/drawingml/2006/main">
              <a:ext uri="{FF2B5EF4-FFF2-40B4-BE49-F238E27FC236}">
                <a16:creationId xmlns:a16="http://schemas.microsoft.com/office/drawing/2014/main" id="{0A39BE81-D6D1-4298-9D32-8CB4AC12301A}"/>
              </a:ext>
            </a:extLst>
          </p:cNvPr>
          <p:cNvSpPr>
            <a:spLocks xmlns:a="http://schemas.openxmlformats.org/drawingml/2006/main" noGrp="1"/>
          </p:cNvSpPr>
          <p:nvPr/>
        </p:nvSpPr>
        <p:spPr>
          <a:xfrm xmlns:a="http://schemas.openxmlformats.org/drawingml/2006/main">
            <a:off x="4667250"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En 1976 se propuso usar claves relacionadas para compartir secretos y verificar mensajes.</a:t>
            </a:r>
          </a:p>
        </p:txBody>
      </p:sp>
      <p:sp>
        <p:nvSpPr>
          <p:cNvPr id="19" name="">
            <a:extLst xmlns:a="http://schemas.openxmlformats.org/drawingml/2006/main">
              <a:ext uri="{FF2B5EF4-FFF2-40B4-BE49-F238E27FC236}">
                <a16:creationId xmlns:a16="http://schemas.microsoft.com/office/drawing/2014/main" id="{9351A7A8-E76C-431C-BC72-64F488128CBD}"/>
              </a:ext>
            </a:extLst>
          </p:cNvPr>
          <p:cNvSpPr>
            <a:spLocks xmlns:a="http://schemas.openxmlformats.org/drawingml/2006/main" noGrp="1"/>
          </p:cNvSpPr>
          <p:nvPr/>
        </p:nvSpPr>
        <p:spPr>
          <a:xfrm xmlns:a="http://schemas.openxmlformats.org/drawingml/2006/main">
            <a:off x="9172575" y="3209925"/>
            <a:ext cx="628650" cy="6286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2A32ADB-2A31-4C7E-A302-E76DC2E9D0E6}"/>
              </a:ext>
            </a:extLst>
          </p:cNvPr>
          <p:cNvSpPr>
            <a:spLocks xmlns:a="http://schemas.openxmlformats.org/drawingml/2006/main" noGrp="1"/>
          </p:cNvSpPr>
          <p:nvPr/>
        </p:nvSpPr>
        <p:spPr>
          <a:xfrm xmlns:a="http://schemas.openxmlformats.org/drawingml/2006/main">
            <a:off x="9172575"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D760EA56-5D5F-45DE-8D9E-C6855DA81086}"/>
              </a:ext>
            </a:extLst>
          </p:cNvPr>
          <p:cNvSpPr>
            <a:spLocks xmlns:a="http://schemas.openxmlformats.org/drawingml/2006/main" noGrp="1"/>
          </p:cNvSpPr>
          <p:nvPr/>
        </p:nvSpPr>
        <p:spPr>
          <a:xfrm xmlns:a="http://schemas.openxmlformats.org/drawingml/2006/main">
            <a:off x="8239125"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2B544"/>
                </a:solidFill>
                <a:latin typeface="Aptos"/>
                <a:ea typeface="Aptos"/>
                <a:cs typeface="Aptos"/>
              </a:defRPr>
            </a:defPPr>
            <a:lvl1pPr algn="ctr">
              <a:buNone/>
              <a:defRPr sz="1275" b="1">
                <a:solidFill>
                  <a:srgbClr val="F2B544"/>
                </a:solidFill>
                <a:latin typeface="Aptos"/>
                <a:ea typeface="Aptos"/>
                <a:cs typeface="Aptos"/>
              </a:defRPr>
            </a:lvl1pPr>
            <a:lvl2pPr algn="ctr">
              <a:buNone/>
              <a:defRPr sz="1275" b="1">
                <a:solidFill>
                  <a:srgbClr val="F2B544"/>
                </a:solidFill>
                <a:latin typeface="Aptos"/>
                <a:ea typeface="Aptos"/>
                <a:cs typeface="Aptos"/>
              </a:defRPr>
            </a:lvl2pPr>
            <a:lvl3pPr algn="ctr">
              <a:buNone/>
              <a:defRPr sz="1275" b="1">
                <a:solidFill>
                  <a:srgbClr val="F2B544"/>
                </a:solidFill>
                <a:latin typeface="Aptos"/>
                <a:ea typeface="Aptos"/>
                <a:cs typeface="Aptos"/>
              </a:defRPr>
            </a:lvl3pPr>
            <a:lvl4pPr algn="ctr">
              <a:buNone/>
              <a:defRPr sz="1275" b="1">
                <a:solidFill>
                  <a:srgbClr val="F2B544"/>
                </a:solidFill>
                <a:latin typeface="Aptos"/>
                <a:ea typeface="Aptos"/>
                <a:cs typeface="Aptos"/>
              </a:defRPr>
            </a:lvl4pPr>
            <a:lvl5pPr algn="ctr">
              <a:buNone/>
              <a:defRPr sz="1275" b="1">
                <a:solidFill>
                  <a:srgbClr val="F2B544"/>
                </a:solidFill>
                <a:latin typeface="Aptos"/>
                <a:ea typeface="Aptos"/>
                <a:cs typeface="Aptos"/>
              </a:defRPr>
            </a:lvl5pPr>
            <a:lvl6pPr algn="ctr">
              <a:buNone/>
              <a:defRPr sz="1275" b="1">
                <a:solidFill>
                  <a:srgbClr val="F2B544"/>
                </a:solidFill>
                <a:latin typeface="Aptos"/>
                <a:ea typeface="Aptos"/>
                <a:cs typeface="Aptos"/>
              </a:defRPr>
            </a:lvl6pPr>
            <a:lvl7pPr algn="ctr">
              <a:buNone/>
              <a:defRPr sz="1275" b="1">
                <a:solidFill>
                  <a:srgbClr val="F2B544"/>
                </a:solidFill>
                <a:latin typeface="Aptos"/>
                <a:ea typeface="Aptos"/>
                <a:cs typeface="Aptos"/>
              </a:defRPr>
            </a:lvl7pPr>
            <a:lvl8pPr algn="ctr">
              <a:buNone/>
              <a:defRPr sz="1275" b="1">
                <a:solidFill>
                  <a:srgbClr val="F2B544"/>
                </a:solidFill>
                <a:latin typeface="Aptos"/>
                <a:ea typeface="Aptos"/>
                <a:cs typeface="Aptos"/>
              </a:defRPr>
            </a:lvl8pPr>
            <a:lvl9pPr algn="ctr">
              <a:buNone/>
              <a:defRPr sz="1275" b="1">
                <a:solidFill>
                  <a:srgbClr val="F2B544"/>
                </a:solidFill>
                <a:latin typeface="Aptos"/>
                <a:ea typeface="Aptos"/>
                <a:cs typeface="Aptos"/>
              </a:defRPr>
            </a:lvl9pPr>
          </a:lstStyle>
          <a:p xmlns:a="http://schemas.openxmlformats.org/drawingml/2006/main">
            <a:pPr algn="ctr">
              <a:buNone/>
              <a:defRPr sz="1275" b="1">
                <a:solidFill>
                  <a:srgbClr val="F2B544"/>
                </a:solidFill>
                <a:latin typeface="Aptos"/>
                <a:ea typeface="Aptos"/>
                <a:cs typeface="Aptos"/>
              </a:defRPr>
            </a:pPr>
            <a:r>
              <a:rPr sz="1275" b="1">
                <a:solidFill>
                  <a:srgbClr val="F2B544"/>
                </a:solidFill>
                <a:latin typeface="Aptos"/>
                <a:ea typeface="Aptos"/>
                <a:cs typeface="Aptos"/>
              </a:rPr>
              <a:t>2011–2017</a:t>
            </a:r>
          </a:p>
        </p:txBody>
      </p:sp>
      <p:sp>
        <p:nvSpPr>
          <p:cNvPr id="22" name="">
            <a:extLst xmlns:a="http://schemas.openxmlformats.org/drawingml/2006/main">
              <a:ext uri="{FF2B5EF4-FFF2-40B4-BE49-F238E27FC236}">
                <a16:creationId xmlns:a16="http://schemas.microsoft.com/office/drawing/2014/main" id="{8D14E413-6754-4801-8B90-29B7EA50364F}"/>
              </a:ext>
            </a:extLst>
          </p:cNvPr>
          <p:cNvSpPr>
            <a:spLocks xmlns:a="http://schemas.openxmlformats.org/drawingml/2006/main" noGrp="1"/>
          </p:cNvSpPr>
          <p:nvPr/>
        </p:nvSpPr>
        <p:spPr>
          <a:xfrm xmlns:a="http://schemas.openxmlformats.org/drawingml/2006/main">
            <a:off x="8239125"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Ed25519</a:t>
            </a:r>
          </a:p>
        </p:txBody>
      </p:sp>
      <p:sp>
        <p:nvSpPr>
          <p:cNvPr id="23" name="">
            <a:extLst xmlns:a="http://schemas.openxmlformats.org/drawingml/2006/main">
              <a:ext uri="{FF2B5EF4-FFF2-40B4-BE49-F238E27FC236}">
                <a16:creationId xmlns:a16="http://schemas.microsoft.com/office/drawing/2014/main" id="{D91C6588-F989-44F9-825B-B84F9F4E3BC2}"/>
              </a:ext>
            </a:extLst>
          </p:cNvPr>
          <p:cNvSpPr>
            <a:spLocks xmlns:a="http://schemas.openxmlformats.org/drawingml/2006/main" noGrp="1"/>
          </p:cNvSpPr>
          <p:nvPr/>
        </p:nvSpPr>
        <p:spPr>
          <a:xfrm xmlns:a="http://schemas.openxmlformats.org/drawingml/2006/main">
            <a:off x="8239125"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Es un método de firma digital. Se describe en el estándar RFC 8032.</a:t>
            </a:r>
          </a:p>
        </p:txBody>
      </p:sp>
      <p:sp>
        <p:nvSpPr>
          <p:cNvPr id="24" name="">
            <a:extLst xmlns:a="http://schemas.openxmlformats.org/drawingml/2006/main">
              <a:ext uri="{FF2B5EF4-FFF2-40B4-BE49-F238E27FC236}">
                <a16:creationId xmlns:a16="http://schemas.microsoft.com/office/drawing/2014/main" id="{69A676F7-7F15-4A92-A5E6-AB1FD77F15BC}"/>
              </a:ext>
            </a:extLst>
          </p:cNvPr>
          <p:cNvSpPr>
            <a:spLocks xmlns:a="http://schemas.openxmlformats.org/drawingml/2006/main" noGrp="1"/>
          </p:cNvSpPr>
          <p:nvPr/>
        </p:nvSpPr>
        <p:spPr>
          <a:xfrm xmlns:a="http://schemas.openxmlformats.org/drawingml/2006/main">
            <a:off x="781050" y="53530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536276"/>
                </a:solidFill>
                <a:latin typeface="Aptos"/>
                <a:ea typeface="Aptos"/>
                <a:cs typeface="Aptos"/>
              </a:defRPr>
            </a:defPPr>
            <a:lvl1pPr algn="ctr">
              <a:buNone/>
              <a:defRPr sz="1050" b="0">
                <a:solidFill>
                  <a:srgbClr val="536276"/>
                </a:solidFill>
                <a:latin typeface="Aptos"/>
                <a:ea typeface="Aptos"/>
                <a:cs typeface="Aptos"/>
              </a:defRPr>
            </a:lvl1pPr>
            <a:lvl2pPr algn="ctr">
              <a:buNone/>
              <a:defRPr sz="1050" b="0">
                <a:solidFill>
                  <a:srgbClr val="536276"/>
                </a:solidFill>
                <a:latin typeface="Aptos"/>
                <a:ea typeface="Aptos"/>
                <a:cs typeface="Aptos"/>
              </a:defRPr>
            </a:lvl2pPr>
            <a:lvl3pPr algn="ctr">
              <a:buNone/>
              <a:defRPr sz="1050" b="0">
                <a:solidFill>
                  <a:srgbClr val="536276"/>
                </a:solidFill>
                <a:latin typeface="Aptos"/>
                <a:ea typeface="Aptos"/>
                <a:cs typeface="Aptos"/>
              </a:defRPr>
            </a:lvl3pPr>
            <a:lvl4pPr algn="ctr">
              <a:buNone/>
              <a:defRPr sz="1050" b="0">
                <a:solidFill>
                  <a:srgbClr val="536276"/>
                </a:solidFill>
                <a:latin typeface="Aptos"/>
                <a:ea typeface="Aptos"/>
                <a:cs typeface="Aptos"/>
              </a:defRPr>
            </a:lvl4pPr>
            <a:lvl5pPr algn="ctr">
              <a:buNone/>
              <a:defRPr sz="1050" b="0">
                <a:solidFill>
                  <a:srgbClr val="536276"/>
                </a:solidFill>
                <a:latin typeface="Aptos"/>
                <a:ea typeface="Aptos"/>
                <a:cs typeface="Aptos"/>
              </a:defRPr>
            </a:lvl5pPr>
            <a:lvl6pPr algn="ctr">
              <a:buNone/>
              <a:defRPr sz="1050" b="0">
                <a:solidFill>
                  <a:srgbClr val="536276"/>
                </a:solidFill>
                <a:latin typeface="Aptos"/>
                <a:ea typeface="Aptos"/>
                <a:cs typeface="Aptos"/>
              </a:defRPr>
            </a:lvl6pPr>
            <a:lvl7pPr algn="ctr">
              <a:buNone/>
              <a:defRPr sz="1050" b="0">
                <a:solidFill>
                  <a:srgbClr val="536276"/>
                </a:solidFill>
                <a:latin typeface="Aptos"/>
                <a:ea typeface="Aptos"/>
                <a:cs typeface="Aptos"/>
              </a:defRPr>
            </a:lvl7pPr>
            <a:lvl8pPr algn="ctr">
              <a:buNone/>
              <a:defRPr sz="1050" b="0">
                <a:solidFill>
                  <a:srgbClr val="536276"/>
                </a:solidFill>
                <a:latin typeface="Aptos"/>
                <a:ea typeface="Aptos"/>
                <a:cs typeface="Aptos"/>
              </a:defRPr>
            </a:lvl8pPr>
            <a:lvl9pPr algn="ctr">
              <a:buNone/>
              <a:defRPr sz="1050" b="0">
                <a:solidFill>
                  <a:srgbClr val="536276"/>
                </a:solidFill>
                <a:latin typeface="Aptos"/>
                <a:ea typeface="Aptos"/>
                <a:cs typeface="Aptos"/>
              </a:defRPr>
            </a:lvl9pPr>
          </a:lstStyle>
          <a:p xmlns:a="http://schemas.openxmlformats.org/drawingml/2006/main">
            <a:pPr algn="ctr">
              <a:buNone/>
              <a:defRPr sz="1050" b="0">
                <a:solidFill>
                  <a:srgbClr val="536276"/>
                </a:solidFill>
                <a:latin typeface="Aptos"/>
                <a:ea typeface="Aptos"/>
                <a:cs typeface="Aptos"/>
              </a:defRPr>
            </a:pPr>
            <a:r>
              <a:rPr sz="1050" b="0">
                <a:solidFill>
                  <a:srgbClr val="536276"/>
                </a:solidFill>
                <a:latin typeface="Aptos"/>
                <a:ea typeface="Aptos"/>
                <a:cs typeface="Aptos"/>
              </a:rPr>
              <a:t>Estos son solo algunos hitos.</a:t>
            </a:r>
          </a:p>
        </p:txBody>
      </p:sp>
    </p:spTree>
    <p:extLst>
      <p:ext uri="{BB962C8B-B14F-4D97-AF65-F5344CB8AC3E}">
        <p14:creationId xmlns:p14="http://schemas.microsoft.com/office/powerpoint/2010/main" val="255571974"/>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9F4704BA-5D18-43B5-8ABD-08D9E7BA9C2B}"/>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2A679B2E-74D4-4456-A5E5-CE99C6E3EA1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CF15927A-2BD4-4065-9005-BE892C335DCF}"/>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Cifrado, huella y firma hacen cosas distintas</a:t>
            </a:r>
          </a:p>
        </p:txBody>
      </p:sp>
      <p:sp>
        <p:nvSpPr>
          <p:cNvPr id="4" name="">
            <a:extLst xmlns:a="http://schemas.openxmlformats.org/drawingml/2006/main">
              <a:ext uri="{FF2B5EF4-FFF2-40B4-BE49-F238E27FC236}">
                <a16:creationId xmlns:a16="http://schemas.microsoft.com/office/drawing/2014/main" id="{841E4225-5537-4795-885A-C1A47629A78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60AA98DF-A11F-4F41-B20A-9795AB09E850}"/>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5F0F7524-049A-4DA3-8DCA-C8C13DBC5973}"/>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04</a:t>
            </a:r>
          </a:p>
        </p:txBody>
      </p:sp>
      <p:sp>
        <p:nvSpPr>
          <p:cNvPr id="7" name="">
            <a:extLst xmlns:a="http://schemas.openxmlformats.org/drawingml/2006/main">
              <a:ext uri="{FF2B5EF4-FFF2-40B4-BE49-F238E27FC236}">
                <a16:creationId xmlns:a16="http://schemas.microsoft.com/office/drawing/2014/main" id="{CBE32395-F151-40CD-83A6-B1822DA68DAB}"/>
              </a:ext>
            </a:extLst>
          </p:cNvPr>
          <p:cNvSpPr>
            <a:spLocks xmlns:a="http://schemas.openxmlformats.org/drawingml/2006/main" noGrp="1"/>
          </p:cNvSpPr>
          <p:nvPr/>
        </p:nvSpPr>
        <p:spPr>
          <a:xfrm xmlns:a="http://schemas.openxmlformats.org/drawingml/2006/main">
            <a:off x="666750"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C51A78B4-59FC-4366-A0E7-5E9B77B8A8D0}"/>
              </a:ext>
            </a:extLst>
          </p:cNvPr>
          <p:cNvSpPr>
            <a:spLocks xmlns:a="http://schemas.openxmlformats.org/drawingml/2006/main" noGrp="1"/>
          </p:cNvSpPr>
          <p:nvPr/>
        </p:nvSpPr>
        <p:spPr>
          <a:xfrm xmlns:a="http://schemas.openxmlformats.org/drawingml/2006/main">
            <a:off x="666750" y="1762125"/>
            <a:ext cx="3333750" cy="1143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24C796D-E0D5-43CD-9A6E-DED8F93A837D}"/>
              </a:ext>
            </a:extLst>
          </p:cNvPr>
          <p:cNvSpPr>
            <a:spLocks xmlns:a="http://schemas.openxmlformats.org/drawingml/2006/main" noGrp="1"/>
          </p:cNvSpPr>
          <p:nvPr/>
        </p:nvSpPr>
        <p:spPr>
          <a:xfrm xmlns:a="http://schemas.openxmlformats.org/drawingml/2006/main">
            <a:off x="895350"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846A0"/>
                </a:solidFill>
                <a:latin typeface="Aptos"/>
                <a:ea typeface="Aptos"/>
                <a:cs typeface="Aptos"/>
              </a:defRPr>
            </a:defPPr>
            <a:lvl1pPr algn="l">
              <a:buNone/>
              <a:defRPr sz="1200" b="1">
                <a:solidFill>
                  <a:srgbClr val="2846A0"/>
                </a:solidFill>
                <a:latin typeface="Aptos"/>
                <a:ea typeface="Aptos"/>
                <a:cs typeface="Aptos"/>
              </a:defRPr>
            </a:lvl1pPr>
            <a:lvl2pPr algn="l">
              <a:buNone/>
              <a:defRPr sz="1200" b="1">
                <a:solidFill>
                  <a:srgbClr val="2846A0"/>
                </a:solidFill>
                <a:latin typeface="Aptos"/>
                <a:ea typeface="Aptos"/>
                <a:cs typeface="Aptos"/>
              </a:defRPr>
            </a:lvl2pPr>
            <a:lvl3pPr algn="l">
              <a:buNone/>
              <a:defRPr sz="1200" b="1">
                <a:solidFill>
                  <a:srgbClr val="2846A0"/>
                </a:solidFill>
                <a:latin typeface="Aptos"/>
                <a:ea typeface="Aptos"/>
                <a:cs typeface="Aptos"/>
              </a:defRPr>
            </a:lvl3pPr>
            <a:lvl4pPr algn="l">
              <a:buNone/>
              <a:defRPr sz="1200" b="1">
                <a:solidFill>
                  <a:srgbClr val="2846A0"/>
                </a:solidFill>
                <a:latin typeface="Aptos"/>
                <a:ea typeface="Aptos"/>
                <a:cs typeface="Aptos"/>
              </a:defRPr>
            </a:lvl4pPr>
            <a:lvl5pPr algn="l">
              <a:buNone/>
              <a:defRPr sz="1200" b="1">
                <a:solidFill>
                  <a:srgbClr val="2846A0"/>
                </a:solidFill>
                <a:latin typeface="Aptos"/>
                <a:ea typeface="Aptos"/>
                <a:cs typeface="Aptos"/>
              </a:defRPr>
            </a:lvl5pPr>
            <a:lvl6pPr algn="l">
              <a:buNone/>
              <a:defRPr sz="1200" b="1">
                <a:solidFill>
                  <a:srgbClr val="2846A0"/>
                </a:solidFill>
                <a:latin typeface="Aptos"/>
                <a:ea typeface="Aptos"/>
                <a:cs typeface="Aptos"/>
              </a:defRPr>
            </a:lvl6pPr>
            <a:lvl7pPr algn="l">
              <a:buNone/>
              <a:defRPr sz="1200" b="1">
                <a:solidFill>
                  <a:srgbClr val="2846A0"/>
                </a:solidFill>
                <a:latin typeface="Aptos"/>
                <a:ea typeface="Aptos"/>
                <a:cs typeface="Aptos"/>
              </a:defRPr>
            </a:lvl7pPr>
            <a:lvl8pPr algn="l">
              <a:buNone/>
              <a:defRPr sz="1200" b="1">
                <a:solidFill>
                  <a:srgbClr val="2846A0"/>
                </a:solidFill>
                <a:latin typeface="Aptos"/>
                <a:ea typeface="Aptos"/>
                <a:cs typeface="Aptos"/>
              </a:defRPr>
            </a:lvl8pPr>
            <a:lvl9pPr algn="l">
              <a:buNone/>
              <a:defRPr sz="1200" b="1">
                <a:solidFill>
                  <a:srgbClr val="2846A0"/>
                </a:solidFill>
                <a:latin typeface="Aptos"/>
                <a:ea typeface="Aptos"/>
                <a:cs typeface="Aptos"/>
              </a:defRPr>
            </a:lvl9pPr>
          </a:lstStyle>
          <a:p xmlns:a="http://schemas.openxmlformats.org/drawingml/2006/main">
            <a:pPr algn="l">
              <a:buNone/>
              <a:defRPr sz="1200" b="1">
                <a:solidFill>
                  <a:srgbClr val="2846A0"/>
                </a:solidFill>
                <a:latin typeface="Aptos"/>
                <a:ea typeface="Aptos"/>
                <a:cs typeface="Aptos"/>
              </a:defRPr>
            </a:pPr>
            <a:r>
              <a:rPr sz="1200" b="1">
                <a:solidFill>
                  <a:srgbClr val="2846A0"/>
                </a:solidFill>
                <a:latin typeface="Aptos"/>
                <a:ea typeface="Aptos"/>
                <a:cs typeface="Aptos"/>
              </a:rPr>
              <a:t>CIFRADO</a:t>
            </a:r>
          </a:p>
        </p:txBody>
      </p:sp>
      <p:sp>
        <p:nvSpPr>
          <p:cNvPr id="10" name="">
            <a:extLst xmlns:a="http://schemas.openxmlformats.org/drawingml/2006/main">
              <a:ext uri="{FF2B5EF4-FFF2-40B4-BE49-F238E27FC236}">
                <a16:creationId xmlns:a16="http://schemas.microsoft.com/office/drawing/2014/main" id="{7F8FCE12-4D74-4143-90C5-91AA5656692F}"/>
              </a:ext>
            </a:extLst>
          </p:cNvPr>
          <p:cNvSpPr>
            <a:spLocks xmlns:a="http://schemas.openxmlformats.org/drawingml/2006/main" noGrp="1"/>
          </p:cNvSpPr>
          <p:nvPr/>
        </p:nvSpPr>
        <p:spPr>
          <a:xfrm xmlns:a="http://schemas.openxmlformats.org/drawingml/2006/main">
            <a:off x="895350"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buNone/>
              <a:defRPr sz="1650" b="1">
                <a:solidFill>
                  <a:srgbClr val="172554"/>
                </a:solidFill>
                <a:latin typeface="Aptos"/>
                <a:ea typeface="Aptos"/>
                <a:cs typeface="Aptos"/>
              </a:defRPr>
            </a:lvl1pPr>
            <a:lvl2pPr algn="l">
              <a:buNone/>
              <a:defRPr sz="1650" b="1">
                <a:solidFill>
                  <a:srgbClr val="172554"/>
                </a:solidFill>
                <a:latin typeface="Aptos"/>
                <a:ea typeface="Aptos"/>
                <a:cs typeface="Aptos"/>
              </a:defRPr>
            </a:lvl2pPr>
            <a:lvl3pPr algn="l">
              <a:buNone/>
              <a:defRPr sz="1650" b="1">
                <a:solidFill>
                  <a:srgbClr val="172554"/>
                </a:solidFill>
                <a:latin typeface="Aptos"/>
                <a:ea typeface="Aptos"/>
                <a:cs typeface="Aptos"/>
              </a:defRPr>
            </a:lvl3pPr>
            <a:lvl4pPr algn="l">
              <a:buNone/>
              <a:defRPr sz="1650" b="1">
                <a:solidFill>
                  <a:srgbClr val="172554"/>
                </a:solidFill>
                <a:latin typeface="Aptos"/>
                <a:ea typeface="Aptos"/>
                <a:cs typeface="Aptos"/>
              </a:defRPr>
            </a:lvl4pPr>
            <a:lvl5pPr algn="l">
              <a:buNone/>
              <a:defRPr sz="1650" b="1">
                <a:solidFill>
                  <a:srgbClr val="172554"/>
                </a:solidFill>
                <a:latin typeface="Aptos"/>
                <a:ea typeface="Aptos"/>
                <a:cs typeface="Aptos"/>
              </a:defRPr>
            </a:lvl5pPr>
            <a:lvl6pPr algn="l">
              <a:buNone/>
              <a:defRPr sz="1650" b="1">
                <a:solidFill>
                  <a:srgbClr val="172554"/>
                </a:solidFill>
                <a:latin typeface="Aptos"/>
                <a:ea typeface="Aptos"/>
                <a:cs typeface="Aptos"/>
              </a:defRPr>
            </a:lvl6pPr>
            <a:lvl7pPr algn="l">
              <a:buNone/>
              <a:defRPr sz="1650" b="1">
                <a:solidFill>
                  <a:srgbClr val="172554"/>
                </a:solidFill>
                <a:latin typeface="Aptos"/>
                <a:ea typeface="Aptos"/>
                <a:cs typeface="Aptos"/>
              </a:defRPr>
            </a:lvl7pPr>
            <a:lvl8pPr algn="l">
              <a:buNone/>
              <a:defRPr sz="1650" b="1">
                <a:solidFill>
                  <a:srgbClr val="172554"/>
                </a:solidFill>
                <a:latin typeface="Aptos"/>
                <a:ea typeface="Aptos"/>
                <a:cs typeface="Aptos"/>
              </a:defRPr>
            </a:lvl8pPr>
            <a:lvl9pPr algn="l">
              <a:buNone/>
              <a:defRPr sz="1650" b="1">
                <a:solidFill>
                  <a:srgbClr val="172554"/>
                </a:solidFill>
                <a:latin typeface="Aptos"/>
                <a:ea typeface="Aptos"/>
                <a:cs typeface="Aptos"/>
              </a:defRPr>
            </a:lvl9pPr>
          </a:lstStyle>
          <a:p xmlns:a="http://schemas.openxmlformats.org/drawingml/2006/main">
            <a:pPr algn="l">
              <a:buNone/>
              <a:defRPr sz="1650" b="1">
                <a:solidFill>
                  <a:srgbClr val="172554"/>
                </a:solidFill>
                <a:latin typeface="Aptos"/>
                <a:ea typeface="Aptos"/>
                <a:cs typeface="Aptos"/>
              </a:defRPr>
            </a:pPr>
            <a:r>
              <a:rPr sz="1650" b="1">
                <a:solidFill>
                  <a:srgbClr val="172554"/>
                </a:solidFill>
                <a:latin typeface="Aptos"/>
                <a:ea typeface="Aptos"/>
                <a:cs typeface="Aptos"/>
              </a:rPr>
              <a:t>Esconde el contenido</a:t>
            </a:r>
          </a:p>
        </p:txBody>
      </p:sp>
      <p:sp>
        <p:nvSpPr>
          <p:cNvPr id="11" name="">
            <a:extLst xmlns:a="http://schemas.openxmlformats.org/drawingml/2006/main">
              <a:ext uri="{FF2B5EF4-FFF2-40B4-BE49-F238E27FC236}">
                <a16:creationId xmlns:a16="http://schemas.microsoft.com/office/drawing/2014/main" id="{CC5ECEC9-1423-4601-887D-D6FA8BABF0A5}"/>
              </a:ext>
            </a:extLst>
          </p:cNvPr>
          <p:cNvSpPr>
            <a:spLocks xmlns:a="http://schemas.openxmlformats.org/drawingml/2006/main" noGrp="1"/>
          </p:cNvSpPr>
          <p:nvPr/>
        </p:nvSpPr>
        <p:spPr>
          <a:xfrm xmlns:a="http://schemas.openxmlformats.org/drawingml/2006/main">
            <a:off x="102870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846A0"/>
            </a:solidFill>
            <a:prstDash val="solid"/>
          </a:ln>
        </p:spPr>
      </p:sp>
      <p:sp>
        <p:nvSpPr>
          <p:cNvPr id="12" name="">
            <a:extLst xmlns:a="http://schemas.openxmlformats.org/drawingml/2006/main">
              <a:ext uri="{FF2B5EF4-FFF2-40B4-BE49-F238E27FC236}">
                <a16:creationId xmlns:a16="http://schemas.microsoft.com/office/drawing/2014/main" id="{5CF7BD0B-605E-45C6-AFE1-F92B8C318F99}"/>
              </a:ext>
            </a:extLst>
          </p:cNvPr>
          <p:cNvSpPr>
            <a:spLocks xmlns:a="http://schemas.openxmlformats.org/drawingml/2006/main" noGrp="1"/>
          </p:cNvSpPr>
          <p:nvPr/>
        </p:nvSpPr>
        <p:spPr>
          <a:xfrm xmlns:a="http://schemas.openxmlformats.org/drawingml/2006/main">
            <a:off x="1152525" y="3019425"/>
            <a:ext cx="447675" cy="476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ED996B5-D61E-49ED-8C03-F9BD40B87D7C}"/>
              </a:ext>
            </a:extLst>
          </p:cNvPr>
          <p:cNvSpPr>
            <a:spLocks xmlns:a="http://schemas.openxmlformats.org/drawingml/2006/main" noGrp="1"/>
          </p:cNvSpPr>
          <p:nvPr/>
        </p:nvSpPr>
        <p:spPr>
          <a:xfrm xmlns:a="http://schemas.openxmlformats.org/drawingml/2006/main">
            <a:off x="115252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1F3E53-984C-4B0C-B8B6-C681E93670B9}"/>
              </a:ext>
            </a:extLst>
          </p:cNvPr>
          <p:cNvSpPr>
            <a:spLocks xmlns:a="http://schemas.openxmlformats.org/drawingml/2006/main" noGrp="1"/>
          </p:cNvSpPr>
          <p:nvPr/>
        </p:nvSpPr>
        <p:spPr>
          <a:xfrm xmlns:a="http://schemas.openxmlformats.org/drawingml/2006/main">
            <a:off x="115252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5DF7F7B-22D6-493D-9395-3EFA8D2C00B8}"/>
              </a:ext>
            </a:extLst>
          </p:cNvPr>
          <p:cNvSpPr>
            <a:spLocks xmlns:a="http://schemas.openxmlformats.org/drawingml/2006/main" noGrp="1"/>
          </p:cNvSpPr>
          <p:nvPr/>
        </p:nvSpPr>
        <p:spPr>
          <a:xfrm xmlns:a="http://schemas.openxmlformats.org/drawingml/2006/main">
            <a:off x="83820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ORIGINAL</a:t>
            </a:r>
          </a:p>
        </p:txBody>
      </p:sp>
      <p:sp>
        <p:nvSpPr>
          <p:cNvPr id="16" name="">
            <a:extLst xmlns:a="http://schemas.openxmlformats.org/drawingml/2006/main">
              <a:ext uri="{FF2B5EF4-FFF2-40B4-BE49-F238E27FC236}">
                <a16:creationId xmlns:a16="http://schemas.microsoft.com/office/drawing/2014/main" id="{99B72EB7-F865-4021-B34D-E23C2D4D66E5}"/>
              </a:ext>
            </a:extLst>
          </p:cNvPr>
          <p:cNvSpPr>
            <a:spLocks xmlns:a="http://schemas.openxmlformats.org/drawingml/2006/main" noGrp="1"/>
          </p:cNvSpPr>
          <p:nvPr/>
        </p:nvSpPr>
        <p:spPr>
          <a:xfrm xmlns:a="http://schemas.openxmlformats.org/drawingml/2006/main">
            <a:off x="1971675" y="3105150"/>
            <a:ext cx="457200" cy="2286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651AC13-E814-4340-9B35-F42EBAF7D730}"/>
              </a:ext>
            </a:extLst>
          </p:cNvPr>
          <p:cNvSpPr>
            <a:spLocks xmlns:a="http://schemas.openxmlformats.org/drawingml/2006/main" noGrp="1"/>
          </p:cNvSpPr>
          <p:nvPr/>
        </p:nvSpPr>
        <p:spPr>
          <a:xfrm xmlns:a="http://schemas.openxmlformats.org/drawingml/2006/main">
            <a:off x="2638425" y="2847975"/>
            <a:ext cx="342900" cy="400050"/>
          </a:xfrm>
          <a:prstGeom xmlns:a="http://schemas.openxmlformats.org/drawingml/2006/main" prst="ellipse">
            <a:avLst/>
          </a:prstGeom>
          <a:noFill xmlns:a="http://schemas.openxmlformats.org/drawingml/2006/main"/>
          <a:ln xmlns:a="http://schemas.openxmlformats.org/drawingml/2006/main" w="47625">
            <a:solidFill>
              <a:srgbClr val="2846A0"/>
            </a:solidFill>
            <a:prstDash val="solid"/>
          </a:ln>
        </p:spPr>
      </p:sp>
      <p:sp>
        <p:nvSpPr>
          <p:cNvPr id="18" name="">
            <a:extLst xmlns:a="http://schemas.openxmlformats.org/drawingml/2006/main">
              <a:ext uri="{FF2B5EF4-FFF2-40B4-BE49-F238E27FC236}">
                <a16:creationId xmlns:a16="http://schemas.microsoft.com/office/drawing/2014/main" id="{2C927186-E099-43D6-A5F0-FA3EDA8AE02C}"/>
              </a:ext>
            </a:extLst>
          </p:cNvPr>
          <p:cNvSpPr>
            <a:spLocks xmlns:a="http://schemas.openxmlformats.org/drawingml/2006/main" noGrp="1"/>
          </p:cNvSpPr>
          <p:nvPr/>
        </p:nvSpPr>
        <p:spPr>
          <a:xfrm xmlns:a="http://schemas.openxmlformats.org/drawingml/2006/main">
            <a:off x="2581275" y="3038475"/>
            <a:ext cx="457200" cy="333375"/>
          </a:xfrm>
          <a:prstGeom xmlns:a="http://schemas.openxmlformats.org/drawingml/2006/main" prst="roundRect">
            <a:avLst>
              <a:gd name="adj" fmla="val 22857"/>
            </a:avLst>
          </a:prstGeom>
          <a:solidFill xmlns:a="http://schemas.openxmlformats.org/drawingml/2006/main">
            <a:srgbClr val="E8EDFF"/>
          </a:solidFill>
          <a:ln xmlns:a="http://schemas.openxmlformats.org/drawingml/2006/main" w="19050">
            <a:solidFill>
              <a:srgbClr val="2846A0"/>
            </a:solidFill>
            <a:prstDash val="solid"/>
          </a:ln>
        </p:spPr>
      </p:sp>
      <p:sp>
        <p:nvSpPr>
          <p:cNvPr id="19" name="">
            <a:extLst xmlns:a="http://schemas.openxmlformats.org/drawingml/2006/main">
              <a:ext uri="{FF2B5EF4-FFF2-40B4-BE49-F238E27FC236}">
                <a16:creationId xmlns:a16="http://schemas.microsoft.com/office/drawing/2014/main" id="{08FE3FA5-477D-4011-AECD-7440214C31C8}"/>
              </a:ext>
            </a:extLst>
          </p:cNvPr>
          <p:cNvSpPr>
            <a:spLocks xmlns:a="http://schemas.openxmlformats.org/drawingml/2006/main" noGrp="1"/>
          </p:cNvSpPr>
          <p:nvPr/>
        </p:nvSpPr>
        <p:spPr>
          <a:xfrm xmlns:a="http://schemas.openxmlformats.org/drawingml/2006/main">
            <a:off x="2752725" y="3114675"/>
            <a:ext cx="114300" cy="1143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0638BE4-EE45-4C36-BDDB-4F9D9F216A33}"/>
              </a:ext>
            </a:extLst>
          </p:cNvPr>
          <p:cNvSpPr>
            <a:spLocks xmlns:a="http://schemas.openxmlformats.org/drawingml/2006/main" noGrp="1"/>
          </p:cNvSpPr>
          <p:nvPr/>
        </p:nvSpPr>
        <p:spPr>
          <a:xfrm xmlns:a="http://schemas.openxmlformats.org/drawingml/2006/main">
            <a:off x="2790825" y="3209925"/>
            <a:ext cx="38100" cy="857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1" name="">
            <a:extLst xmlns:a="http://schemas.openxmlformats.org/drawingml/2006/main">
              <a:ext uri="{FF2B5EF4-FFF2-40B4-BE49-F238E27FC236}">
                <a16:creationId xmlns:a16="http://schemas.microsoft.com/office/drawing/2014/main" id="{754B39D2-EC59-4F91-950A-0FD099E3AC1C}"/>
              </a:ext>
            </a:extLst>
          </p:cNvPr>
          <p:cNvSpPr>
            <a:spLocks xmlns:a="http://schemas.openxmlformats.org/drawingml/2006/main" noGrp="1"/>
          </p:cNvSpPr>
          <p:nvPr/>
        </p:nvSpPr>
        <p:spPr>
          <a:xfrm xmlns:a="http://schemas.openxmlformats.org/drawingml/2006/main">
            <a:off x="3152775" y="3105150"/>
            <a:ext cx="323850" cy="2286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F432F9B-0B77-4BDE-AC82-8B7266F3E085}"/>
              </a:ext>
            </a:extLst>
          </p:cNvPr>
          <p:cNvSpPr>
            <a:spLocks xmlns:a="http://schemas.openxmlformats.org/drawingml/2006/main" noGrp="1"/>
          </p:cNvSpPr>
          <p:nvPr/>
        </p:nvSpPr>
        <p:spPr>
          <a:xfrm xmlns:a="http://schemas.openxmlformats.org/drawingml/2006/main">
            <a:off x="3381375" y="29908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2846A0"/>
                </a:solidFill>
                <a:latin typeface="Aptos"/>
                <a:ea typeface="Aptos"/>
                <a:cs typeface="Aptos"/>
              </a:defRPr>
            </a:defPPr>
            <a:lvl1pPr algn="ctr">
              <a:buNone/>
              <a:defRPr sz="825" b="1">
                <a:solidFill>
                  <a:srgbClr val="2846A0"/>
                </a:solidFill>
                <a:latin typeface="Aptos"/>
                <a:ea typeface="Aptos"/>
                <a:cs typeface="Aptos"/>
              </a:defRPr>
            </a:lvl1pPr>
            <a:lvl2pPr algn="ctr">
              <a:buNone/>
              <a:defRPr sz="825" b="1">
                <a:solidFill>
                  <a:srgbClr val="2846A0"/>
                </a:solidFill>
                <a:latin typeface="Aptos"/>
                <a:ea typeface="Aptos"/>
                <a:cs typeface="Aptos"/>
              </a:defRPr>
            </a:lvl2pPr>
            <a:lvl3pPr algn="ctr">
              <a:buNone/>
              <a:defRPr sz="825" b="1">
                <a:solidFill>
                  <a:srgbClr val="2846A0"/>
                </a:solidFill>
                <a:latin typeface="Aptos"/>
                <a:ea typeface="Aptos"/>
                <a:cs typeface="Aptos"/>
              </a:defRPr>
            </a:lvl3pPr>
            <a:lvl4pPr algn="ctr">
              <a:buNone/>
              <a:defRPr sz="825" b="1">
                <a:solidFill>
                  <a:srgbClr val="2846A0"/>
                </a:solidFill>
                <a:latin typeface="Aptos"/>
                <a:ea typeface="Aptos"/>
                <a:cs typeface="Aptos"/>
              </a:defRPr>
            </a:lvl4pPr>
            <a:lvl5pPr algn="ctr">
              <a:buNone/>
              <a:defRPr sz="825" b="1">
                <a:solidFill>
                  <a:srgbClr val="2846A0"/>
                </a:solidFill>
                <a:latin typeface="Aptos"/>
                <a:ea typeface="Aptos"/>
                <a:cs typeface="Aptos"/>
              </a:defRPr>
            </a:lvl5pPr>
            <a:lvl6pPr algn="ctr">
              <a:buNone/>
              <a:defRPr sz="825" b="1">
                <a:solidFill>
                  <a:srgbClr val="2846A0"/>
                </a:solidFill>
                <a:latin typeface="Aptos"/>
                <a:ea typeface="Aptos"/>
                <a:cs typeface="Aptos"/>
              </a:defRPr>
            </a:lvl6pPr>
            <a:lvl7pPr algn="ctr">
              <a:buNone/>
              <a:defRPr sz="825" b="1">
                <a:solidFill>
                  <a:srgbClr val="2846A0"/>
                </a:solidFill>
                <a:latin typeface="Aptos"/>
                <a:ea typeface="Aptos"/>
                <a:cs typeface="Aptos"/>
              </a:defRPr>
            </a:lvl7pPr>
            <a:lvl8pPr algn="ctr">
              <a:buNone/>
              <a:defRPr sz="825" b="1">
                <a:solidFill>
                  <a:srgbClr val="2846A0"/>
                </a:solidFill>
                <a:latin typeface="Aptos"/>
                <a:ea typeface="Aptos"/>
                <a:cs typeface="Aptos"/>
              </a:defRPr>
            </a:lvl8pPr>
            <a:lvl9pPr algn="ctr">
              <a:buNone/>
              <a:defRPr sz="825" b="1">
                <a:solidFill>
                  <a:srgbClr val="2846A0"/>
                </a:solidFill>
                <a:latin typeface="Aptos"/>
                <a:ea typeface="Aptos"/>
                <a:cs typeface="Aptos"/>
              </a:defRPr>
            </a:lvl9pPr>
          </a:lstStyle>
          <a:p xmlns:a="http://schemas.openxmlformats.org/drawingml/2006/main">
            <a:pPr algn="ctr">
              <a:buNone/>
              <a:defRPr sz="825" b="1">
                <a:solidFill>
                  <a:srgbClr val="2846A0"/>
                </a:solidFill>
                <a:latin typeface="Aptos"/>
                <a:ea typeface="Aptos"/>
                <a:cs typeface="Aptos"/>
              </a:defRPr>
            </a:pPr>
            <a:r>
              <a:rPr sz="825" b="1">
                <a:solidFill>
                  <a:srgbClr val="2846A0"/>
                </a:solidFill>
                <a:latin typeface="Aptos"/>
                <a:ea typeface="Aptos"/>
                <a:cs typeface="Aptos"/>
              </a:rPr>
              <a:t>ILEGIBLE</a:t>
            </a:r>
          </a:p>
        </p:txBody>
      </p:sp>
      <p:sp>
        <p:nvSpPr>
          <p:cNvPr id="23" name="">
            <a:extLst xmlns:a="http://schemas.openxmlformats.org/drawingml/2006/main">
              <a:ext uri="{FF2B5EF4-FFF2-40B4-BE49-F238E27FC236}">
                <a16:creationId xmlns:a16="http://schemas.microsoft.com/office/drawing/2014/main" id="{089B22A6-B8C3-4B64-8CC9-9690DD5F2D11}"/>
              </a:ext>
            </a:extLst>
          </p:cNvPr>
          <p:cNvSpPr>
            <a:spLocks xmlns:a="http://schemas.openxmlformats.org/drawingml/2006/main" noGrp="1"/>
          </p:cNvSpPr>
          <p:nvPr/>
        </p:nvSpPr>
        <p:spPr>
          <a:xfrm xmlns:a="http://schemas.openxmlformats.org/drawingml/2006/main">
            <a:off x="876300"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buNone/>
              <a:defRPr sz="1050" b="0">
                <a:solidFill>
                  <a:srgbClr val="536276"/>
                </a:solidFill>
                <a:latin typeface="Aptos"/>
                <a:ea typeface="Aptos"/>
                <a:cs typeface="Aptos"/>
              </a:defRPr>
            </a:lvl1pPr>
            <a:lvl2pPr algn="l">
              <a:buNone/>
              <a:defRPr sz="1050" b="0">
                <a:solidFill>
                  <a:srgbClr val="536276"/>
                </a:solidFill>
                <a:latin typeface="Aptos"/>
                <a:ea typeface="Aptos"/>
                <a:cs typeface="Aptos"/>
              </a:defRPr>
            </a:lvl2pPr>
            <a:lvl3pPr algn="l">
              <a:buNone/>
              <a:defRPr sz="1050" b="0">
                <a:solidFill>
                  <a:srgbClr val="536276"/>
                </a:solidFill>
                <a:latin typeface="Aptos"/>
                <a:ea typeface="Aptos"/>
                <a:cs typeface="Aptos"/>
              </a:defRPr>
            </a:lvl3pPr>
            <a:lvl4pPr algn="l">
              <a:buNone/>
              <a:defRPr sz="1050" b="0">
                <a:solidFill>
                  <a:srgbClr val="536276"/>
                </a:solidFill>
                <a:latin typeface="Aptos"/>
                <a:ea typeface="Aptos"/>
                <a:cs typeface="Aptos"/>
              </a:defRPr>
            </a:lvl4pPr>
            <a:lvl5pPr algn="l">
              <a:buNone/>
              <a:defRPr sz="1050" b="0">
                <a:solidFill>
                  <a:srgbClr val="536276"/>
                </a:solidFill>
                <a:latin typeface="Aptos"/>
                <a:ea typeface="Aptos"/>
                <a:cs typeface="Aptos"/>
              </a:defRPr>
            </a:lvl5pPr>
            <a:lvl6pPr algn="l">
              <a:buNone/>
              <a:defRPr sz="1050" b="0">
                <a:solidFill>
                  <a:srgbClr val="536276"/>
                </a:solidFill>
                <a:latin typeface="Aptos"/>
                <a:ea typeface="Aptos"/>
                <a:cs typeface="Aptos"/>
              </a:defRPr>
            </a:lvl6pPr>
            <a:lvl7pPr algn="l">
              <a:buNone/>
              <a:defRPr sz="1050" b="0">
                <a:solidFill>
                  <a:srgbClr val="536276"/>
                </a:solidFill>
                <a:latin typeface="Aptos"/>
                <a:ea typeface="Aptos"/>
                <a:cs typeface="Aptos"/>
              </a:defRPr>
            </a:lvl7pPr>
            <a:lvl8pPr algn="l">
              <a:buNone/>
              <a:defRPr sz="1050" b="0">
                <a:solidFill>
                  <a:srgbClr val="536276"/>
                </a:solidFill>
                <a:latin typeface="Aptos"/>
                <a:ea typeface="Aptos"/>
                <a:cs typeface="Aptos"/>
              </a:defRPr>
            </a:lvl8pPr>
            <a:lvl9pPr algn="l">
              <a:buNone/>
              <a:defRPr sz="1050" b="0">
                <a:solidFill>
                  <a:srgbClr val="536276"/>
                </a:solidFill>
                <a:latin typeface="Aptos"/>
                <a:ea typeface="Aptos"/>
                <a:cs typeface="Aptos"/>
              </a:defRPr>
            </a:lvl9pPr>
          </a:lstStyle>
          <a:p xmlns:a="http://schemas.openxmlformats.org/drawingml/2006/main">
            <a:pPr algn="l">
              <a:buNone/>
              <a:defRPr sz="1050" b="0">
                <a:solidFill>
                  <a:srgbClr val="536276"/>
                </a:solidFill>
                <a:latin typeface="Aptos"/>
                <a:ea typeface="Aptos"/>
                <a:cs typeface="Aptos"/>
              </a:defRPr>
            </a:pPr>
            <a:r>
              <a:rPr sz="1050" b="0">
                <a:solidFill>
                  <a:srgbClr val="536276"/>
                </a:solidFill>
                <a:latin typeface="Aptos"/>
                <a:ea typeface="Aptos"/>
                <a:cs typeface="Aptos"/>
              </a:rPr>
              <a:t>Sin la clave correcta, no se puede leer.</a:t>
            </a:r>
          </a:p>
        </p:txBody>
      </p:sp>
      <p:sp>
        <p:nvSpPr>
          <p:cNvPr id="24" name="">
            <a:extLst xmlns:a="http://schemas.openxmlformats.org/drawingml/2006/main">
              <a:ext uri="{FF2B5EF4-FFF2-40B4-BE49-F238E27FC236}">
                <a16:creationId xmlns:a16="http://schemas.microsoft.com/office/drawing/2014/main" id="{EBC188B8-B861-4FC6-BC4D-BCD202BD790D}"/>
              </a:ext>
            </a:extLst>
          </p:cNvPr>
          <p:cNvSpPr>
            <a:spLocks xmlns:a="http://schemas.openxmlformats.org/drawingml/2006/main" noGrp="1"/>
          </p:cNvSpPr>
          <p:nvPr/>
        </p:nvSpPr>
        <p:spPr>
          <a:xfrm xmlns:a="http://schemas.openxmlformats.org/drawingml/2006/main">
            <a:off x="885825" y="4429125"/>
            <a:ext cx="2895600"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32EFFD4-530F-44B0-AA15-CC1B270CCC2D}"/>
              </a:ext>
            </a:extLst>
          </p:cNvPr>
          <p:cNvSpPr>
            <a:spLocks xmlns:a="http://schemas.openxmlformats.org/drawingml/2006/main" noGrp="1"/>
          </p:cNvSpPr>
          <p:nvPr/>
        </p:nvSpPr>
        <p:spPr>
          <a:xfrm xmlns:a="http://schemas.openxmlformats.org/drawingml/2006/main">
            <a:off x="981075"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CONFIDENCIALIDAD</a:t>
            </a:r>
          </a:p>
        </p:txBody>
      </p:sp>
      <p:sp>
        <p:nvSpPr>
          <p:cNvPr id="26" name="">
            <a:extLst xmlns:a="http://schemas.openxmlformats.org/drawingml/2006/main">
              <a:ext uri="{FF2B5EF4-FFF2-40B4-BE49-F238E27FC236}">
                <a16:creationId xmlns:a16="http://schemas.microsoft.com/office/drawing/2014/main" id="{08DACDB2-719A-4177-977F-87B8F54ED7A9}"/>
              </a:ext>
            </a:extLst>
          </p:cNvPr>
          <p:cNvSpPr>
            <a:spLocks xmlns:a="http://schemas.openxmlformats.org/drawingml/2006/main" noGrp="1"/>
          </p:cNvSpPr>
          <p:nvPr/>
        </p:nvSpPr>
        <p:spPr>
          <a:xfrm xmlns:a="http://schemas.openxmlformats.org/drawingml/2006/main">
            <a:off x="4429125"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D26DE92A-88BD-4F43-BFFC-EEF7BE39BB3F}"/>
              </a:ext>
            </a:extLst>
          </p:cNvPr>
          <p:cNvSpPr>
            <a:spLocks xmlns:a="http://schemas.openxmlformats.org/drawingml/2006/main" noGrp="1"/>
          </p:cNvSpPr>
          <p:nvPr/>
        </p:nvSpPr>
        <p:spPr>
          <a:xfrm xmlns:a="http://schemas.openxmlformats.org/drawingml/2006/main">
            <a:off x="4429125" y="1762125"/>
            <a:ext cx="3333750" cy="1143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68CE0CE-7467-42A9-85EA-D1FE3290DA1D}"/>
              </a:ext>
            </a:extLst>
          </p:cNvPr>
          <p:cNvSpPr>
            <a:spLocks xmlns:a="http://schemas.openxmlformats.org/drawingml/2006/main" noGrp="1"/>
          </p:cNvSpPr>
          <p:nvPr/>
        </p:nvSpPr>
        <p:spPr>
          <a:xfrm xmlns:a="http://schemas.openxmlformats.org/drawingml/2006/main">
            <a:off x="4657725"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2B8A8"/>
                </a:solidFill>
                <a:latin typeface="Aptos"/>
                <a:ea typeface="Aptos"/>
                <a:cs typeface="Aptos"/>
              </a:defRPr>
            </a:defPPr>
            <a:lvl1pPr algn="l">
              <a:buNone/>
              <a:defRPr sz="1200" b="1">
                <a:solidFill>
                  <a:srgbClr val="22B8A8"/>
                </a:solidFill>
                <a:latin typeface="Aptos"/>
                <a:ea typeface="Aptos"/>
                <a:cs typeface="Aptos"/>
              </a:defRPr>
            </a:lvl1pPr>
            <a:lvl2pPr algn="l">
              <a:buNone/>
              <a:defRPr sz="1200" b="1">
                <a:solidFill>
                  <a:srgbClr val="22B8A8"/>
                </a:solidFill>
                <a:latin typeface="Aptos"/>
                <a:ea typeface="Aptos"/>
                <a:cs typeface="Aptos"/>
              </a:defRPr>
            </a:lvl2pPr>
            <a:lvl3pPr algn="l">
              <a:buNone/>
              <a:defRPr sz="1200" b="1">
                <a:solidFill>
                  <a:srgbClr val="22B8A8"/>
                </a:solidFill>
                <a:latin typeface="Aptos"/>
                <a:ea typeface="Aptos"/>
                <a:cs typeface="Aptos"/>
              </a:defRPr>
            </a:lvl3pPr>
            <a:lvl4pPr algn="l">
              <a:buNone/>
              <a:defRPr sz="1200" b="1">
                <a:solidFill>
                  <a:srgbClr val="22B8A8"/>
                </a:solidFill>
                <a:latin typeface="Aptos"/>
                <a:ea typeface="Aptos"/>
                <a:cs typeface="Aptos"/>
              </a:defRPr>
            </a:lvl4pPr>
            <a:lvl5pPr algn="l">
              <a:buNone/>
              <a:defRPr sz="1200" b="1">
                <a:solidFill>
                  <a:srgbClr val="22B8A8"/>
                </a:solidFill>
                <a:latin typeface="Aptos"/>
                <a:ea typeface="Aptos"/>
                <a:cs typeface="Aptos"/>
              </a:defRPr>
            </a:lvl5pPr>
            <a:lvl6pPr algn="l">
              <a:buNone/>
              <a:defRPr sz="1200" b="1">
                <a:solidFill>
                  <a:srgbClr val="22B8A8"/>
                </a:solidFill>
                <a:latin typeface="Aptos"/>
                <a:ea typeface="Aptos"/>
                <a:cs typeface="Aptos"/>
              </a:defRPr>
            </a:lvl6pPr>
            <a:lvl7pPr algn="l">
              <a:buNone/>
              <a:defRPr sz="1200" b="1">
                <a:solidFill>
                  <a:srgbClr val="22B8A8"/>
                </a:solidFill>
                <a:latin typeface="Aptos"/>
                <a:ea typeface="Aptos"/>
                <a:cs typeface="Aptos"/>
              </a:defRPr>
            </a:lvl7pPr>
            <a:lvl8pPr algn="l">
              <a:buNone/>
              <a:defRPr sz="1200" b="1">
                <a:solidFill>
                  <a:srgbClr val="22B8A8"/>
                </a:solidFill>
                <a:latin typeface="Aptos"/>
                <a:ea typeface="Aptos"/>
                <a:cs typeface="Aptos"/>
              </a:defRPr>
            </a:lvl8pPr>
            <a:lvl9pPr algn="l">
              <a:buNone/>
              <a:defRPr sz="1200" b="1">
                <a:solidFill>
                  <a:srgbClr val="22B8A8"/>
                </a:solidFill>
                <a:latin typeface="Aptos"/>
                <a:ea typeface="Aptos"/>
                <a:cs typeface="Aptos"/>
              </a:defRPr>
            </a:lvl9pPr>
          </a:lstStyle>
          <a:p xmlns:a="http://schemas.openxmlformats.org/drawingml/2006/main">
            <a:pPr algn="l">
              <a:buNone/>
              <a:defRPr sz="1200" b="1">
                <a:solidFill>
                  <a:srgbClr val="22B8A8"/>
                </a:solidFill>
                <a:latin typeface="Aptos"/>
                <a:ea typeface="Aptos"/>
                <a:cs typeface="Aptos"/>
              </a:defRPr>
            </a:pPr>
            <a:r>
              <a:rPr sz="1200" b="1">
                <a:solidFill>
                  <a:srgbClr val="22B8A8"/>
                </a:solidFill>
                <a:latin typeface="Aptos"/>
                <a:ea typeface="Aptos"/>
                <a:cs typeface="Aptos"/>
              </a:rPr>
              <a:t>HASH</a:t>
            </a:r>
          </a:p>
        </p:txBody>
      </p:sp>
      <p:sp>
        <p:nvSpPr>
          <p:cNvPr id="29" name="">
            <a:extLst xmlns:a="http://schemas.openxmlformats.org/drawingml/2006/main">
              <a:ext uri="{FF2B5EF4-FFF2-40B4-BE49-F238E27FC236}">
                <a16:creationId xmlns:a16="http://schemas.microsoft.com/office/drawing/2014/main" id="{AADE34E9-3874-426E-96C9-ACE76A60FB7F}"/>
              </a:ext>
            </a:extLst>
          </p:cNvPr>
          <p:cNvSpPr>
            <a:spLocks xmlns:a="http://schemas.openxmlformats.org/drawingml/2006/main" noGrp="1"/>
          </p:cNvSpPr>
          <p:nvPr/>
        </p:nvSpPr>
        <p:spPr>
          <a:xfrm xmlns:a="http://schemas.openxmlformats.org/drawingml/2006/main">
            <a:off x="4657725"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buNone/>
              <a:defRPr sz="1650" b="1">
                <a:solidFill>
                  <a:srgbClr val="172554"/>
                </a:solidFill>
                <a:latin typeface="Aptos"/>
                <a:ea typeface="Aptos"/>
                <a:cs typeface="Aptos"/>
              </a:defRPr>
            </a:lvl1pPr>
            <a:lvl2pPr algn="l">
              <a:buNone/>
              <a:defRPr sz="1650" b="1">
                <a:solidFill>
                  <a:srgbClr val="172554"/>
                </a:solidFill>
                <a:latin typeface="Aptos"/>
                <a:ea typeface="Aptos"/>
                <a:cs typeface="Aptos"/>
              </a:defRPr>
            </a:lvl2pPr>
            <a:lvl3pPr algn="l">
              <a:buNone/>
              <a:defRPr sz="1650" b="1">
                <a:solidFill>
                  <a:srgbClr val="172554"/>
                </a:solidFill>
                <a:latin typeface="Aptos"/>
                <a:ea typeface="Aptos"/>
                <a:cs typeface="Aptos"/>
              </a:defRPr>
            </a:lvl3pPr>
            <a:lvl4pPr algn="l">
              <a:buNone/>
              <a:defRPr sz="1650" b="1">
                <a:solidFill>
                  <a:srgbClr val="172554"/>
                </a:solidFill>
                <a:latin typeface="Aptos"/>
                <a:ea typeface="Aptos"/>
                <a:cs typeface="Aptos"/>
              </a:defRPr>
            </a:lvl4pPr>
            <a:lvl5pPr algn="l">
              <a:buNone/>
              <a:defRPr sz="1650" b="1">
                <a:solidFill>
                  <a:srgbClr val="172554"/>
                </a:solidFill>
                <a:latin typeface="Aptos"/>
                <a:ea typeface="Aptos"/>
                <a:cs typeface="Aptos"/>
              </a:defRPr>
            </a:lvl5pPr>
            <a:lvl6pPr algn="l">
              <a:buNone/>
              <a:defRPr sz="1650" b="1">
                <a:solidFill>
                  <a:srgbClr val="172554"/>
                </a:solidFill>
                <a:latin typeface="Aptos"/>
                <a:ea typeface="Aptos"/>
                <a:cs typeface="Aptos"/>
              </a:defRPr>
            </a:lvl6pPr>
            <a:lvl7pPr algn="l">
              <a:buNone/>
              <a:defRPr sz="1650" b="1">
                <a:solidFill>
                  <a:srgbClr val="172554"/>
                </a:solidFill>
                <a:latin typeface="Aptos"/>
                <a:ea typeface="Aptos"/>
                <a:cs typeface="Aptos"/>
              </a:defRPr>
            </a:lvl7pPr>
            <a:lvl8pPr algn="l">
              <a:buNone/>
              <a:defRPr sz="1650" b="1">
                <a:solidFill>
                  <a:srgbClr val="172554"/>
                </a:solidFill>
                <a:latin typeface="Aptos"/>
                <a:ea typeface="Aptos"/>
                <a:cs typeface="Aptos"/>
              </a:defRPr>
            </a:lvl8pPr>
            <a:lvl9pPr algn="l">
              <a:buNone/>
              <a:defRPr sz="1650" b="1">
                <a:solidFill>
                  <a:srgbClr val="172554"/>
                </a:solidFill>
                <a:latin typeface="Aptos"/>
                <a:ea typeface="Aptos"/>
                <a:cs typeface="Aptos"/>
              </a:defRPr>
            </a:lvl9pPr>
          </a:lstStyle>
          <a:p xmlns:a="http://schemas.openxmlformats.org/drawingml/2006/main">
            <a:pPr algn="l">
              <a:buNone/>
              <a:defRPr sz="1650" b="1">
                <a:solidFill>
                  <a:srgbClr val="172554"/>
                </a:solidFill>
                <a:latin typeface="Aptos"/>
                <a:ea typeface="Aptos"/>
                <a:cs typeface="Aptos"/>
              </a:defRPr>
            </a:pPr>
            <a:r>
              <a:rPr sz="1650" b="1">
                <a:solidFill>
                  <a:srgbClr val="172554"/>
                </a:solidFill>
                <a:latin typeface="Aptos"/>
                <a:ea typeface="Aptos"/>
                <a:cs typeface="Aptos"/>
              </a:rPr>
              <a:t>Crea una huella breve</a:t>
            </a:r>
          </a:p>
        </p:txBody>
      </p:sp>
      <p:sp>
        <p:nvSpPr>
          <p:cNvPr id="30" name="">
            <a:extLst xmlns:a="http://schemas.openxmlformats.org/drawingml/2006/main">
              <a:ext uri="{FF2B5EF4-FFF2-40B4-BE49-F238E27FC236}">
                <a16:creationId xmlns:a16="http://schemas.microsoft.com/office/drawing/2014/main" id="{CAEBB315-DB6A-42F6-92B5-FD6F1CE59414}"/>
              </a:ext>
            </a:extLst>
          </p:cNvPr>
          <p:cNvSpPr>
            <a:spLocks xmlns:a="http://schemas.openxmlformats.org/drawingml/2006/main" noGrp="1"/>
          </p:cNvSpPr>
          <p:nvPr/>
        </p:nvSpPr>
        <p:spPr>
          <a:xfrm xmlns:a="http://schemas.openxmlformats.org/drawingml/2006/main">
            <a:off x="497205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2B8A8"/>
            </a:solidFill>
            <a:prstDash val="solid"/>
          </a:ln>
        </p:spPr>
      </p:sp>
      <p:sp>
        <p:nvSpPr>
          <p:cNvPr id="31" name="">
            <a:extLst xmlns:a="http://schemas.openxmlformats.org/drawingml/2006/main">
              <a:ext uri="{FF2B5EF4-FFF2-40B4-BE49-F238E27FC236}">
                <a16:creationId xmlns:a16="http://schemas.microsoft.com/office/drawing/2014/main" id="{85F5B375-5AD4-41E2-842E-0B24EA9A6305}"/>
              </a:ext>
            </a:extLst>
          </p:cNvPr>
          <p:cNvSpPr>
            <a:spLocks xmlns:a="http://schemas.openxmlformats.org/drawingml/2006/main" noGrp="1"/>
          </p:cNvSpPr>
          <p:nvPr/>
        </p:nvSpPr>
        <p:spPr>
          <a:xfrm xmlns:a="http://schemas.openxmlformats.org/drawingml/2006/main">
            <a:off x="5095875" y="3019425"/>
            <a:ext cx="447675" cy="476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B2E3D6A-70EC-4399-9889-FB80D60C7A06}"/>
              </a:ext>
            </a:extLst>
          </p:cNvPr>
          <p:cNvSpPr>
            <a:spLocks xmlns:a="http://schemas.openxmlformats.org/drawingml/2006/main" noGrp="1"/>
          </p:cNvSpPr>
          <p:nvPr/>
        </p:nvSpPr>
        <p:spPr>
          <a:xfrm xmlns:a="http://schemas.openxmlformats.org/drawingml/2006/main">
            <a:off x="509587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C6F1D5E-8051-407D-ADA1-4B630B9F0D33}"/>
              </a:ext>
            </a:extLst>
          </p:cNvPr>
          <p:cNvSpPr>
            <a:spLocks xmlns:a="http://schemas.openxmlformats.org/drawingml/2006/main" noGrp="1"/>
          </p:cNvSpPr>
          <p:nvPr/>
        </p:nvSpPr>
        <p:spPr>
          <a:xfrm xmlns:a="http://schemas.openxmlformats.org/drawingml/2006/main">
            <a:off x="509587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025F677-B4E6-4415-8FAA-65CD56D62E74}"/>
              </a:ext>
            </a:extLst>
          </p:cNvPr>
          <p:cNvSpPr>
            <a:spLocks xmlns:a="http://schemas.openxmlformats.org/drawingml/2006/main" noGrp="1"/>
          </p:cNvSpPr>
          <p:nvPr/>
        </p:nvSpPr>
        <p:spPr>
          <a:xfrm xmlns:a="http://schemas.openxmlformats.org/drawingml/2006/main">
            <a:off x="478155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2B8A8"/>
                </a:solidFill>
                <a:latin typeface="Aptos"/>
                <a:ea typeface="Aptos"/>
                <a:cs typeface="Aptos"/>
              </a:defRPr>
            </a:defPPr>
            <a:lvl1pPr algn="ctr">
              <a:buNone/>
              <a:defRPr sz="975" b="1">
                <a:solidFill>
                  <a:srgbClr val="22B8A8"/>
                </a:solidFill>
                <a:latin typeface="Aptos"/>
                <a:ea typeface="Aptos"/>
                <a:cs typeface="Aptos"/>
              </a:defRPr>
            </a:lvl1pPr>
            <a:lvl2pPr algn="ctr">
              <a:buNone/>
              <a:defRPr sz="975" b="1">
                <a:solidFill>
                  <a:srgbClr val="22B8A8"/>
                </a:solidFill>
                <a:latin typeface="Aptos"/>
                <a:ea typeface="Aptos"/>
                <a:cs typeface="Aptos"/>
              </a:defRPr>
            </a:lvl2pPr>
            <a:lvl3pPr algn="ctr">
              <a:buNone/>
              <a:defRPr sz="975" b="1">
                <a:solidFill>
                  <a:srgbClr val="22B8A8"/>
                </a:solidFill>
                <a:latin typeface="Aptos"/>
                <a:ea typeface="Aptos"/>
                <a:cs typeface="Aptos"/>
              </a:defRPr>
            </a:lvl3pPr>
            <a:lvl4pPr algn="ctr">
              <a:buNone/>
              <a:defRPr sz="975" b="1">
                <a:solidFill>
                  <a:srgbClr val="22B8A8"/>
                </a:solidFill>
                <a:latin typeface="Aptos"/>
                <a:ea typeface="Aptos"/>
                <a:cs typeface="Aptos"/>
              </a:defRPr>
            </a:lvl4pPr>
            <a:lvl5pPr algn="ctr">
              <a:buNone/>
              <a:defRPr sz="975" b="1">
                <a:solidFill>
                  <a:srgbClr val="22B8A8"/>
                </a:solidFill>
                <a:latin typeface="Aptos"/>
                <a:ea typeface="Aptos"/>
                <a:cs typeface="Aptos"/>
              </a:defRPr>
            </a:lvl5pPr>
            <a:lvl6pPr algn="ctr">
              <a:buNone/>
              <a:defRPr sz="975" b="1">
                <a:solidFill>
                  <a:srgbClr val="22B8A8"/>
                </a:solidFill>
                <a:latin typeface="Aptos"/>
                <a:ea typeface="Aptos"/>
                <a:cs typeface="Aptos"/>
              </a:defRPr>
            </a:lvl6pPr>
            <a:lvl7pPr algn="ctr">
              <a:buNone/>
              <a:defRPr sz="975" b="1">
                <a:solidFill>
                  <a:srgbClr val="22B8A8"/>
                </a:solidFill>
                <a:latin typeface="Aptos"/>
                <a:ea typeface="Aptos"/>
                <a:cs typeface="Aptos"/>
              </a:defRPr>
            </a:lvl7pPr>
            <a:lvl8pPr algn="ctr">
              <a:buNone/>
              <a:defRPr sz="975" b="1">
                <a:solidFill>
                  <a:srgbClr val="22B8A8"/>
                </a:solidFill>
                <a:latin typeface="Aptos"/>
                <a:ea typeface="Aptos"/>
                <a:cs typeface="Aptos"/>
              </a:defRPr>
            </a:lvl8pPr>
            <a:lvl9pPr algn="ctr">
              <a:buNone/>
              <a:defRPr sz="975" b="1">
                <a:solidFill>
                  <a:srgbClr val="22B8A8"/>
                </a:solidFill>
                <a:latin typeface="Aptos"/>
                <a:ea typeface="Aptos"/>
                <a:cs typeface="Aptos"/>
              </a:defRPr>
            </a:lvl9pPr>
          </a:lstStyle>
          <a:p xmlns:a="http://schemas.openxmlformats.org/drawingml/2006/main">
            <a:pPr algn="ctr">
              <a:buNone/>
              <a:defRPr sz="975" b="1">
                <a:solidFill>
                  <a:srgbClr val="22B8A8"/>
                </a:solidFill>
                <a:latin typeface="Aptos"/>
                <a:ea typeface="Aptos"/>
                <a:cs typeface="Aptos"/>
              </a:defRPr>
            </a:pPr>
            <a:r>
              <a:rPr sz="975" b="1">
                <a:solidFill>
                  <a:srgbClr val="22B8A8"/>
                </a:solidFill>
                <a:latin typeface="Aptos"/>
                <a:ea typeface="Aptos"/>
                <a:cs typeface="Aptos"/>
              </a:rPr>
              <a:t>DATOS</a:t>
            </a:r>
          </a:p>
        </p:txBody>
      </p:sp>
      <p:sp>
        <p:nvSpPr>
          <p:cNvPr id="35" name="">
            <a:extLst xmlns:a="http://schemas.openxmlformats.org/drawingml/2006/main">
              <a:ext uri="{FF2B5EF4-FFF2-40B4-BE49-F238E27FC236}">
                <a16:creationId xmlns:a16="http://schemas.microsoft.com/office/drawing/2014/main" id="{0F220072-944B-42EA-85CD-7856AB67CE9F}"/>
              </a:ext>
            </a:extLst>
          </p:cNvPr>
          <p:cNvSpPr>
            <a:spLocks xmlns:a="http://schemas.openxmlformats.org/drawingml/2006/main" noGrp="1"/>
          </p:cNvSpPr>
          <p:nvPr/>
        </p:nvSpPr>
        <p:spPr>
          <a:xfrm xmlns:a="http://schemas.openxmlformats.org/drawingml/2006/main">
            <a:off x="5886450" y="3105150"/>
            <a:ext cx="4572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EB75F0B-AED5-46F1-ACE0-3D0DDDE42789}"/>
              </a:ext>
            </a:extLst>
          </p:cNvPr>
          <p:cNvSpPr>
            <a:spLocks xmlns:a="http://schemas.openxmlformats.org/drawingml/2006/main" noGrp="1"/>
          </p:cNvSpPr>
          <p:nvPr/>
        </p:nvSpPr>
        <p:spPr>
          <a:xfrm xmlns:a="http://schemas.openxmlformats.org/drawingml/2006/main">
            <a:off x="6543675" y="2933700"/>
            <a:ext cx="876300" cy="371475"/>
          </a:xfrm>
          <a:prstGeom xmlns:a="http://schemas.openxmlformats.org/drawingml/2006/main" prst="roundRect">
            <a:avLst>
              <a:gd name="adj" fmla="val 20513"/>
            </a:avLst>
          </a:prstGeom>
          <a:solidFill xmlns:a="http://schemas.openxmlformats.org/drawingml/2006/main">
            <a:srgbClr val="D9F5F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B453823-786E-454A-9502-BCB86348AF95}"/>
              </a:ext>
            </a:extLst>
          </p:cNvPr>
          <p:cNvSpPr>
            <a:spLocks xmlns:a="http://schemas.openxmlformats.org/drawingml/2006/main" noGrp="1"/>
          </p:cNvSpPr>
          <p:nvPr/>
        </p:nvSpPr>
        <p:spPr>
          <a:xfrm xmlns:a="http://schemas.openxmlformats.org/drawingml/2006/main">
            <a:off x="6610350" y="2981325"/>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3836E"/>
                </a:solidFill>
                <a:latin typeface="Aptos"/>
                <a:ea typeface="Aptos"/>
                <a:cs typeface="Aptos"/>
              </a:defRPr>
            </a:defPPr>
            <a:lvl1pPr algn="ctr">
              <a:buNone/>
              <a:defRPr sz="1275" b="1">
                <a:solidFill>
                  <a:srgbClr val="23836E"/>
                </a:solidFill>
                <a:latin typeface="Aptos"/>
                <a:ea typeface="Aptos"/>
                <a:cs typeface="Aptos"/>
              </a:defRPr>
            </a:lvl1pPr>
            <a:lvl2pPr algn="ctr">
              <a:buNone/>
              <a:defRPr sz="1275" b="1">
                <a:solidFill>
                  <a:srgbClr val="23836E"/>
                </a:solidFill>
                <a:latin typeface="Aptos"/>
                <a:ea typeface="Aptos"/>
                <a:cs typeface="Aptos"/>
              </a:defRPr>
            </a:lvl2pPr>
            <a:lvl3pPr algn="ctr">
              <a:buNone/>
              <a:defRPr sz="1275" b="1">
                <a:solidFill>
                  <a:srgbClr val="23836E"/>
                </a:solidFill>
                <a:latin typeface="Aptos"/>
                <a:ea typeface="Aptos"/>
                <a:cs typeface="Aptos"/>
              </a:defRPr>
            </a:lvl3pPr>
            <a:lvl4pPr algn="ctr">
              <a:buNone/>
              <a:defRPr sz="1275" b="1">
                <a:solidFill>
                  <a:srgbClr val="23836E"/>
                </a:solidFill>
                <a:latin typeface="Aptos"/>
                <a:ea typeface="Aptos"/>
                <a:cs typeface="Aptos"/>
              </a:defRPr>
            </a:lvl4pPr>
            <a:lvl5pPr algn="ctr">
              <a:buNone/>
              <a:defRPr sz="1275" b="1">
                <a:solidFill>
                  <a:srgbClr val="23836E"/>
                </a:solidFill>
                <a:latin typeface="Aptos"/>
                <a:ea typeface="Aptos"/>
                <a:cs typeface="Aptos"/>
              </a:defRPr>
            </a:lvl5pPr>
            <a:lvl6pPr algn="ctr">
              <a:buNone/>
              <a:defRPr sz="1275" b="1">
                <a:solidFill>
                  <a:srgbClr val="23836E"/>
                </a:solidFill>
                <a:latin typeface="Aptos"/>
                <a:ea typeface="Aptos"/>
                <a:cs typeface="Aptos"/>
              </a:defRPr>
            </a:lvl6pPr>
            <a:lvl7pPr algn="ctr">
              <a:buNone/>
              <a:defRPr sz="1275" b="1">
                <a:solidFill>
                  <a:srgbClr val="23836E"/>
                </a:solidFill>
                <a:latin typeface="Aptos"/>
                <a:ea typeface="Aptos"/>
                <a:cs typeface="Aptos"/>
              </a:defRPr>
            </a:lvl7pPr>
            <a:lvl8pPr algn="ctr">
              <a:buNone/>
              <a:defRPr sz="1275" b="1">
                <a:solidFill>
                  <a:srgbClr val="23836E"/>
                </a:solidFill>
                <a:latin typeface="Aptos"/>
                <a:ea typeface="Aptos"/>
                <a:cs typeface="Aptos"/>
              </a:defRPr>
            </a:lvl8pPr>
            <a:lvl9pPr algn="ctr">
              <a:buNone/>
              <a:defRPr sz="1275" b="1">
                <a:solidFill>
                  <a:srgbClr val="23836E"/>
                </a:solidFill>
                <a:latin typeface="Aptos"/>
                <a:ea typeface="Aptos"/>
                <a:cs typeface="Aptos"/>
              </a:defRPr>
            </a:lvl9pPr>
          </a:lstStyle>
          <a:p xmlns:a="http://schemas.openxmlformats.org/drawingml/2006/main">
            <a:pPr algn="ctr">
              <a:buNone/>
              <a:defRPr sz="1275" b="1">
                <a:solidFill>
                  <a:srgbClr val="23836E"/>
                </a:solidFill>
                <a:latin typeface="Aptos"/>
                <a:ea typeface="Aptos"/>
                <a:cs typeface="Aptos"/>
              </a:defRPr>
            </a:pPr>
            <a:r>
              <a:rPr sz="1275" b="1">
                <a:solidFill>
                  <a:srgbClr val="23836E"/>
                </a:solidFill>
                <a:latin typeface="Aptos"/>
                <a:ea typeface="Aptos"/>
                <a:cs typeface="Aptos"/>
              </a:rPr>
              <a:t>a8f3…</a:t>
            </a:r>
          </a:p>
        </p:txBody>
      </p:sp>
      <p:sp>
        <p:nvSpPr>
          <p:cNvPr id="38" name="">
            <a:extLst xmlns:a="http://schemas.openxmlformats.org/drawingml/2006/main">
              <a:ext uri="{FF2B5EF4-FFF2-40B4-BE49-F238E27FC236}">
                <a16:creationId xmlns:a16="http://schemas.microsoft.com/office/drawing/2014/main" id="{80C12EE3-4037-4529-BD54-1F7BCB9DF030}"/>
              </a:ext>
            </a:extLst>
          </p:cNvPr>
          <p:cNvSpPr>
            <a:spLocks xmlns:a="http://schemas.openxmlformats.org/drawingml/2006/main" noGrp="1"/>
          </p:cNvSpPr>
          <p:nvPr/>
        </p:nvSpPr>
        <p:spPr>
          <a:xfrm xmlns:a="http://schemas.openxmlformats.org/drawingml/2006/main">
            <a:off x="6505575" y="33718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23836E"/>
                </a:solidFill>
                <a:latin typeface="Aptos"/>
                <a:ea typeface="Aptos"/>
                <a:cs typeface="Aptos"/>
              </a:defRPr>
            </a:defPPr>
            <a:lvl1pPr algn="ctr">
              <a:buNone/>
              <a:defRPr sz="900" b="1">
                <a:solidFill>
                  <a:srgbClr val="23836E"/>
                </a:solidFill>
                <a:latin typeface="Aptos"/>
                <a:ea typeface="Aptos"/>
                <a:cs typeface="Aptos"/>
              </a:defRPr>
            </a:lvl1pPr>
            <a:lvl2pPr algn="ctr">
              <a:buNone/>
              <a:defRPr sz="900" b="1">
                <a:solidFill>
                  <a:srgbClr val="23836E"/>
                </a:solidFill>
                <a:latin typeface="Aptos"/>
                <a:ea typeface="Aptos"/>
                <a:cs typeface="Aptos"/>
              </a:defRPr>
            </a:lvl2pPr>
            <a:lvl3pPr algn="ctr">
              <a:buNone/>
              <a:defRPr sz="900" b="1">
                <a:solidFill>
                  <a:srgbClr val="23836E"/>
                </a:solidFill>
                <a:latin typeface="Aptos"/>
                <a:ea typeface="Aptos"/>
                <a:cs typeface="Aptos"/>
              </a:defRPr>
            </a:lvl3pPr>
            <a:lvl4pPr algn="ctr">
              <a:buNone/>
              <a:defRPr sz="900" b="1">
                <a:solidFill>
                  <a:srgbClr val="23836E"/>
                </a:solidFill>
                <a:latin typeface="Aptos"/>
                <a:ea typeface="Aptos"/>
                <a:cs typeface="Aptos"/>
              </a:defRPr>
            </a:lvl4pPr>
            <a:lvl5pPr algn="ctr">
              <a:buNone/>
              <a:defRPr sz="900" b="1">
                <a:solidFill>
                  <a:srgbClr val="23836E"/>
                </a:solidFill>
                <a:latin typeface="Aptos"/>
                <a:ea typeface="Aptos"/>
                <a:cs typeface="Aptos"/>
              </a:defRPr>
            </a:lvl5pPr>
            <a:lvl6pPr algn="ctr">
              <a:buNone/>
              <a:defRPr sz="900" b="1">
                <a:solidFill>
                  <a:srgbClr val="23836E"/>
                </a:solidFill>
                <a:latin typeface="Aptos"/>
                <a:ea typeface="Aptos"/>
                <a:cs typeface="Aptos"/>
              </a:defRPr>
            </a:lvl6pPr>
            <a:lvl7pPr algn="ctr">
              <a:buNone/>
              <a:defRPr sz="900" b="1">
                <a:solidFill>
                  <a:srgbClr val="23836E"/>
                </a:solidFill>
                <a:latin typeface="Aptos"/>
                <a:ea typeface="Aptos"/>
                <a:cs typeface="Aptos"/>
              </a:defRPr>
            </a:lvl7pPr>
            <a:lvl8pPr algn="ctr">
              <a:buNone/>
              <a:defRPr sz="900" b="1">
                <a:solidFill>
                  <a:srgbClr val="23836E"/>
                </a:solidFill>
                <a:latin typeface="Aptos"/>
                <a:ea typeface="Aptos"/>
                <a:cs typeface="Aptos"/>
              </a:defRPr>
            </a:lvl8pPr>
            <a:lvl9pPr algn="ctr">
              <a:buNone/>
              <a:defRPr sz="900" b="1">
                <a:solidFill>
                  <a:srgbClr val="23836E"/>
                </a:solidFill>
                <a:latin typeface="Aptos"/>
                <a:ea typeface="Aptos"/>
                <a:cs typeface="Aptos"/>
              </a:defRPr>
            </a:lvl9pPr>
          </a:lstStyle>
          <a:p xmlns:a="http://schemas.openxmlformats.org/drawingml/2006/main">
            <a:pPr algn="ctr">
              <a:buNone/>
              <a:defRPr sz="900" b="1">
                <a:solidFill>
                  <a:srgbClr val="23836E"/>
                </a:solidFill>
                <a:latin typeface="Aptos"/>
                <a:ea typeface="Aptos"/>
                <a:cs typeface="Aptos"/>
              </a:defRPr>
            </a:pPr>
            <a:r>
              <a:rPr sz="900" b="1">
                <a:solidFill>
                  <a:srgbClr val="23836E"/>
                </a:solidFill>
                <a:latin typeface="Aptos"/>
                <a:ea typeface="Aptos"/>
                <a:cs typeface="Aptos"/>
              </a:rPr>
              <a:t>Huella del contenido</a:t>
            </a:r>
          </a:p>
        </p:txBody>
      </p:sp>
      <p:sp>
        <p:nvSpPr>
          <p:cNvPr id="39" name="">
            <a:extLst xmlns:a="http://schemas.openxmlformats.org/drawingml/2006/main">
              <a:ext uri="{FF2B5EF4-FFF2-40B4-BE49-F238E27FC236}">
                <a16:creationId xmlns:a16="http://schemas.microsoft.com/office/drawing/2014/main" id="{252A71F4-89B6-4B70-837E-0FE790834891}"/>
              </a:ext>
            </a:extLst>
          </p:cNvPr>
          <p:cNvSpPr>
            <a:spLocks xmlns:a="http://schemas.openxmlformats.org/drawingml/2006/main" noGrp="1"/>
          </p:cNvSpPr>
          <p:nvPr/>
        </p:nvSpPr>
        <p:spPr>
          <a:xfrm xmlns:a="http://schemas.openxmlformats.org/drawingml/2006/main">
            <a:off x="4638675"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buNone/>
              <a:defRPr sz="1050" b="0">
                <a:solidFill>
                  <a:srgbClr val="536276"/>
                </a:solidFill>
                <a:latin typeface="Aptos"/>
                <a:ea typeface="Aptos"/>
                <a:cs typeface="Aptos"/>
              </a:defRPr>
            </a:lvl1pPr>
            <a:lvl2pPr algn="l">
              <a:buNone/>
              <a:defRPr sz="1050" b="0">
                <a:solidFill>
                  <a:srgbClr val="536276"/>
                </a:solidFill>
                <a:latin typeface="Aptos"/>
                <a:ea typeface="Aptos"/>
                <a:cs typeface="Aptos"/>
              </a:defRPr>
            </a:lvl2pPr>
            <a:lvl3pPr algn="l">
              <a:buNone/>
              <a:defRPr sz="1050" b="0">
                <a:solidFill>
                  <a:srgbClr val="536276"/>
                </a:solidFill>
                <a:latin typeface="Aptos"/>
                <a:ea typeface="Aptos"/>
                <a:cs typeface="Aptos"/>
              </a:defRPr>
            </a:lvl3pPr>
            <a:lvl4pPr algn="l">
              <a:buNone/>
              <a:defRPr sz="1050" b="0">
                <a:solidFill>
                  <a:srgbClr val="536276"/>
                </a:solidFill>
                <a:latin typeface="Aptos"/>
                <a:ea typeface="Aptos"/>
                <a:cs typeface="Aptos"/>
              </a:defRPr>
            </a:lvl4pPr>
            <a:lvl5pPr algn="l">
              <a:buNone/>
              <a:defRPr sz="1050" b="0">
                <a:solidFill>
                  <a:srgbClr val="536276"/>
                </a:solidFill>
                <a:latin typeface="Aptos"/>
                <a:ea typeface="Aptos"/>
                <a:cs typeface="Aptos"/>
              </a:defRPr>
            </a:lvl5pPr>
            <a:lvl6pPr algn="l">
              <a:buNone/>
              <a:defRPr sz="1050" b="0">
                <a:solidFill>
                  <a:srgbClr val="536276"/>
                </a:solidFill>
                <a:latin typeface="Aptos"/>
                <a:ea typeface="Aptos"/>
                <a:cs typeface="Aptos"/>
              </a:defRPr>
            </a:lvl6pPr>
            <a:lvl7pPr algn="l">
              <a:buNone/>
              <a:defRPr sz="1050" b="0">
                <a:solidFill>
                  <a:srgbClr val="536276"/>
                </a:solidFill>
                <a:latin typeface="Aptos"/>
                <a:ea typeface="Aptos"/>
                <a:cs typeface="Aptos"/>
              </a:defRPr>
            </a:lvl7pPr>
            <a:lvl8pPr algn="l">
              <a:buNone/>
              <a:defRPr sz="1050" b="0">
                <a:solidFill>
                  <a:srgbClr val="536276"/>
                </a:solidFill>
                <a:latin typeface="Aptos"/>
                <a:ea typeface="Aptos"/>
                <a:cs typeface="Aptos"/>
              </a:defRPr>
            </a:lvl8pPr>
            <a:lvl9pPr algn="l">
              <a:buNone/>
              <a:defRPr sz="1050" b="0">
                <a:solidFill>
                  <a:srgbClr val="536276"/>
                </a:solidFill>
                <a:latin typeface="Aptos"/>
                <a:ea typeface="Aptos"/>
                <a:cs typeface="Aptos"/>
              </a:defRPr>
            </a:lvl9pPr>
          </a:lstStyle>
          <a:p xmlns:a="http://schemas.openxmlformats.org/drawingml/2006/main">
            <a:pPr algn="l">
              <a:buNone/>
              <a:defRPr sz="1050" b="0">
                <a:solidFill>
                  <a:srgbClr val="536276"/>
                </a:solidFill>
                <a:latin typeface="Aptos"/>
                <a:ea typeface="Aptos"/>
                <a:cs typeface="Aptos"/>
              </a:defRPr>
            </a:pPr>
            <a:r>
              <a:rPr sz="1050" b="0">
                <a:solidFill>
                  <a:srgbClr val="536276"/>
                </a:solidFill>
                <a:latin typeface="Aptos"/>
                <a:ea typeface="Aptos"/>
                <a:cs typeface="Aptos"/>
              </a:rPr>
              <a:t>Sirve para detectar cambios, pero no dice quién creó el dato.</a:t>
            </a:r>
          </a:p>
        </p:txBody>
      </p:sp>
      <p:sp>
        <p:nvSpPr>
          <p:cNvPr id="40" name="">
            <a:extLst xmlns:a="http://schemas.openxmlformats.org/drawingml/2006/main">
              <a:ext uri="{FF2B5EF4-FFF2-40B4-BE49-F238E27FC236}">
                <a16:creationId xmlns:a16="http://schemas.microsoft.com/office/drawing/2014/main" id="{0AA676EC-CDA1-46AE-B4AB-4BC8D2C8C796}"/>
              </a:ext>
            </a:extLst>
          </p:cNvPr>
          <p:cNvSpPr>
            <a:spLocks xmlns:a="http://schemas.openxmlformats.org/drawingml/2006/main" noGrp="1"/>
          </p:cNvSpPr>
          <p:nvPr/>
        </p:nvSpPr>
        <p:spPr>
          <a:xfrm xmlns:a="http://schemas.openxmlformats.org/drawingml/2006/main">
            <a:off x="4648200" y="4429125"/>
            <a:ext cx="2895600" cy="285750"/>
          </a:xfrm>
          <a:prstGeom xmlns:a="http://schemas.openxmlformats.org/drawingml/2006/main" prst="roundRect">
            <a:avLst>
              <a:gd name="adj" fmla="val 26667"/>
            </a:avLst>
          </a:prstGeom>
          <a:solidFill xmlns:a="http://schemas.openxmlformats.org/drawingml/2006/main">
            <a:srgbClr val="D9F5F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1F94DFD-957C-4106-9092-7A4CC272F57B}"/>
              </a:ext>
            </a:extLst>
          </p:cNvPr>
          <p:cNvSpPr>
            <a:spLocks xmlns:a="http://schemas.openxmlformats.org/drawingml/2006/main" noGrp="1"/>
          </p:cNvSpPr>
          <p:nvPr/>
        </p:nvSpPr>
        <p:spPr>
          <a:xfrm xmlns:a="http://schemas.openxmlformats.org/drawingml/2006/main">
            <a:off x="4743450"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2B8A8"/>
                </a:solidFill>
                <a:latin typeface="Aptos"/>
                <a:ea typeface="Aptos"/>
                <a:cs typeface="Aptos"/>
              </a:defRPr>
            </a:defPPr>
            <a:lvl1pPr algn="ctr">
              <a:buNone/>
              <a:defRPr sz="975" b="1">
                <a:solidFill>
                  <a:srgbClr val="22B8A8"/>
                </a:solidFill>
                <a:latin typeface="Aptos"/>
                <a:ea typeface="Aptos"/>
                <a:cs typeface="Aptos"/>
              </a:defRPr>
            </a:lvl1pPr>
            <a:lvl2pPr algn="ctr">
              <a:buNone/>
              <a:defRPr sz="975" b="1">
                <a:solidFill>
                  <a:srgbClr val="22B8A8"/>
                </a:solidFill>
                <a:latin typeface="Aptos"/>
                <a:ea typeface="Aptos"/>
                <a:cs typeface="Aptos"/>
              </a:defRPr>
            </a:lvl2pPr>
            <a:lvl3pPr algn="ctr">
              <a:buNone/>
              <a:defRPr sz="975" b="1">
                <a:solidFill>
                  <a:srgbClr val="22B8A8"/>
                </a:solidFill>
                <a:latin typeface="Aptos"/>
                <a:ea typeface="Aptos"/>
                <a:cs typeface="Aptos"/>
              </a:defRPr>
            </a:lvl3pPr>
            <a:lvl4pPr algn="ctr">
              <a:buNone/>
              <a:defRPr sz="975" b="1">
                <a:solidFill>
                  <a:srgbClr val="22B8A8"/>
                </a:solidFill>
                <a:latin typeface="Aptos"/>
                <a:ea typeface="Aptos"/>
                <a:cs typeface="Aptos"/>
              </a:defRPr>
            </a:lvl4pPr>
            <a:lvl5pPr algn="ctr">
              <a:buNone/>
              <a:defRPr sz="975" b="1">
                <a:solidFill>
                  <a:srgbClr val="22B8A8"/>
                </a:solidFill>
                <a:latin typeface="Aptos"/>
                <a:ea typeface="Aptos"/>
                <a:cs typeface="Aptos"/>
              </a:defRPr>
            </a:lvl5pPr>
            <a:lvl6pPr algn="ctr">
              <a:buNone/>
              <a:defRPr sz="975" b="1">
                <a:solidFill>
                  <a:srgbClr val="22B8A8"/>
                </a:solidFill>
                <a:latin typeface="Aptos"/>
                <a:ea typeface="Aptos"/>
                <a:cs typeface="Aptos"/>
              </a:defRPr>
            </a:lvl6pPr>
            <a:lvl7pPr algn="ctr">
              <a:buNone/>
              <a:defRPr sz="975" b="1">
                <a:solidFill>
                  <a:srgbClr val="22B8A8"/>
                </a:solidFill>
                <a:latin typeface="Aptos"/>
                <a:ea typeface="Aptos"/>
                <a:cs typeface="Aptos"/>
              </a:defRPr>
            </a:lvl7pPr>
            <a:lvl8pPr algn="ctr">
              <a:buNone/>
              <a:defRPr sz="975" b="1">
                <a:solidFill>
                  <a:srgbClr val="22B8A8"/>
                </a:solidFill>
                <a:latin typeface="Aptos"/>
                <a:ea typeface="Aptos"/>
                <a:cs typeface="Aptos"/>
              </a:defRPr>
            </a:lvl8pPr>
            <a:lvl9pPr algn="ctr">
              <a:buNone/>
              <a:defRPr sz="975" b="1">
                <a:solidFill>
                  <a:srgbClr val="22B8A8"/>
                </a:solidFill>
                <a:latin typeface="Aptos"/>
                <a:ea typeface="Aptos"/>
                <a:cs typeface="Aptos"/>
              </a:defRPr>
            </a:lvl9pPr>
          </a:lstStyle>
          <a:p xmlns:a="http://schemas.openxmlformats.org/drawingml/2006/main">
            <a:pPr algn="ctr">
              <a:buNone/>
              <a:defRPr sz="975" b="1">
                <a:solidFill>
                  <a:srgbClr val="22B8A8"/>
                </a:solidFill>
                <a:latin typeface="Aptos"/>
                <a:ea typeface="Aptos"/>
                <a:cs typeface="Aptos"/>
              </a:defRPr>
            </a:pPr>
            <a:r>
              <a:rPr sz="975" b="1">
                <a:solidFill>
                  <a:srgbClr val="22B8A8"/>
                </a:solidFill>
                <a:latin typeface="Aptos"/>
                <a:ea typeface="Aptos"/>
                <a:cs typeface="Aptos"/>
              </a:rPr>
              <a:t>DETECCIÓN DE CAMBIOS</a:t>
            </a:r>
          </a:p>
        </p:txBody>
      </p:sp>
      <p:sp>
        <p:nvSpPr>
          <p:cNvPr id="42" name="">
            <a:extLst xmlns:a="http://schemas.openxmlformats.org/drawingml/2006/main">
              <a:ext uri="{FF2B5EF4-FFF2-40B4-BE49-F238E27FC236}">
                <a16:creationId xmlns:a16="http://schemas.microsoft.com/office/drawing/2014/main" id="{B7C8A399-A9F7-4FAC-B78B-C3EA1880724A}"/>
              </a:ext>
            </a:extLst>
          </p:cNvPr>
          <p:cNvSpPr>
            <a:spLocks xmlns:a="http://schemas.openxmlformats.org/drawingml/2006/main" noGrp="1"/>
          </p:cNvSpPr>
          <p:nvPr/>
        </p:nvSpPr>
        <p:spPr>
          <a:xfrm xmlns:a="http://schemas.openxmlformats.org/drawingml/2006/main">
            <a:off x="8191500"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43" name="">
            <a:extLst xmlns:a="http://schemas.openxmlformats.org/drawingml/2006/main">
              <a:ext uri="{FF2B5EF4-FFF2-40B4-BE49-F238E27FC236}">
                <a16:creationId xmlns:a16="http://schemas.microsoft.com/office/drawing/2014/main" id="{473DE6CD-58A3-449C-8E3C-5CE93214273C}"/>
              </a:ext>
            </a:extLst>
          </p:cNvPr>
          <p:cNvSpPr>
            <a:spLocks xmlns:a="http://schemas.openxmlformats.org/drawingml/2006/main" noGrp="1"/>
          </p:cNvSpPr>
          <p:nvPr/>
        </p:nvSpPr>
        <p:spPr>
          <a:xfrm xmlns:a="http://schemas.openxmlformats.org/drawingml/2006/main">
            <a:off x="8191500" y="1762125"/>
            <a:ext cx="3333750" cy="1143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2174F45-7D44-4297-AE5F-3540C61D94D9}"/>
              </a:ext>
            </a:extLst>
          </p:cNvPr>
          <p:cNvSpPr>
            <a:spLocks xmlns:a="http://schemas.openxmlformats.org/drawingml/2006/main" noGrp="1"/>
          </p:cNvSpPr>
          <p:nvPr/>
        </p:nvSpPr>
        <p:spPr>
          <a:xfrm xmlns:a="http://schemas.openxmlformats.org/drawingml/2006/main">
            <a:off x="8420100"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2B544"/>
                </a:solidFill>
                <a:latin typeface="Aptos"/>
                <a:ea typeface="Aptos"/>
                <a:cs typeface="Aptos"/>
              </a:defRPr>
            </a:defPPr>
            <a:lvl1pPr algn="l">
              <a:buNone/>
              <a:defRPr sz="1200" b="1">
                <a:solidFill>
                  <a:srgbClr val="F2B544"/>
                </a:solidFill>
                <a:latin typeface="Aptos"/>
                <a:ea typeface="Aptos"/>
                <a:cs typeface="Aptos"/>
              </a:defRPr>
            </a:lvl1pPr>
            <a:lvl2pPr algn="l">
              <a:buNone/>
              <a:defRPr sz="1200" b="1">
                <a:solidFill>
                  <a:srgbClr val="F2B544"/>
                </a:solidFill>
                <a:latin typeface="Aptos"/>
                <a:ea typeface="Aptos"/>
                <a:cs typeface="Aptos"/>
              </a:defRPr>
            </a:lvl2pPr>
            <a:lvl3pPr algn="l">
              <a:buNone/>
              <a:defRPr sz="1200" b="1">
                <a:solidFill>
                  <a:srgbClr val="F2B544"/>
                </a:solidFill>
                <a:latin typeface="Aptos"/>
                <a:ea typeface="Aptos"/>
                <a:cs typeface="Aptos"/>
              </a:defRPr>
            </a:lvl3pPr>
            <a:lvl4pPr algn="l">
              <a:buNone/>
              <a:defRPr sz="1200" b="1">
                <a:solidFill>
                  <a:srgbClr val="F2B544"/>
                </a:solidFill>
                <a:latin typeface="Aptos"/>
                <a:ea typeface="Aptos"/>
                <a:cs typeface="Aptos"/>
              </a:defRPr>
            </a:lvl4pPr>
            <a:lvl5pPr algn="l">
              <a:buNone/>
              <a:defRPr sz="1200" b="1">
                <a:solidFill>
                  <a:srgbClr val="F2B544"/>
                </a:solidFill>
                <a:latin typeface="Aptos"/>
                <a:ea typeface="Aptos"/>
                <a:cs typeface="Aptos"/>
              </a:defRPr>
            </a:lvl5pPr>
            <a:lvl6pPr algn="l">
              <a:buNone/>
              <a:defRPr sz="1200" b="1">
                <a:solidFill>
                  <a:srgbClr val="F2B544"/>
                </a:solidFill>
                <a:latin typeface="Aptos"/>
                <a:ea typeface="Aptos"/>
                <a:cs typeface="Aptos"/>
              </a:defRPr>
            </a:lvl6pPr>
            <a:lvl7pPr algn="l">
              <a:buNone/>
              <a:defRPr sz="1200" b="1">
                <a:solidFill>
                  <a:srgbClr val="F2B544"/>
                </a:solidFill>
                <a:latin typeface="Aptos"/>
                <a:ea typeface="Aptos"/>
                <a:cs typeface="Aptos"/>
              </a:defRPr>
            </a:lvl7pPr>
            <a:lvl8pPr algn="l">
              <a:buNone/>
              <a:defRPr sz="1200" b="1">
                <a:solidFill>
                  <a:srgbClr val="F2B544"/>
                </a:solidFill>
                <a:latin typeface="Aptos"/>
                <a:ea typeface="Aptos"/>
                <a:cs typeface="Aptos"/>
              </a:defRPr>
            </a:lvl8pPr>
            <a:lvl9pPr algn="l">
              <a:buNone/>
              <a:defRPr sz="1200" b="1">
                <a:solidFill>
                  <a:srgbClr val="F2B544"/>
                </a:solidFill>
                <a:latin typeface="Aptos"/>
                <a:ea typeface="Aptos"/>
                <a:cs typeface="Aptos"/>
              </a:defRPr>
            </a:lvl9pPr>
          </a:lstStyle>
          <a:p xmlns:a="http://schemas.openxmlformats.org/drawingml/2006/main">
            <a:pPr algn="l">
              <a:buNone/>
              <a:defRPr sz="1200" b="1">
                <a:solidFill>
                  <a:srgbClr val="F2B544"/>
                </a:solidFill>
                <a:latin typeface="Aptos"/>
                <a:ea typeface="Aptos"/>
                <a:cs typeface="Aptos"/>
              </a:defRPr>
            </a:pPr>
            <a:r>
              <a:rPr sz="1200" b="1">
                <a:solidFill>
                  <a:srgbClr val="F2B544"/>
                </a:solidFill>
                <a:latin typeface="Aptos"/>
                <a:ea typeface="Aptos"/>
                <a:cs typeface="Aptos"/>
              </a:rPr>
              <a:t>FIRMA DIGITAL</a:t>
            </a:r>
          </a:p>
        </p:txBody>
      </p:sp>
      <p:sp>
        <p:nvSpPr>
          <p:cNvPr id="45" name="">
            <a:extLst xmlns:a="http://schemas.openxmlformats.org/drawingml/2006/main">
              <a:ext uri="{FF2B5EF4-FFF2-40B4-BE49-F238E27FC236}">
                <a16:creationId xmlns:a16="http://schemas.microsoft.com/office/drawing/2014/main" id="{5FD8D236-284E-43AB-9275-C3778C3CACE5}"/>
              </a:ext>
            </a:extLst>
          </p:cNvPr>
          <p:cNvSpPr>
            <a:spLocks xmlns:a="http://schemas.openxmlformats.org/drawingml/2006/main" noGrp="1"/>
          </p:cNvSpPr>
          <p:nvPr/>
        </p:nvSpPr>
        <p:spPr>
          <a:xfrm xmlns:a="http://schemas.openxmlformats.org/drawingml/2006/main">
            <a:off x="8420100"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buNone/>
              <a:defRPr sz="1650" b="1">
                <a:solidFill>
                  <a:srgbClr val="172554"/>
                </a:solidFill>
                <a:latin typeface="Aptos"/>
                <a:ea typeface="Aptos"/>
                <a:cs typeface="Aptos"/>
              </a:defRPr>
            </a:lvl1pPr>
            <a:lvl2pPr algn="l">
              <a:buNone/>
              <a:defRPr sz="1650" b="1">
                <a:solidFill>
                  <a:srgbClr val="172554"/>
                </a:solidFill>
                <a:latin typeface="Aptos"/>
                <a:ea typeface="Aptos"/>
                <a:cs typeface="Aptos"/>
              </a:defRPr>
            </a:lvl2pPr>
            <a:lvl3pPr algn="l">
              <a:buNone/>
              <a:defRPr sz="1650" b="1">
                <a:solidFill>
                  <a:srgbClr val="172554"/>
                </a:solidFill>
                <a:latin typeface="Aptos"/>
                <a:ea typeface="Aptos"/>
                <a:cs typeface="Aptos"/>
              </a:defRPr>
            </a:lvl3pPr>
            <a:lvl4pPr algn="l">
              <a:buNone/>
              <a:defRPr sz="1650" b="1">
                <a:solidFill>
                  <a:srgbClr val="172554"/>
                </a:solidFill>
                <a:latin typeface="Aptos"/>
                <a:ea typeface="Aptos"/>
                <a:cs typeface="Aptos"/>
              </a:defRPr>
            </a:lvl4pPr>
            <a:lvl5pPr algn="l">
              <a:buNone/>
              <a:defRPr sz="1650" b="1">
                <a:solidFill>
                  <a:srgbClr val="172554"/>
                </a:solidFill>
                <a:latin typeface="Aptos"/>
                <a:ea typeface="Aptos"/>
                <a:cs typeface="Aptos"/>
              </a:defRPr>
            </a:lvl5pPr>
            <a:lvl6pPr algn="l">
              <a:buNone/>
              <a:defRPr sz="1650" b="1">
                <a:solidFill>
                  <a:srgbClr val="172554"/>
                </a:solidFill>
                <a:latin typeface="Aptos"/>
                <a:ea typeface="Aptos"/>
                <a:cs typeface="Aptos"/>
              </a:defRPr>
            </a:lvl6pPr>
            <a:lvl7pPr algn="l">
              <a:buNone/>
              <a:defRPr sz="1650" b="1">
                <a:solidFill>
                  <a:srgbClr val="172554"/>
                </a:solidFill>
                <a:latin typeface="Aptos"/>
                <a:ea typeface="Aptos"/>
                <a:cs typeface="Aptos"/>
              </a:defRPr>
            </a:lvl7pPr>
            <a:lvl8pPr algn="l">
              <a:buNone/>
              <a:defRPr sz="1650" b="1">
                <a:solidFill>
                  <a:srgbClr val="172554"/>
                </a:solidFill>
                <a:latin typeface="Aptos"/>
                <a:ea typeface="Aptos"/>
                <a:cs typeface="Aptos"/>
              </a:defRPr>
            </a:lvl8pPr>
            <a:lvl9pPr algn="l">
              <a:buNone/>
              <a:defRPr sz="1650" b="1">
                <a:solidFill>
                  <a:srgbClr val="172554"/>
                </a:solidFill>
                <a:latin typeface="Aptos"/>
                <a:ea typeface="Aptos"/>
                <a:cs typeface="Aptos"/>
              </a:defRPr>
            </a:lvl9pPr>
          </a:lstStyle>
          <a:p xmlns:a="http://schemas.openxmlformats.org/drawingml/2006/main">
            <a:pPr algn="l">
              <a:buNone/>
              <a:defRPr sz="1650" b="1">
                <a:solidFill>
                  <a:srgbClr val="172554"/>
                </a:solidFill>
                <a:latin typeface="Aptos"/>
                <a:ea typeface="Aptos"/>
                <a:cs typeface="Aptos"/>
              </a:defRPr>
            </a:pPr>
            <a:r>
              <a:rPr sz="1650" b="1">
                <a:solidFill>
                  <a:srgbClr val="172554"/>
                </a:solidFill>
                <a:latin typeface="Aptos"/>
                <a:ea typeface="Aptos"/>
                <a:cs typeface="Aptos"/>
              </a:rPr>
              <a:t>Relaciona datos con una clave</a:t>
            </a:r>
          </a:p>
        </p:txBody>
      </p:sp>
      <p:sp>
        <p:nvSpPr>
          <p:cNvPr id="46" name="">
            <a:extLst xmlns:a="http://schemas.openxmlformats.org/drawingml/2006/main">
              <a:ext uri="{FF2B5EF4-FFF2-40B4-BE49-F238E27FC236}">
                <a16:creationId xmlns:a16="http://schemas.microsoft.com/office/drawing/2014/main" id="{32478E63-15F1-4822-AA08-717647A9F6BE}"/>
              </a:ext>
            </a:extLst>
          </p:cNvPr>
          <p:cNvSpPr>
            <a:spLocks xmlns:a="http://schemas.openxmlformats.org/drawingml/2006/main" noGrp="1"/>
          </p:cNvSpPr>
          <p:nvPr/>
        </p:nvSpPr>
        <p:spPr>
          <a:xfrm xmlns:a="http://schemas.openxmlformats.org/drawingml/2006/main">
            <a:off x="849630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F2B544"/>
            </a:solidFill>
            <a:prstDash val="solid"/>
          </a:ln>
        </p:spPr>
      </p:sp>
      <p:sp>
        <p:nvSpPr>
          <p:cNvPr id="47" name="">
            <a:extLst xmlns:a="http://schemas.openxmlformats.org/drawingml/2006/main">
              <a:ext uri="{FF2B5EF4-FFF2-40B4-BE49-F238E27FC236}">
                <a16:creationId xmlns:a16="http://schemas.microsoft.com/office/drawing/2014/main" id="{9338555F-BA3E-4069-9893-BFC3B7FAD061}"/>
              </a:ext>
            </a:extLst>
          </p:cNvPr>
          <p:cNvSpPr>
            <a:spLocks xmlns:a="http://schemas.openxmlformats.org/drawingml/2006/main" noGrp="1"/>
          </p:cNvSpPr>
          <p:nvPr/>
        </p:nvSpPr>
        <p:spPr>
          <a:xfrm xmlns:a="http://schemas.openxmlformats.org/drawingml/2006/main">
            <a:off x="8620125" y="3019425"/>
            <a:ext cx="447675" cy="4762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7F7BBD86-DB63-4032-9247-EB9DD69ABAA2}"/>
              </a:ext>
            </a:extLst>
          </p:cNvPr>
          <p:cNvSpPr>
            <a:spLocks xmlns:a="http://schemas.openxmlformats.org/drawingml/2006/main" noGrp="1"/>
          </p:cNvSpPr>
          <p:nvPr/>
        </p:nvSpPr>
        <p:spPr>
          <a:xfrm xmlns:a="http://schemas.openxmlformats.org/drawingml/2006/main">
            <a:off x="862012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C0345BC-488D-46C2-B3F6-48A9D085F2CB}"/>
              </a:ext>
            </a:extLst>
          </p:cNvPr>
          <p:cNvSpPr>
            <a:spLocks xmlns:a="http://schemas.openxmlformats.org/drawingml/2006/main" noGrp="1"/>
          </p:cNvSpPr>
          <p:nvPr/>
        </p:nvSpPr>
        <p:spPr>
          <a:xfrm xmlns:a="http://schemas.openxmlformats.org/drawingml/2006/main">
            <a:off x="862012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814185C-B0D9-4269-900A-BAAFFD847BE1}"/>
              </a:ext>
            </a:extLst>
          </p:cNvPr>
          <p:cNvSpPr>
            <a:spLocks xmlns:a="http://schemas.openxmlformats.org/drawingml/2006/main" noGrp="1"/>
          </p:cNvSpPr>
          <p:nvPr/>
        </p:nvSpPr>
        <p:spPr>
          <a:xfrm xmlns:a="http://schemas.openxmlformats.org/drawingml/2006/main">
            <a:off x="830580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F2B544"/>
                </a:solidFill>
                <a:latin typeface="Aptos"/>
                <a:ea typeface="Aptos"/>
                <a:cs typeface="Aptos"/>
              </a:defRPr>
            </a:defPPr>
            <a:lvl1pPr algn="ctr">
              <a:buNone/>
              <a:defRPr sz="975" b="1">
                <a:solidFill>
                  <a:srgbClr val="F2B544"/>
                </a:solidFill>
                <a:latin typeface="Aptos"/>
                <a:ea typeface="Aptos"/>
                <a:cs typeface="Aptos"/>
              </a:defRPr>
            </a:lvl1pPr>
            <a:lvl2pPr algn="ctr">
              <a:buNone/>
              <a:defRPr sz="975" b="1">
                <a:solidFill>
                  <a:srgbClr val="F2B544"/>
                </a:solidFill>
                <a:latin typeface="Aptos"/>
                <a:ea typeface="Aptos"/>
                <a:cs typeface="Aptos"/>
              </a:defRPr>
            </a:lvl2pPr>
            <a:lvl3pPr algn="ctr">
              <a:buNone/>
              <a:defRPr sz="975" b="1">
                <a:solidFill>
                  <a:srgbClr val="F2B544"/>
                </a:solidFill>
                <a:latin typeface="Aptos"/>
                <a:ea typeface="Aptos"/>
                <a:cs typeface="Aptos"/>
              </a:defRPr>
            </a:lvl3pPr>
            <a:lvl4pPr algn="ctr">
              <a:buNone/>
              <a:defRPr sz="975" b="1">
                <a:solidFill>
                  <a:srgbClr val="F2B544"/>
                </a:solidFill>
                <a:latin typeface="Aptos"/>
                <a:ea typeface="Aptos"/>
                <a:cs typeface="Aptos"/>
              </a:defRPr>
            </a:lvl4pPr>
            <a:lvl5pPr algn="ctr">
              <a:buNone/>
              <a:defRPr sz="975" b="1">
                <a:solidFill>
                  <a:srgbClr val="F2B544"/>
                </a:solidFill>
                <a:latin typeface="Aptos"/>
                <a:ea typeface="Aptos"/>
                <a:cs typeface="Aptos"/>
              </a:defRPr>
            </a:lvl5pPr>
            <a:lvl6pPr algn="ctr">
              <a:buNone/>
              <a:defRPr sz="975" b="1">
                <a:solidFill>
                  <a:srgbClr val="F2B544"/>
                </a:solidFill>
                <a:latin typeface="Aptos"/>
                <a:ea typeface="Aptos"/>
                <a:cs typeface="Aptos"/>
              </a:defRPr>
            </a:lvl6pPr>
            <a:lvl7pPr algn="ctr">
              <a:buNone/>
              <a:defRPr sz="975" b="1">
                <a:solidFill>
                  <a:srgbClr val="F2B544"/>
                </a:solidFill>
                <a:latin typeface="Aptos"/>
                <a:ea typeface="Aptos"/>
                <a:cs typeface="Aptos"/>
              </a:defRPr>
            </a:lvl7pPr>
            <a:lvl8pPr algn="ctr">
              <a:buNone/>
              <a:defRPr sz="975" b="1">
                <a:solidFill>
                  <a:srgbClr val="F2B544"/>
                </a:solidFill>
                <a:latin typeface="Aptos"/>
                <a:ea typeface="Aptos"/>
                <a:cs typeface="Aptos"/>
              </a:defRPr>
            </a:lvl8pPr>
            <a:lvl9pPr algn="ctr">
              <a:buNone/>
              <a:defRPr sz="975" b="1">
                <a:solidFill>
                  <a:srgbClr val="F2B544"/>
                </a:solidFill>
                <a:latin typeface="Aptos"/>
                <a:ea typeface="Aptos"/>
                <a:cs typeface="Aptos"/>
              </a:defRPr>
            </a:lvl9pPr>
          </a:lstStyle>
          <a:p xmlns:a="http://schemas.openxmlformats.org/drawingml/2006/main">
            <a:pPr algn="ctr">
              <a:buNone/>
              <a:defRPr sz="975" b="1">
                <a:solidFill>
                  <a:srgbClr val="F2B544"/>
                </a:solidFill>
                <a:latin typeface="Aptos"/>
                <a:ea typeface="Aptos"/>
                <a:cs typeface="Aptos"/>
              </a:defRPr>
            </a:pPr>
            <a:r>
              <a:rPr sz="975" b="1">
                <a:solidFill>
                  <a:srgbClr val="F2B544"/>
                </a:solidFill>
                <a:latin typeface="Aptos"/>
                <a:ea typeface="Aptos"/>
                <a:cs typeface="Aptos"/>
              </a:rPr>
              <a:t>DATOS</a:t>
            </a:r>
          </a:p>
        </p:txBody>
      </p:sp>
      <p:sp>
        <p:nvSpPr>
          <p:cNvPr id="51" name="">
            <a:extLst xmlns:a="http://schemas.openxmlformats.org/drawingml/2006/main">
              <a:ext uri="{FF2B5EF4-FFF2-40B4-BE49-F238E27FC236}">
                <a16:creationId xmlns:a16="http://schemas.microsoft.com/office/drawing/2014/main" id="{B98665AB-9E04-4D5D-B550-C1C5399C9178}"/>
              </a:ext>
            </a:extLst>
          </p:cNvPr>
          <p:cNvSpPr>
            <a:spLocks xmlns:a="http://schemas.openxmlformats.org/drawingml/2006/main" noGrp="1"/>
          </p:cNvSpPr>
          <p:nvPr/>
        </p:nvSpPr>
        <p:spPr>
          <a:xfrm xmlns:a="http://schemas.openxmlformats.org/drawingml/2006/main">
            <a:off x="9277350" y="3105150"/>
            <a:ext cx="323850" cy="2286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B42C49D-DA2A-4100-9E7B-64450793F7CB}"/>
              </a:ext>
            </a:extLst>
          </p:cNvPr>
          <p:cNvSpPr>
            <a:spLocks xmlns:a="http://schemas.openxmlformats.org/drawingml/2006/main" noGrp="1"/>
          </p:cNvSpPr>
          <p:nvPr/>
        </p:nvSpPr>
        <p:spPr>
          <a:xfrm xmlns:a="http://schemas.openxmlformats.org/drawingml/2006/main">
            <a:off x="9658350" y="2990850"/>
            <a:ext cx="342900" cy="342900"/>
          </a:xfrm>
          <a:prstGeom xmlns:a="http://schemas.openxmlformats.org/drawingml/2006/main" prst="ellipse">
            <a:avLst/>
          </a:prstGeom>
          <a:noFill xmlns:a="http://schemas.openxmlformats.org/drawingml/2006/main"/>
          <a:ln xmlns:a="http://schemas.openxmlformats.org/drawingml/2006/main" w="57150">
            <a:solidFill>
              <a:srgbClr val="2846A0"/>
            </a:solidFill>
            <a:prstDash val="solid"/>
          </a:ln>
        </p:spPr>
      </p:sp>
      <p:sp>
        <p:nvSpPr>
          <p:cNvPr id="53" name="">
            <a:extLst xmlns:a="http://schemas.openxmlformats.org/drawingml/2006/main">
              <a:ext uri="{FF2B5EF4-FFF2-40B4-BE49-F238E27FC236}">
                <a16:creationId xmlns:a16="http://schemas.microsoft.com/office/drawing/2014/main" id="{C50BCBB5-CDB2-484F-B28A-243F4EF96983}"/>
              </a:ext>
            </a:extLst>
          </p:cNvPr>
          <p:cNvSpPr>
            <a:spLocks xmlns:a="http://schemas.openxmlformats.org/drawingml/2006/main" noGrp="1"/>
          </p:cNvSpPr>
          <p:nvPr/>
        </p:nvSpPr>
        <p:spPr>
          <a:xfrm xmlns:a="http://schemas.openxmlformats.org/drawingml/2006/main">
            <a:off x="9763125" y="3095625"/>
            <a:ext cx="133350" cy="133350"/>
          </a:xfrm>
          <a:prstGeom xmlns:a="http://schemas.openxmlformats.org/drawingml/2006/main" prst="ellipse">
            <a:avLst/>
          </a:prstGeom>
          <a:solidFill xmlns:a="http://schemas.openxmlformats.org/drawingml/2006/main">
            <a:srgbClr val="F5F7FB"/>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C436B32-36F7-47D2-A13A-40FF100CED50}"/>
              </a:ext>
            </a:extLst>
          </p:cNvPr>
          <p:cNvSpPr>
            <a:spLocks xmlns:a="http://schemas.openxmlformats.org/drawingml/2006/main" noGrp="1"/>
          </p:cNvSpPr>
          <p:nvPr/>
        </p:nvSpPr>
        <p:spPr>
          <a:xfrm xmlns:a="http://schemas.openxmlformats.org/drawingml/2006/main">
            <a:off x="9953625" y="3114675"/>
            <a:ext cx="552450" cy="857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1BA41039-9906-4668-AEA1-7D1C438F2900}"/>
              </a:ext>
            </a:extLst>
          </p:cNvPr>
          <p:cNvSpPr>
            <a:spLocks xmlns:a="http://schemas.openxmlformats.org/drawingml/2006/main" noGrp="1"/>
          </p:cNvSpPr>
          <p:nvPr/>
        </p:nvSpPr>
        <p:spPr>
          <a:xfrm xmlns:a="http://schemas.openxmlformats.org/drawingml/2006/main">
            <a:off x="10306050" y="3171825"/>
            <a:ext cx="762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64B9AC0F-DDC3-4754-B519-1A4B4E5385BE}"/>
              </a:ext>
            </a:extLst>
          </p:cNvPr>
          <p:cNvSpPr>
            <a:spLocks xmlns:a="http://schemas.openxmlformats.org/drawingml/2006/main" noGrp="1"/>
          </p:cNvSpPr>
          <p:nvPr/>
        </p:nvSpPr>
        <p:spPr>
          <a:xfrm xmlns:a="http://schemas.openxmlformats.org/drawingml/2006/main">
            <a:off x="10163175" y="3171825"/>
            <a:ext cx="76200" cy="1143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7" name="">
            <a:extLst xmlns:a="http://schemas.openxmlformats.org/drawingml/2006/main">
              <a:ext uri="{FF2B5EF4-FFF2-40B4-BE49-F238E27FC236}">
                <a16:creationId xmlns:a16="http://schemas.microsoft.com/office/drawing/2014/main" id="{82F72F9B-7277-42B0-B274-3795DA4EE905}"/>
              </a:ext>
            </a:extLst>
          </p:cNvPr>
          <p:cNvSpPr>
            <a:spLocks xmlns:a="http://schemas.openxmlformats.org/drawingml/2006/main" noGrp="1"/>
          </p:cNvSpPr>
          <p:nvPr/>
        </p:nvSpPr>
        <p:spPr>
          <a:xfrm xmlns:a="http://schemas.openxmlformats.org/drawingml/2006/main">
            <a:off x="9563100" y="34480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PRIVADA</a:t>
            </a:r>
          </a:p>
        </p:txBody>
      </p:sp>
      <p:sp>
        <p:nvSpPr>
          <p:cNvPr id="58" name="">
            <a:extLst xmlns:a="http://schemas.openxmlformats.org/drawingml/2006/main">
              <a:ext uri="{FF2B5EF4-FFF2-40B4-BE49-F238E27FC236}">
                <a16:creationId xmlns:a16="http://schemas.microsoft.com/office/drawing/2014/main" id="{A3C9E7E4-73C0-43C6-AB0D-F311D5F7945D}"/>
              </a:ext>
            </a:extLst>
          </p:cNvPr>
          <p:cNvSpPr>
            <a:spLocks xmlns:a="http://schemas.openxmlformats.org/drawingml/2006/main" noGrp="1"/>
          </p:cNvSpPr>
          <p:nvPr/>
        </p:nvSpPr>
        <p:spPr>
          <a:xfrm xmlns:a="http://schemas.openxmlformats.org/drawingml/2006/main">
            <a:off x="10544175" y="3105150"/>
            <a:ext cx="323850" cy="2286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222CAD79-C5D3-434E-B90C-71E70280C358}"/>
              </a:ext>
            </a:extLst>
          </p:cNvPr>
          <p:cNvSpPr>
            <a:spLocks xmlns:a="http://schemas.openxmlformats.org/drawingml/2006/main" noGrp="1"/>
          </p:cNvSpPr>
          <p:nvPr/>
        </p:nvSpPr>
        <p:spPr>
          <a:xfrm xmlns:a="http://schemas.openxmlformats.org/drawingml/2006/main">
            <a:off x="10953750" y="2847975"/>
            <a:ext cx="457200" cy="457200"/>
          </a:xfrm>
          <a:prstGeom xmlns:a="http://schemas.openxmlformats.org/drawingml/2006/main" prst="ellipse">
            <a:avLst/>
          </a:prstGeom>
          <a:solidFill xmlns:a="http://schemas.openxmlformats.org/drawingml/2006/main">
            <a:srgbClr val="FFF2D8"/>
          </a:solidFill>
          <a:ln xmlns:a="http://schemas.openxmlformats.org/drawingml/2006/main" w="19050">
            <a:solidFill>
              <a:srgbClr val="F2B544"/>
            </a:solidFill>
            <a:prstDash val="solid"/>
          </a:ln>
        </p:spPr>
      </p:sp>
      <p:sp>
        <p:nvSpPr>
          <p:cNvPr id="60" name="">
            <a:extLst xmlns:a="http://schemas.openxmlformats.org/drawingml/2006/main">
              <a:ext uri="{FF2B5EF4-FFF2-40B4-BE49-F238E27FC236}">
                <a16:creationId xmlns:a16="http://schemas.microsoft.com/office/drawing/2014/main" id="{46628C1F-B9FF-4B4D-94AD-39445D83ADAA}"/>
              </a:ext>
            </a:extLst>
          </p:cNvPr>
          <p:cNvSpPr>
            <a:spLocks xmlns:a="http://schemas.openxmlformats.org/drawingml/2006/main" noGrp="1"/>
          </p:cNvSpPr>
          <p:nvPr/>
        </p:nvSpPr>
        <p:spPr>
          <a:xfrm xmlns:a="http://schemas.openxmlformats.org/drawingml/2006/main" flipV="0">
            <a:off x="11058525" y="3086100"/>
            <a:ext cx="95250" cy="95250"/>
          </a:xfrm>
          <a:prstGeom xmlns:a="http://schemas.openxmlformats.org/drawingml/2006/main" prst="line">
            <a:avLst/>
          </a:prstGeom>
          <a:noFill xmlns:a="http://schemas.openxmlformats.org/drawingml/2006/main"/>
          <a:ln xmlns:a="http://schemas.openxmlformats.org/drawingml/2006/main" w="38100">
            <a:solidFill>
              <a:srgbClr val="23836E"/>
            </a:solidFill>
            <a:prstDash val="solid"/>
          </a:ln>
        </p:spPr>
      </p:sp>
      <p:sp>
        <p:nvSpPr>
          <p:cNvPr id="61" name="">
            <a:extLst xmlns:a="http://schemas.openxmlformats.org/drawingml/2006/main">
              <a:ext uri="{FF2B5EF4-FFF2-40B4-BE49-F238E27FC236}">
                <a16:creationId xmlns:a16="http://schemas.microsoft.com/office/drawing/2014/main" id="{E52419B8-969A-40C7-819B-1840C6E018D6}"/>
              </a:ext>
            </a:extLst>
          </p:cNvPr>
          <p:cNvSpPr>
            <a:spLocks xmlns:a="http://schemas.openxmlformats.org/drawingml/2006/main" noGrp="1"/>
          </p:cNvSpPr>
          <p:nvPr/>
        </p:nvSpPr>
        <p:spPr>
          <a:xfrm xmlns:a="http://schemas.openxmlformats.org/drawingml/2006/main" flipV="1">
            <a:off x="11153775" y="2981325"/>
            <a:ext cx="171450" cy="200025"/>
          </a:xfrm>
          <a:prstGeom xmlns:a="http://schemas.openxmlformats.org/drawingml/2006/main" prst="line">
            <a:avLst/>
          </a:prstGeom>
          <a:noFill xmlns:a="http://schemas.openxmlformats.org/drawingml/2006/main"/>
          <a:ln xmlns:a="http://schemas.openxmlformats.org/drawingml/2006/main" w="38100">
            <a:solidFill>
              <a:srgbClr val="23836E"/>
            </a:solidFill>
            <a:prstDash val="solid"/>
          </a:ln>
        </p:spPr>
      </p:sp>
      <p:sp>
        <p:nvSpPr>
          <p:cNvPr id="62" name="">
            <a:extLst xmlns:a="http://schemas.openxmlformats.org/drawingml/2006/main">
              <a:ext uri="{FF2B5EF4-FFF2-40B4-BE49-F238E27FC236}">
                <a16:creationId xmlns:a16="http://schemas.microsoft.com/office/drawing/2014/main" id="{3CF085DE-9EA0-4E4F-BD5C-7866B27476AE}"/>
              </a:ext>
            </a:extLst>
          </p:cNvPr>
          <p:cNvSpPr>
            <a:spLocks xmlns:a="http://schemas.openxmlformats.org/drawingml/2006/main" noGrp="1"/>
          </p:cNvSpPr>
          <p:nvPr/>
        </p:nvSpPr>
        <p:spPr>
          <a:xfrm xmlns:a="http://schemas.openxmlformats.org/drawingml/2006/main">
            <a:off x="10915650" y="33718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9A6500"/>
                </a:solidFill>
                <a:latin typeface="Aptos"/>
                <a:ea typeface="Aptos"/>
                <a:cs typeface="Aptos"/>
              </a:defRPr>
            </a:defPPr>
            <a:lvl1pPr algn="ctr">
              <a:buNone/>
              <a:defRPr sz="900" b="1">
                <a:solidFill>
                  <a:srgbClr val="9A6500"/>
                </a:solidFill>
                <a:latin typeface="Aptos"/>
                <a:ea typeface="Aptos"/>
                <a:cs typeface="Aptos"/>
              </a:defRPr>
            </a:lvl1pPr>
            <a:lvl2pPr algn="ctr">
              <a:buNone/>
              <a:defRPr sz="900" b="1">
                <a:solidFill>
                  <a:srgbClr val="9A6500"/>
                </a:solidFill>
                <a:latin typeface="Aptos"/>
                <a:ea typeface="Aptos"/>
                <a:cs typeface="Aptos"/>
              </a:defRPr>
            </a:lvl2pPr>
            <a:lvl3pPr algn="ctr">
              <a:buNone/>
              <a:defRPr sz="900" b="1">
                <a:solidFill>
                  <a:srgbClr val="9A6500"/>
                </a:solidFill>
                <a:latin typeface="Aptos"/>
                <a:ea typeface="Aptos"/>
                <a:cs typeface="Aptos"/>
              </a:defRPr>
            </a:lvl3pPr>
            <a:lvl4pPr algn="ctr">
              <a:buNone/>
              <a:defRPr sz="900" b="1">
                <a:solidFill>
                  <a:srgbClr val="9A6500"/>
                </a:solidFill>
                <a:latin typeface="Aptos"/>
                <a:ea typeface="Aptos"/>
                <a:cs typeface="Aptos"/>
              </a:defRPr>
            </a:lvl4pPr>
            <a:lvl5pPr algn="ctr">
              <a:buNone/>
              <a:defRPr sz="900" b="1">
                <a:solidFill>
                  <a:srgbClr val="9A6500"/>
                </a:solidFill>
                <a:latin typeface="Aptos"/>
                <a:ea typeface="Aptos"/>
                <a:cs typeface="Aptos"/>
              </a:defRPr>
            </a:lvl5pPr>
            <a:lvl6pPr algn="ctr">
              <a:buNone/>
              <a:defRPr sz="900" b="1">
                <a:solidFill>
                  <a:srgbClr val="9A6500"/>
                </a:solidFill>
                <a:latin typeface="Aptos"/>
                <a:ea typeface="Aptos"/>
                <a:cs typeface="Aptos"/>
              </a:defRPr>
            </a:lvl6pPr>
            <a:lvl7pPr algn="ctr">
              <a:buNone/>
              <a:defRPr sz="900" b="1">
                <a:solidFill>
                  <a:srgbClr val="9A6500"/>
                </a:solidFill>
                <a:latin typeface="Aptos"/>
                <a:ea typeface="Aptos"/>
                <a:cs typeface="Aptos"/>
              </a:defRPr>
            </a:lvl7pPr>
            <a:lvl8pPr algn="ctr">
              <a:buNone/>
              <a:defRPr sz="900" b="1">
                <a:solidFill>
                  <a:srgbClr val="9A6500"/>
                </a:solidFill>
                <a:latin typeface="Aptos"/>
                <a:ea typeface="Aptos"/>
                <a:cs typeface="Aptos"/>
              </a:defRPr>
            </a:lvl8pPr>
            <a:lvl9pPr algn="ctr">
              <a:buNone/>
              <a:defRPr sz="900" b="1">
                <a:solidFill>
                  <a:srgbClr val="9A6500"/>
                </a:solidFill>
                <a:latin typeface="Aptos"/>
                <a:ea typeface="Aptos"/>
                <a:cs typeface="Aptos"/>
              </a:defRPr>
            </a:lvl9pPr>
          </a:lstStyle>
          <a:p xmlns:a="http://schemas.openxmlformats.org/drawingml/2006/main">
            <a:pPr algn="ctr">
              <a:buNone/>
              <a:defRPr sz="900" b="1">
                <a:solidFill>
                  <a:srgbClr val="9A6500"/>
                </a:solidFill>
                <a:latin typeface="Aptos"/>
                <a:ea typeface="Aptos"/>
                <a:cs typeface="Aptos"/>
              </a:defRPr>
            </a:pPr>
            <a:r>
              <a:rPr sz="900" b="1">
                <a:solidFill>
                  <a:srgbClr val="9A6500"/>
                </a:solidFill>
                <a:latin typeface="Aptos"/>
                <a:ea typeface="Aptos"/>
                <a:cs typeface="Aptos"/>
              </a:rPr>
              <a:t>FIRMA</a:t>
            </a:r>
          </a:p>
        </p:txBody>
      </p:sp>
      <p:sp>
        <p:nvSpPr>
          <p:cNvPr id="63" name="">
            <a:extLst xmlns:a="http://schemas.openxmlformats.org/drawingml/2006/main">
              <a:ext uri="{FF2B5EF4-FFF2-40B4-BE49-F238E27FC236}">
                <a16:creationId xmlns:a16="http://schemas.microsoft.com/office/drawing/2014/main" id="{A687B0E4-4B27-4EE2-A3F5-FBB1C56DDFA6}"/>
              </a:ext>
            </a:extLst>
          </p:cNvPr>
          <p:cNvSpPr>
            <a:spLocks xmlns:a="http://schemas.openxmlformats.org/drawingml/2006/main" noGrp="1"/>
          </p:cNvSpPr>
          <p:nvPr/>
        </p:nvSpPr>
        <p:spPr>
          <a:xfrm xmlns:a="http://schemas.openxmlformats.org/drawingml/2006/main">
            <a:off x="8401050"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buNone/>
              <a:defRPr sz="1050" b="0">
                <a:solidFill>
                  <a:srgbClr val="536276"/>
                </a:solidFill>
                <a:latin typeface="Aptos"/>
                <a:ea typeface="Aptos"/>
                <a:cs typeface="Aptos"/>
              </a:defRPr>
            </a:lvl1pPr>
            <a:lvl2pPr algn="l">
              <a:buNone/>
              <a:defRPr sz="1050" b="0">
                <a:solidFill>
                  <a:srgbClr val="536276"/>
                </a:solidFill>
                <a:latin typeface="Aptos"/>
                <a:ea typeface="Aptos"/>
                <a:cs typeface="Aptos"/>
              </a:defRPr>
            </a:lvl2pPr>
            <a:lvl3pPr algn="l">
              <a:buNone/>
              <a:defRPr sz="1050" b="0">
                <a:solidFill>
                  <a:srgbClr val="536276"/>
                </a:solidFill>
                <a:latin typeface="Aptos"/>
                <a:ea typeface="Aptos"/>
                <a:cs typeface="Aptos"/>
              </a:defRPr>
            </a:lvl3pPr>
            <a:lvl4pPr algn="l">
              <a:buNone/>
              <a:defRPr sz="1050" b="0">
                <a:solidFill>
                  <a:srgbClr val="536276"/>
                </a:solidFill>
                <a:latin typeface="Aptos"/>
                <a:ea typeface="Aptos"/>
                <a:cs typeface="Aptos"/>
              </a:defRPr>
            </a:lvl4pPr>
            <a:lvl5pPr algn="l">
              <a:buNone/>
              <a:defRPr sz="1050" b="0">
                <a:solidFill>
                  <a:srgbClr val="536276"/>
                </a:solidFill>
                <a:latin typeface="Aptos"/>
                <a:ea typeface="Aptos"/>
                <a:cs typeface="Aptos"/>
              </a:defRPr>
            </a:lvl5pPr>
            <a:lvl6pPr algn="l">
              <a:buNone/>
              <a:defRPr sz="1050" b="0">
                <a:solidFill>
                  <a:srgbClr val="536276"/>
                </a:solidFill>
                <a:latin typeface="Aptos"/>
                <a:ea typeface="Aptos"/>
                <a:cs typeface="Aptos"/>
              </a:defRPr>
            </a:lvl6pPr>
            <a:lvl7pPr algn="l">
              <a:buNone/>
              <a:defRPr sz="1050" b="0">
                <a:solidFill>
                  <a:srgbClr val="536276"/>
                </a:solidFill>
                <a:latin typeface="Aptos"/>
                <a:ea typeface="Aptos"/>
                <a:cs typeface="Aptos"/>
              </a:defRPr>
            </a:lvl7pPr>
            <a:lvl8pPr algn="l">
              <a:buNone/>
              <a:defRPr sz="1050" b="0">
                <a:solidFill>
                  <a:srgbClr val="536276"/>
                </a:solidFill>
                <a:latin typeface="Aptos"/>
                <a:ea typeface="Aptos"/>
                <a:cs typeface="Aptos"/>
              </a:defRPr>
            </a:lvl8pPr>
            <a:lvl9pPr algn="l">
              <a:buNone/>
              <a:defRPr sz="1050" b="0">
                <a:solidFill>
                  <a:srgbClr val="536276"/>
                </a:solidFill>
                <a:latin typeface="Aptos"/>
                <a:ea typeface="Aptos"/>
                <a:cs typeface="Aptos"/>
              </a:defRPr>
            </a:lvl9pPr>
          </a:lstStyle>
          <a:p xmlns:a="http://schemas.openxmlformats.org/drawingml/2006/main">
            <a:pPr algn="l">
              <a:buNone/>
              <a:defRPr sz="1050" b="0">
                <a:solidFill>
                  <a:srgbClr val="536276"/>
                </a:solidFill>
                <a:latin typeface="Aptos"/>
                <a:ea typeface="Aptos"/>
                <a:cs typeface="Aptos"/>
              </a:defRPr>
            </a:pPr>
            <a:r>
              <a:rPr sz="1050" b="0">
                <a:solidFill>
                  <a:srgbClr val="536276"/>
                </a:solidFill>
                <a:latin typeface="Aptos"/>
                <a:ea typeface="Aptos"/>
                <a:cs typeface="Aptos"/>
              </a:rPr>
              <a:t>La clave privada firma; la clave pública permite comprobar la firma.</a:t>
            </a:r>
          </a:p>
        </p:txBody>
      </p:sp>
      <p:sp>
        <p:nvSpPr>
          <p:cNvPr id="64" name="">
            <a:extLst xmlns:a="http://schemas.openxmlformats.org/drawingml/2006/main">
              <a:ext uri="{FF2B5EF4-FFF2-40B4-BE49-F238E27FC236}">
                <a16:creationId xmlns:a16="http://schemas.microsoft.com/office/drawing/2014/main" id="{1D80D507-FFE7-41B8-9F7D-5BC89C5C535F}"/>
              </a:ext>
            </a:extLst>
          </p:cNvPr>
          <p:cNvSpPr>
            <a:spLocks xmlns:a="http://schemas.openxmlformats.org/drawingml/2006/main" noGrp="1"/>
          </p:cNvSpPr>
          <p:nvPr/>
        </p:nvSpPr>
        <p:spPr>
          <a:xfrm xmlns:a="http://schemas.openxmlformats.org/drawingml/2006/main">
            <a:off x="8410575" y="4429125"/>
            <a:ext cx="2895600" cy="285750"/>
          </a:xfrm>
          <a:prstGeom xmlns:a="http://schemas.openxmlformats.org/drawingml/2006/main" prst="roundRect">
            <a:avLst>
              <a:gd name="adj" fmla="val 26667"/>
            </a:avLst>
          </a:prstGeom>
          <a:solidFill xmlns:a="http://schemas.openxmlformats.org/drawingml/2006/main">
            <a:srgbClr val="FFF2D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BB7B0B66-95AF-43DE-900E-0EAA4B46D1DD}"/>
              </a:ext>
            </a:extLst>
          </p:cNvPr>
          <p:cNvSpPr>
            <a:spLocks xmlns:a="http://schemas.openxmlformats.org/drawingml/2006/main" noGrp="1"/>
          </p:cNvSpPr>
          <p:nvPr/>
        </p:nvSpPr>
        <p:spPr>
          <a:xfrm xmlns:a="http://schemas.openxmlformats.org/drawingml/2006/main">
            <a:off x="8505825"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775109"/>
                </a:solidFill>
                <a:latin typeface="Aptos"/>
                <a:ea typeface="Aptos"/>
                <a:cs typeface="Aptos"/>
              </a:defRPr>
            </a:defPPr>
            <a:lvl1pPr algn="ctr">
              <a:buNone/>
              <a:defRPr sz="975" b="1">
                <a:solidFill>
                  <a:srgbClr val="775109"/>
                </a:solidFill>
                <a:latin typeface="Aptos"/>
                <a:ea typeface="Aptos"/>
                <a:cs typeface="Aptos"/>
              </a:defRPr>
            </a:lvl1pPr>
            <a:lvl2pPr algn="ctr">
              <a:buNone/>
              <a:defRPr sz="975" b="1">
                <a:solidFill>
                  <a:srgbClr val="775109"/>
                </a:solidFill>
                <a:latin typeface="Aptos"/>
                <a:ea typeface="Aptos"/>
                <a:cs typeface="Aptos"/>
              </a:defRPr>
            </a:lvl2pPr>
            <a:lvl3pPr algn="ctr">
              <a:buNone/>
              <a:defRPr sz="975" b="1">
                <a:solidFill>
                  <a:srgbClr val="775109"/>
                </a:solidFill>
                <a:latin typeface="Aptos"/>
                <a:ea typeface="Aptos"/>
                <a:cs typeface="Aptos"/>
              </a:defRPr>
            </a:lvl3pPr>
            <a:lvl4pPr algn="ctr">
              <a:buNone/>
              <a:defRPr sz="975" b="1">
                <a:solidFill>
                  <a:srgbClr val="775109"/>
                </a:solidFill>
                <a:latin typeface="Aptos"/>
                <a:ea typeface="Aptos"/>
                <a:cs typeface="Aptos"/>
              </a:defRPr>
            </a:lvl4pPr>
            <a:lvl5pPr algn="ctr">
              <a:buNone/>
              <a:defRPr sz="975" b="1">
                <a:solidFill>
                  <a:srgbClr val="775109"/>
                </a:solidFill>
                <a:latin typeface="Aptos"/>
                <a:ea typeface="Aptos"/>
                <a:cs typeface="Aptos"/>
              </a:defRPr>
            </a:lvl5pPr>
            <a:lvl6pPr algn="ctr">
              <a:buNone/>
              <a:defRPr sz="975" b="1">
                <a:solidFill>
                  <a:srgbClr val="775109"/>
                </a:solidFill>
                <a:latin typeface="Aptos"/>
                <a:ea typeface="Aptos"/>
                <a:cs typeface="Aptos"/>
              </a:defRPr>
            </a:lvl6pPr>
            <a:lvl7pPr algn="ctr">
              <a:buNone/>
              <a:defRPr sz="975" b="1">
                <a:solidFill>
                  <a:srgbClr val="775109"/>
                </a:solidFill>
                <a:latin typeface="Aptos"/>
                <a:ea typeface="Aptos"/>
                <a:cs typeface="Aptos"/>
              </a:defRPr>
            </a:lvl7pPr>
            <a:lvl8pPr algn="ctr">
              <a:buNone/>
              <a:defRPr sz="975" b="1">
                <a:solidFill>
                  <a:srgbClr val="775109"/>
                </a:solidFill>
                <a:latin typeface="Aptos"/>
                <a:ea typeface="Aptos"/>
                <a:cs typeface="Aptos"/>
              </a:defRPr>
            </a:lvl8pPr>
            <a:lvl9pPr algn="ctr">
              <a:buNone/>
              <a:defRPr sz="975" b="1">
                <a:solidFill>
                  <a:srgbClr val="775109"/>
                </a:solidFill>
                <a:latin typeface="Aptos"/>
                <a:ea typeface="Aptos"/>
                <a:cs typeface="Aptos"/>
              </a:defRPr>
            </a:lvl9pPr>
          </a:lstStyle>
          <a:p xmlns:a="http://schemas.openxmlformats.org/drawingml/2006/main">
            <a:pPr algn="ctr">
              <a:buNone/>
              <a:defRPr sz="975" b="1">
                <a:solidFill>
                  <a:srgbClr val="775109"/>
                </a:solidFill>
                <a:latin typeface="Aptos"/>
                <a:ea typeface="Aptos"/>
                <a:cs typeface="Aptos"/>
              </a:defRPr>
            </a:pPr>
            <a:r>
              <a:rPr sz="975" b="1">
                <a:solidFill>
                  <a:srgbClr val="775109"/>
                </a:solidFill>
                <a:latin typeface="Aptos"/>
                <a:ea typeface="Aptos"/>
                <a:cs typeface="Aptos"/>
              </a:rPr>
              <a:t>Comprueba origen e integridad</a:t>
            </a:r>
          </a:p>
        </p:txBody>
      </p:sp>
      <p:sp>
        <p:nvSpPr>
          <p:cNvPr id="66" name="">
            <a:extLst xmlns:a="http://schemas.openxmlformats.org/drawingml/2006/main">
              <a:ext uri="{FF2B5EF4-FFF2-40B4-BE49-F238E27FC236}">
                <a16:creationId xmlns:a16="http://schemas.microsoft.com/office/drawing/2014/main" id="{84F3DA6B-4460-40B5-A97A-B2A34123C080}"/>
              </a:ext>
            </a:extLst>
          </p:cNvPr>
          <p:cNvSpPr>
            <a:spLocks xmlns:a="http://schemas.openxmlformats.org/drawingml/2006/main" noGrp="1"/>
          </p:cNvSpPr>
          <p:nvPr/>
        </p:nvSpPr>
        <p:spPr>
          <a:xfrm xmlns:a="http://schemas.openxmlformats.org/drawingml/2006/main">
            <a:off x="1381125" y="5257800"/>
            <a:ext cx="9429750" cy="609600"/>
          </a:xfrm>
          <a:prstGeom xmlns:a="http://schemas.openxmlformats.org/drawingml/2006/main" prst="roundRect">
            <a:avLst>
              <a:gd name="adj" fmla="val 12500"/>
            </a:avLst>
          </a:prstGeom>
          <a:solidFill xmlns:a="http://schemas.openxmlformats.org/drawingml/2006/main">
            <a:srgbClr val="17255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50CB6A3A-8313-4ADE-8780-9D86C69EC66F}"/>
              </a:ext>
            </a:extLst>
          </p:cNvPr>
          <p:cNvSpPr>
            <a:spLocks xmlns:a="http://schemas.openxmlformats.org/drawingml/2006/main" noGrp="1"/>
          </p:cNvSpPr>
          <p:nvPr/>
        </p:nvSpPr>
        <p:spPr>
          <a:xfrm xmlns:a="http://schemas.openxmlformats.org/drawingml/2006/main">
            <a:off x="1666875" y="5381625"/>
            <a:ext cx="8858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FFFFFF"/>
                </a:solidFill>
                <a:latin typeface="Aptos"/>
                <a:ea typeface="Aptos"/>
                <a:cs typeface="Aptos"/>
              </a:defRPr>
            </a:defPPr>
            <a:lvl1pPr algn="ctr">
              <a:buNone/>
              <a:defRPr sz="1650" b="1">
                <a:solidFill>
                  <a:srgbClr val="FFFFFF"/>
                </a:solidFill>
                <a:latin typeface="Aptos"/>
                <a:ea typeface="Aptos"/>
                <a:cs typeface="Aptos"/>
              </a:defRPr>
            </a:lvl1pPr>
            <a:lvl2pPr algn="ctr">
              <a:buNone/>
              <a:defRPr sz="1650" b="1">
                <a:solidFill>
                  <a:srgbClr val="FFFFFF"/>
                </a:solidFill>
                <a:latin typeface="Aptos"/>
                <a:ea typeface="Aptos"/>
                <a:cs typeface="Aptos"/>
              </a:defRPr>
            </a:lvl2pPr>
            <a:lvl3pPr algn="ctr">
              <a:buNone/>
              <a:defRPr sz="1650" b="1">
                <a:solidFill>
                  <a:srgbClr val="FFFFFF"/>
                </a:solidFill>
                <a:latin typeface="Aptos"/>
                <a:ea typeface="Aptos"/>
                <a:cs typeface="Aptos"/>
              </a:defRPr>
            </a:lvl3pPr>
            <a:lvl4pPr algn="ctr">
              <a:buNone/>
              <a:defRPr sz="1650" b="1">
                <a:solidFill>
                  <a:srgbClr val="FFFFFF"/>
                </a:solidFill>
                <a:latin typeface="Aptos"/>
                <a:ea typeface="Aptos"/>
                <a:cs typeface="Aptos"/>
              </a:defRPr>
            </a:lvl4pPr>
            <a:lvl5pPr algn="ctr">
              <a:buNone/>
              <a:defRPr sz="1650" b="1">
                <a:solidFill>
                  <a:srgbClr val="FFFFFF"/>
                </a:solidFill>
                <a:latin typeface="Aptos"/>
                <a:ea typeface="Aptos"/>
                <a:cs typeface="Aptos"/>
              </a:defRPr>
            </a:lvl5pPr>
            <a:lvl6pPr algn="ctr">
              <a:buNone/>
              <a:defRPr sz="1650" b="1">
                <a:solidFill>
                  <a:srgbClr val="FFFFFF"/>
                </a:solidFill>
                <a:latin typeface="Aptos"/>
                <a:ea typeface="Aptos"/>
                <a:cs typeface="Aptos"/>
              </a:defRPr>
            </a:lvl6pPr>
            <a:lvl7pPr algn="ctr">
              <a:buNone/>
              <a:defRPr sz="1650" b="1">
                <a:solidFill>
                  <a:srgbClr val="FFFFFF"/>
                </a:solidFill>
                <a:latin typeface="Aptos"/>
                <a:ea typeface="Aptos"/>
                <a:cs typeface="Aptos"/>
              </a:defRPr>
            </a:lvl7pPr>
            <a:lvl8pPr algn="ctr">
              <a:buNone/>
              <a:defRPr sz="1650" b="1">
                <a:solidFill>
                  <a:srgbClr val="FFFFFF"/>
                </a:solidFill>
                <a:latin typeface="Aptos"/>
                <a:ea typeface="Aptos"/>
                <a:cs typeface="Aptos"/>
              </a:defRPr>
            </a:lvl8pPr>
            <a:lvl9pPr algn="ctr">
              <a:buNone/>
              <a:defRPr sz="1650" b="1">
                <a:solidFill>
                  <a:srgbClr val="FFFFFF"/>
                </a:solidFill>
                <a:latin typeface="Aptos"/>
                <a:ea typeface="Aptos"/>
                <a:cs typeface="Aptos"/>
              </a:defRPr>
            </a:lvl9pPr>
          </a:lstStyle>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Este proyecto firma las credenciales, pero no oculta sus datos.</a:t>
            </a:r>
          </a:p>
        </p:txBody>
      </p:sp>
    </p:spTree>
    <p:extLst>
      <p:ext uri="{BB962C8B-B14F-4D97-AF65-F5344CB8AC3E}">
        <p14:creationId xmlns:p14="http://schemas.microsoft.com/office/powerpoint/2010/main" val="472721873"/>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97F849F7-2A75-404D-AD9C-9283C386ACE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0D7AE509-A715-458B-86BA-A76B3BD986A6}"/>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1:30</a:t>
            </a:r>
          </a:p>
        </p:txBody>
      </p:sp>
      <p:sp>
        <p:nvSpPr>
          <p:cNvPr id="3" name="">
            <a:extLst xmlns:a="http://schemas.openxmlformats.org/drawingml/2006/main">
              <a:ext uri="{FF2B5EF4-FFF2-40B4-BE49-F238E27FC236}">
                <a16:creationId xmlns:a16="http://schemas.microsoft.com/office/drawing/2014/main" id="{12DF8B53-B44B-40D4-AF45-CCD5041593B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Una clave cifra; un par de claves firma</a:t>
            </a:r>
          </a:p>
        </p:txBody>
      </p:sp>
      <p:sp>
        <p:nvSpPr>
          <p:cNvPr id="4" name="">
            <a:extLst xmlns:a="http://schemas.openxmlformats.org/drawingml/2006/main">
              <a:ext uri="{FF2B5EF4-FFF2-40B4-BE49-F238E27FC236}">
                <a16:creationId xmlns:a16="http://schemas.microsoft.com/office/drawing/2014/main" id="{929EC6F9-45D9-422B-AC58-3FB2D0FD6D2D}"/>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38F61CAD-BAB9-4818-A47D-941E169AC7F0}"/>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27A06B9-4707-4C00-91B7-AF82AA262EB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05</a:t>
            </a:r>
          </a:p>
        </p:txBody>
      </p:sp>
      <p:sp>
        <p:nvSpPr>
          <p:cNvPr id="7" name="">
            <a:extLst xmlns:a="http://schemas.openxmlformats.org/drawingml/2006/main">
              <a:ext uri="{FF2B5EF4-FFF2-40B4-BE49-F238E27FC236}">
                <a16:creationId xmlns:a16="http://schemas.microsoft.com/office/drawing/2014/main" id="{97517B50-D98D-493C-8D81-D43340A4481C}"/>
              </a:ext>
            </a:extLst>
          </p:cNvPr>
          <p:cNvSpPr>
            <a:spLocks xmlns:a="http://schemas.openxmlformats.org/drawingml/2006/main" noGrp="1"/>
          </p:cNvSpPr>
          <p:nvPr/>
        </p:nvSpPr>
        <p:spPr>
          <a:xfrm xmlns:a="http://schemas.openxmlformats.org/drawingml/2006/main">
            <a:off x="647700" y="1762125"/>
            <a:ext cx="51435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3F6A6EB-B4BE-4E12-A108-1E73F19FD8D8}"/>
              </a:ext>
            </a:extLst>
          </p:cNvPr>
          <p:cNvSpPr>
            <a:spLocks xmlns:a="http://schemas.openxmlformats.org/drawingml/2006/main" noGrp="1"/>
          </p:cNvSpPr>
          <p:nvPr/>
        </p:nvSpPr>
        <p:spPr>
          <a:xfrm xmlns:a="http://schemas.openxmlformats.org/drawingml/2006/main">
            <a:off x="647700" y="1762125"/>
            <a:ext cx="5143500" cy="1238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33F5BA2-3BD0-489A-AF85-E65EA74F725F}"/>
              </a:ext>
            </a:extLst>
          </p:cNvPr>
          <p:cNvSpPr>
            <a:spLocks xmlns:a="http://schemas.openxmlformats.org/drawingml/2006/main" noGrp="1"/>
          </p:cNvSpPr>
          <p:nvPr/>
        </p:nvSpPr>
        <p:spPr>
          <a:xfrm xmlns:a="http://schemas.openxmlformats.org/drawingml/2006/main">
            <a:off x="933450" y="2076450"/>
            <a:ext cx="4429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846A0"/>
                </a:solidFill>
                <a:latin typeface="Aptos"/>
                <a:ea typeface="Aptos"/>
                <a:cs typeface="Aptos"/>
              </a:defRPr>
            </a:defPPr>
            <a:lvl1pPr algn="l">
              <a:buNone/>
              <a:defRPr sz="1200" b="1">
                <a:solidFill>
                  <a:srgbClr val="2846A0"/>
                </a:solidFill>
                <a:latin typeface="Aptos"/>
                <a:ea typeface="Aptos"/>
                <a:cs typeface="Aptos"/>
              </a:defRPr>
            </a:lvl1pPr>
            <a:lvl2pPr algn="l">
              <a:buNone/>
              <a:defRPr sz="1200" b="1">
                <a:solidFill>
                  <a:srgbClr val="2846A0"/>
                </a:solidFill>
                <a:latin typeface="Aptos"/>
                <a:ea typeface="Aptos"/>
                <a:cs typeface="Aptos"/>
              </a:defRPr>
            </a:lvl2pPr>
            <a:lvl3pPr algn="l">
              <a:buNone/>
              <a:defRPr sz="1200" b="1">
                <a:solidFill>
                  <a:srgbClr val="2846A0"/>
                </a:solidFill>
                <a:latin typeface="Aptos"/>
                <a:ea typeface="Aptos"/>
                <a:cs typeface="Aptos"/>
              </a:defRPr>
            </a:lvl3pPr>
            <a:lvl4pPr algn="l">
              <a:buNone/>
              <a:defRPr sz="1200" b="1">
                <a:solidFill>
                  <a:srgbClr val="2846A0"/>
                </a:solidFill>
                <a:latin typeface="Aptos"/>
                <a:ea typeface="Aptos"/>
                <a:cs typeface="Aptos"/>
              </a:defRPr>
            </a:lvl4pPr>
            <a:lvl5pPr algn="l">
              <a:buNone/>
              <a:defRPr sz="1200" b="1">
                <a:solidFill>
                  <a:srgbClr val="2846A0"/>
                </a:solidFill>
                <a:latin typeface="Aptos"/>
                <a:ea typeface="Aptos"/>
                <a:cs typeface="Aptos"/>
              </a:defRPr>
            </a:lvl5pPr>
            <a:lvl6pPr algn="l">
              <a:buNone/>
              <a:defRPr sz="1200" b="1">
                <a:solidFill>
                  <a:srgbClr val="2846A0"/>
                </a:solidFill>
                <a:latin typeface="Aptos"/>
                <a:ea typeface="Aptos"/>
                <a:cs typeface="Aptos"/>
              </a:defRPr>
            </a:lvl6pPr>
            <a:lvl7pPr algn="l">
              <a:buNone/>
              <a:defRPr sz="1200" b="1">
                <a:solidFill>
                  <a:srgbClr val="2846A0"/>
                </a:solidFill>
                <a:latin typeface="Aptos"/>
                <a:ea typeface="Aptos"/>
                <a:cs typeface="Aptos"/>
              </a:defRPr>
            </a:lvl7pPr>
            <a:lvl8pPr algn="l">
              <a:buNone/>
              <a:defRPr sz="1200" b="1">
                <a:solidFill>
                  <a:srgbClr val="2846A0"/>
                </a:solidFill>
                <a:latin typeface="Aptos"/>
                <a:ea typeface="Aptos"/>
                <a:cs typeface="Aptos"/>
              </a:defRPr>
            </a:lvl8pPr>
            <a:lvl9pPr algn="l">
              <a:buNone/>
              <a:defRPr sz="1200" b="1">
                <a:solidFill>
                  <a:srgbClr val="2846A0"/>
                </a:solidFill>
                <a:latin typeface="Aptos"/>
                <a:ea typeface="Aptos"/>
                <a:cs typeface="Aptos"/>
              </a:defRPr>
            </a:lvl9pPr>
          </a:lstStyle>
          <a:p xmlns:a="http://schemas.openxmlformats.org/drawingml/2006/main">
            <a:pPr algn="l">
              <a:buNone/>
              <a:defRPr sz="1200" b="1">
                <a:solidFill>
                  <a:srgbClr val="2846A0"/>
                </a:solidFill>
                <a:latin typeface="Aptos"/>
                <a:ea typeface="Aptos"/>
                <a:cs typeface="Aptos"/>
              </a:defRPr>
            </a:pPr>
            <a:r>
              <a:rPr sz="1200" b="1">
                <a:solidFill>
                  <a:srgbClr val="2846A0"/>
                </a:solidFill>
                <a:latin typeface="Aptos"/>
                <a:ea typeface="Aptos"/>
                <a:cs typeface="Aptos"/>
              </a:rPr>
              <a:t>CIFRADO CON CLAVE COMPARTIDA</a:t>
            </a:r>
          </a:p>
        </p:txBody>
      </p:sp>
      <p:sp>
        <p:nvSpPr>
          <p:cNvPr id="10" name="">
            <a:extLst xmlns:a="http://schemas.openxmlformats.org/drawingml/2006/main">
              <a:ext uri="{FF2B5EF4-FFF2-40B4-BE49-F238E27FC236}">
                <a16:creationId xmlns:a16="http://schemas.microsoft.com/office/drawing/2014/main" id="{7836B97E-4E35-452C-97C3-5CBC0B9F86DE}"/>
              </a:ext>
            </a:extLst>
          </p:cNvPr>
          <p:cNvSpPr>
            <a:spLocks xmlns:a="http://schemas.openxmlformats.org/drawingml/2006/main" noGrp="1"/>
          </p:cNvSpPr>
          <p:nvPr/>
        </p:nvSpPr>
        <p:spPr>
          <a:xfrm xmlns:a="http://schemas.openxmlformats.org/drawingml/2006/main">
            <a:off x="933450" y="2514600"/>
            <a:ext cx="4429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72554"/>
                </a:solidFill>
                <a:latin typeface="Aptos"/>
                <a:ea typeface="Aptos"/>
                <a:cs typeface="Aptos"/>
              </a:defRPr>
            </a:defPPr>
            <a:lvl1pPr algn="l">
              <a:buNone/>
              <a:defRPr sz="1725" b="1">
                <a:solidFill>
                  <a:srgbClr val="172554"/>
                </a:solidFill>
                <a:latin typeface="Aptos"/>
                <a:ea typeface="Aptos"/>
                <a:cs typeface="Aptos"/>
              </a:defRPr>
            </a:lvl1pPr>
            <a:lvl2pPr algn="l">
              <a:buNone/>
              <a:defRPr sz="1725" b="1">
                <a:solidFill>
                  <a:srgbClr val="172554"/>
                </a:solidFill>
                <a:latin typeface="Aptos"/>
                <a:ea typeface="Aptos"/>
                <a:cs typeface="Aptos"/>
              </a:defRPr>
            </a:lvl2pPr>
            <a:lvl3pPr algn="l">
              <a:buNone/>
              <a:defRPr sz="1725" b="1">
                <a:solidFill>
                  <a:srgbClr val="172554"/>
                </a:solidFill>
                <a:latin typeface="Aptos"/>
                <a:ea typeface="Aptos"/>
                <a:cs typeface="Aptos"/>
              </a:defRPr>
            </a:lvl3pPr>
            <a:lvl4pPr algn="l">
              <a:buNone/>
              <a:defRPr sz="1725" b="1">
                <a:solidFill>
                  <a:srgbClr val="172554"/>
                </a:solidFill>
                <a:latin typeface="Aptos"/>
                <a:ea typeface="Aptos"/>
                <a:cs typeface="Aptos"/>
              </a:defRPr>
            </a:lvl4pPr>
            <a:lvl5pPr algn="l">
              <a:buNone/>
              <a:defRPr sz="1725" b="1">
                <a:solidFill>
                  <a:srgbClr val="172554"/>
                </a:solidFill>
                <a:latin typeface="Aptos"/>
                <a:ea typeface="Aptos"/>
                <a:cs typeface="Aptos"/>
              </a:defRPr>
            </a:lvl5pPr>
            <a:lvl6pPr algn="l">
              <a:buNone/>
              <a:defRPr sz="1725" b="1">
                <a:solidFill>
                  <a:srgbClr val="172554"/>
                </a:solidFill>
                <a:latin typeface="Aptos"/>
                <a:ea typeface="Aptos"/>
                <a:cs typeface="Aptos"/>
              </a:defRPr>
            </a:lvl6pPr>
            <a:lvl7pPr algn="l">
              <a:buNone/>
              <a:defRPr sz="1725" b="1">
                <a:solidFill>
                  <a:srgbClr val="172554"/>
                </a:solidFill>
                <a:latin typeface="Aptos"/>
                <a:ea typeface="Aptos"/>
                <a:cs typeface="Aptos"/>
              </a:defRPr>
            </a:lvl7pPr>
            <a:lvl8pPr algn="l">
              <a:buNone/>
              <a:defRPr sz="1725" b="1">
                <a:solidFill>
                  <a:srgbClr val="172554"/>
                </a:solidFill>
                <a:latin typeface="Aptos"/>
                <a:ea typeface="Aptos"/>
                <a:cs typeface="Aptos"/>
              </a:defRPr>
            </a:lvl8pPr>
            <a:lvl9pPr algn="l">
              <a:buNone/>
              <a:defRPr sz="1725" b="1">
                <a:solidFill>
                  <a:srgbClr val="172554"/>
                </a:solidFill>
                <a:latin typeface="Aptos"/>
                <a:ea typeface="Aptos"/>
                <a:cs typeface="Aptos"/>
              </a:defRPr>
            </a:lvl9pPr>
          </a:lstStyle>
          <a:p xmlns:a="http://schemas.openxmlformats.org/drawingml/2006/main">
            <a:pPr algn="l">
              <a:buNone/>
              <a:defRPr sz="1725" b="1">
                <a:solidFill>
                  <a:srgbClr val="172554"/>
                </a:solidFill>
                <a:latin typeface="Aptos"/>
                <a:ea typeface="Aptos"/>
                <a:cs typeface="Aptos"/>
              </a:defRPr>
            </a:pPr>
            <a:r>
              <a:rPr sz="1725" b="1">
                <a:solidFill>
                  <a:srgbClr val="172554"/>
                </a:solidFill>
                <a:latin typeface="Aptos"/>
                <a:ea typeface="Aptos"/>
                <a:cs typeface="Aptos"/>
              </a:rPr>
              <a:t>La misma clave para ambas personas</a:t>
            </a:r>
          </a:p>
        </p:txBody>
      </p:sp>
      <p:sp>
        <p:nvSpPr>
          <p:cNvPr id="11" name="">
            <a:extLst xmlns:a="http://schemas.openxmlformats.org/drawingml/2006/main">
              <a:ext uri="{FF2B5EF4-FFF2-40B4-BE49-F238E27FC236}">
                <a16:creationId xmlns:a16="http://schemas.microsoft.com/office/drawing/2014/main" id="{67117F7D-0460-4654-A29C-7560A2933BC8}"/>
              </a:ext>
            </a:extLst>
          </p:cNvPr>
          <p:cNvSpPr>
            <a:spLocks xmlns:a="http://schemas.openxmlformats.org/drawingml/2006/main" noGrp="1"/>
          </p:cNvSpPr>
          <p:nvPr/>
        </p:nvSpPr>
        <p:spPr>
          <a:xfrm xmlns:a="http://schemas.openxmlformats.org/drawingml/2006/main">
            <a:off x="876300" y="3181350"/>
            <a:ext cx="1238250" cy="1000125"/>
          </a:xfrm>
          <a:prstGeom xmlns:a="http://schemas.openxmlformats.org/drawingml/2006/main" prst="roundRect">
            <a:avLst>
              <a:gd name="adj" fmla="val 7619"/>
            </a:avLst>
          </a:prstGeom>
          <a:solidFill xmlns:a="http://schemas.openxmlformats.org/drawingml/2006/main">
            <a:srgbClr val="E8ED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28E77E8B-4C0E-4EB8-9190-DD7FFE8E668B}"/>
              </a:ext>
            </a:extLst>
          </p:cNvPr>
          <p:cNvSpPr>
            <a:spLocks xmlns:a="http://schemas.openxmlformats.org/drawingml/2006/main" noGrp="1"/>
          </p:cNvSpPr>
          <p:nvPr/>
        </p:nvSpPr>
        <p:spPr>
          <a:xfrm xmlns:a="http://schemas.openxmlformats.org/drawingml/2006/main">
            <a:off x="876300" y="3181350"/>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7C491FC-C025-4F7E-AF08-042ACC18BB62}"/>
              </a:ext>
            </a:extLst>
          </p:cNvPr>
          <p:cNvSpPr>
            <a:spLocks xmlns:a="http://schemas.openxmlformats.org/drawingml/2006/main" noGrp="1"/>
          </p:cNvSpPr>
          <p:nvPr/>
        </p:nvSpPr>
        <p:spPr>
          <a:xfrm xmlns:a="http://schemas.openxmlformats.org/drawingml/2006/main">
            <a:off x="1085850" y="3314700"/>
            <a:ext cx="87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Emisor</a:t>
            </a:r>
          </a:p>
        </p:txBody>
      </p:sp>
      <p:sp>
        <p:nvSpPr>
          <p:cNvPr id="14" name="">
            <a:extLst xmlns:a="http://schemas.openxmlformats.org/drawingml/2006/main">
              <a:ext uri="{FF2B5EF4-FFF2-40B4-BE49-F238E27FC236}">
                <a16:creationId xmlns:a16="http://schemas.microsoft.com/office/drawing/2014/main" id="{393F85C5-5B36-4473-BC86-A9009CE68F59}"/>
              </a:ext>
            </a:extLst>
          </p:cNvPr>
          <p:cNvSpPr>
            <a:spLocks xmlns:a="http://schemas.openxmlformats.org/drawingml/2006/main" noGrp="1"/>
          </p:cNvSpPr>
          <p:nvPr/>
        </p:nvSpPr>
        <p:spPr>
          <a:xfrm xmlns:a="http://schemas.openxmlformats.org/drawingml/2006/main">
            <a:off x="1085850" y="3638550"/>
            <a:ext cx="876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Cifra</a:t>
            </a:r>
          </a:p>
        </p:txBody>
      </p:sp>
      <p:sp>
        <p:nvSpPr>
          <p:cNvPr id="15" name="">
            <a:extLst xmlns:a="http://schemas.openxmlformats.org/drawingml/2006/main">
              <a:ext uri="{FF2B5EF4-FFF2-40B4-BE49-F238E27FC236}">
                <a16:creationId xmlns:a16="http://schemas.microsoft.com/office/drawing/2014/main" id="{E1B9EDE4-78FB-4D44-B5EE-E8D6C6627A99}"/>
              </a:ext>
            </a:extLst>
          </p:cNvPr>
          <p:cNvSpPr>
            <a:spLocks xmlns:a="http://schemas.openxmlformats.org/drawingml/2006/main" noGrp="1"/>
          </p:cNvSpPr>
          <p:nvPr/>
        </p:nvSpPr>
        <p:spPr>
          <a:xfrm xmlns:a="http://schemas.openxmlformats.org/drawingml/2006/main">
            <a:off x="2152650" y="3543300"/>
            <a:ext cx="457200" cy="2667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6480B59-A857-4F8A-8F3C-FFE19645A670}"/>
              </a:ext>
            </a:extLst>
          </p:cNvPr>
          <p:cNvSpPr>
            <a:spLocks xmlns:a="http://schemas.openxmlformats.org/drawingml/2006/main" noGrp="1"/>
          </p:cNvSpPr>
          <p:nvPr/>
        </p:nvSpPr>
        <p:spPr>
          <a:xfrm xmlns:a="http://schemas.openxmlformats.org/drawingml/2006/main">
            <a:off x="2647950" y="3181350"/>
            <a:ext cx="1238250" cy="1000125"/>
          </a:xfrm>
          <a:prstGeom xmlns:a="http://schemas.openxmlformats.org/drawingml/2006/main" prst="roundRect">
            <a:avLst>
              <a:gd name="adj" fmla="val 7619"/>
            </a:avLst>
          </a:prstGeom>
          <a:solidFill xmlns:a="http://schemas.openxmlformats.org/drawingml/2006/main">
            <a:srgbClr val="EEF2F7"/>
          </a:solidFill>
          <a:ln xmlns:a="http://schemas.openxmlformats.org/drawingml/2006/main" w="9525">
            <a:solidFill>
              <a:srgbClr val="DCE3ED"/>
            </a:solidFill>
            <a:prstDash val="solid"/>
          </a:ln>
        </p:spPr>
      </p:sp>
      <p:sp>
        <p:nvSpPr>
          <p:cNvPr id="17" name="">
            <a:extLst xmlns:a="http://schemas.openxmlformats.org/drawingml/2006/main">
              <a:ext uri="{FF2B5EF4-FFF2-40B4-BE49-F238E27FC236}">
                <a16:creationId xmlns:a16="http://schemas.microsoft.com/office/drawing/2014/main" id="{1D597AAF-6090-4C32-A2AD-8E233576B8FD}"/>
              </a:ext>
            </a:extLst>
          </p:cNvPr>
          <p:cNvSpPr>
            <a:spLocks xmlns:a="http://schemas.openxmlformats.org/drawingml/2006/main" noGrp="1"/>
          </p:cNvSpPr>
          <p:nvPr/>
        </p:nvSpPr>
        <p:spPr>
          <a:xfrm xmlns:a="http://schemas.openxmlformats.org/drawingml/2006/main">
            <a:off x="2647950" y="3181350"/>
            <a:ext cx="76200" cy="1000125"/>
          </a:xfrm>
          <a:prstGeom xmlns:a="http://schemas.openxmlformats.org/drawingml/2006/main" prst="roundRect">
            <a:avLst>
              <a:gd name="adj" fmla="val 50000"/>
            </a:avLst>
          </a:prstGeom>
          <a:solidFill xmlns:a="http://schemas.openxmlformats.org/drawingml/2006/main">
            <a:srgbClr val="5362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D54433-73B8-4388-A644-27B5FDAC6BAA}"/>
              </a:ext>
            </a:extLst>
          </p:cNvPr>
          <p:cNvSpPr>
            <a:spLocks xmlns:a="http://schemas.openxmlformats.org/drawingml/2006/main" noGrp="1"/>
          </p:cNvSpPr>
          <p:nvPr/>
        </p:nvSpPr>
        <p:spPr>
          <a:xfrm xmlns:a="http://schemas.openxmlformats.org/drawingml/2006/main">
            <a:off x="2857500" y="3314700"/>
            <a:ext cx="87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536276"/>
                </a:solidFill>
                <a:latin typeface="Aptos"/>
                <a:ea typeface="Aptos"/>
                <a:cs typeface="Aptos"/>
              </a:defRPr>
            </a:defPPr>
            <a:lvl1pPr algn="l">
              <a:buNone/>
              <a:defRPr sz="1500" b="1">
                <a:solidFill>
                  <a:srgbClr val="536276"/>
                </a:solidFill>
                <a:latin typeface="Aptos"/>
                <a:ea typeface="Aptos"/>
                <a:cs typeface="Aptos"/>
              </a:defRPr>
            </a:lvl1pPr>
            <a:lvl2pPr algn="l">
              <a:buNone/>
              <a:defRPr sz="1500" b="1">
                <a:solidFill>
                  <a:srgbClr val="536276"/>
                </a:solidFill>
                <a:latin typeface="Aptos"/>
                <a:ea typeface="Aptos"/>
                <a:cs typeface="Aptos"/>
              </a:defRPr>
            </a:lvl2pPr>
            <a:lvl3pPr algn="l">
              <a:buNone/>
              <a:defRPr sz="1500" b="1">
                <a:solidFill>
                  <a:srgbClr val="536276"/>
                </a:solidFill>
                <a:latin typeface="Aptos"/>
                <a:ea typeface="Aptos"/>
                <a:cs typeface="Aptos"/>
              </a:defRPr>
            </a:lvl3pPr>
            <a:lvl4pPr algn="l">
              <a:buNone/>
              <a:defRPr sz="1500" b="1">
                <a:solidFill>
                  <a:srgbClr val="536276"/>
                </a:solidFill>
                <a:latin typeface="Aptos"/>
                <a:ea typeface="Aptos"/>
                <a:cs typeface="Aptos"/>
              </a:defRPr>
            </a:lvl4pPr>
            <a:lvl5pPr algn="l">
              <a:buNone/>
              <a:defRPr sz="1500" b="1">
                <a:solidFill>
                  <a:srgbClr val="536276"/>
                </a:solidFill>
                <a:latin typeface="Aptos"/>
                <a:ea typeface="Aptos"/>
                <a:cs typeface="Aptos"/>
              </a:defRPr>
            </a:lvl5pPr>
            <a:lvl6pPr algn="l">
              <a:buNone/>
              <a:defRPr sz="1500" b="1">
                <a:solidFill>
                  <a:srgbClr val="536276"/>
                </a:solidFill>
                <a:latin typeface="Aptos"/>
                <a:ea typeface="Aptos"/>
                <a:cs typeface="Aptos"/>
              </a:defRPr>
            </a:lvl6pPr>
            <a:lvl7pPr algn="l">
              <a:buNone/>
              <a:defRPr sz="1500" b="1">
                <a:solidFill>
                  <a:srgbClr val="536276"/>
                </a:solidFill>
                <a:latin typeface="Aptos"/>
                <a:ea typeface="Aptos"/>
                <a:cs typeface="Aptos"/>
              </a:defRPr>
            </a:lvl7pPr>
            <a:lvl8pPr algn="l">
              <a:buNone/>
              <a:defRPr sz="1500" b="1">
                <a:solidFill>
                  <a:srgbClr val="536276"/>
                </a:solidFill>
                <a:latin typeface="Aptos"/>
                <a:ea typeface="Aptos"/>
                <a:cs typeface="Aptos"/>
              </a:defRPr>
            </a:lvl8pPr>
            <a:lvl9pPr algn="l">
              <a:buNone/>
              <a:defRPr sz="1500" b="1">
                <a:solidFill>
                  <a:srgbClr val="536276"/>
                </a:solidFill>
                <a:latin typeface="Aptos"/>
                <a:ea typeface="Aptos"/>
                <a:cs typeface="Aptos"/>
              </a:defRPr>
            </a:lvl9pPr>
          </a:lstStyle>
          <a:p xmlns:a="http://schemas.openxmlformats.org/drawingml/2006/main">
            <a:pPr algn="l">
              <a:buNone/>
              <a:defRPr sz="1500" b="1">
                <a:solidFill>
                  <a:srgbClr val="536276"/>
                </a:solidFill>
                <a:latin typeface="Aptos"/>
                <a:ea typeface="Aptos"/>
                <a:cs typeface="Aptos"/>
              </a:defRPr>
            </a:pPr>
            <a:r>
              <a:rPr sz="1500" b="1">
                <a:solidFill>
                  <a:srgbClr val="536276"/>
                </a:solidFill>
                <a:latin typeface="Aptos"/>
                <a:ea typeface="Aptos"/>
                <a:cs typeface="Aptos"/>
              </a:rPr>
              <a:t>Mensaje cifrado</a:t>
            </a:r>
          </a:p>
        </p:txBody>
      </p:sp>
      <p:sp>
        <p:nvSpPr>
          <p:cNvPr id="19" name="">
            <a:extLst xmlns:a="http://schemas.openxmlformats.org/drawingml/2006/main">
              <a:ext uri="{FF2B5EF4-FFF2-40B4-BE49-F238E27FC236}">
                <a16:creationId xmlns:a16="http://schemas.microsoft.com/office/drawing/2014/main" id="{5B87174F-13D2-4BD9-8AAA-95A2BEF957AB}"/>
              </a:ext>
            </a:extLst>
          </p:cNvPr>
          <p:cNvSpPr>
            <a:spLocks xmlns:a="http://schemas.openxmlformats.org/drawingml/2006/main" noGrp="1"/>
          </p:cNvSpPr>
          <p:nvPr/>
        </p:nvSpPr>
        <p:spPr>
          <a:xfrm xmlns:a="http://schemas.openxmlformats.org/drawingml/2006/main">
            <a:off x="2857500" y="3638550"/>
            <a:ext cx="876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No se puede leer</a:t>
            </a:r>
          </a:p>
        </p:txBody>
      </p:sp>
      <p:sp>
        <p:nvSpPr>
          <p:cNvPr id="20" name="">
            <a:extLst xmlns:a="http://schemas.openxmlformats.org/drawingml/2006/main">
              <a:ext uri="{FF2B5EF4-FFF2-40B4-BE49-F238E27FC236}">
                <a16:creationId xmlns:a16="http://schemas.microsoft.com/office/drawing/2014/main" id="{C4DA11C3-82D6-4C65-BCE6-6A22451D47E8}"/>
              </a:ext>
            </a:extLst>
          </p:cNvPr>
          <p:cNvSpPr>
            <a:spLocks xmlns:a="http://schemas.openxmlformats.org/drawingml/2006/main" noGrp="1"/>
          </p:cNvSpPr>
          <p:nvPr/>
        </p:nvSpPr>
        <p:spPr>
          <a:xfrm xmlns:a="http://schemas.openxmlformats.org/drawingml/2006/main">
            <a:off x="3924300" y="3543300"/>
            <a:ext cx="457200" cy="2667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C41C004-ABCC-4123-89AD-EAC6607DB748}"/>
              </a:ext>
            </a:extLst>
          </p:cNvPr>
          <p:cNvSpPr>
            <a:spLocks xmlns:a="http://schemas.openxmlformats.org/drawingml/2006/main" noGrp="1"/>
          </p:cNvSpPr>
          <p:nvPr/>
        </p:nvSpPr>
        <p:spPr>
          <a:xfrm xmlns:a="http://schemas.openxmlformats.org/drawingml/2006/main">
            <a:off x="4419600" y="3181350"/>
            <a:ext cx="119062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22" name="">
            <a:extLst xmlns:a="http://schemas.openxmlformats.org/drawingml/2006/main">
              <a:ext uri="{FF2B5EF4-FFF2-40B4-BE49-F238E27FC236}">
                <a16:creationId xmlns:a16="http://schemas.microsoft.com/office/drawing/2014/main" id="{D3C52B3A-3750-478E-B906-4855DF39BC2C}"/>
              </a:ext>
            </a:extLst>
          </p:cNvPr>
          <p:cNvSpPr>
            <a:spLocks xmlns:a="http://schemas.openxmlformats.org/drawingml/2006/main" noGrp="1"/>
          </p:cNvSpPr>
          <p:nvPr/>
        </p:nvSpPr>
        <p:spPr>
          <a:xfrm xmlns:a="http://schemas.openxmlformats.org/drawingml/2006/main">
            <a:off x="4419600" y="3181350"/>
            <a:ext cx="76200" cy="100012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5A24E31-B633-4019-95B5-A3B5BBB2F076}"/>
              </a:ext>
            </a:extLst>
          </p:cNvPr>
          <p:cNvSpPr>
            <a:spLocks xmlns:a="http://schemas.openxmlformats.org/drawingml/2006/main" noGrp="1"/>
          </p:cNvSpPr>
          <p:nvPr/>
        </p:nvSpPr>
        <p:spPr>
          <a:xfrm xmlns:a="http://schemas.openxmlformats.org/drawingml/2006/main">
            <a:off x="4629150" y="3314700"/>
            <a:ext cx="828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877"/>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Receptor</a:t>
            </a:r>
          </a:p>
        </p:txBody>
      </p:sp>
      <p:sp>
        <p:nvSpPr>
          <p:cNvPr id="24" name="">
            <a:extLst xmlns:a="http://schemas.openxmlformats.org/drawingml/2006/main">
              <a:ext uri="{FF2B5EF4-FFF2-40B4-BE49-F238E27FC236}">
                <a16:creationId xmlns:a16="http://schemas.microsoft.com/office/drawing/2014/main" id="{2D5CC645-0521-4CF7-A56D-20114BE91347}"/>
              </a:ext>
            </a:extLst>
          </p:cNvPr>
          <p:cNvSpPr>
            <a:spLocks xmlns:a="http://schemas.openxmlformats.org/drawingml/2006/main" noGrp="1"/>
          </p:cNvSpPr>
          <p:nvPr/>
        </p:nvSpPr>
        <p:spPr>
          <a:xfrm xmlns:a="http://schemas.openxmlformats.org/drawingml/2006/main">
            <a:off x="4629150" y="3638550"/>
            <a:ext cx="8286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Descifra</a:t>
            </a:r>
          </a:p>
        </p:txBody>
      </p:sp>
      <p:sp>
        <p:nvSpPr>
          <p:cNvPr id="25" name="">
            <a:extLst xmlns:a="http://schemas.openxmlformats.org/drawingml/2006/main">
              <a:ext uri="{FF2B5EF4-FFF2-40B4-BE49-F238E27FC236}">
                <a16:creationId xmlns:a16="http://schemas.microsoft.com/office/drawing/2014/main" id="{DCE90A0E-694A-4DB8-A3CD-E21BB64073EE}"/>
              </a:ext>
            </a:extLst>
          </p:cNvPr>
          <p:cNvSpPr>
            <a:spLocks xmlns:a="http://schemas.openxmlformats.org/drawingml/2006/main" noGrp="1"/>
          </p:cNvSpPr>
          <p:nvPr/>
        </p:nvSpPr>
        <p:spPr>
          <a:xfrm xmlns:a="http://schemas.openxmlformats.org/drawingml/2006/main">
            <a:off x="933450" y="4495800"/>
            <a:ext cx="452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Se usa la misma clave para ocultar y recuperar el mensaje.</a:t>
            </a:r>
          </a:p>
        </p:txBody>
      </p:sp>
      <p:sp>
        <p:nvSpPr>
          <p:cNvPr id="26" name="">
            <a:extLst xmlns:a="http://schemas.openxmlformats.org/drawingml/2006/main">
              <a:ext uri="{FF2B5EF4-FFF2-40B4-BE49-F238E27FC236}">
                <a16:creationId xmlns:a16="http://schemas.microsoft.com/office/drawing/2014/main" id="{FAAE914E-D6EB-424E-BEBD-7814EDA6C8F7}"/>
              </a:ext>
            </a:extLst>
          </p:cNvPr>
          <p:cNvSpPr>
            <a:spLocks xmlns:a="http://schemas.openxmlformats.org/drawingml/2006/main" noGrp="1"/>
          </p:cNvSpPr>
          <p:nvPr/>
        </p:nvSpPr>
        <p:spPr>
          <a:xfrm xmlns:a="http://schemas.openxmlformats.org/drawingml/2006/main">
            <a:off x="6400800" y="1762125"/>
            <a:ext cx="51435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5979ACD3-A29B-4F70-87A3-8933BA6D9CF9}"/>
              </a:ext>
            </a:extLst>
          </p:cNvPr>
          <p:cNvSpPr>
            <a:spLocks xmlns:a="http://schemas.openxmlformats.org/drawingml/2006/main" noGrp="1"/>
          </p:cNvSpPr>
          <p:nvPr/>
        </p:nvSpPr>
        <p:spPr>
          <a:xfrm xmlns:a="http://schemas.openxmlformats.org/drawingml/2006/main">
            <a:off x="6400800" y="1762125"/>
            <a:ext cx="5143500" cy="1238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06FFCA6-5208-4646-B265-6A0FAF5AD873}"/>
              </a:ext>
            </a:extLst>
          </p:cNvPr>
          <p:cNvSpPr>
            <a:spLocks xmlns:a="http://schemas.openxmlformats.org/drawingml/2006/main" noGrp="1"/>
          </p:cNvSpPr>
          <p:nvPr/>
        </p:nvSpPr>
        <p:spPr>
          <a:xfrm xmlns:a="http://schemas.openxmlformats.org/drawingml/2006/main">
            <a:off x="6686550" y="2076450"/>
            <a:ext cx="4429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3836E"/>
                </a:solidFill>
                <a:latin typeface="Aptos"/>
                <a:ea typeface="Aptos"/>
                <a:cs typeface="Aptos"/>
              </a:defRPr>
            </a:defPPr>
            <a:lvl1pPr algn="l">
              <a:buNone/>
              <a:defRPr sz="1200" b="1">
                <a:solidFill>
                  <a:srgbClr val="23836E"/>
                </a:solidFill>
                <a:latin typeface="Aptos"/>
                <a:ea typeface="Aptos"/>
                <a:cs typeface="Aptos"/>
              </a:defRPr>
            </a:lvl1pPr>
            <a:lvl2pPr algn="l">
              <a:buNone/>
              <a:defRPr sz="1200" b="1">
                <a:solidFill>
                  <a:srgbClr val="23836E"/>
                </a:solidFill>
                <a:latin typeface="Aptos"/>
                <a:ea typeface="Aptos"/>
                <a:cs typeface="Aptos"/>
              </a:defRPr>
            </a:lvl2pPr>
            <a:lvl3pPr algn="l">
              <a:buNone/>
              <a:defRPr sz="1200" b="1">
                <a:solidFill>
                  <a:srgbClr val="23836E"/>
                </a:solidFill>
                <a:latin typeface="Aptos"/>
                <a:ea typeface="Aptos"/>
                <a:cs typeface="Aptos"/>
              </a:defRPr>
            </a:lvl3pPr>
            <a:lvl4pPr algn="l">
              <a:buNone/>
              <a:defRPr sz="1200" b="1">
                <a:solidFill>
                  <a:srgbClr val="23836E"/>
                </a:solidFill>
                <a:latin typeface="Aptos"/>
                <a:ea typeface="Aptos"/>
                <a:cs typeface="Aptos"/>
              </a:defRPr>
            </a:lvl4pPr>
            <a:lvl5pPr algn="l">
              <a:buNone/>
              <a:defRPr sz="1200" b="1">
                <a:solidFill>
                  <a:srgbClr val="23836E"/>
                </a:solidFill>
                <a:latin typeface="Aptos"/>
                <a:ea typeface="Aptos"/>
                <a:cs typeface="Aptos"/>
              </a:defRPr>
            </a:lvl5pPr>
            <a:lvl6pPr algn="l">
              <a:buNone/>
              <a:defRPr sz="1200" b="1">
                <a:solidFill>
                  <a:srgbClr val="23836E"/>
                </a:solidFill>
                <a:latin typeface="Aptos"/>
                <a:ea typeface="Aptos"/>
                <a:cs typeface="Aptos"/>
              </a:defRPr>
            </a:lvl6pPr>
            <a:lvl7pPr algn="l">
              <a:buNone/>
              <a:defRPr sz="1200" b="1">
                <a:solidFill>
                  <a:srgbClr val="23836E"/>
                </a:solidFill>
                <a:latin typeface="Aptos"/>
                <a:ea typeface="Aptos"/>
                <a:cs typeface="Aptos"/>
              </a:defRPr>
            </a:lvl7pPr>
            <a:lvl8pPr algn="l">
              <a:buNone/>
              <a:defRPr sz="1200" b="1">
                <a:solidFill>
                  <a:srgbClr val="23836E"/>
                </a:solidFill>
                <a:latin typeface="Aptos"/>
                <a:ea typeface="Aptos"/>
                <a:cs typeface="Aptos"/>
              </a:defRPr>
            </a:lvl8pPr>
            <a:lvl9pPr algn="l">
              <a:buNone/>
              <a:defRPr sz="1200" b="1">
                <a:solidFill>
                  <a:srgbClr val="23836E"/>
                </a:solidFill>
                <a:latin typeface="Aptos"/>
                <a:ea typeface="Aptos"/>
                <a:cs typeface="Aptos"/>
              </a:defRPr>
            </a:lvl9pPr>
          </a:lstStyle>
          <a:p xmlns:a="http://schemas.openxmlformats.org/drawingml/2006/main">
            <a:pPr algn="l">
              <a:buNone/>
              <a:defRPr sz="1200" b="1">
                <a:solidFill>
                  <a:srgbClr val="23836E"/>
                </a:solidFill>
                <a:latin typeface="Aptos"/>
                <a:ea typeface="Aptos"/>
                <a:cs typeface="Aptos"/>
              </a:defRPr>
            </a:pPr>
            <a:r>
              <a:rPr sz="1200" b="1">
                <a:solidFill>
                  <a:srgbClr val="23836E"/>
                </a:solidFill>
                <a:latin typeface="Aptos"/>
                <a:ea typeface="Aptos"/>
                <a:cs typeface="Aptos"/>
              </a:rPr>
              <a:t>FIRMA DIGITAL · ED25519</a:t>
            </a:r>
          </a:p>
        </p:txBody>
      </p:sp>
      <p:sp>
        <p:nvSpPr>
          <p:cNvPr id="29" name="">
            <a:extLst xmlns:a="http://schemas.openxmlformats.org/drawingml/2006/main">
              <a:ext uri="{FF2B5EF4-FFF2-40B4-BE49-F238E27FC236}">
                <a16:creationId xmlns:a16="http://schemas.microsoft.com/office/drawing/2014/main" id="{5F7D79F0-A280-45FB-AB5D-DA85CA96BA4F}"/>
              </a:ext>
            </a:extLst>
          </p:cNvPr>
          <p:cNvSpPr>
            <a:spLocks xmlns:a="http://schemas.openxmlformats.org/drawingml/2006/main" noGrp="1"/>
          </p:cNvSpPr>
          <p:nvPr/>
        </p:nvSpPr>
        <p:spPr>
          <a:xfrm xmlns:a="http://schemas.openxmlformats.org/drawingml/2006/main">
            <a:off x="6686550" y="2514600"/>
            <a:ext cx="4429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72554"/>
                </a:solidFill>
                <a:latin typeface="Aptos"/>
                <a:ea typeface="Aptos"/>
                <a:cs typeface="Aptos"/>
              </a:defRPr>
            </a:defPPr>
            <a:lvl1pPr algn="l">
              <a:buNone/>
              <a:defRPr sz="1725" b="1">
                <a:solidFill>
                  <a:srgbClr val="172554"/>
                </a:solidFill>
                <a:latin typeface="Aptos"/>
                <a:ea typeface="Aptos"/>
                <a:cs typeface="Aptos"/>
              </a:defRPr>
            </a:lvl1pPr>
            <a:lvl2pPr algn="l">
              <a:buNone/>
              <a:defRPr sz="1725" b="1">
                <a:solidFill>
                  <a:srgbClr val="172554"/>
                </a:solidFill>
                <a:latin typeface="Aptos"/>
                <a:ea typeface="Aptos"/>
                <a:cs typeface="Aptos"/>
              </a:defRPr>
            </a:lvl2pPr>
            <a:lvl3pPr algn="l">
              <a:buNone/>
              <a:defRPr sz="1725" b="1">
                <a:solidFill>
                  <a:srgbClr val="172554"/>
                </a:solidFill>
                <a:latin typeface="Aptos"/>
                <a:ea typeface="Aptos"/>
                <a:cs typeface="Aptos"/>
              </a:defRPr>
            </a:lvl3pPr>
            <a:lvl4pPr algn="l">
              <a:buNone/>
              <a:defRPr sz="1725" b="1">
                <a:solidFill>
                  <a:srgbClr val="172554"/>
                </a:solidFill>
                <a:latin typeface="Aptos"/>
                <a:ea typeface="Aptos"/>
                <a:cs typeface="Aptos"/>
              </a:defRPr>
            </a:lvl4pPr>
            <a:lvl5pPr algn="l">
              <a:buNone/>
              <a:defRPr sz="1725" b="1">
                <a:solidFill>
                  <a:srgbClr val="172554"/>
                </a:solidFill>
                <a:latin typeface="Aptos"/>
                <a:ea typeface="Aptos"/>
                <a:cs typeface="Aptos"/>
              </a:defRPr>
            </a:lvl5pPr>
            <a:lvl6pPr algn="l">
              <a:buNone/>
              <a:defRPr sz="1725" b="1">
                <a:solidFill>
                  <a:srgbClr val="172554"/>
                </a:solidFill>
                <a:latin typeface="Aptos"/>
                <a:ea typeface="Aptos"/>
                <a:cs typeface="Aptos"/>
              </a:defRPr>
            </a:lvl6pPr>
            <a:lvl7pPr algn="l">
              <a:buNone/>
              <a:defRPr sz="1725" b="1">
                <a:solidFill>
                  <a:srgbClr val="172554"/>
                </a:solidFill>
                <a:latin typeface="Aptos"/>
                <a:ea typeface="Aptos"/>
                <a:cs typeface="Aptos"/>
              </a:defRPr>
            </a:lvl7pPr>
            <a:lvl8pPr algn="l">
              <a:buNone/>
              <a:defRPr sz="1725" b="1">
                <a:solidFill>
                  <a:srgbClr val="172554"/>
                </a:solidFill>
                <a:latin typeface="Aptos"/>
                <a:ea typeface="Aptos"/>
                <a:cs typeface="Aptos"/>
              </a:defRPr>
            </a:lvl8pPr>
            <a:lvl9pPr algn="l">
              <a:buNone/>
              <a:defRPr sz="1725" b="1">
                <a:solidFill>
                  <a:srgbClr val="172554"/>
                </a:solidFill>
                <a:latin typeface="Aptos"/>
                <a:ea typeface="Aptos"/>
                <a:cs typeface="Aptos"/>
              </a:defRPr>
            </a:lvl9pPr>
          </a:lstStyle>
          <a:p xmlns:a="http://schemas.openxmlformats.org/drawingml/2006/main">
            <a:pPr algn="l">
              <a:buNone/>
              <a:defRPr sz="1725" b="1">
                <a:solidFill>
                  <a:srgbClr val="172554"/>
                </a:solidFill>
                <a:latin typeface="Aptos"/>
                <a:ea typeface="Aptos"/>
                <a:cs typeface="Aptos"/>
              </a:defRPr>
            </a:pPr>
            <a:r>
              <a:rPr sz="1725" b="1">
                <a:solidFill>
                  <a:srgbClr val="172554"/>
                </a:solidFill>
                <a:latin typeface="Aptos"/>
                <a:ea typeface="Aptos"/>
                <a:cs typeface="Aptos"/>
              </a:rPr>
              <a:t>Dos claves relacionadas</a:t>
            </a:r>
          </a:p>
        </p:txBody>
      </p:sp>
      <p:sp>
        <p:nvSpPr>
          <p:cNvPr id="30" name="">
            <a:extLst xmlns:a="http://schemas.openxmlformats.org/drawingml/2006/main">
              <a:ext uri="{FF2B5EF4-FFF2-40B4-BE49-F238E27FC236}">
                <a16:creationId xmlns:a16="http://schemas.microsoft.com/office/drawing/2014/main" id="{5D9239A0-D36B-4156-A78D-8C824360E5E2}"/>
              </a:ext>
            </a:extLst>
          </p:cNvPr>
          <p:cNvSpPr>
            <a:spLocks xmlns:a="http://schemas.openxmlformats.org/drawingml/2006/main" noGrp="1"/>
          </p:cNvSpPr>
          <p:nvPr/>
        </p:nvSpPr>
        <p:spPr>
          <a:xfrm xmlns:a="http://schemas.openxmlformats.org/drawingml/2006/main">
            <a:off x="6619875" y="3181350"/>
            <a:ext cx="1285875" cy="1000125"/>
          </a:xfrm>
          <a:prstGeom xmlns:a="http://schemas.openxmlformats.org/drawingml/2006/main" prst="roundRect">
            <a:avLst>
              <a:gd name="adj" fmla="val 7619"/>
            </a:avLst>
          </a:prstGeom>
          <a:solidFill xmlns:a="http://schemas.openxmlformats.org/drawingml/2006/main">
            <a:srgbClr val="E8EDFF"/>
          </a:solidFill>
          <a:ln xmlns:a="http://schemas.openxmlformats.org/drawingml/2006/main" w="9525">
            <a:solidFill>
              <a:srgbClr val="DCE3ED"/>
            </a:solidFill>
            <a:prstDash val="solid"/>
          </a:ln>
        </p:spPr>
      </p:sp>
      <p:sp>
        <p:nvSpPr>
          <p:cNvPr id="31" name="">
            <a:extLst xmlns:a="http://schemas.openxmlformats.org/drawingml/2006/main">
              <a:ext uri="{FF2B5EF4-FFF2-40B4-BE49-F238E27FC236}">
                <a16:creationId xmlns:a16="http://schemas.microsoft.com/office/drawing/2014/main" id="{BB1CECA5-FD16-4829-80AB-3BCBF1C606A5}"/>
              </a:ext>
            </a:extLst>
          </p:cNvPr>
          <p:cNvSpPr>
            <a:spLocks xmlns:a="http://schemas.openxmlformats.org/drawingml/2006/main" noGrp="1"/>
          </p:cNvSpPr>
          <p:nvPr/>
        </p:nvSpPr>
        <p:spPr>
          <a:xfrm xmlns:a="http://schemas.openxmlformats.org/drawingml/2006/main">
            <a:off x="6619875" y="3181350"/>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0BE0D93-E87E-4F0D-B8AE-564BA510D53D}"/>
              </a:ext>
            </a:extLst>
          </p:cNvPr>
          <p:cNvSpPr>
            <a:spLocks xmlns:a="http://schemas.openxmlformats.org/drawingml/2006/main" noGrp="1"/>
          </p:cNvSpPr>
          <p:nvPr/>
        </p:nvSpPr>
        <p:spPr>
          <a:xfrm xmlns:a="http://schemas.openxmlformats.org/drawingml/2006/main">
            <a:off x="6829425"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Emisor</a:t>
            </a:r>
          </a:p>
        </p:txBody>
      </p:sp>
      <p:sp>
        <p:nvSpPr>
          <p:cNvPr id="33" name="">
            <a:extLst xmlns:a="http://schemas.openxmlformats.org/drawingml/2006/main">
              <a:ext uri="{FF2B5EF4-FFF2-40B4-BE49-F238E27FC236}">
                <a16:creationId xmlns:a16="http://schemas.microsoft.com/office/drawing/2014/main" id="{1BF8BC73-2B4A-46C9-A6DA-E7018FAC61F1}"/>
              </a:ext>
            </a:extLst>
          </p:cNvPr>
          <p:cNvSpPr>
            <a:spLocks xmlns:a="http://schemas.openxmlformats.org/drawingml/2006/main" noGrp="1"/>
          </p:cNvSpPr>
          <p:nvPr/>
        </p:nvSpPr>
        <p:spPr>
          <a:xfrm xmlns:a="http://schemas.openxmlformats.org/drawingml/2006/main">
            <a:off x="6829425"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privada firma</a:t>
            </a:r>
          </a:p>
        </p:txBody>
      </p:sp>
      <p:sp>
        <p:nvSpPr>
          <p:cNvPr id="34" name="">
            <a:extLst xmlns:a="http://schemas.openxmlformats.org/drawingml/2006/main">
              <a:ext uri="{FF2B5EF4-FFF2-40B4-BE49-F238E27FC236}">
                <a16:creationId xmlns:a16="http://schemas.microsoft.com/office/drawing/2014/main" id="{FDA19A1B-580E-42DD-B9DB-D515CFDEED66}"/>
              </a:ext>
            </a:extLst>
          </p:cNvPr>
          <p:cNvSpPr>
            <a:spLocks xmlns:a="http://schemas.openxmlformats.org/drawingml/2006/main" noGrp="1"/>
          </p:cNvSpPr>
          <p:nvPr/>
        </p:nvSpPr>
        <p:spPr>
          <a:xfrm xmlns:a="http://schemas.openxmlformats.org/drawingml/2006/main">
            <a:off x="7924800" y="3543300"/>
            <a:ext cx="400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82C0E75-92C5-40B5-BCBE-670BA1F2B1A8}"/>
              </a:ext>
            </a:extLst>
          </p:cNvPr>
          <p:cNvSpPr>
            <a:spLocks xmlns:a="http://schemas.openxmlformats.org/drawingml/2006/main" noGrp="1"/>
          </p:cNvSpPr>
          <p:nvPr/>
        </p:nvSpPr>
        <p:spPr>
          <a:xfrm xmlns:a="http://schemas.openxmlformats.org/drawingml/2006/main">
            <a:off x="8362950" y="3181350"/>
            <a:ext cx="128587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36" name="">
            <a:extLst xmlns:a="http://schemas.openxmlformats.org/drawingml/2006/main">
              <a:ext uri="{FF2B5EF4-FFF2-40B4-BE49-F238E27FC236}">
                <a16:creationId xmlns:a16="http://schemas.microsoft.com/office/drawing/2014/main" id="{81750128-6AA2-427F-8C07-091FA61444B4}"/>
              </a:ext>
            </a:extLst>
          </p:cNvPr>
          <p:cNvSpPr>
            <a:spLocks xmlns:a="http://schemas.openxmlformats.org/drawingml/2006/main" noGrp="1"/>
          </p:cNvSpPr>
          <p:nvPr/>
        </p:nvSpPr>
        <p:spPr>
          <a:xfrm xmlns:a="http://schemas.openxmlformats.org/drawingml/2006/main">
            <a:off x="8362950" y="3181350"/>
            <a:ext cx="76200" cy="10001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FE6DF71-AA7B-486C-A0DD-897C0975AB51}"/>
              </a:ext>
            </a:extLst>
          </p:cNvPr>
          <p:cNvSpPr>
            <a:spLocks xmlns:a="http://schemas.openxmlformats.org/drawingml/2006/main" noGrp="1"/>
          </p:cNvSpPr>
          <p:nvPr/>
        </p:nvSpPr>
        <p:spPr>
          <a:xfrm xmlns:a="http://schemas.openxmlformats.org/drawingml/2006/main">
            <a:off x="8572500"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Resultado</a:t>
            </a:r>
          </a:p>
        </p:txBody>
      </p:sp>
      <p:sp>
        <p:nvSpPr>
          <p:cNvPr id="38" name="">
            <a:extLst xmlns:a="http://schemas.openxmlformats.org/drawingml/2006/main">
              <a:ext uri="{FF2B5EF4-FFF2-40B4-BE49-F238E27FC236}">
                <a16:creationId xmlns:a16="http://schemas.microsoft.com/office/drawing/2014/main" id="{80123717-9451-4B1F-BADF-1DF70DC3EFA3}"/>
              </a:ext>
            </a:extLst>
          </p:cNvPr>
          <p:cNvSpPr>
            <a:spLocks xmlns:a="http://schemas.openxmlformats.org/drawingml/2006/main" noGrp="1"/>
          </p:cNvSpPr>
          <p:nvPr/>
        </p:nvSpPr>
        <p:spPr>
          <a:xfrm xmlns:a="http://schemas.openxmlformats.org/drawingml/2006/main">
            <a:off x="8572500"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Datos + firma</a:t>
            </a:r>
          </a:p>
        </p:txBody>
      </p:sp>
      <p:sp>
        <p:nvSpPr>
          <p:cNvPr id="39" name="">
            <a:extLst xmlns:a="http://schemas.openxmlformats.org/drawingml/2006/main">
              <a:ext uri="{FF2B5EF4-FFF2-40B4-BE49-F238E27FC236}">
                <a16:creationId xmlns:a16="http://schemas.microsoft.com/office/drawing/2014/main" id="{46F4F46F-DD45-4DEF-8DE8-380441D8DF30}"/>
              </a:ext>
            </a:extLst>
          </p:cNvPr>
          <p:cNvSpPr>
            <a:spLocks xmlns:a="http://schemas.openxmlformats.org/drawingml/2006/main" noGrp="1"/>
          </p:cNvSpPr>
          <p:nvPr/>
        </p:nvSpPr>
        <p:spPr>
          <a:xfrm xmlns:a="http://schemas.openxmlformats.org/drawingml/2006/main">
            <a:off x="9677400" y="3543300"/>
            <a:ext cx="400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EE99902-186E-482D-850F-2FBF3046238F}"/>
              </a:ext>
            </a:extLst>
          </p:cNvPr>
          <p:cNvSpPr>
            <a:spLocks xmlns:a="http://schemas.openxmlformats.org/drawingml/2006/main" noGrp="1"/>
          </p:cNvSpPr>
          <p:nvPr/>
        </p:nvSpPr>
        <p:spPr>
          <a:xfrm xmlns:a="http://schemas.openxmlformats.org/drawingml/2006/main">
            <a:off x="10115550" y="3181350"/>
            <a:ext cx="128587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41" name="">
            <a:extLst xmlns:a="http://schemas.openxmlformats.org/drawingml/2006/main">
              <a:ext uri="{FF2B5EF4-FFF2-40B4-BE49-F238E27FC236}">
                <a16:creationId xmlns:a16="http://schemas.microsoft.com/office/drawing/2014/main" id="{731EF34E-3AD5-44B4-B4C7-99AB6472D720}"/>
              </a:ext>
            </a:extLst>
          </p:cNvPr>
          <p:cNvSpPr>
            <a:spLocks xmlns:a="http://schemas.openxmlformats.org/drawingml/2006/main" noGrp="1"/>
          </p:cNvSpPr>
          <p:nvPr/>
        </p:nvSpPr>
        <p:spPr>
          <a:xfrm xmlns:a="http://schemas.openxmlformats.org/drawingml/2006/main">
            <a:off x="10115550" y="3181350"/>
            <a:ext cx="76200" cy="100012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594C236-1828-4F48-BD6B-EC5CB3CD7B84}"/>
              </a:ext>
            </a:extLst>
          </p:cNvPr>
          <p:cNvSpPr>
            <a:spLocks xmlns:a="http://schemas.openxmlformats.org/drawingml/2006/main" noGrp="1"/>
          </p:cNvSpPr>
          <p:nvPr/>
        </p:nvSpPr>
        <p:spPr>
          <a:xfrm xmlns:a="http://schemas.openxmlformats.org/drawingml/2006/main">
            <a:off x="10325100"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3587"/>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Quien recibe</a:t>
            </a:r>
          </a:p>
        </p:txBody>
      </p:sp>
      <p:sp>
        <p:nvSpPr>
          <p:cNvPr id="43" name="">
            <a:extLst xmlns:a="http://schemas.openxmlformats.org/drawingml/2006/main">
              <a:ext uri="{FF2B5EF4-FFF2-40B4-BE49-F238E27FC236}">
                <a16:creationId xmlns:a16="http://schemas.microsoft.com/office/drawing/2014/main" id="{AC3764AE-8121-417B-A4C7-D15D43E0134D}"/>
              </a:ext>
            </a:extLst>
          </p:cNvPr>
          <p:cNvSpPr>
            <a:spLocks xmlns:a="http://schemas.openxmlformats.org/drawingml/2006/main" noGrp="1"/>
          </p:cNvSpPr>
          <p:nvPr/>
        </p:nvSpPr>
        <p:spPr>
          <a:xfrm xmlns:a="http://schemas.openxmlformats.org/drawingml/2006/main">
            <a:off x="10325100"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pública comprueba</a:t>
            </a:r>
          </a:p>
        </p:txBody>
      </p:sp>
      <p:sp>
        <p:nvSpPr>
          <p:cNvPr id="44" name="">
            <a:extLst xmlns:a="http://schemas.openxmlformats.org/drawingml/2006/main">
              <a:ext uri="{FF2B5EF4-FFF2-40B4-BE49-F238E27FC236}">
                <a16:creationId xmlns:a16="http://schemas.microsoft.com/office/drawing/2014/main" id="{AF2349CA-CD1A-4B34-A8D7-00E72DE50DC1}"/>
              </a:ext>
            </a:extLst>
          </p:cNvPr>
          <p:cNvSpPr>
            <a:spLocks xmlns:a="http://schemas.openxmlformats.org/drawingml/2006/main" noGrp="1"/>
          </p:cNvSpPr>
          <p:nvPr/>
        </p:nvSpPr>
        <p:spPr>
          <a:xfrm xmlns:a="http://schemas.openxmlformats.org/drawingml/2006/main">
            <a:off x="1619250" y="5410200"/>
            <a:ext cx="8953500" cy="590550"/>
          </a:xfrm>
          <a:prstGeom xmlns:a="http://schemas.openxmlformats.org/drawingml/2006/main" prst="roundRect">
            <a:avLst>
              <a:gd name="adj" fmla="val 12903"/>
            </a:avLst>
          </a:prstGeom>
          <a:solidFill xmlns:a="http://schemas.openxmlformats.org/drawingml/2006/main">
            <a:srgbClr val="FFF2D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8802E48-2FA7-4C94-AA7F-A532687E91C2}"/>
              </a:ext>
            </a:extLst>
          </p:cNvPr>
          <p:cNvSpPr>
            <a:spLocks xmlns:a="http://schemas.openxmlformats.org/drawingml/2006/main" noGrp="1"/>
          </p:cNvSpPr>
          <p:nvPr/>
        </p:nvSpPr>
        <p:spPr>
          <a:xfrm xmlns:a="http://schemas.openxmlformats.org/drawingml/2006/main">
            <a:off x="1885950" y="5524500"/>
            <a:ext cx="8420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buNone/>
              <a:defRPr sz="1425" b="1">
                <a:solidFill>
                  <a:srgbClr val="775109"/>
                </a:solidFill>
                <a:latin typeface="Aptos"/>
                <a:ea typeface="Aptos"/>
                <a:cs typeface="Aptos"/>
              </a:defRPr>
            </a:lvl1pPr>
            <a:lvl2pPr algn="ctr">
              <a:buNone/>
              <a:defRPr sz="1425" b="1">
                <a:solidFill>
                  <a:srgbClr val="775109"/>
                </a:solidFill>
                <a:latin typeface="Aptos"/>
                <a:ea typeface="Aptos"/>
                <a:cs typeface="Aptos"/>
              </a:defRPr>
            </a:lvl2pPr>
            <a:lvl3pPr algn="ctr">
              <a:buNone/>
              <a:defRPr sz="1425" b="1">
                <a:solidFill>
                  <a:srgbClr val="775109"/>
                </a:solidFill>
                <a:latin typeface="Aptos"/>
                <a:ea typeface="Aptos"/>
                <a:cs typeface="Aptos"/>
              </a:defRPr>
            </a:lvl3pPr>
            <a:lvl4pPr algn="ctr">
              <a:buNone/>
              <a:defRPr sz="1425" b="1">
                <a:solidFill>
                  <a:srgbClr val="775109"/>
                </a:solidFill>
                <a:latin typeface="Aptos"/>
                <a:ea typeface="Aptos"/>
                <a:cs typeface="Aptos"/>
              </a:defRPr>
            </a:lvl4pPr>
            <a:lvl5pPr algn="ctr">
              <a:buNone/>
              <a:defRPr sz="1425" b="1">
                <a:solidFill>
                  <a:srgbClr val="775109"/>
                </a:solidFill>
                <a:latin typeface="Aptos"/>
                <a:ea typeface="Aptos"/>
                <a:cs typeface="Aptos"/>
              </a:defRPr>
            </a:lvl5pPr>
            <a:lvl6pPr algn="ctr">
              <a:buNone/>
              <a:defRPr sz="1425" b="1">
                <a:solidFill>
                  <a:srgbClr val="775109"/>
                </a:solidFill>
                <a:latin typeface="Aptos"/>
                <a:ea typeface="Aptos"/>
                <a:cs typeface="Aptos"/>
              </a:defRPr>
            </a:lvl6pPr>
            <a:lvl7pPr algn="ctr">
              <a:buNone/>
              <a:defRPr sz="1425" b="1">
                <a:solidFill>
                  <a:srgbClr val="775109"/>
                </a:solidFill>
                <a:latin typeface="Aptos"/>
                <a:ea typeface="Aptos"/>
                <a:cs typeface="Aptos"/>
              </a:defRPr>
            </a:lvl7pPr>
            <a:lvl8pPr algn="ctr">
              <a:buNone/>
              <a:defRPr sz="1425" b="1">
                <a:solidFill>
                  <a:srgbClr val="775109"/>
                </a:solidFill>
                <a:latin typeface="Aptos"/>
                <a:ea typeface="Aptos"/>
                <a:cs typeface="Aptos"/>
              </a:defRPr>
            </a:lvl8pPr>
            <a:lvl9pPr algn="ctr">
              <a:buNone/>
              <a:defRPr sz="1425" b="1">
                <a:solidFill>
                  <a:srgbClr val="775109"/>
                </a:solidFill>
                <a:latin typeface="Aptos"/>
                <a:ea typeface="Aptos"/>
                <a:cs typeface="Aptos"/>
              </a:defRPr>
            </a:lvl9pPr>
          </a:lstStyle>
          <a:p xmlns:a="http://schemas.openxmlformats.org/drawingml/2006/main">
            <a:pPr algn="ctr">
              <a:buNone/>
              <a:defRPr sz="1425" b="1">
                <a:solidFill>
                  <a:srgbClr val="775109"/>
                </a:solidFill>
                <a:latin typeface="Aptos"/>
                <a:ea typeface="Aptos"/>
                <a:cs typeface="Aptos"/>
              </a:defRPr>
            </a:pPr>
            <a:r>
              <a:rPr sz="1425" b="1">
                <a:solidFill>
                  <a:srgbClr val="775109"/>
                </a:solidFill>
                <a:latin typeface="Aptos"/>
                <a:ea typeface="Aptos"/>
                <a:cs typeface="Aptos"/>
              </a:rPr>
              <a:t>Ed25519 sirve para firmar. La firma no esconde el contenido.</a:t>
            </a:r>
          </a:p>
        </p:txBody>
      </p:sp>
    </p:spTree>
    <p:extLst>
      <p:ext uri="{BB962C8B-B14F-4D97-AF65-F5344CB8AC3E}">
        <p14:creationId xmlns:p14="http://schemas.microsoft.com/office/powerpoint/2010/main" val="1946744013"/>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FC88158-7D95-40EF-8069-C7560EF246A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40085BF4-ACDC-4F45-9921-11A33371250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ED63E83F-6FC6-4BBA-AA36-5C7977E196D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Cómo se crea una firma Ed25519</a:t>
            </a:r>
          </a:p>
        </p:txBody>
      </p:sp>
      <p:sp>
        <p:nvSpPr>
          <p:cNvPr id="4" name="">
            <a:extLst xmlns:a="http://schemas.openxmlformats.org/drawingml/2006/main">
              <a:ext uri="{FF2B5EF4-FFF2-40B4-BE49-F238E27FC236}">
                <a16:creationId xmlns:a16="http://schemas.microsoft.com/office/drawing/2014/main" id="{A1CA437C-6CEC-48D5-83C6-1ECC6CD8D63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EBCCF997-3E01-4CFA-86BB-A75CC6987D2F}"/>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61CDBD7-32B9-4275-BFF3-261DAB12836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06</a:t>
            </a:r>
          </a:p>
        </p:txBody>
      </p:sp>
      <p:sp>
        <p:nvSpPr>
          <p:cNvPr id="7" name="">
            <a:extLst xmlns:a="http://schemas.openxmlformats.org/drawingml/2006/main">
              <a:ext uri="{FF2B5EF4-FFF2-40B4-BE49-F238E27FC236}">
                <a16:creationId xmlns:a16="http://schemas.microsoft.com/office/drawing/2014/main" id="{07C63AC5-D90D-4357-916B-99DB9CC3DDF3}"/>
              </a:ext>
            </a:extLst>
          </p:cNvPr>
          <p:cNvSpPr>
            <a:spLocks xmlns:a="http://schemas.openxmlformats.org/drawingml/2006/main" noGrp="1"/>
          </p:cNvSpPr>
          <p:nvPr/>
        </p:nvSpPr>
        <p:spPr>
          <a:xfrm xmlns:a="http://schemas.openxmlformats.org/drawingml/2006/main">
            <a:off x="714375"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A9CC3961-2B7D-4300-A1DC-042F4E8CB4E7}"/>
              </a:ext>
            </a:extLst>
          </p:cNvPr>
          <p:cNvSpPr>
            <a:spLocks xmlns:a="http://schemas.openxmlformats.org/drawingml/2006/main" noGrp="1"/>
          </p:cNvSpPr>
          <p:nvPr/>
        </p:nvSpPr>
        <p:spPr>
          <a:xfrm xmlns:a="http://schemas.openxmlformats.org/drawingml/2006/main">
            <a:off x="942975" y="2209800"/>
            <a:ext cx="457200" cy="4572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2F6638-EFC1-425C-B170-D1B33DE02031}"/>
              </a:ext>
            </a:extLst>
          </p:cNvPr>
          <p:cNvSpPr>
            <a:spLocks xmlns:a="http://schemas.openxmlformats.org/drawingml/2006/main" noGrp="1"/>
          </p:cNvSpPr>
          <p:nvPr/>
        </p:nvSpPr>
        <p:spPr>
          <a:xfrm xmlns:a="http://schemas.openxmlformats.org/drawingml/2006/main">
            <a:off x="942975"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9EECA940-6A09-4F27-9135-81FA31B19EA2}"/>
              </a:ext>
            </a:extLst>
          </p:cNvPr>
          <p:cNvSpPr>
            <a:spLocks xmlns:a="http://schemas.openxmlformats.org/drawingml/2006/main" noGrp="1"/>
          </p:cNvSpPr>
          <p:nvPr/>
        </p:nvSpPr>
        <p:spPr>
          <a:xfrm xmlns:a="http://schemas.openxmlformats.org/drawingml/2006/main">
            <a:off x="1552575"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846A0"/>
                </a:solidFill>
                <a:latin typeface="Aptos"/>
                <a:ea typeface="Aptos"/>
                <a:cs typeface="Aptos"/>
              </a:defRPr>
            </a:defPPr>
            <a:lvl1pPr algn="l">
              <a:buNone/>
              <a:defRPr sz="1650" b="1">
                <a:solidFill>
                  <a:srgbClr val="2846A0"/>
                </a:solidFill>
                <a:latin typeface="Aptos"/>
                <a:ea typeface="Aptos"/>
                <a:cs typeface="Aptos"/>
              </a:defRPr>
            </a:lvl1pPr>
            <a:lvl2pPr algn="l">
              <a:buNone/>
              <a:defRPr sz="1650" b="1">
                <a:solidFill>
                  <a:srgbClr val="2846A0"/>
                </a:solidFill>
                <a:latin typeface="Aptos"/>
                <a:ea typeface="Aptos"/>
                <a:cs typeface="Aptos"/>
              </a:defRPr>
            </a:lvl2pPr>
            <a:lvl3pPr algn="l">
              <a:buNone/>
              <a:defRPr sz="1650" b="1">
                <a:solidFill>
                  <a:srgbClr val="2846A0"/>
                </a:solidFill>
                <a:latin typeface="Aptos"/>
                <a:ea typeface="Aptos"/>
                <a:cs typeface="Aptos"/>
              </a:defRPr>
            </a:lvl3pPr>
            <a:lvl4pPr algn="l">
              <a:buNone/>
              <a:defRPr sz="1650" b="1">
                <a:solidFill>
                  <a:srgbClr val="2846A0"/>
                </a:solidFill>
                <a:latin typeface="Aptos"/>
                <a:ea typeface="Aptos"/>
                <a:cs typeface="Aptos"/>
              </a:defRPr>
            </a:lvl4pPr>
            <a:lvl5pPr algn="l">
              <a:buNone/>
              <a:defRPr sz="1650" b="1">
                <a:solidFill>
                  <a:srgbClr val="2846A0"/>
                </a:solidFill>
                <a:latin typeface="Aptos"/>
                <a:ea typeface="Aptos"/>
                <a:cs typeface="Aptos"/>
              </a:defRPr>
            </a:lvl5pPr>
            <a:lvl6pPr algn="l">
              <a:buNone/>
              <a:defRPr sz="1650" b="1">
                <a:solidFill>
                  <a:srgbClr val="2846A0"/>
                </a:solidFill>
                <a:latin typeface="Aptos"/>
                <a:ea typeface="Aptos"/>
                <a:cs typeface="Aptos"/>
              </a:defRPr>
            </a:lvl6pPr>
            <a:lvl7pPr algn="l">
              <a:buNone/>
              <a:defRPr sz="1650" b="1">
                <a:solidFill>
                  <a:srgbClr val="2846A0"/>
                </a:solidFill>
                <a:latin typeface="Aptos"/>
                <a:ea typeface="Aptos"/>
                <a:cs typeface="Aptos"/>
              </a:defRPr>
            </a:lvl7pPr>
            <a:lvl8pPr algn="l">
              <a:buNone/>
              <a:defRPr sz="1650" b="1">
                <a:solidFill>
                  <a:srgbClr val="2846A0"/>
                </a:solidFill>
                <a:latin typeface="Aptos"/>
                <a:ea typeface="Aptos"/>
                <a:cs typeface="Aptos"/>
              </a:defRPr>
            </a:lvl8pPr>
            <a:lvl9pPr algn="l">
              <a:buNone/>
              <a:defRPr sz="1650" b="1">
                <a:solidFill>
                  <a:srgbClr val="2846A0"/>
                </a:solidFill>
                <a:latin typeface="Aptos"/>
                <a:ea typeface="Aptos"/>
                <a:cs typeface="Aptos"/>
              </a:defRPr>
            </a:lvl9pPr>
          </a:lstStyle>
          <a:p xmlns:a="http://schemas.openxmlformats.org/drawingml/2006/main">
            <a:pPr algn="l">
              <a:buNone/>
              <a:defRPr sz="1650" b="1">
                <a:solidFill>
                  <a:srgbClr val="2846A0"/>
                </a:solidFill>
                <a:latin typeface="Aptos"/>
                <a:ea typeface="Aptos"/>
                <a:cs typeface="Aptos"/>
              </a:defRPr>
            </a:pPr>
            <a:r>
              <a:rPr sz="1650" b="1">
                <a:solidFill>
                  <a:srgbClr val="2846A0"/>
                </a:solidFill>
                <a:latin typeface="Aptos"/>
                <a:ea typeface="Aptos"/>
                <a:cs typeface="Aptos"/>
              </a:rPr>
              <a:t>Preparar</a:t>
            </a:r>
          </a:p>
        </p:txBody>
      </p:sp>
      <p:sp>
        <p:nvSpPr>
          <p:cNvPr id="11" name="">
            <a:extLst xmlns:a="http://schemas.openxmlformats.org/drawingml/2006/main">
              <a:ext uri="{FF2B5EF4-FFF2-40B4-BE49-F238E27FC236}">
                <a16:creationId xmlns:a16="http://schemas.microsoft.com/office/drawing/2014/main" id="{212BEF28-E392-4DA9-82C9-3ED259778040}"/>
              </a:ext>
            </a:extLst>
          </p:cNvPr>
          <p:cNvSpPr>
            <a:spLocks xmlns:a="http://schemas.openxmlformats.org/drawingml/2006/main" noGrp="1"/>
          </p:cNvSpPr>
          <p:nvPr/>
        </p:nvSpPr>
        <p:spPr>
          <a:xfrm xmlns:a="http://schemas.openxmlformats.org/drawingml/2006/main">
            <a:off x="942975"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buNone/>
              <a:defRPr sz="1350" b="0">
                <a:solidFill>
                  <a:srgbClr val="536276"/>
                </a:solidFill>
                <a:latin typeface="Aptos"/>
                <a:ea typeface="Aptos"/>
                <a:cs typeface="Aptos"/>
              </a:defRPr>
            </a:lvl1pPr>
            <a:lvl2pPr algn="l">
              <a:buNone/>
              <a:defRPr sz="1350" b="0">
                <a:solidFill>
                  <a:srgbClr val="536276"/>
                </a:solidFill>
                <a:latin typeface="Aptos"/>
                <a:ea typeface="Aptos"/>
                <a:cs typeface="Aptos"/>
              </a:defRPr>
            </a:lvl2pPr>
            <a:lvl3pPr algn="l">
              <a:buNone/>
              <a:defRPr sz="1350" b="0">
                <a:solidFill>
                  <a:srgbClr val="536276"/>
                </a:solidFill>
                <a:latin typeface="Aptos"/>
                <a:ea typeface="Aptos"/>
                <a:cs typeface="Aptos"/>
              </a:defRPr>
            </a:lvl3pPr>
            <a:lvl4pPr algn="l">
              <a:buNone/>
              <a:defRPr sz="1350" b="0">
                <a:solidFill>
                  <a:srgbClr val="536276"/>
                </a:solidFill>
                <a:latin typeface="Aptos"/>
                <a:ea typeface="Aptos"/>
                <a:cs typeface="Aptos"/>
              </a:defRPr>
            </a:lvl4pPr>
            <a:lvl5pPr algn="l">
              <a:buNone/>
              <a:defRPr sz="1350" b="0">
                <a:solidFill>
                  <a:srgbClr val="536276"/>
                </a:solidFill>
                <a:latin typeface="Aptos"/>
                <a:ea typeface="Aptos"/>
                <a:cs typeface="Aptos"/>
              </a:defRPr>
            </a:lvl5pPr>
            <a:lvl6pPr algn="l">
              <a:buNone/>
              <a:defRPr sz="1350" b="0">
                <a:solidFill>
                  <a:srgbClr val="536276"/>
                </a:solidFill>
                <a:latin typeface="Aptos"/>
                <a:ea typeface="Aptos"/>
                <a:cs typeface="Aptos"/>
              </a:defRPr>
            </a:lvl6pPr>
            <a:lvl7pPr algn="l">
              <a:buNone/>
              <a:defRPr sz="1350" b="0">
                <a:solidFill>
                  <a:srgbClr val="536276"/>
                </a:solidFill>
                <a:latin typeface="Aptos"/>
                <a:ea typeface="Aptos"/>
                <a:cs typeface="Aptos"/>
              </a:defRPr>
            </a:lvl7pPr>
            <a:lvl8pPr algn="l">
              <a:buNone/>
              <a:defRPr sz="1350" b="0">
                <a:solidFill>
                  <a:srgbClr val="536276"/>
                </a:solidFill>
                <a:latin typeface="Aptos"/>
                <a:ea typeface="Aptos"/>
                <a:cs typeface="Aptos"/>
              </a:defRPr>
            </a:lvl8pPr>
            <a:lvl9pPr algn="l">
              <a:buNone/>
              <a:defRPr sz="1350" b="0">
                <a:solidFill>
                  <a:srgbClr val="536276"/>
                </a:solidFill>
                <a:latin typeface="Aptos"/>
                <a:ea typeface="Aptos"/>
                <a:cs typeface="Aptos"/>
              </a:defRPr>
            </a:lvl9pPr>
          </a:lstStyle>
          <a:p xmlns:a="http://schemas.openxmlformats.org/drawingml/2006/main">
            <a:pPr algn="l">
              <a:buNone/>
              <a:defRPr sz="1350" b="0">
                <a:solidFill>
                  <a:srgbClr val="536276"/>
                </a:solidFill>
                <a:latin typeface="Aptos"/>
                <a:ea typeface="Aptos"/>
                <a:cs typeface="Aptos"/>
              </a:defRPr>
            </a:pPr>
            <a:r>
              <a:rPr sz="1350" b="0">
                <a:solidFill>
                  <a:srgbClr val="536276"/>
                </a:solidFill>
                <a:latin typeface="Aptos"/>
                <a:ea typeface="Aptos"/>
                <a:cs typeface="Aptos"/>
              </a:rPr>
              <a:t>Primero se ordenan los datos para firmar siempre el mismo contenido.</a:t>
            </a:r>
          </a:p>
        </p:txBody>
      </p:sp>
      <p:sp>
        <p:nvSpPr>
          <p:cNvPr id="12" name="">
            <a:extLst xmlns:a="http://schemas.openxmlformats.org/drawingml/2006/main">
              <a:ext uri="{FF2B5EF4-FFF2-40B4-BE49-F238E27FC236}">
                <a16:creationId xmlns:a16="http://schemas.microsoft.com/office/drawing/2014/main" id="{A48BCE5F-CF1A-4892-8421-DE037DA687A0}"/>
              </a:ext>
            </a:extLst>
          </p:cNvPr>
          <p:cNvSpPr>
            <a:spLocks xmlns:a="http://schemas.openxmlformats.org/drawingml/2006/main" noGrp="1"/>
          </p:cNvSpPr>
          <p:nvPr/>
        </p:nvSpPr>
        <p:spPr>
          <a:xfrm xmlns:a="http://schemas.openxmlformats.org/drawingml/2006/main">
            <a:off x="3952875" y="2790825"/>
            <a:ext cx="428625" cy="2857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91A1736-04A6-4609-8E1A-331F0CB4FF80}"/>
              </a:ext>
            </a:extLst>
          </p:cNvPr>
          <p:cNvSpPr>
            <a:spLocks xmlns:a="http://schemas.openxmlformats.org/drawingml/2006/main" noGrp="1"/>
          </p:cNvSpPr>
          <p:nvPr/>
        </p:nvSpPr>
        <p:spPr>
          <a:xfrm xmlns:a="http://schemas.openxmlformats.org/drawingml/2006/main">
            <a:off x="4476750"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14" name="">
            <a:extLst xmlns:a="http://schemas.openxmlformats.org/drawingml/2006/main">
              <a:ext uri="{FF2B5EF4-FFF2-40B4-BE49-F238E27FC236}">
                <a16:creationId xmlns:a16="http://schemas.microsoft.com/office/drawing/2014/main" id="{5FA37BF2-631D-45D9-9AAF-FD6A47442EA9}"/>
              </a:ext>
            </a:extLst>
          </p:cNvPr>
          <p:cNvSpPr>
            <a:spLocks xmlns:a="http://schemas.openxmlformats.org/drawingml/2006/main" noGrp="1"/>
          </p:cNvSpPr>
          <p:nvPr/>
        </p:nvSpPr>
        <p:spPr>
          <a:xfrm xmlns:a="http://schemas.openxmlformats.org/drawingml/2006/main">
            <a:off x="4705350" y="2209800"/>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ED431D2-2197-4207-B295-7176324A680C}"/>
              </a:ext>
            </a:extLst>
          </p:cNvPr>
          <p:cNvSpPr>
            <a:spLocks xmlns:a="http://schemas.openxmlformats.org/drawingml/2006/main" noGrp="1"/>
          </p:cNvSpPr>
          <p:nvPr/>
        </p:nvSpPr>
        <p:spPr>
          <a:xfrm xmlns:a="http://schemas.openxmlformats.org/drawingml/2006/main">
            <a:off x="4705350"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58169AE3-6095-42F7-A4A4-4A05A8F7DCA4}"/>
              </a:ext>
            </a:extLst>
          </p:cNvPr>
          <p:cNvSpPr>
            <a:spLocks xmlns:a="http://schemas.openxmlformats.org/drawingml/2006/main" noGrp="1"/>
          </p:cNvSpPr>
          <p:nvPr/>
        </p:nvSpPr>
        <p:spPr>
          <a:xfrm xmlns:a="http://schemas.openxmlformats.org/drawingml/2006/main">
            <a:off x="5314950"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2B8A8"/>
                </a:solidFill>
                <a:latin typeface="Aptos"/>
                <a:ea typeface="Aptos"/>
                <a:cs typeface="Aptos"/>
              </a:defRPr>
            </a:defPPr>
            <a:lvl1pPr algn="l">
              <a:buNone/>
              <a:defRPr sz="1650" b="1">
                <a:solidFill>
                  <a:srgbClr val="22B8A8"/>
                </a:solidFill>
                <a:latin typeface="Aptos"/>
                <a:ea typeface="Aptos"/>
                <a:cs typeface="Aptos"/>
              </a:defRPr>
            </a:lvl1pPr>
            <a:lvl2pPr algn="l">
              <a:buNone/>
              <a:defRPr sz="1650" b="1">
                <a:solidFill>
                  <a:srgbClr val="22B8A8"/>
                </a:solidFill>
                <a:latin typeface="Aptos"/>
                <a:ea typeface="Aptos"/>
                <a:cs typeface="Aptos"/>
              </a:defRPr>
            </a:lvl2pPr>
            <a:lvl3pPr algn="l">
              <a:buNone/>
              <a:defRPr sz="1650" b="1">
                <a:solidFill>
                  <a:srgbClr val="22B8A8"/>
                </a:solidFill>
                <a:latin typeface="Aptos"/>
                <a:ea typeface="Aptos"/>
                <a:cs typeface="Aptos"/>
              </a:defRPr>
            </a:lvl3pPr>
            <a:lvl4pPr algn="l">
              <a:buNone/>
              <a:defRPr sz="1650" b="1">
                <a:solidFill>
                  <a:srgbClr val="22B8A8"/>
                </a:solidFill>
                <a:latin typeface="Aptos"/>
                <a:ea typeface="Aptos"/>
                <a:cs typeface="Aptos"/>
              </a:defRPr>
            </a:lvl4pPr>
            <a:lvl5pPr algn="l">
              <a:buNone/>
              <a:defRPr sz="1650" b="1">
                <a:solidFill>
                  <a:srgbClr val="22B8A8"/>
                </a:solidFill>
                <a:latin typeface="Aptos"/>
                <a:ea typeface="Aptos"/>
                <a:cs typeface="Aptos"/>
              </a:defRPr>
            </a:lvl5pPr>
            <a:lvl6pPr algn="l">
              <a:buNone/>
              <a:defRPr sz="1650" b="1">
                <a:solidFill>
                  <a:srgbClr val="22B8A8"/>
                </a:solidFill>
                <a:latin typeface="Aptos"/>
                <a:ea typeface="Aptos"/>
                <a:cs typeface="Aptos"/>
              </a:defRPr>
            </a:lvl6pPr>
            <a:lvl7pPr algn="l">
              <a:buNone/>
              <a:defRPr sz="1650" b="1">
                <a:solidFill>
                  <a:srgbClr val="22B8A8"/>
                </a:solidFill>
                <a:latin typeface="Aptos"/>
                <a:ea typeface="Aptos"/>
                <a:cs typeface="Aptos"/>
              </a:defRPr>
            </a:lvl7pPr>
            <a:lvl8pPr algn="l">
              <a:buNone/>
              <a:defRPr sz="1650" b="1">
                <a:solidFill>
                  <a:srgbClr val="22B8A8"/>
                </a:solidFill>
                <a:latin typeface="Aptos"/>
                <a:ea typeface="Aptos"/>
                <a:cs typeface="Aptos"/>
              </a:defRPr>
            </a:lvl8pPr>
            <a:lvl9pPr algn="l">
              <a:buNone/>
              <a:defRPr sz="1650" b="1">
                <a:solidFill>
                  <a:srgbClr val="22B8A8"/>
                </a:solidFill>
                <a:latin typeface="Aptos"/>
                <a:ea typeface="Aptos"/>
                <a:cs typeface="Aptos"/>
              </a:defRPr>
            </a:lvl9pPr>
          </a:lstStyle>
          <a:p xmlns:a="http://schemas.openxmlformats.org/drawingml/2006/main">
            <a:pPr algn="l">
              <a:buNone/>
              <a:defRPr sz="1650" b="1">
                <a:solidFill>
                  <a:srgbClr val="22B8A8"/>
                </a:solidFill>
                <a:latin typeface="Aptos"/>
                <a:ea typeface="Aptos"/>
                <a:cs typeface="Aptos"/>
              </a:defRPr>
            </a:pPr>
            <a:r>
              <a:rPr sz="1650" b="1">
                <a:solidFill>
                  <a:srgbClr val="22B8A8"/>
                </a:solidFill>
                <a:latin typeface="Aptos"/>
                <a:ea typeface="Aptos"/>
                <a:cs typeface="Aptos"/>
              </a:rPr>
              <a:t>Firmar</a:t>
            </a:r>
          </a:p>
        </p:txBody>
      </p:sp>
      <p:sp>
        <p:nvSpPr>
          <p:cNvPr id="17" name="">
            <a:extLst xmlns:a="http://schemas.openxmlformats.org/drawingml/2006/main">
              <a:ext uri="{FF2B5EF4-FFF2-40B4-BE49-F238E27FC236}">
                <a16:creationId xmlns:a16="http://schemas.microsoft.com/office/drawing/2014/main" id="{24AE8488-4A8F-46DB-A0AC-20C35CBF2AE1}"/>
              </a:ext>
            </a:extLst>
          </p:cNvPr>
          <p:cNvSpPr>
            <a:spLocks xmlns:a="http://schemas.openxmlformats.org/drawingml/2006/main" noGrp="1"/>
          </p:cNvSpPr>
          <p:nvPr/>
        </p:nvSpPr>
        <p:spPr>
          <a:xfrm xmlns:a="http://schemas.openxmlformats.org/drawingml/2006/main">
            <a:off x="4705350"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buNone/>
              <a:defRPr sz="1350" b="0">
                <a:solidFill>
                  <a:srgbClr val="536276"/>
                </a:solidFill>
                <a:latin typeface="Aptos"/>
                <a:ea typeface="Aptos"/>
                <a:cs typeface="Aptos"/>
              </a:defRPr>
            </a:lvl1pPr>
            <a:lvl2pPr algn="l">
              <a:buNone/>
              <a:defRPr sz="1350" b="0">
                <a:solidFill>
                  <a:srgbClr val="536276"/>
                </a:solidFill>
                <a:latin typeface="Aptos"/>
                <a:ea typeface="Aptos"/>
                <a:cs typeface="Aptos"/>
              </a:defRPr>
            </a:lvl2pPr>
            <a:lvl3pPr algn="l">
              <a:buNone/>
              <a:defRPr sz="1350" b="0">
                <a:solidFill>
                  <a:srgbClr val="536276"/>
                </a:solidFill>
                <a:latin typeface="Aptos"/>
                <a:ea typeface="Aptos"/>
                <a:cs typeface="Aptos"/>
              </a:defRPr>
            </a:lvl3pPr>
            <a:lvl4pPr algn="l">
              <a:buNone/>
              <a:defRPr sz="1350" b="0">
                <a:solidFill>
                  <a:srgbClr val="536276"/>
                </a:solidFill>
                <a:latin typeface="Aptos"/>
                <a:ea typeface="Aptos"/>
                <a:cs typeface="Aptos"/>
              </a:defRPr>
            </a:lvl4pPr>
            <a:lvl5pPr algn="l">
              <a:buNone/>
              <a:defRPr sz="1350" b="0">
                <a:solidFill>
                  <a:srgbClr val="536276"/>
                </a:solidFill>
                <a:latin typeface="Aptos"/>
                <a:ea typeface="Aptos"/>
                <a:cs typeface="Aptos"/>
              </a:defRPr>
            </a:lvl5pPr>
            <a:lvl6pPr algn="l">
              <a:buNone/>
              <a:defRPr sz="1350" b="0">
                <a:solidFill>
                  <a:srgbClr val="536276"/>
                </a:solidFill>
                <a:latin typeface="Aptos"/>
                <a:ea typeface="Aptos"/>
                <a:cs typeface="Aptos"/>
              </a:defRPr>
            </a:lvl6pPr>
            <a:lvl7pPr algn="l">
              <a:buNone/>
              <a:defRPr sz="1350" b="0">
                <a:solidFill>
                  <a:srgbClr val="536276"/>
                </a:solidFill>
                <a:latin typeface="Aptos"/>
                <a:ea typeface="Aptos"/>
                <a:cs typeface="Aptos"/>
              </a:defRPr>
            </a:lvl7pPr>
            <a:lvl8pPr algn="l">
              <a:buNone/>
              <a:defRPr sz="1350" b="0">
                <a:solidFill>
                  <a:srgbClr val="536276"/>
                </a:solidFill>
                <a:latin typeface="Aptos"/>
                <a:ea typeface="Aptos"/>
                <a:cs typeface="Aptos"/>
              </a:defRPr>
            </a:lvl8pPr>
            <a:lvl9pPr algn="l">
              <a:buNone/>
              <a:defRPr sz="1350" b="0">
                <a:solidFill>
                  <a:srgbClr val="536276"/>
                </a:solidFill>
                <a:latin typeface="Aptos"/>
                <a:ea typeface="Aptos"/>
                <a:cs typeface="Aptos"/>
              </a:defRPr>
            </a:lvl9pPr>
          </a:lstStyle>
          <a:p xmlns:a="http://schemas.openxmlformats.org/drawingml/2006/main">
            <a:pPr algn="l">
              <a:buNone/>
              <a:defRPr sz="1350" b="0">
                <a:solidFill>
                  <a:srgbClr val="536276"/>
                </a:solidFill>
                <a:latin typeface="Aptos"/>
                <a:ea typeface="Aptos"/>
                <a:cs typeface="Aptos"/>
              </a:defRPr>
            </a:pPr>
            <a:r>
              <a:rPr sz="1350" b="0">
                <a:solidFill>
                  <a:srgbClr val="536276"/>
                </a:solidFill>
                <a:latin typeface="Aptos"/>
                <a:ea typeface="Aptos"/>
                <a:cs typeface="Aptos"/>
              </a:rPr>
              <a:t>Node.js firma los datos con la clave privada del emisor.</a:t>
            </a:r>
          </a:p>
        </p:txBody>
      </p:sp>
      <p:sp>
        <p:nvSpPr>
          <p:cNvPr id="18" name="">
            <a:extLst xmlns:a="http://schemas.openxmlformats.org/drawingml/2006/main">
              <a:ext uri="{FF2B5EF4-FFF2-40B4-BE49-F238E27FC236}">
                <a16:creationId xmlns:a16="http://schemas.microsoft.com/office/drawing/2014/main" id="{FEC65EC7-C9A2-45F9-B57B-69B4988D5A99}"/>
              </a:ext>
            </a:extLst>
          </p:cNvPr>
          <p:cNvSpPr>
            <a:spLocks xmlns:a="http://schemas.openxmlformats.org/drawingml/2006/main" noGrp="1"/>
          </p:cNvSpPr>
          <p:nvPr/>
        </p:nvSpPr>
        <p:spPr>
          <a:xfrm xmlns:a="http://schemas.openxmlformats.org/drawingml/2006/main">
            <a:off x="7715250" y="2790825"/>
            <a:ext cx="428625" cy="2857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C5AB92F-196E-4B69-96BD-6939BA0F8F5E}"/>
              </a:ext>
            </a:extLst>
          </p:cNvPr>
          <p:cNvSpPr>
            <a:spLocks xmlns:a="http://schemas.openxmlformats.org/drawingml/2006/main" noGrp="1"/>
          </p:cNvSpPr>
          <p:nvPr/>
        </p:nvSpPr>
        <p:spPr>
          <a:xfrm xmlns:a="http://schemas.openxmlformats.org/drawingml/2006/main">
            <a:off x="8239125"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986DBF66-D18C-44EC-BD9C-29AA61AAC668}"/>
              </a:ext>
            </a:extLst>
          </p:cNvPr>
          <p:cNvSpPr>
            <a:spLocks xmlns:a="http://schemas.openxmlformats.org/drawingml/2006/main" noGrp="1"/>
          </p:cNvSpPr>
          <p:nvPr/>
        </p:nvSpPr>
        <p:spPr>
          <a:xfrm xmlns:a="http://schemas.openxmlformats.org/drawingml/2006/main">
            <a:off x="8467725" y="2209800"/>
            <a:ext cx="457200" cy="4572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814504D-32B7-43CA-92FB-5BA84A162FA2}"/>
              </a:ext>
            </a:extLst>
          </p:cNvPr>
          <p:cNvSpPr>
            <a:spLocks xmlns:a="http://schemas.openxmlformats.org/drawingml/2006/main" noGrp="1"/>
          </p:cNvSpPr>
          <p:nvPr/>
        </p:nvSpPr>
        <p:spPr>
          <a:xfrm xmlns:a="http://schemas.openxmlformats.org/drawingml/2006/main">
            <a:off x="8467725"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22" name="">
            <a:extLst xmlns:a="http://schemas.openxmlformats.org/drawingml/2006/main">
              <a:ext uri="{FF2B5EF4-FFF2-40B4-BE49-F238E27FC236}">
                <a16:creationId xmlns:a16="http://schemas.microsoft.com/office/drawing/2014/main" id="{6B579BC5-92A0-4086-9CD6-F93DD40F5594}"/>
              </a:ext>
            </a:extLst>
          </p:cNvPr>
          <p:cNvSpPr>
            <a:spLocks xmlns:a="http://schemas.openxmlformats.org/drawingml/2006/main" noGrp="1"/>
          </p:cNvSpPr>
          <p:nvPr/>
        </p:nvSpPr>
        <p:spPr>
          <a:xfrm xmlns:a="http://schemas.openxmlformats.org/drawingml/2006/main">
            <a:off x="9077325"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F2B544"/>
                </a:solidFill>
                <a:latin typeface="Aptos"/>
                <a:ea typeface="Aptos"/>
                <a:cs typeface="Aptos"/>
              </a:defRPr>
            </a:defPPr>
            <a:lvl1pPr algn="l">
              <a:buNone/>
              <a:defRPr sz="1650" b="1">
                <a:solidFill>
                  <a:srgbClr val="F2B544"/>
                </a:solidFill>
                <a:latin typeface="Aptos"/>
                <a:ea typeface="Aptos"/>
                <a:cs typeface="Aptos"/>
              </a:defRPr>
            </a:lvl1pPr>
            <a:lvl2pPr algn="l">
              <a:buNone/>
              <a:defRPr sz="1650" b="1">
                <a:solidFill>
                  <a:srgbClr val="F2B544"/>
                </a:solidFill>
                <a:latin typeface="Aptos"/>
                <a:ea typeface="Aptos"/>
                <a:cs typeface="Aptos"/>
              </a:defRPr>
            </a:lvl2pPr>
            <a:lvl3pPr algn="l">
              <a:buNone/>
              <a:defRPr sz="1650" b="1">
                <a:solidFill>
                  <a:srgbClr val="F2B544"/>
                </a:solidFill>
                <a:latin typeface="Aptos"/>
                <a:ea typeface="Aptos"/>
                <a:cs typeface="Aptos"/>
              </a:defRPr>
            </a:lvl3pPr>
            <a:lvl4pPr algn="l">
              <a:buNone/>
              <a:defRPr sz="1650" b="1">
                <a:solidFill>
                  <a:srgbClr val="F2B544"/>
                </a:solidFill>
                <a:latin typeface="Aptos"/>
                <a:ea typeface="Aptos"/>
                <a:cs typeface="Aptos"/>
              </a:defRPr>
            </a:lvl4pPr>
            <a:lvl5pPr algn="l">
              <a:buNone/>
              <a:defRPr sz="1650" b="1">
                <a:solidFill>
                  <a:srgbClr val="F2B544"/>
                </a:solidFill>
                <a:latin typeface="Aptos"/>
                <a:ea typeface="Aptos"/>
                <a:cs typeface="Aptos"/>
              </a:defRPr>
            </a:lvl5pPr>
            <a:lvl6pPr algn="l">
              <a:buNone/>
              <a:defRPr sz="1650" b="1">
                <a:solidFill>
                  <a:srgbClr val="F2B544"/>
                </a:solidFill>
                <a:latin typeface="Aptos"/>
                <a:ea typeface="Aptos"/>
                <a:cs typeface="Aptos"/>
              </a:defRPr>
            </a:lvl6pPr>
            <a:lvl7pPr algn="l">
              <a:buNone/>
              <a:defRPr sz="1650" b="1">
                <a:solidFill>
                  <a:srgbClr val="F2B544"/>
                </a:solidFill>
                <a:latin typeface="Aptos"/>
                <a:ea typeface="Aptos"/>
                <a:cs typeface="Aptos"/>
              </a:defRPr>
            </a:lvl7pPr>
            <a:lvl8pPr algn="l">
              <a:buNone/>
              <a:defRPr sz="1650" b="1">
                <a:solidFill>
                  <a:srgbClr val="F2B544"/>
                </a:solidFill>
                <a:latin typeface="Aptos"/>
                <a:ea typeface="Aptos"/>
                <a:cs typeface="Aptos"/>
              </a:defRPr>
            </a:lvl8pPr>
            <a:lvl9pPr algn="l">
              <a:buNone/>
              <a:defRPr sz="1650" b="1">
                <a:solidFill>
                  <a:srgbClr val="F2B544"/>
                </a:solidFill>
                <a:latin typeface="Aptos"/>
                <a:ea typeface="Aptos"/>
                <a:cs typeface="Aptos"/>
              </a:defRPr>
            </a:lvl9pPr>
          </a:lstStyle>
          <a:p xmlns:a="http://schemas.openxmlformats.org/drawingml/2006/main">
            <a:pPr algn="l">
              <a:buNone/>
              <a:defRPr sz="1650" b="1">
                <a:solidFill>
                  <a:srgbClr val="F2B544"/>
                </a:solidFill>
                <a:latin typeface="Aptos"/>
                <a:ea typeface="Aptos"/>
                <a:cs typeface="Aptos"/>
              </a:defRPr>
            </a:pPr>
            <a:r>
              <a:rPr sz="1650" b="1">
                <a:solidFill>
                  <a:srgbClr val="F2B544"/>
                </a:solidFill>
                <a:latin typeface="Aptos"/>
                <a:ea typeface="Aptos"/>
                <a:cs typeface="Aptos"/>
              </a:rPr>
              <a:t>Adjuntar</a:t>
            </a:r>
          </a:p>
        </p:txBody>
      </p:sp>
      <p:sp>
        <p:nvSpPr>
          <p:cNvPr id="23" name="">
            <a:extLst xmlns:a="http://schemas.openxmlformats.org/drawingml/2006/main">
              <a:ext uri="{FF2B5EF4-FFF2-40B4-BE49-F238E27FC236}">
                <a16:creationId xmlns:a16="http://schemas.microsoft.com/office/drawing/2014/main" id="{D91DC515-48DA-4456-89F8-72F11A529770}"/>
              </a:ext>
            </a:extLst>
          </p:cNvPr>
          <p:cNvSpPr>
            <a:spLocks xmlns:a="http://schemas.openxmlformats.org/drawingml/2006/main" noGrp="1"/>
          </p:cNvSpPr>
          <p:nvPr/>
        </p:nvSpPr>
        <p:spPr>
          <a:xfrm xmlns:a="http://schemas.openxmlformats.org/drawingml/2006/main">
            <a:off x="8467725"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buNone/>
              <a:defRPr sz="1350" b="0">
                <a:solidFill>
                  <a:srgbClr val="536276"/>
                </a:solidFill>
                <a:latin typeface="Aptos"/>
                <a:ea typeface="Aptos"/>
                <a:cs typeface="Aptos"/>
              </a:defRPr>
            </a:lvl1pPr>
            <a:lvl2pPr algn="l">
              <a:buNone/>
              <a:defRPr sz="1350" b="0">
                <a:solidFill>
                  <a:srgbClr val="536276"/>
                </a:solidFill>
                <a:latin typeface="Aptos"/>
                <a:ea typeface="Aptos"/>
                <a:cs typeface="Aptos"/>
              </a:defRPr>
            </a:lvl2pPr>
            <a:lvl3pPr algn="l">
              <a:buNone/>
              <a:defRPr sz="1350" b="0">
                <a:solidFill>
                  <a:srgbClr val="536276"/>
                </a:solidFill>
                <a:latin typeface="Aptos"/>
                <a:ea typeface="Aptos"/>
                <a:cs typeface="Aptos"/>
              </a:defRPr>
            </a:lvl3pPr>
            <a:lvl4pPr algn="l">
              <a:buNone/>
              <a:defRPr sz="1350" b="0">
                <a:solidFill>
                  <a:srgbClr val="536276"/>
                </a:solidFill>
                <a:latin typeface="Aptos"/>
                <a:ea typeface="Aptos"/>
                <a:cs typeface="Aptos"/>
              </a:defRPr>
            </a:lvl4pPr>
            <a:lvl5pPr algn="l">
              <a:buNone/>
              <a:defRPr sz="1350" b="0">
                <a:solidFill>
                  <a:srgbClr val="536276"/>
                </a:solidFill>
                <a:latin typeface="Aptos"/>
                <a:ea typeface="Aptos"/>
                <a:cs typeface="Aptos"/>
              </a:defRPr>
            </a:lvl5pPr>
            <a:lvl6pPr algn="l">
              <a:buNone/>
              <a:defRPr sz="1350" b="0">
                <a:solidFill>
                  <a:srgbClr val="536276"/>
                </a:solidFill>
                <a:latin typeface="Aptos"/>
                <a:ea typeface="Aptos"/>
                <a:cs typeface="Aptos"/>
              </a:defRPr>
            </a:lvl6pPr>
            <a:lvl7pPr algn="l">
              <a:buNone/>
              <a:defRPr sz="1350" b="0">
                <a:solidFill>
                  <a:srgbClr val="536276"/>
                </a:solidFill>
                <a:latin typeface="Aptos"/>
                <a:ea typeface="Aptos"/>
                <a:cs typeface="Aptos"/>
              </a:defRPr>
            </a:lvl7pPr>
            <a:lvl8pPr algn="l">
              <a:buNone/>
              <a:defRPr sz="1350" b="0">
                <a:solidFill>
                  <a:srgbClr val="536276"/>
                </a:solidFill>
                <a:latin typeface="Aptos"/>
                <a:ea typeface="Aptos"/>
                <a:cs typeface="Aptos"/>
              </a:defRPr>
            </a:lvl8pPr>
            <a:lvl9pPr algn="l">
              <a:buNone/>
              <a:defRPr sz="1350" b="0">
                <a:solidFill>
                  <a:srgbClr val="536276"/>
                </a:solidFill>
                <a:latin typeface="Aptos"/>
                <a:ea typeface="Aptos"/>
                <a:cs typeface="Aptos"/>
              </a:defRPr>
            </a:lvl9pPr>
          </a:lstStyle>
          <a:p xmlns:a="http://schemas.openxmlformats.org/drawingml/2006/main">
            <a:pPr algn="l">
              <a:buNone/>
              <a:defRPr sz="1350" b="0">
                <a:solidFill>
                  <a:srgbClr val="536276"/>
                </a:solidFill>
                <a:latin typeface="Aptos"/>
                <a:ea typeface="Aptos"/>
                <a:cs typeface="Aptos"/>
              </a:defRPr>
            </a:pPr>
            <a:r>
              <a:rPr sz="1350" b="0">
                <a:solidFill>
                  <a:srgbClr val="536276"/>
                </a:solidFill>
                <a:latin typeface="Aptos"/>
                <a:ea typeface="Aptos"/>
                <a:cs typeface="Aptos"/>
              </a:rPr>
              <a:t>La credencial guarda los datos junto con su firma.</a:t>
            </a:r>
          </a:p>
        </p:txBody>
      </p:sp>
      <p:sp>
        <p:nvSpPr>
          <p:cNvPr id="24" name="">
            <a:extLst xmlns:a="http://schemas.openxmlformats.org/drawingml/2006/main">
              <a:ext uri="{FF2B5EF4-FFF2-40B4-BE49-F238E27FC236}">
                <a16:creationId xmlns:a16="http://schemas.microsoft.com/office/drawing/2014/main" id="{498BA27D-62F1-455C-AD84-F2FD7E72B1CB}"/>
              </a:ext>
            </a:extLst>
          </p:cNvPr>
          <p:cNvSpPr>
            <a:spLocks xmlns:a="http://schemas.openxmlformats.org/drawingml/2006/main" noGrp="1"/>
          </p:cNvSpPr>
          <p:nvPr/>
        </p:nvSpPr>
        <p:spPr>
          <a:xfrm xmlns:a="http://schemas.openxmlformats.org/drawingml/2006/main">
            <a:off x="1095375" y="4524375"/>
            <a:ext cx="10001250" cy="876300"/>
          </a:xfrm>
          <a:prstGeom xmlns:a="http://schemas.openxmlformats.org/drawingml/2006/main" prst="roundRect">
            <a:avLst>
              <a:gd name="adj" fmla="val 8696"/>
            </a:avLst>
          </a:prstGeom>
          <a:solidFill xmlns:a="http://schemas.openxmlformats.org/drawingml/2006/main">
            <a:srgbClr val="101B2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411C4AA-1FFC-4455-9608-F6D2F267947E}"/>
              </a:ext>
            </a:extLst>
          </p:cNvPr>
          <p:cNvSpPr>
            <a:spLocks xmlns:a="http://schemas.openxmlformats.org/drawingml/2006/main" noGrp="1"/>
          </p:cNvSpPr>
          <p:nvPr/>
        </p:nvSpPr>
        <p:spPr>
          <a:xfrm xmlns:a="http://schemas.openxmlformats.org/drawingml/2006/main">
            <a:off x="1428750" y="4714875"/>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E6EDF7"/>
                </a:solidFill>
                <a:latin typeface="Aptos"/>
                <a:ea typeface="Aptos"/>
                <a:cs typeface="Aptos"/>
              </a:defRPr>
            </a:defPPr>
            <a:lvl1pPr algn="ctr">
              <a:buNone/>
              <a:defRPr sz="1500" b="1">
                <a:solidFill>
                  <a:srgbClr val="E6EDF7"/>
                </a:solidFill>
                <a:latin typeface="Aptos"/>
                <a:ea typeface="Aptos"/>
                <a:cs typeface="Aptos"/>
              </a:defRPr>
            </a:lvl1pPr>
            <a:lvl2pPr algn="ctr">
              <a:buNone/>
              <a:defRPr sz="1500" b="1">
                <a:solidFill>
                  <a:srgbClr val="E6EDF7"/>
                </a:solidFill>
                <a:latin typeface="Aptos"/>
                <a:ea typeface="Aptos"/>
                <a:cs typeface="Aptos"/>
              </a:defRPr>
            </a:lvl2pPr>
            <a:lvl3pPr algn="ctr">
              <a:buNone/>
              <a:defRPr sz="1500" b="1">
                <a:solidFill>
                  <a:srgbClr val="E6EDF7"/>
                </a:solidFill>
                <a:latin typeface="Aptos"/>
                <a:ea typeface="Aptos"/>
                <a:cs typeface="Aptos"/>
              </a:defRPr>
            </a:lvl3pPr>
            <a:lvl4pPr algn="ctr">
              <a:buNone/>
              <a:defRPr sz="1500" b="1">
                <a:solidFill>
                  <a:srgbClr val="E6EDF7"/>
                </a:solidFill>
                <a:latin typeface="Aptos"/>
                <a:ea typeface="Aptos"/>
                <a:cs typeface="Aptos"/>
              </a:defRPr>
            </a:lvl4pPr>
            <a:lvl5pPr algn="ctr">
              <a:buNone/>
              <a:defRPr sz="1500" b="1">
                <a:solidFill>
                  <a:srgbClr val="E6EDF7"/>
                </a:solidFill>
                <a:latin typeface="Aptos"/>
                <a:ea typeface="Aptos"/>
                <a:cs typeface="Aptos"/>
              </a:defRPr>
            </a:lvl5pPr>
            <a:lvl6pPr algn="ctr">
              <a:buNone/>
              <a:defRPr sz="1500" b="1">
                <a:solidFill>
                  <a:srgbClr val="E6EDF7"/>
                </a:solidFill>
                <a:latin typeface="Aptos"/>
                <a:ea typeface="Aptos"/>
                <a:cs typeface="Aptos"/>
              </a:defRPr>
            </a:lvl6pPr>
            <a:lvl7pPr algn="ctr">
              <a:buNone/>
              <a:defRPr sz="1500" b="1">
                <a:solidFill>
                  <a:srgbClr val="E6EDF7"/>
                </a:solidFill>
                <a:latin typeface="Aptos"/>
                <a:ea typeface="Aptos"/>
                <a:cs typeface="Aptos"/>
              </a:defRPr>
            </a:lvl7pPr>
            <a:lvl8pPr algn="ctr">
              <a:buNone/>
              <a:defRPr sz="1500" b="1">
                <a:solidFill>
                  <a:srgbClr val="E6EDF7"/>
                </a:solidFill>
                <a:latin typeface="Aptos"/>
                <a:ea typeface="Aptos"/>
                <a:cs typeface="Aptos"/>
              </a:defRPr>
            </a:lvl8pPr>
            <a:lvl9pPr algn="ctr">
              <a:buNone/>
              <a:defRPr sz="1500" b="1">
                <a:solidFill>
                  <a:srgbClr val="E6EDF7"/>
                </a:solidFill>
                <a:latin typeface="Aptos"/>
                <a:ea typeface="Aptos"/>
                <a:cs typeface="Aptos"/>
              </a:defRPr>
            </a:lvl9pPr>
          </a:lstStyle>
          <a:p xmlns:a="http://schemas.openxmlformats.org/drawingml/2006/main">
            <a:pPr algn="ctr">
              <a:buNone/>
              <a:defRPr sz="1500" b="1">
                <a:solidFill>
                  <a:srgbClr val="E6EDF7"/>
                </a:solidFill>
                <a:latin typeface="Aptos"/>
                <a:ea typeface="Aptos"/>
                <a:cs typeface="Aptos"/>
              </a:defRPr>
            </a:pPr>
            <a:r>
              <a:rPr sz="1500" b="1">
                <a:solidFill>
                  <a:srgbClr val="E6EDF7"/>
                </a:solidFill>
                <a:latin typeface="Aptos"/>
                <a:ea typeface="Aptos"/>
                <a:cs typeface="Aptos"/>
              </a:rPr>
              <a:t>payload</a:t>
            </a:r>
          </a:p>
        </p:txBody>
      </p:sp>
      <p:sp>
        <p:nvSpPr>
          <p:cNvPr id="26" name="">
            <a:extLst xmlns:a="http://schemas.openxmlformats.org/drawingml/2006/main">
              <a:ext uri="{FF2B5EF4-FFF2-40B4-BE49-F238E27FC236}">
                <a16:creationId xmlns:a16="http://schemas.microsoft.com/office/drawing/2014/main" id="{9DB5F830-313B-495A-B888-DBD2FA9657EA}"/>
              </a:ext>
            </a:extLst>
          </p:cNvPr>
          <p:cNvSpPr>
            <a:spLocks xmlns:a="http://schemas.openxmlformats.org/drawingml/2006/main" noGrp="1"/>
          </p:cNvSpPr>
          <p:nvPr/>
        </p:nvSpPr>
        <p:spPr>
          <a:xfrm xmlns:a="http://schemas.openxmlformats.org/drawingml/2006/main">
            <a:off x="3429000" y="4762500"/>
            <a:ext cx="781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D6AA1CC-F177-4A2C-9ACA-962178293C2B}"/>
              </a:ext>
            </a:extLst>
          </p:cNvPr>
          <p:cNvSpPr>
            <a:spLocks xmlns:a="http://schemas.openxmlformats.org/drawingml/2006/main" noGrp="1"/>
          </p:cNvSpPr>
          <p:nvPr/>
        </p:nvSpPr>
        <p:spPr>
          <a:xfrm xmlns:a="http://schemas.openxmlformats.org/drawingml/2006/main">
            <a:off x="4333875" y="4714875"/>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C792EA"/>
                </a:solidFill>
                <a:latin typeface="Aptos"/>
                <a:ea typeface="Aptos"/>
                <a:cs typeface="Aptos"/>
              </a:defRPr>
            </a:defPPr>
            <a:lvl1pPr algn="ctr">
              <a:buNone/>
              <a:defRPr sz="1425" b="1">
                <a:solidFill>
                  <a:srgbClr val="C792EA"/>
                </a:solidFill>
                <a:latin typeface="Aptos"/>
                <a:ea typeface="Aptos"/>
                <a:cs typeface="Aptos"/>
              </a:defRPr>
            </a:lvl1pPr>
            <a:lvl2pPr algn="ctr">
              <a:buNone/>
              <a:defRPr sz="1425" b="1">
                <a:solidFill>
                  <a:srgbClr val="C792EA"/>
                </a:solidFill>
                <a:latin typeface="Aptos"/>
                <a:ea typeface="Aptos"/>
                <a:cs typeface="Aptos"/>
              </a:defRPr>
            </a:lvl2pPr>
            <a:lvl3pPr algn="ctr">
              <a:buNone/>
              <a:defRPr sz="1425" b="1">
                <a:solidFill>
                  <a:srgbClr val="C792EA"/>
                </a:solidFill>
                <a:latin typeface="Aptos"/>
                <a:ea typeface="Aptos"/>
                <a:cs typeface="Aptos"/>
              </a:defRPr>
            </a:lvl3pPr>
            <a:lvl4pPr algn="ctr">
              <a:buNone/>
              <a:defRPr sz="1425" b="1">
                <a:solidFill>
                  <a:srgbClr val="C792EA"/>
                </a:solidFill>
                <a:latin typeface="Aptos"/>
                <a:ea typeface="Aptos"/>
                <a:cs typeface="Aptos"/>
              </a:defRPr>
            </a:lvl4pPr>
            <a:lvl5pPr algn="ctr">
              <a:buNone/>
              <a:defRPr sz="1425" b="1">
                <a:solidFill>
                  <a:srgbClr val="C792EA"/>
                </a:solidFill>
                <a:latin typeface="Aptos"/>
                <a:ea typeface="Aptos"/>
                <a:cs typeface="Aptos"/>
              </a:defRPr>
            </a:lvl5pPr>
            <a:lvl6pPr algn="ctr">
              <a:buNone/>
              <a:defRPr sz="1425" b="1">
                <a:solidFill>
                  <a:srgbClr val="C792EA"/>
                </a:solidFill>
                <a:latin typeface="Aptos"/>
                <a:ea typeface="Aptos"/>
                <a:cs typeface="Aptos"/>
              </a:defRPr>
            </a:lvl6pPr>
            <a:lvl7pPr algn="ctr">
              <a:buNone/>
              <a:defRPr sz="1425" b="1">
                <a:solidFill>
                  <a:srgbClr val="C792EA"/>
                </a:solidFill>
                <a:latin typeface="Aptos"/>
                <a:ea typeface="Aptos"/>
                <a:cs typeface="Aptos"/>
              </a:defRPr>
            </a:lvl7pPr>
            <a:lvl8pPr algn="ctr">
              <a:buNone/>
              <a:defRPr sz="1425" b="1">
                <a:solidFill>
                  <a:srgbClr val="C792EA"/>
                </a:solidFill>
                <a:latin typeface="Aptos"/>
                <a:ea typeface="Aptos"/>
                <a:cs typeface="Aptos"/>
              </a:defRPr>
            </a:lvl8pPr>
            <a:lvl9pPr algn="ctr">
              <a:buNone/>
              <a:defRPr sz="1425" b="1">
                <a:solidFill>
                  <a:srgbClr val="C792EA"/>
                </a:solidFill>
                <a:latin typeface="Aptos"/>
                <a:ea typeface="Aptos"/>
                <a:cs typeface="Aptos"/>
              </a:defRPr>
            </a:lvl9pPr>
          </a:lstStyle>
          <a:p xmlns:a="http://schemas.openxmlformats.org/drawingml/2006/main">
            <a:pPr algn="ctr">
              <a:buNone/>
              <a:defRPr sz="1425" b="1">
                <a:solidFill>
                  <a:srgbClr val="C792EA"/>
                </a:solidFill>
                <a:latin typeface="Aptos"/>
                <a:ea typeface="Aptos"/>
                <a:cs typeface="Aptos"/>
              </a:defRPr>
            </a:pPr>
            <a:r>
              <a:rPr sz="1425" b="1">
                <a:solidFill>
                  <a:srgbClr val="C792EA"/>
                </a:solidFill>
                <a:latin typeface="Aptos"/>
                <a:ea typeface="Aptos"/>
                <a:cs typeface="Aptos"/>
              </a:rPr>
              <a:t>clave privada</a:t>
            </a:r>
          </a:p>
        </p:txBody>
      </p:sp>
      <p:sp>
        <p:nvSpPr>
          <p:cNvPr id="28" name="">
            <a:extLst xmlns:a="http://schemas.openxmlformats.org/drawingml/2006/main">
              <a:ext uri="{FF2B5EF4-FFF2-40B4-BE49-F238E27FC236}">
                <a16:creationId xmlns:a16="http://schemas.microsoft.com/office/drawing/2014/main" id="{21C86ED5-2B86-4338-9CEA-7BB165AC19CB}"/>
              </a:ext>
            </a:extLst>
          </p:cNvPr>
          <p:cNvSpPr>
            <a:spLocks xmlns:a="http://schemas.openxmlformats.org/drawingml/2006/main" noGrp="1"/>
          </p:cNvSpPr>
          <p:nvPr/>
        </p:nvSpPr>
        <p:spPr>
          <a:xfrm xmlns:a="http://schemas.openxmlformats.org/drawingml/2006/main">
            <a:off x="6477000" y="4762500"/>
            <a:ext cx="781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112C3CC-5508-448B-97BC-772BC4E83AB5}"/>
              </a:ext>
            </a:extLst>
          </p:cNvPr>
          <p:cNvSpPr>
            <a:spLocks xmlns:a="http://schemas.openxmlformats.org/drawingml/2006/main" noGrp="1"/>
          </p:cNvSpPr>
          <p:nvPr/>
        </p:nvSpPr>
        <p:spPr>
          <a:xfrm xmlns:a="http://schemas.openxmlformats.org/drawingml/2006/main">
            <a:off x="7477125" y="4714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A8D88A"/>
                </a:solidFill>
                <a:latin typeface="Aptos"/>
                <a:ea typeface="Aptos"/>
                <a:cs typeface="Aptos"/>
              </a:defRPr>
            </a:defPPr>
            <a:lvl1pPr algn="ctr">
              <a:buNone/>
              <a:defRPr sz="1500" b="1">
                <a:solidFill>
                  <a:srgbClr val="A8D88A"/>
                </a:solidFill>
                <a:latin typeface="Aptos"/>
                <a:ea typeface="Aptos"/>
                <a:cs typeface="Aptos"/>
              </a:defRPr>
            </a:lvl1pPr>
            <a:lvl2pPr algn="ctr">
              <a:buNone/>
              <a:defRPr sz="1500" b="1">
                <a:solidFill>
                  <a:srgbClr val="A8D88A"/>
                </a:solidFill>
                <a:latin typeface="Aptos"/>
                <a:ea typeface="Aptos"/>
                <a:cs typeface="Aptos"/>
              </a:defRPr>
            </a:lvl2pPr>
            <a:lvl3pPr algn="ctr">
              <a:buNone/>
              <a:defRPr sz="1500" b="1">
                <a:solidFill>
                  <a:srgbClr val="A8D88A"/>
                </a:solidFill>
                <a:latin typeface="Aptos"/>
                <a:ea typeface="Aptos"/>
                <a:cs typeface="Aptos"/>
              </a:defRPr>
            </a:lvl3pPr>
            <a:lvl4pPr algn="ctr">
              <a:buNone/>
              <a:defRPr sz="1500" b="1">
                <a:solidFill>
                  <a:srgbClr val="A8D88A"/>
                </a:solidFill>
                <a:latin typeface="Aptos"/>
                <a:ea typeface="Aptos"/>
                <a:cs typeface="Aptos"/>
              </a:defRPr>
            </a:lvl4pPr>
            <a:lvl5pPr algn="ctr">
              <a:buNone/>
              <a:defRPr sz="1500" b="1">
                <a:solidFill>
                  <a:srgbClr val="A8D88A"/>
                </a:solidFill>
                <a:latin typeface="Aptos"/>
                <a:ea typeface="Aptos"/>
                <a:cs typeface="Aptos"/>
              </a:defRPr>
            </a:lvl5pPr>
            <a:lvl6pPr algn="ctr">
              <a:buNone/>
              <a:defRPr sz="1500" b="1">
                <a:solidFill>
                  <a:srgbClr val="A8D88A"/>
                </a:solidFill>
                <a:latin typeface="Aptos"/>
                <a:ea typeface="Aptos"/>
                <a:cs typeface="Aptos"/>
              </a:defRPr>
            </a:lvl6pPr>
            <a:lvl7pPr algn="ctr">
              <a:buNone/>
              <a:defRPr sz="1500" b="1">
                <a:solidFill>
                  <a:srgbClr val="A8D88A"/>
                </a:solidFill>
                <a:latin typeface="Aptos"/>
                <a:ea typeface="Aptos"/>
                <a:cs typeface="Aptos"/>
              </a:defRPr>
            </a:lvl7pPr>
            <a:lvl8pPr algn="ctr">
              <a:buNone/>
              <a:defRPr sz="1500" b="1">
                <a:solidFill>
                  <a:srgbClr val="A8D88A"/>
                </a:solidFill>
                <a:latin typeface="Aptos"/>
                <a:ea typeface="Aptos"/>
                <a:cs typeface="Aptos"/>
              </a:defRPr>
            </a:lvl8pPr>
            <a:lvl9pPr algn="ctr">
              <a:buNone/>
              <a:defRPr sz="1500" b="1">
                <a:solidFill>
                  <a:srgbClr val="A8D88A"/>
                </a:solidFill>
                <a:latin typeface="Aptos"/>
                <a:ea typeface="Aptos"/>
                <a:cs typeface="Aptos"/>
              </a:defRPr>
            </a:lvl9pPr>
          </a:lstStyle>
          <a:p xmlns:a="http://schemas.openxmlformats.org/drawingml/2006/main">
            <a:pPr algn="ctr">
              <a:buNone/>
              <a:defRPr sz="1500" b="1">
                <a:solidFill>
                  <a:srgbClr val="A8D88A"/>
                </a:solidFill>
                <a:latin typeface="Aptos"/>
                <a:ea typeface="Aptos"/>
                <a:cs typeface="Aptos"/>
              </a:defRPr>
            </a:pPr>
            <a:r>
              <a:rPr sz="1500" b="1">
                <a:solidFill>
                  <a:srgbClr val="A8D88A"/>
                </a:solidFill>
                <a:latin typeface="Aptos"/>
                <a:ea typeface="Aptos"/>
                <a:cs typeface="Aptos"/>
              </a:rPr>
              <a:t>firma Ed25519</a:t>
            </a:r>
          </a:p>
        </p:txBody>
      </p:sp>
      <p:sp>
        <p:nvSpPr>
          <p:cNvPr id="30" name="">
            <a:extLst xmlns:a="http://schemas.openxmlformats.org/drawingml/2006/main">
              <a:ext uri="{FF2B5EF4-FFF2-40B4-BE49-F238E27FC236}">
                <a16:creationId xmlns:a16="http://schemas.microsoft.com/office/drawing/2014/main" id="{AAEABA33-30F1-4D45-86EF-F2E51DBAB84A}"/>
              </a:ext>
            </a:extLst>
          </p:cNvPr>
          <p:cNvSpPr>
            <a:spLocks xmlns:a="http://schemas.openxmlformats.org/drawingml/2006/main" noGrp="1"/>
          </p:cNvSpPr>
          <p:nvPr/>
        </p:nvSpPr>
        <p:spPr>
          <a:xfrm xmlns:a="http://schemas.openxmlformats.org/drawingml/2006/main">
            <a:off x="952500" y="5657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La firma acompaña a los datos; no los convierte en texto secreto.</a:t>
            </a:r>
          </a:p>
        </p:txBody>
      </p:sp>
    </p:spTree>
    <p:extLst>
      <p:ext uri="{BB962C8B-B14F-4D97-AF65-F5344CB8AC3E}">
        <p14:creationId xmlns:p14="http://schemas.microsoft.com/office/powerpoint/2010/main" val="763439242"/>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616C0671-E3F5-48AA-9C15-30702264CD58}"/>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C63DF925-6176-48C1-BCDE-092CBACF086D}"/>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E2C2C8FB-4338-42E1-841E-2D295C3F76A9}"/>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Qué hace Ed25519 por dentro</a:t>
            </a:r>
          </a:p>
        </p:txBody>
      </p:sp>
      <p:sp>
        <p:nvSpPr>
          <p:cNvPr id="4" name="">
            <a:extLst xmlns:a="http://schemas.openxmlformats.org/drawingml/2006/main">
              <a:ext uri="{FF2B5EF4-FFF2-40B4-BE49-F238E27FC236}">
                <a16:creationId xmlns:a16="http://schemas.microsoft.com/office/drawing/2014/main" id="{34CBB86B-630D-4E26-85EA-444462F22DAC}"/>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080E5FDC-D3CC-4F37-AFE0-F2C88ED5C751}"/>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D0C000B-6D93-467E-888E-343A0993A4AA}"/>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07</a:t>
            </a:r>
          </a:p>
        </p:txBody>
      </p:sp>
      <p:sp>
        <p:nvSpPr>
          <p:cNvPr id="7" name="">
            <a:extLst xmlns:a="http://schemas.openxmlformats.org/drawingml/2006/main">
              <a:ext uri="{FF2B5EF4-FFF2-40B4-BE49-F238E27FC236}">
                <a16:creationId xmlns:a16="http://schemas.microsoft.com/office/drawing/2014/main" id="{B9898F85-5E6F-431B-B610-896B28371CE8}"/>
              </a:ext>
            </a:extLst>
          </p:cNvPr>
          <p:cNvSpPr>
            <a:spLocks xmlns:a="http://schemas.openxmlformats.org/drawingml/2006/main" noGrp="1"/>
          </p:cNvSpPr>
          <p:nvPr/>
        </p:nvSpPr>
        <p:spPr>
          <a:xfrm xmlns:a="http://schemas.openxmlformats.org/drawingml/2006/main">
            <a:off x="685800" y="1504950"/>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36276"/>
                </a:solidFill>
                <a:latin typeface="Aptos"/>
                <a:ea typeface="Aptos"/>
                <a:cs typeface="Aptos"/>
              </a:defRPr>
            </a:defPPr>
            <a:lvl1pPr algn="l">
              <a:buNone/>
              <a:defRPr sz="1575" b="0">
                <a:solidFill>
                  <a:srgbClr val="536276"/>
                </a:solidFill>
                <a:latin typeface="Aptos"/>
                <a:ea typeface="Aptos"/>
                <a:cs typeface="Aptos"/>
              </a:defRPr>
            </a:lvl1pPr>
            <a:lvl2pPr algn="l">
              <a:buNone/>
              <a:defRPr sz="1575" b="0">
                <a:solidFill>
                  <a:srgbClr val="536276"/>
                </a:solidFill>
                <a:latin typeface="Aptos"/>
                <a:ea typeface="Aptos"/>
                <a:cs typeface="Aptos"/>
              </a:defRPr>
            </a:lvl2pPr>
            <a:lvl3pPr algn="l">
              <a:buNone/>
              <a:defRPr sz="1575" b="0">
                <a:solidFill>
                  <a:srgbClr val="536276"/>
                </a:solidFill>
                <a:latin typeface="Aptos"/>
                <a:ea typeface="Aptos"/>
                <a:cs typeface="Aptos"/>
              </a:defRPr>
            </a:lvl3pPr>
            <a:lvl4pPr algn="l">
              <a:buNone/>
              <a:defRPr sz="1575" b="0">
                <a:solidFill>
                  <a:srgbClr val="536276"/>
                </a:solidFill>
                <a:latin typeface="Aptos"/>
                <a:ea typeface="Aptos"/>
                <a:cs typeface="Aptos"/>
              </a:defRPr>
            </a:lvl4pPr>
            <a:lvl5pPr algn="l">
              <a:buNone/>
              <a:defRPr sz="1575" b="0">
                <a:solidFill>
                  <a:srgbClr val="536276"/>
                </a:solidFill>
                <a:latin typeface="Aptos"/>
                <a:ea typeface="Aptos"/>
                <a:cs typeface="Aptos"/>
              </a:defRPr>
            </a:lvl5pPr>
            <a:lvl6pPr algn="l">
              <a:buNone/>
              <a:defRPr sz="1575" b="0">
                <a:solidFill>
                  <a:srgbClr val="536276"/>
                </a:solidFill>
                <a:latin typeface="Aptos"/>
                <a:ea typeface="Aptos"/>
                <a:cs typeface="Aptos"/>
              </a:defRPr>
            </a:lvl6pPr>
            <a:lvl7pPr algn="l">
              <a:buNone/>
              <a:defRPr sz="1575" b="0">
                <a:solidFill>
                  <a:srgbClr val="536276"/>
                </a:solidFill>
                <a:latin typeface="Aptos"/>
                <a:ea typeface="Aptos"/>
                <a:cs typeface="Aptos"/>
              </a:defRPr>
            </a:lvl7pPr>
            <a:lvl8pPr algn="l">
              <a:buNone/>
              <a:defRPr sz="1575" b="0">
                <a:solidFill>
                  <a:srgbClr val="536276"/>
                </a:solidFill>
                <a:latin typeface="Aptos"/>
                <a:ea typeface="Aptos"/>
                <a:cs typeface="Aptos"/>
              </a:defRPr>
            </a:lvl8pPr>
            <a:lvl9pPr algn="l">
              <a:buNone/>
              <a:defRPr sz="1575" b="0">
                <a:solidFill>
                  <a:srgbClr val="536276"/>
                </a:solidFill>
                <a:latin typeface="Aptos"/>
                <a:ea typeface="Aptos"/>
                <a:cs typeface="Aptos"/>
              </a:defRPr>
            </a:lvl9pPr>
          </a:lstStyle>
          <a:p xmlns:a="http://schemas.openxmlformats.org/drawingml/2006/main">
            <a:pPr algn="l">
              <a:buNone/>
              <a:defRPr sz="1575" b="0">
                <a:solidFill>
                  <a:srgbClr val="536276"/>
                </a:solidFill>
                <a:latin typeface="Aptos"/>
                <a:ea typeface="Aptos"/>
                <a:cs typeface="Aptos"/>
              </a:defRPr>
            </a:pPr>
            <a:r>
              <a:rPr sz="1575" b="0">
                <a:solidFill>
                  <a:srgbClr val="536276"/>
                </a:solidFill>
                <a:latin typeface="Aptos"/>
                <a:ea typeface="Aptos"/>
                <a:cs typeface="Aptos"/>
              </a:rPr>
              <a:t>La firma contiene dos valores que el verificador puede comprobar: R y S.</a:t>
            </a:r>
          </a:p>
        </p:txBody>
      </p:sp>
      <p:sp>
        <p:nvSpPr>
          <p:cNvPr id="8" name="">
            <a:extLst xmlns:a="http://schemas.openxmlformats.org/drawingml/2006/main">
              <a:ext uri="{FF2B5EF4-FFF2-40B4-BE49-F238E27FC236}">
                <a16:creationId xmlns:a16="http://schemas.microsoft.com/office/drawing/2014/main" id="{6AB4F60C-A0C5-4DEE-90F3-2342B9F1325F}"/>
              </a:ext>
            </a:extLst>
          </p:cNvPr>
          <p:cNvSpPr>
            <a:spLocks xmlns:a="http://schemas.openxmlformats.org/drawingml/2006/main" noGrp="1"/>
          </p:cNvSpPr>
          <p:nvPr/>
        </p:nvSpPr>
        <p:spPr>
          <a:xfrm xmlns:a="http://schemas.openxmlformats.org/drawingml/2006/main">
            <a:off x="609600" y="1952625"/>
            <a:ext cx="723900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DCE3ED"/>
            </a:solidFill>
            <a:prstDash val="solid"/>
          </a:ln>
        </p:spPr>
      </p:sp>
      <p:sp>
        <p:nvSpPr>
          <p:cNvPr id="9" name="">
            <a:extLst xmlns:a="http://schemas.openxmlformats.org/drawingml/2006/main">
              <a:ext uri="{FF2B5EF4-FFF2-40B4-BE49-F238E27FC236}">
                <a16:creationId xmlns:a16="http://schemas.microsoft.com/office/drawing/2014/main" id="{FC328ACA-DFEA-4582-AFC5-AE1328F7DA6F}"/>
              </a:ext>
            </a:extLst>
          </p:cNvPr>
          <p:cNvSpPr>
            <a:spLocks xmlns:a="http://schemas.openxmlformats.org/drawingml/2006/main" noGrp="1"/>
          </p:cNvSpPr>
          <p:nvPr/>
        </p:nvSpPr>
        <p:spPr>
          <a:xfrm xmlns:a="http://schemas.openxmlformats.org/drawingml/2006/main">
            <a:off x="609600" y="1952625"/>
            <a:ext cx="7239000" cy="1143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C1276F9-3E9F-4D6C-823C-833158A55DE9}"/>
              </a:ext>
            </a:extLst>
          </p:cNvPr>
          <p:cNvSpPr>
            <a:spLocks xmlns:a="http://schemas.openxmlformats.org/drawingml/2006/main" noGrp="1"/>
          </p:cNvSpPr>
          <p:nvPr/>
        </p:nvSpPr>
        <p:spPr>
          <a:xfrm xmlns:a="http://schemas.openxmlformats.org/drawingml/2006/main">
            <a:off x="838200" y="2095500"/>
            <a:ext cx="671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172554"/>
                </a:solidFill>
                <a:latin typeface="Aptos"/>
                <a:ea typeface="Aptos"/>
                <a:cs typeface="Aptos"/>
              </a:defRPr>
            </a:defPPr>
            <a:lvl1pPr algn="l">
              <a:buNone/>
              <a:defRPr sz="1275" b="1">
                <a:solidFill>
                  <a:srgbClr val="172554"/>
                </a:solidFill>
                <a:latin typeface="Aptos"/>
                <a:ea typeface="Aptos"/>
                <a:cs typeface="Aptos"/>
              </a:defRPr>
            </a:lvl1pPr>
            <a:lvl2pPr algn="l">
              <a:buNone/>
              <a:defRPr sz="1275" b="1">
                <a:solidFill>
                  <a:srgbClr val="172554"/>
                </a:solidFill>
                <a:latin typeface="Aptos"/>
                <a:ea typeface="Aptos"/>
                <a:cs typeface="Aptos"/>
              </a:defRPr>
            </a:lvl2pPr>
            <a:lvl3pPr algn="l">
              <a:buNone/>
              <a:defRPr sz="1275" b="1">
                <a:solidFill>
                  <a:srgbClr val="172554"/>
                </a:solidFill>
                <a:latin typeface="Aptos"/>
                <a:ea typeface="Aptos"/>
                <a:cs typeface="Aptos"/>
              </a:defRPr>
            </a:lvl3pPr>
            <a:lvl4pPr algn="l">
              <a:buNone/>
              <a:defRPr sz="1275" b="1">
                <a:solidFill>
                  <a:srgbClr val="172554"/>
                </a:solidFill>
                <a:latin typeface="Aptos"/>
                <a:ea typeface="Aptos"/>
                <a:cs typeface="Aptos"/>
              </a:defRPr>
            </a:lvl4pPr>
            <a:lvl5pPr algn="l">
              <a:buNone/>
              <a:defRPr sz="1275" b="1">
                <a:solidFill>
                  <a:srgbClr val="172554"/>
                </a:solidFill>
                <a:latin typeface="Aptos"/>
                <a:ea typeface="Aptos"/>
                <a:cs typeface="Aptos"/>
              </a:defRPr>
            </a:lvl5pPr>
            <a:lvl6pPr algn="l">
              <a:buNone/>
              <a:defRPr sz="1275" b="1">
                <a:solidFill>
                  <a:srgbClr val="172554"/>
                </a:solidFill>
                <a:latin typeface="Aptos"/>
                <a:ea typeface="Aptos"/>
                <a:cs typeface="Aptos"/>
              </a:defRPr>
            </a:lvl6pPr>
            <a:lvl7pPr algn="l">
              <a:buNone/>
              <a:defRPr sz="1275" b="1">
                <a:solidFill>
                  <a:srgbClr val="172554"/>
                </a:solidFill>
                <a:latin typeface="Aptos"/>
                <a:ea typeface="Aptos"/>
                <a:cs typeface="Aptos"/>
              </a:defRPr>
            </a:lvl7pPr>
            <a:lvl8pPr algn="l">
              <a:buNone/>
              <a:defRPr sz="1275" b="1">
                <a:solidFill>
                  <a:srgbClr val="172554"/>
                </a:solidFill>
                <a:latin typeface="Aptos"/>
                <a:ea typeface="Aptos"/>
                <a:cs typeface="Aptos"/>
              </a:defRPr>
            </a:lvl8pPr>
            <a:lvl9pPr algn="l">
              <a:buNone/>
              <a:defRPr sz="1275" b="1">
                <a:solidFill>
                  <a:srgbClr val="172554"/>
                </a:solidFill>
                <a:latin typeface="Aptos"/>
                <a:ea typeface="Aptos"/>
                <a:cs typeface="Aptos"/>
              </a:defRPr>
            </a:lvl9pPr>
          </a:lstStyle>
          <a:p xmlns:a="http://schemas.openxmlformats.org/drawingml/2006/main">
            <a:pPr algn="l">
              <a:buNone/>
              <a:defRPr sz="1275" b="1">
                <a:solidFill>
                  <a:srgbClr val="172554"/>
                </a:solidFill>
                <a:latin typeface="Aptos"/>
                <a:ea typeface="Aptos"/>
                <a:cs typeface="Aptos"/>
              </a:defRPr>
            </a:pPr>
            <a:r>
              <a:rPr sz="1275" b="1">
                <a:solidFill>
                  <a:srgbClr val="172554"/>
                </a:solidFill>
                <a:latin typeface="Aptos"/>
                <a:ea typeface="Aptos"/>
                <a:cs typeface="Aptos"/>
              </a:rPr>
              <a:t>1 · FIRMAR  |  la clave privada a permanece secreta</a:t>
            </a:r>
          </a:p>
        </p:txBody>
      </p:sp>
      <p:sp>
        <p:nvSpPr>
          <p:cNvPr id="11" name="">
            <a:extLst xmlns:a="http://schemas.openxmlformats.org/drawingml/2006/main">
              <a:ext uri="{FF2B5EF4-FFF2-40B4-BE49-F238E27FC236}">
                <a16:creationId xmlns:a16="http://schemas.microsoft.com/office/drawing/2014/main" id="{5B761A5B-2794-4A5E-B4B9-72A00F0A4D80}"/>
              </a:ext>
            </a:extLst>
          </p:cNvPr>
          <p:cNvSpPr>
            <a:spLocks xmlns:a="http://schemas.openxmlformats.org/drawingml/2006/main" noGrp="1"/>
          </p:cNvSpPr>
          <p:nvPr/>
        </p:nvSpPr>
        <p:spPr>
          <a:xfrm xmlns:a="http://schemas.openxmlformats.org/drawingml/2006/main">
            <a:off x="895350" y="2476500"/>
            <a:ext cx="6543675" cy="419100"/>
          </a:xfrm>
          <a:prstGeom xmlns:a="http://schemas.openxmlformats.org/drawingml/2006/main" prst="roundRect">
            <a:avLst>
              <a:gd name="adj" fmla="val 18182"/>
            </a:avLst>
          </a:prstGeom>
          <a:solidFill xmlns:a="http://schemas.openxmlformats.org/drawingml/2006/main">
            <a:srgbClr val="E8E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CB80E7F-D2E7-4686-AE9B-4E226D34870D}"/>
              </a:ext>
            </a:extLst>
          </p:cNvPr>
          <p:cNvSpPr>
            <a:spLocks xmlns:a="http://schemas.openxmlformats.org/drawingml/2006/main" noGrp="1"/>
          </p:cNvSpPr>
          <p:nvPr/>
        </p:nvSpPr>
        <p:spPr>
          <a:xfrm xmlns:a="http://schemas.openxmlformats.org/drawingml/2006/main">
            <a:off x="1028700" y="2543175"/>
            <a:ext cx="6238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846A0"/>
                </a:solidFill>
                <a:latin typeface="Aptos"/>
                <a:ea typeface="Aptos"/>
                <a:cs typeface="Aptos"/>
              </a:defRPr>
            </a:defPPr>
            <a:lvl1pPr algn="ctr">
              <a:buNone/>
              <a:defRPr sz="1275" b="1">
                <a:solidFill>
                  <a:srgbClr val="2846A0"/>
                </a:solidFill>
                <a:latin typeface="Aptos"/>
                <a:ea typeface="Aptos"/>
                <a:cs typeface="Aptos"/>
              </a:defRPr>
            </a:lvl1pPr>
            <a:lvl2pPr algn="ctr">
              <a:buNone/>
              <a:defRPr sz="1275" b="1">
                <a:solidFill>
                  <a:srgbClr val="2846A0"/>
                </a:solidFill>
                <a:latin typeface="Aptos"/>
                <a:ea typeface="Aptos"/>
                <a:cs typeface="Aptos"/>
              </a:defRPr>
            </a:lvl2pPr>
            <a:lvl3pPr algn="ctr">
              <a:buNone/>
              <a:defRPr sz="1275" b="1">
                <a:solidFill>
                  <a:srgbClr val="2846A0"/>
                </a:solidFill>
                <a:latin typeface="Aptos"/>
                <a:ea typeface="Aptos"/>
                <a:cs typeface="Aptos"/>
              </a:defRPr>
            </a:lvl3pPr>
            <a:lvl4pPr algn="ctr">
              <a:buNone/>
              <a:defRPr sz="1275" b="1">
                <a:solidFill>
                  <a:srgbClr val="2846A0"/>
                </a:solidFill>
                <a:latin typeface="Aptos"/>
                <a:ea typeface="Aptos"/>
                <a:cs typeface="Aptos"/>
              </a:defRPr>
            </a:lvl4pPr>
            <a:lvl5pPr algn="ctr">
              <a:buNone/>
              <a:defRPr sz="1275" b="1">
                <a:solidFill>
                  <a:srgbClr val="2846A0"/>
                </a:solidFill>
                <a:latin typeface="Aptos"/>
                <a:ea typeface="Aptos"/>
                <a:cs typeface="Aptos"/>
              </a:defRPr>
            </a:lvl5pPr>
            <a:lvl6pPr algn="ctr">
              <a:buNone/>
              <a:defRPr sz="1275" b="1">
                <a:solidFill>
                  <a:srgbClr val="2846A0"/>
                </a:solidFill>
                <a:latin typeface="Aptos"/>
                <a:ea typeface="Aptos"/>
                <a:cs typeface="Aptos"/>
              </a:defRPr>
            </a:lvl6pPr>
            <a:lvl7pPr algn="ctr">
              <a:buNone/>
              <a:defRPr sz="1275" b="1">
                <a:solidFill>
                  <a:srgbClr val="2846A0"/>
                </a:solidFill>
                <a:latin typeface="Aptos"/>
                <a:ea typeface="Aptos"/>
                <a:cs typeface="Aptos"/>
              </a:defRPr>
            </a:lvl7pPr>
            <a:lvl8pPr algn="ctr">
              <a:buNone/>
              <a:defRPr sz="1275" b="1">
                <a:solidFill>
                  <a:srgbClr val="2846A0"/>
                </a:solidFill>
                <a:latin typeface="Aptos"/>
                <a:ea typeface="Aptos"/>
                <a:cs typeface="Aptos"/>
              </a:defRPr>
            </a:lvl8pPr>
            <a:lvl9pPr algn="ctr">
              <a:buNone/>
              <a:defRPr sz="1275" b="1">
                <a:solidFill>
                  <a:srgbClr val="2846A0"/>
                </a:solidFill>
                <a:latin typeface="Aptos"/>
                <a:ea typeface="Aptos"/>
                <a:cs typeface="Aptos"/>
              </a:defRPr>
            </a:lvl9pPr>
          </a:lstStyle>
          <a:p xmlns:a="http://schemas.openxmlformats.org/drawingml/2006/main">
            <a:pPr algn="ctr">
              <a:buNone/>
              <a:defRPr sz="1275" b="1">
                <a:solidFill>
                  <a:srgbClr val="2846A0"/>
                </a:solidFill>
                <a:latin typeface="Aptos"/>
                <a:ea typeface="Aptos"/>
                <a:cs typeface="Aptos"/>
              </a:defRPr>
            </a:pPr>
            <a:r>
              <a:rPr sz="1275" b="1">
                <a:solidFill>
                  <a:srgbClr val="2846A0"/>
                </a:solidFill>
                <a:latin typeface="Aptos"/>
                <a:ea typeface="Aptos"/>
                <a:cs typeface="Aptos"/>
              </a:rPr>
              <a:t>a (secreto)  ×  B (punto base)   →   A (clave pública)</a:t>
            </a:r>
          </a:p>
        </p:txBody>
      </p:sp>
      <p:sp>
        <p:nvSpPr>
          <p:cNvPr id="13" name="">
            <a:extLst xmlns:a="http://schemas.openxmlformats.org/drawingml/2006/main">
              <a:ext uri="{FF2B5EF4-FFF2-40B4-BE49-F238E27FC236}">
                <a16:creationId xmlns:a16="http://schemas.microsoft.com/office/drawing/2014/main" id="{C8516711-0FAF-4EBF-A8DB-D46D9F766049}"/>
              </a:ext>
            </a:extLst>
          </p:cNvPr>
          <p:cNvSpPr>
            <a:spLocks xmlns:a="http://schemas.openxmlformats.org/drawingml/2006/main" noGrp="1"/>
          </p:cNvSpPr>
          <p:nvPr/>
        </p:nvSpPr>
        <p:spPr>
          <a:xfrm xmlns:a="http://schemas.openxmlformats.org/drawingml/2006/main">
            <a:off x="1000125" y="2924175"/>
            <a:ext cx="6334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536276"/>
                </a:solidFill>
                <a:latin typeface="Aptos"/>
                <a:ea typeface="Aptos"/>
                <a:cs typeface="Aptos"/>
              </a:defRPr>
            </a:defPPr>
            <a:lvl1pPr algn="ctr">
              <a:buNone/>
              <a:defRPr sz="1050" b="0">
                <a:solidFill>
                  <a:srgbClr val="536276"/>
                </a:solidFill>
                <a:latin typeface="Aptos"/>
                <a:ea typeface="Aptos"/>
                <a:cs typeface="Aptos"/>
              </a:defRPr>
            </a:lvl1pPr>
            <a:lvl2pPr algn="ctr">
              <a:buNone/>
              <a:defRPr sz="1050" b="0">
                <a:solidFill>
                  <a:srgbClr val="536276"/>
                </a:solidFill>
                <a:latin typeface="Aptos"/>
                <a:ea typeface="Aptos"/>
                <a:cs typeface="Aptos"/>
              </a:defRPr>
            </a:lvl2pPr>
            <a:lvl3pPr algn="ctr">
              <a:buNone/>
              <a:defRPr sz="1050" b="0">
                <a:solidFill>
                  <a:srgbClr val="536276"/>
                </a:solidFill>
                <a:latin typeface="Aptos"/>
                <a:ea typeface="Aptos"/>
                <a:cs typeface="Aptos"/>
              </a:defRPr>
            </a:lvl3pPr>
            <a:lvl4pPr algn="ctr">
              <a:buNone/>
              <a:defRPr sz="1050" b="0">
                <a:solidFill>
                  <a:srgbClr val="536276"/>
                </a:solidFill>
                <a:latin typeface="Aptos"/>
                <a:ea typeface="Aptos"/>
                <a:cs typeface="Aptos"/>
              </a:defRPr>
            </a:lvl4pPr>
            <a:lvl5pPr algn="ctr">
              <a:buNone/>
              <a:defRPr sz="1050" b="0">
                <a:solidFill>
                  <a:srgbClr val="536276"/>
                </a:solidFill>
                <a:latin typeface="Aptos"/>
                <a:ea typeface="Aptos"/>
                <a:cs typeface="Aptos"/>
              </a:defRPr>
            </a:lvl5pPr>
            <a:lvl6pPr algn="ctr">
              <a:buNone/>
              <a:defRPr sz="1050" b="0">
                <a:solidFill>
                  <a:srgbClr val="536276"/>
                </a:solidFill>
                <a:latin typeface="Aptos"/>
                <a:ea typeface="Aptos"/>
                <a:cs typeface="Aptos"/>
              </a:defRPr>
            </a:lvl6pPr>
            <a:lvl7pPr algn="ctr">
              <a:buNone/>
              <a:defRPr sz="1050" b="0">
                <a:solidFill>
                  <a:srgbClr val="536276"/>
                </a:solidFill>
                <a:latin typeface="Aptos"/>
                <a:ea typeface="Aptos"/>
                <a:cs typeface="Aptos"/>
              </a:defRPr>
            </a:lvl7pPr>
            <a:lvl8pPr algn="ctr">
              <a:buNone/>
              <a:defRPr sz="1050" b="0">
                <a:solidFill>
                  <a:srgbClr val="536276"/>
                </a:solidFill>
                <a:latin typeface="Aptos"/>
                <a:ea typeface="Aptos"/>
                <a:cs typeface="Aptos"/>
              </a:defRPr>
            </a:lvl8pPr>
            <a:lvl9pPr algn="ctr">
              <a:buNone/>
              <a:defRPr sz="1050" b="0">
                <a:solidFill>
                  <a:srgbClr val="536276"/>
                </a:solidFill>
                <a:latin typeface="Aptos"/>
                <a:ea typeface="Aptos"/>
                <a:cs typeface="Aptos"/>
              </a:defRPr>
            </a:lvl9pPr>
          </a:lstStyle>
          <a:p xmlns:a="http://schemas.openxmlformats.org/drawingml/2006/main">
            <a:pPr algn="ctr">
              <a:buNone/>
              <a:defRPr sz="1050" b="0">
                <a:solidFill>
                  <a:srgbClr val="536276"/>
                </a:solidFill>
                <a:latin typeface="Aptos"/>
                <a:ea typeface="Aptos"/>
                <a:cs typeface="Aptos"/>
              </a:defRPr>
            </a:pPr>
            <a:r>
              <a:rPr sz="1050" b="0">
                <a:solidFill>
                  <a:srgbClr val="536276"/>
                </a:solidFill>
                <a:latin typeface="Aptos"/>
                <a:ea typeface="Aptos"/>
                <a:cs typeface="Aptos"/>
              </a:rPr>
              <a:t>La clave pública A se comparte; la clave privada a se guarda.</a:t>
            </a:r>
          </a:p>
        </p:txBody>
      </p:sp>
      <p:sp>
        <p:nvSpPr>
          <p:cNvPr id="14" name="">
            <a:extLst xmlns:a="http://schemas.openxmlformats.org/drawingml/2006/main">
              <a:ext uri="{FF2B5EF4-FFF2-40B4-BE49-F238E27FC236}">
                <a16:creationId xmlns:a16="http://schemas.microsoft.com/office/drawing/2014/main" id="{815DC83D-AF2E-466D-8AAA-E6C75C558C09}"/>
              </a:ext>
            </a:extLst>
          </p:cNvPr>
          <p:cNvSpPr>
            <a:spLocks xmlns:a="http://schemas.openxmlformats.org/drawingml/2006/main" noGrp="1"/>
          </p:cNvSpPr>
          <p:nvPr/>
        </p:nvSpPr>
        <p:spPr>
          <a:xfrm xmlns:a="http://schemas.openxmlformats.org/drawingml/2006/main">
            <a:off x="866775" y="3219450"/>
            <a:ext cx="1352550"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BF60F52-B6AA-433A-B800-4BE16C88CBAA}"/>
              </a:ext>
            </a:extLst>
          </p:cNvPr>
          <p:cNvSpPr>
            <a:spLocks xmlns:a="http://schemas.openxmlformats.org/drawingml/2006/main" noGrp="1"/>
          </p:cNvSpPr>
          <p:nvPr/>
        </p:nvSpPr>
        <p:spPr>
          <a:xfrm xmlns:a="http://schemas.openxmlformats.org/drawingml/2006/main">
            <a:off x="914400" y="32575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prefix + M</a:t>
            </a:r>
          </a:p>
        </p:txBody>
      </p:sp>
      <p:sp>
        <p:nvSpPr>
          <p:cNvPr id="16" name="">
            <a:extLst xmlns:a="http://schemas.openxmlformats.org/drawingml/2006/main">
              <a:ext uri="{FF2B5EF4-FFF2-40B4-BE49-F238E27FC236}">
                <a16:creationId xmlns:a16="http://schemas.microsoft.com/office/drawing/2014/main" id="{8F41A0EA-674A-46D2-AD5E-CA3930350C4D}"/>
              </a:ext>
            </a:extLst>
          </p:cNvPr>
          <p:cNvSpPr>
            <a:spLocks xmlns:a="http://schemas.openxmlformats.org/drawingml/2006/main" noGrp="1"/>
          </p:cNvSpPr>
          <p:nvPr/>
        </p:nvSpPr>
        <p:spPr>
          <a:xfrm xmlns:a="http://schemas.openxmlformats.org/drawingml/2006/main">
            <a:off x="914400" y="3486150"/>
            <a:ext cx="125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secreto + mensaje</a:t>
            </a:r>
          </a:p>
        </p:txBody>
      </p:sp>
      <p:sp>
        <p:nvSpPr>
          <p:cNvPr id="17" name="">
            <a:extLst xmlns:a="http://schemas.openxmlformats.org/drawingml/2006/main">
              <a:ext uri="{FF2B5EF4-FFF2-40B4-BE49-F238E27FC236}">
                <a16:creationId xmlns:a16="http://schemas.microsoft.com/office/drawing/2014/main" id="{90D30671-177A-4F8A-A462-7B53CBAE26F6}"/>
              </a:ext>
            </a:extLst>
          </p:cNvPr>
          <p:cNvSpPr>
            <a:spLocks xmlns:a="http://schemas.openxmlformats.org/drawingml/2006/main" noGrp="1"/>
          </p:cNvSpPr>
          <p:nvPr/>
        </p:nvSpPr>
        <p:spPr>
          <a:xfrm xmlns:a="http://schemas.openxmlformats.org/drawingml/2006/main">
            <a:off x="2257425" y="3352800"/>
            <a:ext cx="266700" cy="1905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1D57096-573C-43BE-B062-2E88329C39E8}"/>
              </a:ext>
            </a:extLst>
          </p:cNvPr>
          <p:cNvSpPr>
            <a:spLocks xmlns:a="http://schemas.openxmlformats.org/drawingml/2006/main" noGrp="1"/>
          </p:cNvSpPr>
          <p:nvPr/>
        </p:nvSpPr>
        <p:spPr>
          <a:xfrm xmlns:a="http://schemas.openxmlformats.org/drawingml/2006/main">
            <a:off x="2590800" y="3219450"/>
            <a:ext cx="1190625" cy="476250"/>
          </a:xfrm>
          <a:prstGeom xmlns:a="http://schemas.openxmlformats.org/drawingml/2006/main" prst="roundRect">
            <a:avLst>
              <a:gd name="adj" fmla="val 16000"/>
            </a:avLst>
          </a:prstGeom>
          <a:solidFill xmlns:a="http://schemas.openxmlformats.org/drawingml/2006/main">
            <a:srgbClr val="D9F5F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720A1AF-689D-4130-A9F6-726D85E8A7E3}"/>
              </a:ext>
            </a:extLst>
          </p:cNvPr>
          <p:cNvSpPr>
            <a:spLocks xmlns:a="http://schemas.openxmlformats.org/drawingml/2006/main" noGrp="1"/>
          </p:cNvSpPr>
          <p:nvPr/>
        </p:nvSpPr>
        <p:spPr>
          <a:xfrm xmlns:a="http://schemas.openxmlformats.org/drawingml/2006/main">
            <a:off x="2638425" y="325755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SHA-512</a:t>
            </a:r>
          </a:p>
        </p:txBody>
      </p:sp>
      <p:sp>
        <p:nvSpPr>
          <p:cNvPr id="20" name="">
            <a:extLst xmlns:a="http://schemas.openxmlformats.org/drawingml/2006/main">
              <a:ext uri="{FF2B5EF4-FFF2-40B4-BE49-F238E27FC236}">
                <a16:creationId xmlns:a16="http://schemas.microsoft.com/office/drawing/2014/main" id="{85A1557D-78D6-4001-8515-E1CF10D96E42}"/>
              </a:ext>
            </a:extLst>
          </p:cNvPr>
          <p:cNvSpPr>
            <a:spLocks xmlns:a="http://schemas.openxmlformats.org/drawingml/2006/main" noGrp="1"/>
          </p:cNvSpPr>
          <p:nvPr/>
        </p:nvSpPr>
        <p:spPr>
          <a:xfrm xmlns:a="http://schemas.openxmlformats.org/drawingml/2006/main">
            <a:off x="2638425" y="3486150"/>
            <a:ext cx="1095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combina los bytes</a:t>
            </a:r>
          </a:p>
        </p:txBody>
      </p:sp>
      <p:sp>
        <p:nvSpPr>
          <p:cNvPr id="21" name="">
            <a:extLst xmlns:a="http://schemas.openxmlformats.org/drawingml/2006/main">
              <a:ext uri="{FF2B5EF4-FFF2-40B4-BE49-F238E27FC236}">
                <a16:creationId xmlns:a16="http://schemas.microsoft.com/office/drawing/2014/main" id="{8AC9A5A9-7D0B-444D-82D1-B847DB2686D5}"/>
              </a:ext>
            </a:extLst>
          </p:cNvPr>
          <p:cNvSpPr>
            <a:spLocks xmlns:a="http://schemas.openxmlformats.org/drawingml/2006/main" noGrp="1"/>
          </p:cNvSpPr>
          <p:nvPr/>
        </p:nvSpPr>
        <p:spPr>
          <a:xfrm xmlns:a="http://schemas.openxmlformats.org/drawingml/2006/main">
            <a:off x="3819525" y="3352800"/>
            <a:ext cx="266700" cy="1905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4E16BF9-9F87-45DB-8837-905C04B15F4E}"/>
              </a:ext>
            </a:extLst>
          </p:cNvPr>
          <p:cNvSpPr>
            <a:spLocks xmlns:a="http://schemas.openxmlformats.org/drawingml/2006/main" noGrp="1"/>
          </p:cNvSpPr>
          <p:nvPr/>
        </p:nvSpPr>
        <p:spPr>
          <a:xfrm xmlns:a="http://schemas.openxmlformats.org/drawingml/2006/main">
            <a:off x="4143375" y="3219450"/>
            <a:ext cx="1257300" cy="476250"/>
          </a:xfrm>
          <a:prstGeom xmlns:a="http://schemas.openxmlformats.org/drawingml/2006/main" prst="roundRect">
            <a:avLst>
              <a:gd name="adj" fmla="val 16000"/>
            </a:avLst>
          </a:prstGeom>
          <a:solidFill xmlns:a="http://schemas.openxmlformats.org/drawingml/2006/main">
            <a:srgbClr val="FFF2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E1A1F5C-D4D2-42AA-90ED-1D3EE934BF60}"/>
              </a:ext>
            </a:extLst>
          </p:cNvPr>
          <p:cNvSpPr>
            <a:spLocks xmlns:a="http://schemas.openxmlformats.org/drawingml/2006/main" noGrp="1"/>
          </p:cNvSpPr>
          <p:nvPr/>
        </p:nvSpPr>
        <p:spPr>
          <a:xfrm xmlns:a="http://schemas.openxmlformats.org/drawingml/2006/main">
            <a:off x="4191000" y="325755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mod L → r</a:t>
            </a:r>
          </a:p>
        </p:txBody>
      </p:sp>
      <p:sp>
        <p:nvSpPr>
          <p:cNvPr id="24" name="">
            <a:extLst xmlns:a="http://schemas.openxmlformats.org/drawingml/2006/main">
              <a:ext uri="{FF2B5EF4-FFF2-40B4-BE49-F238E27FC236}">
                <a16:creationId xmlns:a16="http://schemas.microsoft.com/office/drawing/2014/main" id="{AB4C4E9D-F2C7-4E73-BF0A-491A9609A430}"/>
              </a:ext>
            </a:extLst>
          </p:cNvPr>
          <p:cNvSpPr>
            <a:spLocks xmlns:a="http://schemas.openxmlformats.org/drawingml/2006/main" noGrp="1"/>
          </p:cNvSpPr>
          <p:nvPr/>
        </p:nvSpPr>
        <p:spPr>
          <a:xfrm xmlns:a="http://schemas.openxmlformats.org/drawingml/2006/main">
            <a:off x="4191000" y="348615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valor único para este mensaje</a:t>
            </a:r>
          </a:p>
        </p:txBody>
      </p:sp>
      <p:sp>
        <p:nvSpPr>
          <p:cNvPr id="25" name="">
            <a:extLst xmlns:a="http://schemas.openxmlformats.org/drawingml/2006/main">
              <a:ext uri="{FF2B5EF4-FFF2-40B4-BE49-F238E27FC236}">
                <a16:creationId xmlns:a16="http://schemas.microsoft.com/office/drawing/2014/main" id="{896EDBC2-A1BD-4B96-99BC-1D10AE23032B}"/>
              </a:ext>
            </a:extLst>
          </p:cNvPr>
          <p:cNvSpPr>
            <a:spLocks xmlns:a="http://schemas.openxmlformats.org/drawingml/2006/main" noGrp="1"/>
          </p:cNvSpPr>
          <p:nvPr/>
        </p:nvSpPr>
        <p:spPr>
          <a:xfrm xmlns:a="http://schemas.openxmlformats.org/drawingml/2006/main">
            <a:off x="5438775" y="3352800"/>
            <a:ext cx="266700" cy="1905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EB0F557-3E05-4C65-B7E5-517C37AB603F}"/>
              </a:ext>
            </a:extLst>
          </p:cNvPr>
          <p:cNvSpPr>
            <a:spLocks xmlns:a="http://schemas.openxmlformats.org/drawingml/2006/main" noGrp="1"/>
          </p:cNvSpPr>
          <p:nvPr/>
        </p:nvSpPr>
        <p:spPr>
          <a:xfrm xmlns:a="http://schemas.openxmlformats.org/drawingml/2006/main">
            <a:off x="5743575" y="3219450"/>
            <a:ext cx="1666875"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E66981A-CFC7-4300-96E9-FC2250E51EC5}"/>
              </a:ext>
            </a:extLst>
          </p:cNvPr>
          <p:cNvSpPr>
            <a:spLocks xmlns:a="http://schemas.openxmlformats.org/drawingml/2006/main" noGrp="1"/>
          </p:cNvSpPr>
          <p:nvPr/>
        </p:nvSpPr>
        <p:spPr>
          <a:xfrm xmlns:a="http://schemas.openxmlformats.org/drawingml/2006/main">
            <a:off x="5791200" y="325755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R = r · B</a:t>
            </a:r>
          </a:p>
        </p:txBody>
      </p:sp>
      <p:sp>
        <p:nvSpPr>
          <p:cNvPr id="28" name="">
            <a:extLst xmlns:a="http://schemas.openxmlformats.org/drawingml/2006/main">
              <a:ext uri="{FF2B5EF4-FFF2-40B4-BE49-F238E27FC236}">
                <a16:creationId xmlns:a16="http://schemas.microsoft.com/office/drawing/2014/main" id="{383CCC69-16FA-4B21-B5F7-FAEA57C43EF7}"/>
              </a:ext>
            </a:extLst>
          </p:cNvPr>
          <p:cNvSpPr>
            <a:spLocks xmlns:a="http://schemas.openxmlformats.org/drawingml/2006/main" noGrp="1"/>
          </p:cNvSpPr>
          <p:nvPr/>
        </p:nvSpPr>
        <p:spPr>
          <a:xfrm xmlns:a="http://schemas.openxmlformats.org/drawingml/2006/main">
            <a:off x="5791200" y="34861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punto de la firma</a:t>
            </a:r>
          </a:p>
        </p:txBody>
      </p:sp>
      <p:sp>
        <p:nvSpPr>
          <p:cNvPr id="29" name="">
            <a:extLst xmlns:a="http://schemas.openxmlformats.org/drawingml/2006/main">
              <a:ext uri="{FF2B5EF4-FFF2-40B4-BE49-F238E27FC236}">
                <a16:creationId xmlns:a16="http://schemas.microsoft.com/office/drawing/2014/main" id="{8F94BE5C-2CEE-47B9-AB8E-AD8F527B44DB}"/>
              </a:ext>
            </a:extLst>
          </p:cNvPr>
          <p:cNvSpPr>
            <a:spLocks xmlns:a="http://schemas.openxmlformats.org/drawingml/2006/main" noGrp="1"/>
          </p:cNvSpPr>
          <p:nvPr/>
        </p:nvSpPr>
        <p:spPr>
          <a:xfrm xmlns:a="http://schemas.openxmlformats.org/drawingml/2006/main">
            <a:off x="885825" y="3848100"/>
            <a:ext cx="1371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2846A0"/>
                </a:solidFill>
                <a:latin typeface="Aptos"/>
                <a:ea typeface="Aptos"/>
                <a:cs typeface="Aptos"/>
              </a:defRPr>
            </a:defPPr>
            <a:lvl1pPr algn="ctr">
              <a:buNone/>
              <a:defRPr sz="1125" b="1">
                <a:solidFill>
                  <a:srgbClr val="2846A0"/>
                </a:solidFill>
                <a:latin typeface="Aptos"/>
                <a:ea typeface="Aptos"/>
                <a:cs typeface="Aptos"/>
              </a:defRPr>
            </a:lvl1pPr>
            <a:lvl2pPr algn="ctr">
              <a:buNone/>
              <a:defRPr sz="1125" b="1">
                <a:solidFill>
                  <a:srgbClr val="2846A0"/>
                </a:solidFill>
                <a:latin typeface="Aptos"/>
                <a:ea typeface="Aptos"/>
                <a:cs typeface="Aptos"/>
              </a:defRPr>
            </a:lvl2pPr>
            <a:lvl3pPr algn="ctr">
              <a:buNone/>
              <a:defRPr sz="1125" b="1">
                <a:solidFill>
                  <a:srgbClr val="2846A0"/>
                </a:solidFill>
                <a:latin typeface="Aptos"/>
                <a:ea typeface="Aptos"/>
                <a:cs typeface="Aptos"/>
              </a:defRPr>
            </a:lvl3pPr>
            <a:lvl4pPr algn="ctr">
              <a:buNone/>
              <a:defRPr sz="1125" b="1">
                <a:solidFill>
                  <a:srgbClr val="2846A0"/>
                </a:solidFill>
                <a:latin typeface="Aptos"/>
                <a:ea typeface="Aptos"/>
                <a:cs typeface="Aptos"/>
              </a:defRPr>
            </a:lvl4pPr>
            <a:lvl5pPr algn="ctr">
              <a:buNone/>
              <a:defRPr sz="1125" b="1">
                <a:solidFill>
                  <a:srgbClr val="2846A0"/>
                </a:solidFill>
                <a:latin typeface="Aptos"/>
                <a:ea typeface="Aptos"/>
                <a:cs typeface="Aptos"/>
              </a:defRPr>
            </a:lvl5pPr>
            <a:lvl6pPr algn="ctr">
              <a:buNone/>
              <a:defRPr sz="1125" b="1">
                <a:solidFill>
                  <a:srgbClr val="2846A0"/>
                </a:solidFill>
                <a:latin typeface="Aptos"/>
                <a:ea typeface="Aptos"/>
                <a:cs typeface="Aptos"/>
              </a:defRPr>
            </a:lvl6pPr>
            <a:lvl7pPr algn="ctr">
              <a:buNone/>
              <a:defRPr sz="1125" b="1">
                <a:solidFill>
                  <a:srgbClr val="2846A0"/>
                </a:solidFill>
                <a:latin typeface="Aptos"/>
                <a:ea typeface="Aptos"/>
                <a:cs typeface="Aptos"/>
              </a:defRPr>
            </a:lvl7pPr>
            <a:lvl8pPr algn="ctr">
              <a:buNone/>
              <a:defRPr sz="1125" b="1">
                <a:solidFill>
                  <a:srgbClr val="2846A0"/>
                </a:solidFill>
                <a:latin typeface="Aptos"/>
                <a:ea typeface="Aptos"/>
                <a:cs typeface="Aptos"/>
              </a:defRPr>
            </a:lvl8pPr>
            <a:lvl9pPr algn="ctr">
              <a:buNone/>
              <a:defRPr sz="1125" b="1">
                <a:solidFill>
                  <a:srgbClr val="2846A0"/>
                </a:solidFill>
                <a:latin typeface="Aptos"/>
                <a:ea typeface="Aptos"/>
                <a:cs typeface="Aptos"/>
              </a:defRPr>
            </a:lvl9pPr>
          </a:lstStyle>
          <a:p xmlns:a="http://schemas.openxmlformats.org/drawingml/2006/main">
            <a:pPr algn="ctr">
              <a:buNone/>
              <a:defRPr sz="1125" b="1">
                <a:solidFill>
                  <a:srgbClr val="2846A0"/>
                </a:solidFill>
                <a:latin typeface="Aptos"/>
                <a:ea typeface="Aptos"/>
                <a:cs typeface="Aptos"/>
              </a:defRPr>
            </a:pPr>
            <a:r>
              <a:rPr sz="1125" b="1">
                <a:solidFill>
                  <a:srgbClr val="2846A0"/>
                </a:solidFill>
                <a:latin typeface="Aptos"/>
                <a:ea typeface="Aptos"/>
                <a:cs typeface="Aptos"/>
              </a:rPr>
              <a:t>R, A y M</a:t>
            </a:r>
          </a:p>
        </p:txBody>
      </p:sp>
      <p:sp>
        <p:nvSpPr>
          <p:cNvPr id="30" name="">
            <a:extLst xmlns:a="http://schemas.openxmlformats.org/drawingml/2006/main">
              <a:ext uri="{FF2B5EF4-FFF2-40B4-BE49-F238E27FC236}">
                <a16:creationId xmlns:a16="http://schemas.microsoft.com/office/drawing/2014/main" id="{F0F44AE3-C542-41B3-AFE0-BDE382309510}"/>
              </a:ext>
            </a:extLst>
          </p:cNvPr>
          <p:cNvSpPr>
            <a:spLocks xmlns:a="http://schemas.openxmlformats.org/drawingml/2006/main" noGrp="1"/>
          </p:cNvSpPr>
          <p:nvPr/>
        </p:nvSpPr>
        <p:spPr>
          <a:xfrm xmlns:a="http://schemas.openxmlformats.org/drawingml/2006/main">
            <a:off x="2257425" y="3876675"/>
            <a:ext cx="266700" cy="17145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4F86635-9974-4660-B10C-9F30A0DF5863}"/>
              </a:ext>
            </a:extLst>
          </p:cNvPr>
          <p:cNvSpPr>
            <a:spLocks xmlns:a="http://schemas.openxmlformats.org/drawingml/2006/main" noGrp="1"/>
          </p:cNvSpPr>
          <p:nvPr/>
        </p:nvSpPr>
        <p:spPr>
          <a:xfrm xmlns:a="http://schemas.openxmlformats.org/drawingml/2006/main">
            <a:off x="2590800" y="3771900"/>
            <a:ext cx="1190625" cy="476250"/>
          </a:xfrm>
          <a:prstGeom xmlns:a="http://schemas.openxmlformats.org/drawingml/2006/main" prst="roundRect">
            <a:avLst>
              <a:gd name="adj" fmla="val 16000"/>
            </a:avLst>
          </a:prstGeom>
          <a:solidFill xmlns:a="http://schemas.openxmlformats.org/drawingml/2006/main">
            <a:srgbClr val="D9F5F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DB02CF1-4BCD-4E44-A86D-400D35E3873F}"/>
              </a:ext>
            </a:extLst>
          </p:cNvPr>
          <p:cNvSpPr>
            <a:spLocks xmlns:a="http://schemas.openxmlformats.org/drawingml/2006/main" noGrp="1"/>
          </p:cNvSpPr>
          <p:nvPr/>
        </p:nvSpPr>
        <p:spPr>
          <a:xfrm xmlns:a="http://schemas.openxmlformats.org/drawingml/2006/main">
            <a:off x="2638425" y="381000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SHA-512</a:t>
            </a:r>
          </a:p>
        </p:txBody>
      </p:sp>
      <p:sp>
        <p:nvSpPr>
          <p:cNvPr id="33" name="">
            <a:extLst xmlns:a="http://schemas.openxmlformats.org/drawingml/2006/main">
              <a:ext uri="{FF2B5EF4-FFF2-40B4-BE49-F238E27FC236}">
                <a16:creationId xmlns:a16="http://schemas.microsoft.com/office/drawing/2014/main" id="{82C6BBC7-6166-4DD9-9C37-A9994FBD8881}"/>
              </a:ext>
            </a:extLst>
          </p:cNvPr>
          <p:cNvSpPr>
            <a:spLocks xmlns:a="http://schemas.openxmlformats.org/drawingml/2006/main" noGrp="1"/>
          </p:cNvSpPr>
          <p:nvPr/>
        </p:nvSpPr>
        <p:spPr>
          <a:xfrm xmlns:a="http://schemas.openxmlformats.org/drawingml/2006/main">
            <a:off x="2638425" y="4038600"/>
            <a:ext cx="1095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calcula una huella</a:t>
            </a:r>
          </a:p>
        </p:txBody>
      </p:sp>
      <p:sp>
        <p:nvSpPr>
          <p:cNvPr id="34" name="">
            <a:extLst xmlns:a="http://schemas.openxmlformats.org/drawingml/2006/main">
              <a:ext uri="{FF2B5EF4-FFF2-40B4-BE49-F238E27FC236}">
                <a16:creationId xmlns:a16="http://schemas.microsoft.com/office/drawing/2014/main" id="{D66E2B8E-E441-463C-83F6-586B8DE375FB}"/>
              </a:ext>
            </a:extLst>
          </p:cNvPr>
          <p:cNvSpPr>
            <a:spLocks xmlns:a="http://schemas.openxmlformats.org/drawingml/2006/main" noGrp="1"/>
          </p:cNvSpPr>
          <p:nvPr/>
        </p:nvSpPr>
        <p:spPr>
          <a:xfrm xmlns:a="http://schemas.openxmlformats.org/drawingml/2006/main">
            <a:off x="3819525" y="3905250"/>
            <a:ext cx="266700" cy="1714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3555BB3-AC07-48C5-863B-1B1BEF635741}"/>
              </a:ext>
            </a:extLst>
          </p:cNvPr>
          <p:cNvSpPr>
            <a:spLocks xmlns:a="http://schemas.openxmlformats.org/drawingml/2006/main" noGrp="1"/>
          </p:cNvSpPr>
          <p:nvPr/>
        </p:nvSpPr>
        <p:spPr>
          <a:xfrm xmlns:a="http://schemas.openxmlformats.org/drawingml/2006/main">
            <a:off x="4143375" y="3771900"/>
            <a:ext cx="1257300" cy="476250"/>
          </a:xfrm>
          <a:prstGeom xmlns:a="http://schemas.openxmlformats.org/drawingml/2006/main" prst="roundRect">
            <a:avLst>
              <a:gd name="adj" fmla="val 16000"/>
            </a:avLst>
          </a:prstGeom>
          <a:solidFill xmlns:a="http://schemas.openxmlformats.org/drawingml/2006/main">
            <a:srgbClr val="FFF2D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D315088-6086-4C11-B940-AC0B7265887E}"/>
              </a:ext>
            </a:extLst>
          </p:cNvPr>
          <p:cNvSpPr>
            <a:spLocks xmlns:a="http://schemas.openxmlformats.org/drawingml/2006/main" noGrp="1"/>
          </p:cNvSpPr>
          <p:nvPr/>
        </p:nvSpPr>
        <p:spPr>
          <a:xfrm xmlns:a="http://schemas.openxmlformats.org/drawingml/2006/main">
            <a:off x="4191000" y="381000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mod L → k</a:t>
            </a:r>
          </a:p>
        </p:txBody>
      </p:sp>
      <p:sp>
        <p:nvSpPr>
          <p:cNvPr id="37" name="">
            <a:extLst xmlns:a="http://schemas.openxmlformats.org/drawingml/2006/main">
              <a:ext uri="{FF2B5EF4-FFF2-40B4-BE49-F238E27FC236}">
                <a16:creationId xmlns:a16="http://schemas.microsoft.com/office/drawing/2014/main" id="{4E7C0670-7186-4CE7-ADFE-28E4ABCD8EE8}"/>
              </a:ext>
            </a:extLst>
          </p:cNvPr>
          <p:cNvSpPr>
            <a:spLocks xmlns:a="http://schemas.openxmlformats.org/drawingml/2006/main" noGrp="1"/>
          </p:cNvSpPr>
          <p:nvPr/>
        </p:nvSpPr>
        <p:spPr>
          <a:xfrm xmlns:a="http://schemas.openxmlformats.org/drawingml/2006/main">
            <a:off x="4191000" y="40386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relaciona firma y mensaje</a:t>
            </a:r>
          </a:p>
        </p:txBody>
      </p:sp>
      <p:sp>
        <p:nvSpPr>
          <p:cNvPr id="38" name="">
            <a:extLst xmlns:a="http://schemas.openxmlformats.org/drawingml/2006/main">
              <a:ext uri="{FF2B5EF4-FFF2-40B4-BE49-F238E27FC236}">
                <a16:creationId xmlns:a16="http://schemas.microsoft.com/office/drawing/2014/main" id="{BE4E3302-E3DF-41F1-823E-5CA8EDA7B862}"/>
              </a:ext>
            </a:extLst>
          </p:cNvPr>
          <p:cNvSpPr>
            <a:spLocks xmlns:a="http://schemas.openxmlformats.org/drawingml/2006/main" noGrp="1"/>
          </p:cNvSpPr>
          <p:nvPr/>
        </p:nvSpPr>
        <p:spPr>
          <a:xfrm xmlns:a="http://schemas.openxmlformats.org/drawingml/2006/main">
            <a:off x="5743575" y="3771900"/>
            <a:ext cx="1666875"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D64EAD5-1108-4F6D-BF7D-F1640F8286E2}"/>
              </a:ext>
            </a:extLst>
          </p:cNvPr>
          <p:cNvSpPr>
            <a:spLocks xmlns:a="http://schemas.openxmlformats.org/drawingml/2006/main" noGrp="1"/>
          </p:cNvSpPr>
          <p:nvPr/>
        </p:nvSpPr>
        <p:spPr>
          <a:xfrm xmlns:a="http://schemas.openxmlformats.org/drawingml/2006/main">
            <a:off x="5791200" y="381000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r + k · a</a:t>
            </a:r>
          </a:p>
        </p:txBody>
      </p:sp>
      <p:sp>
        <p:nvSpPr>
          <p:cNvPr id="40" name="">
            <a:extLst xmlns:a="http://schemas.openxmlformats.org/drawingml/2006/main">
              <a:ext uri="{FF2B5EF4-FFF2-40B4-BE49-F238E27FC236}">
                <a16:creationId xmlns:a16="http://schemas.microsoft.com/office/drawing/2014/main" id="{073A76D8-D612-42FD-8A59-AFA2FE035363}"/>
              </a:ext>
            </a:extLst>
          </p:cNvPr>
          <p:cNvSpPr>
            <a:spLocks xmlns:a="http://schemas.openxmlformats.org/drawingml/2006/main" noGrp="1"/>
          </p:cNvSpPr>
          <p:nvPr/>
        </p:nvSpPr>
        <p:spPr>
          <a:xfrm xmlns:a="http://schemas.openxmlformats.org/drawingml/2006/main">
            <a:off x="5791200" y="403860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combina el valor secreto y la huella</a:t>
            </a:r>
          </a:p>
        </p:txBody>
      </p:sp>
      <p:sp>
        <p:nvSpPr>
          <p:cNvPr id="41" name="">
            <a:extLst xmlns:a="http://schemas.openxmlformats.org/drawingml/2006/main">
              <a:ext uri="{FF2B5EF4-FFF2-40B4-BE49-F238E27FC236}">
                <a16:creationId xmlns:a16="http://schemas.microsoft.com/office/drawing/2014/main" id="{41B37857-677E-44F6-978E-D91FAC53AF91}"/>
              </a:ext>
            </a:extLst>
          </p:cNvPr>
          <p:cNvSpPr>
            <a:spLocks xmlns:a="http://schemas.openxmlformats.org/drawingml/2006/main" noGrp="1"/>
          </p:cNvSpPr>
          <p:nvPr/>
        </p:nvSpPr>
        <p:spPr>
          <a:xfrm xmlns:a="http://schemas.openxmlformats.org/drawingml/2006/main">
            <a:off x="6315075" y="4286250"/>
            <a:ext cx="361950" cy="190500"/>
          </a:xfrm>
          <a:prstGeom xmlns:a="http://schemas.openxmlformats.org/drawingml/2006/main" prst="downArrow">
            <a:avLst/>
          </a:prstGeom>
          <a:solidFill xmlns:a="http://schemas.openxmlformats.org/drawingml/2006/main">
            <a:srgbClr val="F2B54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9EC6C96-0C4C-49EA-B3F3-4BFE7970E46C}"/>
              </a:ext>
            </a:extLst>
          </p:cNvPr>
          <p:cNvSpPr>
            <a:spLocks xmlns:a="http://schemas.openxmlformats.org/drawingml/2006/main" noGrp="1"/>
          </p:cNvSpPr>
          <p:nvPr/>
        </p:nvSpPr>
        <p:spPr>
          <a:xfrm xmlns:a="http://schemas.openxmlformats.org/drawingml/2006/main">
            <a:off x="5743575" y="4524375"/>
            <a:ext cx="1666875" cy="457200"/>
          </a:xfrm>
          <a:prstGeom xmlns:a="http://schemas.openxmlformats.org/drawingml/2006/main" prst="roundRect">
            <a:avLst>
              <a:gd name="adj" fmla="val 16667"/>
            </a:avLst>
          </a:prstGeom>
          <a:solidFill xmlns:a="http://schemas.openxmlformats.org/drawingml/2006/main">
            <a:srgbClr val="17255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B1A72D0-289E-4C2B-ABE8-B3D038ED51A6}"/>
              </a:ext>
            </a:extLst>
          </p:cNvPr>
          <p:cNvSpPr>
            <a:spLocks xmlns:a="http://schemas.openxmlformats.org/drawingml/2006/main" noGrp="1"/>
          </p:cNvSpPr>
          <p:nvPr/>
        </p:nvSpPr>
        <p:spPr>
          <a:xfrm xmlns:a="http://schemas.openxmlformats.org/drawingml/2006/main">
            <a:off x="5800725" y="4600575"/>
            <a:ext cx="15525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vl1pPr algn="ctr">
              <a:buNone/>
              <a:defRPr sz="1200" b="1">
                <a:solidFill>
                  <a:srgbClr val="FFFFFF"/>
                </a:solidFill>
                <a:latin typeface="Aptos"/>
                <a:ea typeface="Aptos"/>
                <a:cs typeface="Aptos"/>
              </a:defRPr>
            </a:lvl1pPr>
            <a:lvl2pPr algn="ctr">
              <a:buNone/>
              <a:defRPr sz="1200" b="1">
                <a:solidFill>
                  <a:srgbClr val="FFFFFF"/>
                </a:solidFill>
                <a:latin typeface="Aptos"/>
                <a:ea typeface="Aptos"/>
                <a:cs typeface="Aptos"/>
              </a:defRPr>
            </a:lvl2pPr>
            <a:lvl3pPr algn="ctr">
              <a:buNone/>
              <a:defRPr sz="1200" b="1">
                <a:solidFill>
                  <a:srgbClr val="FFFFFF"/>
                </a:solidFill>
                <a:latin typeface="Aptos"/>
                <a:ea typeface="Aptos"/>
                <a:cs typeface="Aptos"/>
              </a:defRPr>
            </a:lvl3pPr>
            <a:lvl4pPr algn="ctr">
              <a:buNone/>
              <a:defRPr sz="1200" b="1">
                <a:solidFill>
                  <a:srgbClr val="FFFFFF"/>
                </a:solidFill>
                <a:latin typeface="Aptos"/>
                <a:ea typeface="Aptos"/>
                <a:cs typeface="Aptos"/>
              </a:defRPr>
            </a:lvl4pPr>
            <a:lvl5pPr algn="ctr">
              <a:buNone/>
              <a:defRPr sz="1200" b="1">
                <a:solidFill>
                  <a:srgbClr val="FFFFFF"/>
                </a:solidFill>
                <a:latin typeface="Aptos"/>
                <a:ea typeface="Aptos"/>
                <a:cs typeface="Aptos"/>
              </a:defRPr>
            </a:lvl5pPr>
            <a:lvl6pPr algn="ctr">
              <a:buNone/>
              <a:defRPr sz="1200" b="1">
                <a:solidFill>
                  <a:srgbClr val="FFFFFF"/>
                </a:solidFill>
                <a:latin typeface="Aptos"/>
                <a:ea typeface="Aptos"/>
                <a:cs typeface="Aptos"/>
              </a:defRPr>
            </a:lvl6pPr>
            <a:lvl7pPr algn="ctr">
              <a:buNone/>
              <a:defRPr sz="1200" b="1">
                <a:solidFill>
                  <a:srgbClr val="FFFFFF"/>
                </a:solidFill>
                <a:latin typeface="Aptos"/>
                <a:ea typeface="Aptos"/>
                <a:cs typeface="Aptos"/>
              </a:defRPr>
            </a:lvl7pPr>
            <a:lvl8pPr algn="ctr">
              <a:buNone/>
              <a:defRPr sz="1200" b="1">
                <a:solidFill>
                  <a:srgbClr val="FFFFFF"/>
                </a:solidFill>
                <a:latin typeface="Aptos"/>
                <a:ea typeface="Aptos"/>
                <a:cs typeface="Aptos"/>
              </a:defRPr>
            </a:lvl8pPr>
            <a:lvl9pPr algn="ctr">
              <a:buNone/>
              <a:defRPr sz="1200" b="1">
                <a:solidFill>
                  <a:srgbClr val="FFFFFF"/>
                </a:solidFill>
                <a:latin typeface="Aptos"/>
                <a:ea typeface="Aptos"/>
                <a:cs typeface="Aptos"/>
              </a:defRPr>
            </a:lvl9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S = (r + k·a) mod L</a:t>
            </a:r>
          </a:p>
        </p:txBody>
      </p:sp>
      <p:sp>
        <p:nvSpPr>
          <p:cNvPr id="44" name="">
            <a:extLst xmlns:a="http://schemas.openxmlformats.org/drawingml/2006/main">
              <a:ext uri="{FF2B5EF4-FFF2-40B4-BE49-F238E27FC236}">
                <a16:creationId xmlns:a16="http://schemas.microsoft.com/office/drawing/2014/main" id="{92CB7745-EDAC-41DE-BF18-80825C0CFE16}"/>
              </a:ext>
            </a:extLst>
          </p:cNvPr>
          <p:cNvSpPr>
            <a:spLocks xmlns:a="http://schemas.openxmlformats.org/drawingml/2006/main" noGrp="1"/>
          </p:cNvSpPr>
          <p:nvPr/>
        </p:nvSpPr>
        <p:spPr>
          <a:xfrm xmlns:a="http://schemas.openxmlformats.org/drawingml/2006/main">
            <a:off x="876300" y="504825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0">
                <a:solidFill>
                  <a:srgbClr val="536276"/>
                </a:solidFill>
                <a:latin typeface="Aptos"/>
                <a:ea typeface="Aptos"/>
                <a:cs typeface="Aptos"/>
              </a:defRPr>
            </a:defPPr>
            <a:lvl1pPr algn="ctr">
              <a:buNone/>
              <a:defRPr sz="975" b="0">
                <a:solidFill>
                  <a:srgbClr val="536276"/>
                </a:solidFill>
                <a:latin typeface="Aptos"/>
                <a:ea typeface="Aptos"/>
                <a:cs typeface="Aptos"/>
              </a:defRPr>
            </a:lvl1pPr>
            <a:lvl2pPr algn="ctr">
              <a:buNone/>
              <a:defRPr sz="975" b="0">
                <a:solidFill>
                  <a:srgbClr val="536276"/>
                </a:solidFill>
                <a:latin typeface="Aptos"/>
                <a:ea typeface="Aptos"/>
                <a:cs typeface="Aptos"/>
              </a:defRPr>
            </a:lvl2pPr>
            <a:lvl3pPr algn="ctr">
              <a:buNone/>
              <a:defRPr sz="975" b="0">
                <a:solidFill>
                  <a:srgbClr val="536276"/>
                </a:solidFill>
                <a:latin typeface="Aptos"/>
                <a:ea typeface="Aptos"/>
                <a:cs typeface="Aptos"/>
              </a:defRPr>
            </a:lvl3pPr>
            <a:lvl4pPr algn="ctr">
              <a:buNone/>
              <a:defRPr sz="975" b="0">
                <a:solidFill>
                  <a:srgbClr val="536276"/>
                </a:solidFill>
                <a:latin typeface="Aptos"/>
                <a:ea typeface="Aptos"/>
                <a:cs typeface="Aptos"/>
              </a:defRPr>
            </a:lvl4pPr>
            <a:lvl5pPr algn="ctr">
              <a:buNone/>
              <a:defRPr sz="975" b="0">
                <a:solidFill>
                  <a:srgbClr val="536276"/>
                </a:solidFill>
                <a:latin typeface="Aptos"/>
                <a:ea typeface="Aptos"/>
                <a:cs typeface="Aptos"/>
              </a:defRPr>
            </a:lvl5pPr>
            <a:lvl6pPr algn="ctr">
              <a:buNone/>
              <a:defRPr sz="975" b="0">
                <a:solidFill>
                  <a:srgbClr val="536276"/>
                </a:solidFill>
                <a:latin typeface="Aptos"/>
                <a:ea typeface="Aptos"/>
                <a:cs typeface="Aptos"/>
              </a:defRPr>
            </a:lvl6pPr>
            <a:lvl7pPr algn="ctr">
              <a:buNone/>
              <a:defRPr sz="975" b="0">
                <a:solidFill>
                  <a:srgbClr val="536276"/>
                </a:solidFill>
                <a:latin typeface="Aptos"/>
                <a:ea typeface="Aptos"/>
                <a:cs typeface="Aptos"/>
              </a:defRPr>
            </a:lvl7pPr>
            <a:lvl8pPr algn="ctr">
              <a:buNone/>
              <a:defRPr sz="975" b="0">
                <a:solidFill>
                  <a:srgbClr val="536276"/>
                </a:solidFill>
                <a:latin typeface="Aptos"/>
                <a:ea typeface="Aptos"/>
                <a:cs typeface="Aptos"/>
              </a:defRPr>
            </a:lvl8pPr>
            <a:lvl9pPr algn="ctr">
              <a:buNone/>
              <a:defRPr sz="975" b="0">
                <a:solidFill>
                  <a:srgbClr val="536276"/>
                </a:solidFill>
                <a:latin typeface="Aptos"/>
                <a:ea typeface="Aptos"/>
                <a:cs typeface="Aptos"/>
              </a:defRPr>
            </a:lvl9pPr>
          </a:lstStyle>
          <a:p xmlns:a="http://schemas.openxmlformats.org/drawingml/2006/main">
            <a:pPr algn="ctr">
              <a:buNone/>
              <a:defRPr sz="975" b="0">
                <a:solidFill>
                  <a:srgbClr val="536276"/>
                </a:solidFill>
                <a:latin typeface="Aptos"/>
                <a:ea typeface="Aptos"/>
                <a:cs typeface="Aptos"/>
              </a:defRPr>
            </a:pPr>
            <a:r>
              <a:rPr sz="975" b="0">
                <a:solidFill>
                  <a:srgbClr val="536276"/>
                </a:solidFill>
                <a:latin typeface="Aptos"/>
                <a:ea typeface="Aptos"/>
                <a:cs typeface="Aptos"/>
              </a:rPr>
              <a:t>El sistema obtiene un valor a partir del secreto y el mensaje. Así, la firma queda ligada a ese contenido.</a:t>
            </a:r>
          </a:p>
        </p:txBody>
      </p:sp>
      <p:sp>
        <p:nvSpPr>
          <p:cNvPr id="45" name="">
            <a:extLst xmlns:a="http://schemas.openxmlformats.org/drawingml/2006/main">
              <a:ext uri="{FF2B5EF4-FFF2-40B4-BE49-F238E27FC236}">
                <a16:creationId xmlns:a16="http://schemas.microsoft.com/office/drawing/2014/main" id="{4426653D-17A7-4E05-9718-DB6900C0F169}"/>
              </a:ext>
            </a:extLst>
          </p:cNvPr>
          <p:cNvSpPr>
            <a:spLocks xmlns:a="http://schemas.openxmlformats.org/drawingml/2006/main" noGrp="1"/>
          </p:cNvSpPr>
          <p:nvPr/>
        </p:nvSpPr>
        <p:spPr>
          <a:xfrm xmlns:a="http://schemas.openxmlformats.org/drawingml/2006/main">
            <a:off x="8058150" y="1952625"/>
            <a:ext cx="3524250" cy="3352800"/>
          </a:xfrm>
          <a:prstGeom xmlns:a="http://schemas.openxmlformats.org/drawingml/2006/main" prst="roundRect">
            <a:avLst>
              <a:gd name="adj" fmla="val 2273"/>
            </a:avLst>
          </a:prstGeom>
          <a:solidFill xmlns:a="http://schemas.openxmlformats.org/drawingml/2006/main">
            <a:srgbClr val="17255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50B658A-8235-4644-8606-0B2D133FFE6B}"/>
              </a:ext>
            </a:extLst>
          </p:cNvPr>
          <p:cNvSpPr>
            <a:spLocks xmlns:a="http://schemas.openxmlformats.org/drawingml/2006/main" noGrp="1"/>
          </p:cNvSpPr>
          <p:nvPr/>
        </p:nvSpPr>
        <p:spPr>
          <a:xfrm xmlns:a="http://schemas.openxmlformats.org/drawingml/2006/main">
            <a:off x="8058150" y="1952625"/>
            <a:ext cx="3524250" cy="1143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57AD2353-0B99-4BA4-B910-116C29B561F0}"/>
              </a:ext>
            </a:extLst>
          </p:cNvPr>
          <p:cNvSpPr>
            <a:spLocks xmlns:a="http://schemas.openxmlformats.org/drawingml/2006/main" noGrp="1"/>
          </p:cNvSpPr>
          <p:nvPr/>
        </p:nvSpPr>
        <p:spPr>
          <a:xfrm xmlns:a="http://schemas.openxmlformats.org/drawingml/2006/main">
            <a:off x="8267700" y="209550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Aptos"/>
                <a:ea typeface="Aptos"/>
                <a:cs typeface="Aptos"/>
              </a:defRPr>
            </a:defPPr>
            <a:lvl1pPr algn="ctr">
              <a:buNone/>
              <a:defRPr sz="1275" b="1">
                <a:solidFill>
                  <a:srgbClr val="FFFFFF"/>
                </a:solidFill>
                <a:latin typeface="Aptos"/>
                <a:ea typeface="Aptos"/>
                <a:cs typeface="Aptos"/>
              </a:defRPr>
            </a:lvl1pPr>
            <a:lvl2pPr algn="ctr">
              <a:buNone/>
              <a:defRPr sz="1275" b="1">
                <a:solidFill>
                  <a:srgbClr val="FFFFFF"/>
                </a:solidFill>
                <a:latin typeface="Aptos"/>
                <a:ea typeface="Aptos"/>
                <a:cs typeface="Aptos"/>
              </a:defRPr>
            </a:lvl2pPr>
            <a:lvl3pPr algn="ctr">
              <a:buNone/>
              <a:defRPr sz="1275" b="1">
                <a:solidFill>
                  <a:srgbClr val="FFFFFF"/>
                </a:solidFill>
                <a:latin typeface="Aptos"/>
                <a:ea typeface="Aptos"/>
                <a:cs typeface="Aptos"/>
              </a:defRPr>
            </a:lvl3pPr>
            <a:lvl4pPr algn="ctr">
              <a:buNone/>
              <a:defRPr sz="1275" b="1">
                <a:solidFill>
                  <a:srgbClr val="FFFFFF"/>
                </a:solidFill>
                <a:latin typeface="Aptos"/>
                <a:ea typeface="Aptos"/>
                <a:cs typeface="Aptos"/>
              </a:defRPr>
            </a:lvl4pPr>
            <a:lvl5pPr algn="ctr">
              <a:buNone/>
              <a:defRPr sz="1275" b="1">
                <a:solidFill>
                  <a:srgbClr val="FFFFFF"/>
                </a:solidFill>
                <a:latin typeface="Aptos"/>
                <a:ea typeface="Aptos"/>
                <a:cs typeface="Aptos"/>
              </a:defRPr>
            </a:lvl5pPr>
            <a:lvl6pPr algn="ctr">
              <a:buNone/>
              <a:defRPr sz="1275" b="1">
                <a:solidFill>
                  <a:srgbClr val="FFFFFF"/>
                </a:solidFill>
                <a:latin typeface="Aptos"/>
                <a:ea typeface="Aptos"/>
                <a:cs typeface="Aptos"/>
              </a:defRPr>
            </a:lvl6pPr>
            <a:lvl7pPr algn="ctr">
              <a:buNone/>
              <a:defRPr sz="1275" b="1">
                <a:solidFill>
                  <a:srgbClr val="FFFFFF"/>
                </a:solidFill>
                <a:latin typeface="Aptos"/>
                <a:ea typeface="Aptos"/>
                <a:cs typeface="Aptos"/>
              </a:defRPr>
            </a:lvl7pPr>
            <a:lvl8pPr algn="ctr">
              <a:buNone/>
              <a:defRPr sz="1275" b="1">
                <a:solidFill>
                  <a:srgbClr val="FFFFFF"/>
                </a:solidFill>
                <a:latin typeface="Aptos"/>
                <a:ea typeface="Aptos"/>
                <a:cs typeface="Aptos"/>
              </a:defRPr>
            </a:lvl8pPr>
            <a:lvl9pPr algn="ctr">
              <a:buNone/>
              <a:defRPr sz="1275" b="1">
                <a:solidFill>
                  <a:srgbClr val="FFFFFF"/>
                </a:solidFill>
                <a:latin typeface="Aptos"/>
                <a:ea typeface="Aptos"/>
                <a:cs typeface="Aptos"/>
              </a:defRPr>
            </a:lvl9pPr>
          </a:lstStyle>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2 · COMPROBAR  |  se usa A, nunca a</a:t>
            </a:r>
          </a:p>
        </p:txBody>
      </p:sp>
      <p:sp>
        <p:nvSpPr>
          <p:cNvPr id="48" name="">
            <a:extLst xmlns:a="http://schemas.openxmlformats.org/drawingml/2006/main">
              <a:ext uri="{FF2B5EF4-FFF2-40B4-BE49-F238E27FC236}">
                <a16:creationId xmlns:a16="http://schemas.microsoft.com/office/drawing/2014/main" id="{1D3B60BE-1DA8-4B73-B979-4465D5681F3F}"/>
              </a:ext>
            </a:extLst>
          </p:cNvPr>
          <p:cNvSpPr>
            <a:spLocks xmlns:a="http://schemas.openxmlformats.org/drawingml/2006/main" noGrp="1"/>
          </p:cNvSpPr>
          <p:nvPr/>
        </p:nvSpPr>
        <p:spPr>
          <a:xfrm xmlns:a="http://schemas.openxmlformats.org/drawingml/2006/main">
            <a:off x="8277225" y="2505075"/>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C9D6EA"/>
                </a:solidFill>
                <a:latin typeface="Aptos"/>
                <a:ea typeface="Aptos"/>
                <a:cs typeface="Aptos"/>
              </a:defRPr>
            </a:defPPr>
            <a:lvl1pPr algn="ctr">
              <a:buNone/>
              <a:defRPr sz="1050" b="0">
                <a:solidFill>
                  <a:srgbClr val="C9D6EA"/>
                </a:solidFill>
                <a:latin typeface="Aptos"/>
                <a:ea typeface="Aptos"/>
                <a:cs typeface="Aptos"/>
              </a:defRPr>
            </a:lvl1pPr>
            <a:lvl2pPr algn="ctr">
              <a:buNone/>
              <a:defRPr sz="1050" b="0">
                <a:solidFill>
                  <a:srgbClr val="C9D6EA"/>
                </a:solidFill>
                <a:latin typeface="Aptos"/>
                <a:ea typeface="Aptos"/>
                <a:cs typeface="Aptos"/>
              </a:defRPr>
            </a:lvl2pPr>
            <a:lvl3pPr algn="ctr">
              <a:buNone/>
              <a:defRPr sz="1050" b="0">
                <a:solidFill>
                  <a:srgbClr val="C9D6EA"/>
                </a:solidFill>
                <a:latin typeface="Aptos"/>
                <a:ea typeface="Aptos"/>
                <a:cs typeface="Aptos"/>
              </a:defRPr>
            </a:lvl3pPr>
            <a:lvl4pPr algn="ctr">
              <a:buNone/>
              <a:defRPr sz="1050" b="0">
                <a:solidFill>
                  <a:srgbClr val="C9D6EA"/>
                </a:solidFill>
                <a:latin typeface="Aptos"/>
                <a:ea typeface="Aptos"/>
                <a:cs typeface="Aptos"/>
              </a:defRPr>
            </a:lvl4pPr>
            <a:lvl5pPr algn="ctr">
              <a:buNone/>
              <a:defRPr sz="1050" b="0">
                <a:solidFill>
                  <a:srgbClr val="C9D6EA"/>
                </a:solidFill>
                <a:latin typeface="Aptos"/>
                <a:ea typeface="Aptos"/>
                <a:cs typeface="Aptos"/>
              </a:defRPr>
            </a:lvl5pPr>
            <a:lvl6pPr algn="ctr">
              <a:buNone/>
              <a:defRPr sz="1050" b="0">
                <a:solidFill>
                  <a:srgbClr val="C9D6EA"/>
                </a:solidFill>
                <a:latin typeface="Aptos"/>
                <a:ea typeface="Aptos"/>
                <a:cs typeface="Aptos"/>
              </a:defRPr>
            </a:lvl6pPr>
            <a:lvl7pPr algn="ctr">
              <a:buNone/>
              <a:defRPr sz="1050" b="0">
                <a:solidFill>
                  <a:srgbClr val="C9D6EA"/>
                </a:solidFill>
                <a:latin typeface="Aptos"/>
                <a:ea typeface="Aptos"/>
                <a:cs typeface="Aptos"/>
              </a:defRPr>
            </a:lvl7pPr>
            <a:lvl8pPr algn="ctr">
              <a:buNone/>
              <a:defRPr sz="1050" b="0">
                <a:solidFill>
                  <a:srgbClr val="C9D6EA"/>
                </a:solidFill>
                <a:latin typeface="Aptos"/>
                <a:ea typeface="Aptos"/>
                <a:cs typeface="Aptos"/>
              </a:defRPr>
            </a:lvl8pPr>
            <a:lvl9pPr algn="ctr">
              <a:buNone/>
              <a:defRPr sz="1050" b="0">
                <a:solidFill>
                  <a:srgbClr val="C9D6EA"/>
                </a:solidFill>
                <a:latin typeface="Aptos"/>
                <a:ea typeface="Aptos"/>
                <a:cs typeface="Aptos"/>
              </a:defRPr>
            </a:lvl9pPr>
          </a:lstStyle>
          <a:p xmlns:a="http://schemas.openxmlformats.org/drawingml/2006/main">
            <a:pPr algn="ctr">
              <a:buNone/>
              <a:defRPr sz="1050" b="0">
                <a:solidFill>
                  <a:srgbClr val="C9D6EA"/>
                </a:solidFill>
                <a:latin typeface="Aptos"/>
                <a:ea typeface="Aptos"/>
                <a:cs typeface="Aptos"/>
              </a:defRPr>
            </a:pPr>
            <a:r>
              <a:rPr sz="1050" b="0">
                <a:solidFill>
                  <a:srgbClr val="C9D6EA"/>
                </a:solidFill>
                <a:latin typeface="Aptos"/>
                <a:ea typeface="Aptos"/>
                <a:cs typeface="Aptos"/>
              </a:rPr>
              <a:t>El verificador usa los mismos datos para comprobar la firma.</a:t>
            </a:r>
          </a:p>
        </p:txBody>
      </p:sp>
      <p:sp>
        <p:nvSpPr>
          <p:cNvPr id="49" name="">
            <a:extLst xmlns:a="http://schemas.openxmlformats.org/drawingml/2006/main">
              <a:ext uri="{FF2B5EF4-FFF2-40B4-BE49-F238E27FC236}">
                <a16:creationId xmlns:a16="http://schemas.microsoft.com/office/drawing/2014/main" id="{B272BE79-7C8B-4E90-BAB8-797B8F605B78}"/>
              </a:ext>
            </a:extLst>
          </p:cNvPr>
          <p:cNvSpPr>
            <a:spLocks xmlns:a="http://schemas.openxmlformats.org/drawingml/2006/main" noGrp="1"/>
          </p:cNvSpPr>
          <p:nvPr/>
        </p:nvSpPr>
        <p:spPr>
          <a:xfrm xmlns:a="http://schemas.openxmlformats.org/drawingml/2006/main">
            <a:off x="8343900" y="2962275"/>
            <a:ext cx="1304925" cy="552450"/>
          </a:xfrm>
          <a:prstGeom xmlns:a="http://schemas.openxmlformats.org/drawingml/2006/main" prst="roundRect">
            <a:avLst>
              <a:gd name="adj" fmla="val 13793"/>
            </a:avLst>
          </a:prstGeom>
          <a:solidFill xmlns:a="http://schemas.openxmlformats.org/drawingml/2006/main">
            <a:srgbClr val="263A63"/>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982FE75-3992-430E-AA01-0D177B7EF465}"/>
              </a:ext>
            </a:extLst>
          </p:cNvPr>
          <p:cNvSpPr>
            <a:spLocks xmlns:a="http://schemas.openxmlformats.org/drawingml/2006/main" noGrp="1"/>
          </p:cNvSpPr>
          <p:nvPr/>
        </p:nvSpPr>
        <p:spPr>
          <a:xfrm xmlns:a="http://schemas.openxmlformats.org/drawingml/2006/main">
            <a:off x="8420100" y="3028950"/>
            <a:ext cx="1152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F5F0"/>
                </a:solidFill>
                <a:latin typeface="Aptos"/>
                <a:ea typeface="Aptos"/>
                <a:cs typeface="Aptos"/>
              </a:defRPr>
            </a:defPPr>
            <a:lvl1pPr algn="ctr">
              <a:buNone/>
              <a:defRPr sz="1500" b="1">
                <a:solidFill>
                  <a:srgbClr val="D9F5F0"/>
                </a:solidFill>
                <a:latin typeface="Aptos"/>
                <a:ea typeface="Aptos"/>
                <a:cs typeface="Aptos"/>
              </a:defRPr>
            </a:lvl1pPr>
            <a:lvl2pPr algn="ctr">
              <a:buNone/>
              <a:defRPr sz="1500" b="1">
                <a:solidFill>
                  <a:srgbClr val="D9F5F0"/>
                </a:solidFill>
                <a:latin typeface="Aptos"/>
                <a:ea typeface="Aptos"/>
                <a:cs typeface="Aptos"/>
              </a:defRPr>
            </a:lvl2pPr>
            <a:lvl3pPr algn="ctr">
              <a:buNone/>
              <a:defRPr sz="1500" b="1">
                <a:solidFill>
                  <a:srgbClr val="D9F5F0"/>
                </a:solidFill>
                <a:latin typeface="Aptos"/>
                <a:ea typeface="Aptos"/>
                <a:cs typeface="Aptos"/>
              </a:defRPr>
            </a:lvl3pPr>
            <a:lvl4pPr algn="ctr">
              <a:buNone/>
              <a:defRPr sz="1500" b="1">
                <a:solidFill>
                  <a:srgbClr val="D9F5F0"/>
                </a:solidFill>
                <a:latin typeface="Aptos"/>
                <a:ea typeface="Aptos"/>
                <a:cs typeface="Aptos"/>
              </a:defRPr>
            </a:lvl4pPr>
            <a:lvl5pPr algn="ctr">
              <a:buNone/>
              <a:defRPr sz="1500" b="1">
                <a:solidFill>
                  <a:srgbClr val="D9F5F0"/>
                </a:solidFill>
                <a:latin typeface="Aptos"/>
                <a:ea typeface="Aptos"/>
                <a:cs typeface="Aptos"/>
              </a:defRPr>
            </a:lvl5pPr>
            <a:lvl6pPr algn="ctr">
              <a:buNone/>
              <a:defRPr sz="1500" b="1">
                <a:solidFill>
                  <a:srgbClr val="D9F5F0"/>
                </a:solidFill>
                <a:latin typeface="Aptos"/>
                <a:ea typeface="Aptos"/>
                <a:cs typeface="Aptos"/>
              </a:defRPr>
            </a:lvl6pPr>
            <a:lvl7pPr algn="ctr">
              <a:buNone/>
              <a:defRPr sz="1500" b="1">
                <a:solidFill>
                  <a:srgbClr val="D9F5F0"/>
                </a:solidFill>
                <a:latin typeface="Aptos"/>
                <a:ea typeface="Aptos"/>
                <a:cs typeface="Aptos"/>
              </a:defRPr>
            </a:lvl7pPr>
            <a:lvl8pPr algn="ctr">
              <a:buNone/>
              <a:defRPr sz="1500" b="1">
                <a:solidFill>
                  <a:srgbClr val="D9F5F0"/>
                </a:solidFill>
                <a:latin typeface="Aptos"/>
                <a:ea typeface="Aptos"/>
                <a:cs typeface="Aptos"/>
              </a:defRPr>
            </a:lvl8pPr>
            <a:lvl9pPr algn="ctr">
              <a:buNone/>
              <a:defRPr sz="1500" b="1">
                <a:solidFill>
                  <a:srgbClr val="D9F5F0"/>
                </a:solidFill>
                <a:latin typeface="Aptos"/>
                <a:ea typeface="Aptos"/>
                <a:cs typeface="Aptos"/>
              </a:defRPr>
            </a:lvl9pPr>
          </a:lstStyle>
          <a:p xmlns:a="http://schemas.openxmlformats.org/drawingml/2006/main">
            <a:pPr algn="ctr">
              <a:buNone/>
              <a:defRPr sz="1500" b="1">
                <a:solidFill>
                  <a:srgbClr val="D9F5F0"/>
                </a:solidFill>
                <a:latin typeface="Aptos"/>
                <a:ea typeface="Aptos"/>
                <a:cs typeface="Aptos"/>
              </a:defRPr>
            </a:pPr>
            <a:r>
              <a:rPr sz="1500" b="1">
                <a:solidFill>
                  <a:srgbClr val="D9F5F0"/>
                </a:solidFill>
                <a:latin typeface="Aptos"/>
                <a:ea typeface="Aptos"/>
                <a:cs typeface="Aptos"/>
              </a:rPr>
              <a:t>S · B</a:t>
            </a:r>
          </a:p>
        </p:txBody>
      </p:sp>
      <p:sp>
        <p:nvSpPr>
          <p:cNvPr id="51" name="">
            <a:extLst xmlns:a="http://schemas.openxmlformats.org/drawingml/2006/main">
              <a:ext uri="{FF2B5EF4-FFF2-40B4-BE49-F238E27FC236}">
                <a16:creationId xmlns:a16="http://schemas.microsoft.com/office/drawing/2014/main" id="{22AF0E8B-AC36-4E1F-85EE-97E5B34D04D7}"/>
              </a:ext>
            </a:extLst>
          </p:cNvPr>
          <p:cNvSpPr>
            <a:spLocks xmlns:a="http://schemas.openxmlformats.org/drawingml/2006/main" noGrp="1"/>
          </p:cNvSpPr>
          <p:nvPr/>
        </p:nvSpPr>
        <p:spPr>
          <a:xfrm xmlns:a="http://schemas.openxmlformats.org/drawingml/2006/main">
            <a:off x="8420100" y="3267075"/>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C9D6EA"/>
                </a:solidFill>
                <a:latin typeface="Aptos"/>
                <a:ea typeface="Aptos"/>
                <a:cs typeface="Aptos"/>
              </a:defRPr>
            </a:defPPr>
            <a:lvl1pPr algn="ctr">
              <a:buNone/>
              <a:defRPr sz="825" b="0">
                <a:solidFill>
                  <a:srgbClr val="C9D6EA"/>
                </a:solidFill>
                <a:latin typeface="Aptos"/>
                <a:ea typeface="Aptos"/>
                <a:cs typeface="Aptos"/>
              </a:defRPr>
            </a:lvl1pPr>
            <a:lvl2pPr algn="ctr">
              <a:buNone/>
              <a:defRPr sz="825" b="0">
                <a:solidFill>
                  <a:srgbClr val="C9D6EA"/>
                </a:solidFill>
                <a:latin typeface="Aptos"/>
                <a:ea typeface="Aptos"/>
                <a:cs typeface="Aptos"/>
              </a:defRPr>
            </a:lvl2pPr>
            <a:lvl3pPr algn="ctr">
              <a:buNone/>
              <a:defRPr sz="825" b="0">
                <a:solidFill>
                  <a:srgbClr val="C9D6EA"/>
                </a:solidFill>
                <a:latin typeface="Aptos"/>
                <a:ea typeface="Aptos"/>
                <a:cs typeface="Aptos"/>
              </a:defRPr>
            </a:lvl3pPr>
            <a:lvl4pPr algn="ctr">
              <a:buNone/>
              <a:defRPr sz="825" b="0">
                <a:solidFill>
                  <a:srgbClr val="C9D6EA"/>
                </a:solidFill>
                <a:latin typeface="Aptos"/>
                <a:ea typeface="Aptos"/>
                <a:cs typeface="Aptos"/>
              </a:defRPr>
            </a:lvl4pPr>
            <a:lvl5pPr algn="ctr">
              <a:buNone/>
              <a:defRPr sz="825" b="0">
                <a:solidFill>
                  <a:srgbClr val="C9D6EA"/>
                </a:solidFill>
                <a:latin typeface="Aptos"/>
                <a:ea typeface="Aptos"/>
                <a:cs typeface="Aptos"/>
              </a:defRPr>
            </a:lvl5pPr>
            <a:lvl6pPr algn="ctr">
              <a:buNone/>
              <a:defRPr sz="825" b="0">
                <a:solidFill>
                  <a:srgbClr val="C9D6EA"/>
                </a:solidFill>
                <a:latin typeface="Aptos"/>
                <a:ea typeface="Aptos"/>
                <a:cs typeface="Aptos"/>
              </a:defRPr>
            </a:lvl6pPr>
            <a:lvl7pPr algn="ctr">
              <a:buNone/>
              <a:defRPr sz="825" b="0">
                <a:solidFill>
                  <a:srgbClr val="C9D6EA"/>
                </a:solidFill>
                <a:latin typeface="Aptos"/>
                <a:ea typeface="Aptos"/>
                <a:cs typeface="Aptos"/>
              </a:defRPr>
            </a:lvl7pPr>
            <a:lvl8pPr algn="ctr">
              <a:buNone/>
              <a:defRPr sz="825" b="0">
                <a:solidFill>
                  <a:srgbClr val="C9D6EA"/>
                </a:solidFill>
                <a:latin typeface="Aptos"/>
                <a:ea typeface="Aptos"/>
                <a:cs typeface="Aptos"/>
              </a:defRPr>
            </a:lvl8pPr>
            <a:lvl9pPr algn="ctr">
              <a:buNone/>
              <a:defRPr sz="825" b="0">
                <a:solidFill>
                  <a:srgbClr val="C9D6EA"/>
                </a:solidFill>
                <a:latin typeface="Aptos"/>
                <a:ea typeface="Aptos"/>
                <a:cs typeface="Aptos"/>
              </a:defRPr>
            </a:lvl9pPr>
          </a:lstStyle>
          <a:p xmlns:a="http://schemas.openxmlformats.org/drawingml/2006/main">
            <a:pPr algn="ctr">
              <a:buNone/>
              <a:defRPr sz="825" b="0">
                <a:solidFill>
                  <a:srgbClr val="C9D6EA"/>
                </a:solidFill>
                <a:latin typeface="Aptos"/>
                <a:ea typeface="Aptos"/>
                <a:cs typeface="Aptos"/>
              </a:defRPr>
            </a:pPr>
            <a:r>
              <a:rPr sz="825" b="0">
                <a:solidFill>
                  <a:srgbClr val="C9D6EA"/>
                </a:solidFill>
                <a:latin typeface="Aptos"/>
                <a:ea typeface="Aptos"/>
                <a:cs typeface="Aptos"/>
              </a:rPr>
              <a:t>respuesta × punto base</a:t>
            </a:r>
          </a:p>
        </p:txBody>
      </p:sp>
      <p:sp>
        <p:nvSpPr>
          <p:cNvPr id="52" name="">
            <a:extLst xmlns:a="http://schemas.openxmlformats.org/drawingml/2006/main">
              <a:ext uri="{FF2B5EF4-FFF2-40B4-BE49-F238E27FC236}">
                <a16:creationId xmlns:a16="http://schemas.microsoft.com/office/drawing/2014/main" id="{6C0416E0-D362-49E4-9545-964473ADD582}"/>
              </a:ext>
            </a:extLst>
          </p:cNvPr>
          <p:cNvSpPr>
            <a:spLocks xmlns:a="http://schemas.openxmlformats.org/drawingml/2006/main" noGrp="1"/>
          </p:cNvSpPr>
          <p:nvPr/>
        </p:nvSpPr>
        <p:spPr>
          <a:xfrm xmlns:a="http://schemas.openxmlformats.org/drawingml/2006/main">
            <a:off x="9696450" y="303847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950" b="1">
                <a:solidFill>
                  <a:srgbClr val="F2B544"/>
                </a:solidFill>
                <a:latin typeface="Aptos"/>
                <a:ea typeface="Aptos"/>
                <a:cs typeface="Aptos"/>
              </a:defRPr>
            </a:defPPr>
            <a:lvl1pPr algn="ctr">
              <a:buNone/>
              <a:defRPr sz="1950" b="1">
                <a:solidFill>
                  <a:srgbClr val="F2B544"/>
                </a:solidFill>
                <a:latin typeface="Aptos"/>
                <a:ea typeface="Aptos"/>
                <a:cs typeface="Aptos"/>
              </a:defRPr>
            </a:lvl1pPr>
            <a:lvl2pPr algn="ctr">
              <a:buNone/>
              <a:defRPr sz="1950" b="1">
                <a:solidFill>
                  <a:srgbClr val="F2B544"/>
                </a:solidFill>
                <a:latin typeface="Aptos"/>
                <a:ea typeface="Aptos"/>
                <a:cs typeface="Aptos"/>
              </a:defRPr>
            </a:lvl2pPr>
            <a:lvl3pPr algn="ctr">
              <a:buNone/>
              <a:defRPr sz="1950" b="1">
                <a:solidFill>
                  <a:srgbClr val="F2B544"/>
                </a:solidFill>
                <a:latin typeface="Aptos"/>
                <a:ea typeface="Aptos"/>
                <a:cs typeface="Aptos"/>
              </a:defRPr>
            </a:lvl3pPr>
            <a:lvl4pPr algn="ctr">
              <a:buNone/>
              <a:defRPr sz="1950" b="1">
                <a:solidFill>
                  <a:srgbClr val="F2B544"/>
                </a:solidFill>
                <a:latin typeface="Aptos"/>
                <a:ea typeface="Aptos"/>
                <a:cs typeface="Aptos"/>
              </a:defRPr>
            </a:lvl4pPr>
            <a:lvl5pPr algn="ctr">
              <a:buNone/>
              <a:defRPr sz="1950" b="1">
                <a:solidFill>
                  <a:srgbClr val="F2B544"/>
                </a:solidFill>
                <a:latin typeface="Aptos"/>
                <a:ea typeface="Aptos"/>
                <a:cs typeface="Aptos"/>
              </a:defRPr>
            </a:lvl5pPr>
            <a:lvl6pPr algn="ctr">
              <a:buNone/>
              <a:defRPr sz="1950" b="1">
                <a:solidFill>
                  <a:srgbClr val="F2B544"/>
                </a:solidFill>
                <a:latin typeface="Aptos"/>
                <a:ea typeface="Aptos"/>
                <a:cs typeface="Aptos"/>
              </a:defRPr>
            </a:lvl6pPr>
            <a:lvl7pPr algn="ctr">
              <a:buNone/>
              <a:defRPr sz="1950" b="1">
                <a:solidFill>
                  <a:srgbClr val="F2B544"/>
                </a:solidFill>
                <a:latin typeface="Aptos"/>
                <a:ea typeface="Aptos"/>
                <a:cs typeface="Aptos"/>
              </a:defRPr>
            </a:lvl7pPr>
            <a:lvl8pPr algn="ctr">
              <a:buNone/>
              <a:defRPr sz="1950" b="1">
                <a:solidFill>
                  <a:srgbClr val="F2B544"/>
                </a:solidFill>
                <a:latin typeface="Aptos"/>
                <a:ea typeface="Aptos"/>
                <a:cs typeface="Aptos"/>
              </a:defRPr>
            </a:lvl8pPr>
            <a:lvl9pPr algn="ctr">
              <a:buNone/>
              <a:defRPr sz="1950" b="1">
                <a:solidFill>
                  <a:srgbClr val="F2B544"/>
                </a:solidFill>
                <a:latin typeface="Aptos"/>
                <a:ea typeface="Aptos"/>
                <a:cs typeface="Aptos"/>
              </a:defRPr>
            </a:lvl9pPr>
          </a:lstStyle>
          <a:p xmlns:a="http://schemas.openxmlformats.org/drawingml/2006/main">
            <a:pPr algn="ctr">
              <a:buNone/>
              <a:defRPr sz="1950" b="1">
                <a:solidFill>
                  <a:srgbClr val="F2B544"/>
                </a:solidFill>
                <a:latin typeface="Aptos"/>
                <a:ea typeface="Aptos"/>
                <a:cs typeface="Aptos"/>
              </a:defRPr>
            </a:pPr>
            <a:r>
              <a:rPr sz="1950" b="1">
                <a:solidFill>
                  <a:srgbClr val="F2B544"/>
                </a:solidFill>
                <a:latin typeface="Aptos"/>
                <a:ea typeface="Aptos"/>
                <a:cs typeface="Aptos"/>
              </a:rPr>
              <a:t>=</a:t>
            </a:r>
          </a:p>
        </p:txBody>
      </p:sp>
      <p:sp>
        <p:nvSpPr>
          <p:cNvPr id="53" name="">
            <a:extLst xmlns:a="http://schemas.openxmlformats.org/drawingml/2006/main">
              <a:ext uri="{FF2B5EF4-FFF2-40B4-BE49-F238E27FC236}">
                <a16:creationId xmlns:a16="http://schemas.microsoft.com/office/drawing/2014/main" id="{16BA4DC8-4548-41E3-B47C-67628CB445D9}"/>
              </a:ext>
            </a:extLst>
          </p:cNvPr>
          <p:cNvSpPr>
            <a:spLocks xmlns:a="http://schemas.openxmlformats.org/drawingml/2006/main" noGrp="1"/>
          </p:cNvSpPr>
          <p:nvPr/>
        </p:nvSpPr>
        <p:spPr>
          <a:xfrm xmlns:a="http://schemas.openxmlformats.org/drawingml/2006/main">
            <a:off x="10067925" y="2962275"/>
            <a:ext cx="1304925" cy="552450"/>
          </a:xfrm>
          <a:prstGeom xmlns:a="http://schemas.openxmlformats.org/drawingml/2006/main" prst="roundRect">
            <a:avLst>
              <a:gd name="adj" fmla="val 13793"/>
            </a:avLst>
          </a:prstGeom>
          <a:solidFill xmlns:a="http://schemas.openxmlformats.org/drawingml/2006/main">
            <a:srgbClr val="263A63"/>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2911BA6A-9D17-4675-AACF-F09B6A47ED0B}"/>
              </a:ext>
            </a:extLst>
          </p:cNvPr>
          <p:cNvSpPr>
            <a:spLocks xmlns:a="http://schemas.openxmlformats.org/drawingml/2006/main" noGrp="1"/>
          </p:cNvSpPr>
          <p:nvPr/>
        </p:nvSpPr>
        <p:spPr>
          <a:xfrm xmlns:a="http://schemas.openxmlformats.org/drawingml/2006/main">
            <a:off x="10125075" y="3028950"/>
            <a:ext cx="1190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D9F5F0"/>
                </a:solidFill>
                <a:latin typeface="Aptos"/>
                <a:ea typeface="Aptos"/>
                <a:cs typeface="Aptos"/>
              </a:defRPr>
            </a:defPPr>
            <a:lvl1pPr algn="ctr">
              <a:buNone/>
              <a:defRPr sz="1425" b="1">
                <a:solidFill>
                  <a:srgbClr val="D9F5F0"/>
                </a:solidFill>
                <a:latin typeface="Aptos"/>
                <a:ea typeface="Aptos"/>
                <a:cs typeface="Aptos"/>
              </a:defRPr>
            </a:lvl1pPr>
            <a:lvl2pPr algn="ctr">
              <a:buNone/>
              <a:defRPr sz="1425" b="1">
                <a:solidFill>
                  <a:srgbClr val="D9F5F0"/>
                </a:solidFill>
                <a:latin typeface="Aptos"/>
                <a:ea typeface="Aptos"/>
                <a:cs typeface="Aptos"/>
              </a:defRPr>
            </a:lvl2pPr>
            <a:lvl3pPr algn="ctr">
              <a:buNone/>
              <a:defRPr sz="1425" b="1">
                <a:solidFill>
                  <a:srgbClr val="D9F5F0"/>
                </a:solidFill>
                <a:latin typeface="Aptos"/>
                <a:ea typeface="Aptos"/>
                <a:cs typeface="Aptos"/>
              </a:defRPr>
            </a:lvl3pPr>
            <a:lvl4pPr algn="ctr">
              <a:buNone/>
              <a:defRPr sz="1425" b="1">
                <a:solidFill>
                  <a:srgbClr val="D9F5F0"/>
                </a:solidFill>
                <a:latin typeface="Aptos"/>
                <a:ea typeface="Aptos"/>
                <a:cs typeface="Aptos"/>
              </a:defRPr>
            </a:lvl4pPr>
            <a:lvl5pPr algn="ctr">
              <a:buNone/>
              <a:defRPr sz="1425" b="1">
                <a:solidFill>
                  <a:srgbClr val="D9F5F0"/>
                </a:solidFill>
                <a:latin typeface="Aptos"/>
                <a:ea typeface="Aptos"/>
                <a:cs typeface="Aptos"/>
              </a:defRPr>
            </a:lvl5pPr>
            <a:lvl6pPr algn="ctr">
              <a:buNone/>
              <a:defRPr sz="1425" b="1">
                <a:solidFill>
                  <a:srgbClr val="D9F5F0"/>
                </a:solidFill>
                <a:latin typeface="Aptos"/>
                <a:ea typeface="Aptos"/>
                <a:cs typeface="Aptos"/>
              </a:defRPr>
            </a:lvl6pPr>
            <a:lvl7pPr algn="ctr">
              <a:buNone/>
              <a:defRPr sz="1425" b="1">
                <a:solidFill>
                  <a:srgbClr val="D9F5F0"/>
                </a:solidFill>
                <a:latin typeface="Aptos"/>
                <a:ea typeface="Aptos"/>
                <a:cs typeface="Aptos"/>
              </a:defRPr>
            </a:lvl7pPr>
            <a:lvl8pPr algn="ctr">
              <a:buNone/>
              <a:defRPr sz="1425" b="1">
                <a:solidFill>
                  <a:srgbClr val="D9F5F0"/>
                </a:solidFill>
                <a:latin typeface="Aptos"/>
                <a:ea typeface="Aptos"/>
                <a:cs typeface="Aptos"/>
              </a:defRPr>
            </a:lvl8pPr>
            <a:lvl9pPr algn="ctr">
              <a:buNone/>
              <a:defRPr sz="1425" b="1">
                <a:solidFill>
                  <a:srgbClr val="D9F5F0"/>
                </a:solidFill>
                <a:latin typeface="Aptos"/>
                <a:ea typeface="Aptos"/>
                <a:cs typeface="Aptos"/>
              </a:defRPr>
            </a:lvl9pPr>
          </a:lstStyle>
          <a:p xmlns:a="http://schemas.openxmlformats.org/drawingml/2006/main">
            <a:pPr algn="ctr">
              <a:buNone/>
              <a:defRPr sz="1425" b="1">
                <a:solidFill>
                  <a:srgbClr val="D9F5F0"/>
                </a:solidFill>
                <a:latin typeface="Aptos"/>
                <a:ea typeface="Aptos"/>
                <a:cs typeface="Aptos"/>
              </a:defRPr>
            </a:pPr>
            <a:r>
              <a:rPr sz="1425" b="1">
                <a:solidFill>
                  <a:srgbClr val="D9F5F0"/>
                </a:solidFill>
                <a:latin typeface="Aptos"/>
                <a:ea typeface="Aptos"/>
                <a:cs typeface="Aptos"/>
              </a:rPr>
              <a:t>R + k · A</a:t>
            </a:r>
          </a:p>
        </p:txBody>
      </p:sp>
      <p:sp>
        <p:nvSpPr>
          <p:cNvPr id="55" name="">
            <a:extLst xmlns:a="http://schemas.openxmlformats.org/drawingml/2006/main">
              <a:ext uri="{FF2B5EF4-FFF2-40B4-BE49-F238E27FC236}">
                <a16:creationId xmlns:a16="http://schemas.microsoft.com/office/drawing/2014/main" id="{1A693B4B-AAE8-4F9F-A28E-BD1BD3A50BF7}"/>
              </a:ext>
            </a:extLst>
          </p:cNvPr>
          <p:cNvSpPr>
            <a:spLocks xmlns:a="http://schemas.openxmlformats.org/drawingml/2006/main" noGrp="1"/>
          </p:cNvSpPr>
          <p:nvPr/>
        </p:nvSpPr>
        <p:spPr>
          <a:xfrm xmlns:a="http://schemas.openxmlformats.org/drawingml/2006/main">
            <a:off x="10115550" y="3267075"/>
            <a:ext cx="1209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750" b="0">
                <a:solidFill>
                  <a:srgbClr val="C9D6EA"/>
                </a:solidFill>
                <a:latin typeface="Aptos"/>
                <a:ea typeface="Aptos"/>
                <a:cs typeface="Aptos"/>
              </a:defRPr>
            </a:defPPr>
            <a:lvl1pPr algn="ctr">
              <a:buNone/>
              <a:defRPr sz="750" b="0">
                <a:solidFill>
                  <a:srgbClr val="C9D6EA"/>
                </a:solidFill>
                <a:latin typeface="Aptos"/>
                <a:ea typeface="Aptos"/>
                <a:cs typeface="Aptos"/>
              </a:defRPr>
            </a:lvl1pPr>
            <a:lvl2pPr algn="ctr">
              <a:buNone/>
              <a:defRPr sz="750" b="0">
                <a:solidFill>
                  <a:srgbClr val="C9D6EA"/>
                </a:solidFill>
                <a:latin typeface="Aptos"/>
                <a:ea typeface="Aptos"/>
                <a:cs typeface="Aptos"/>
              </a:defRPr>
            </a:lvl2pPr>
            <a:lvl3pPr algn="ctr">
              <a:buNone/>
              <a:defRPr sz="750" b="0">
                <a:solidFill>
                  <a:srgbClr val="C9D6EA"/>
                </a:solidFill>
                <a:latin typeface="Aptos"/>
                <a:ea typeface="Aptos"/>
                <a:cs typeface="Aptos"/>
              </a:defRPr>
            </a:lvl3pPr>
            <a:lvl4pPr algn="ctr">
              <a:buNone/>
              <a:defRPr sz="750" b="0">
                <a:solidFill>
                  <a:srgbClr val="C9D6EA"/>
                </a:solidFill>
                <a:latin typeface="Aptos"/>
                <a:ea typeface="Aptos"/>
                <a:cs typeface="Aptos"/>
              </a:defRPr>
            </a:lvl4pPr>
            <a:lvl5pPr algn="ctr">
              <a:buNone/>
              <a:defRPr sz="750" b="0">
                <a:solidFill>
                  <a:srgbClr val="C9D6EA"/>
                </a:solidFill>
                <a:latin typeface="Aptos"/>
                <a:ea typeface="Aptos"/>
                <a:cs typeface="Aptos"/>
              </a:defRPr>
            </a:lvl5pPr>
            <a:lvl6pPr algn="ctr">
              <a:buNone/>
              <a:defRPr sz="750" b="0">
                <a:solidFill>
                  <a:srgbClr val="C9D6EA"/>
                </a:solidFill>
                <a:latin typeface="Aptos"/>
                <a:ea typeface="Aptos"/>
                <a:cs typeface="Aptos"/>
              </a:defRPr>
            </a:lvl6pPr>
            <a:lvl7pPr algn="ctr">
              <a:buNone/>
              <a:defRPr sz="750" b="0">
                <a:solidFill>
                  <a:srgbClr val="C9D6EA"/>
                </a:solidFill>
                <a:latin typeface="Aptos"/>
                <a:ea typeface="Aptos"/>
                <a:cs typeface="Aptos"/>
              </a:defRPr>
            </a:lvl7pPr>
            <a:lvl8pPr algn="ctr">
              <a:buNone/>
              <a:defRPr sz="750" b="0">
                <a:solidFill>
                  <a:srgbClr val="C9D6EA"/>
                </a:solidFill>
                <a:latin typeface="Aptos"/>
                <a:ea typeface="Aptos"/>
                <a:cs typeface="Aptos"/>
              </a:defRPr>
            </a:lvl8pPr>
            <a:lvl9pPr algn="ctr">
              <a:buNone/>
              <a:defRPr sz="750" b="0">
                <a:solidFill>
                  <a:srgbClr val="C9D6EA"/>
                </a:solidFill>
                <a:latin typeface="Aptos"/>
                <a:ea typeface="Aptos"/>
                <a:cs typeface="Aptos"/>
              </a:defRPr>
            </a:lvl9pPr>
          </a:lstStyle>
          <a:p xmlns:a="http://schemas.openxmlformats.org/drawingml/2006/main">
            <a:pPr algn="ctr">
              <a:buNone/>
              <a:defRPr sz="750" b="0">
                <a:solidFill>
                  <a:srgbClr val="C9D6EA"/>
                </a:solidFill>
                <a:latin typeface="Aptos"/>
                <a:ea typeface="Aptos"/>
                <a:cs typeface="Aptos"/>
              </a:defRPr>
            </a:pPr>
            <a:r>
              <a:rPr sz="750" b="0">
                <a:solidFill>
                  <a:srgbClr val="C9D6EA"/>
                </a:solidFill>
                <a:latin typeface="Aptos"/>
                <a:ea typeface="Aptos"/>
                <a:cs typeface="Aptos"/>
              </a:rPr>
              <a:t>punto + desafío × clave pública</a:t>
            </a:r>
          </a:p>
        </p:txBody>
      </p:sp>
      <p:sp>
        <p:nvSpPr>
          <p:cNvPr id="56" name="">
            <a:extLst xmlns:a="http://schemas.openxmlformats.org/drawingml/2006/main">
              <a:ext uri="{FF2B5EF4-FFF2-40B4-BE49-F238E27FC236}">
                <a16:creationId xmlns:a16="http://schemas.microsoft.com/office/drawing/2014/main" id="{558FBA53-F174-4619-A01A-202B7277A716}"/>
              </a:ext>
            </a:extLst>
          </p:cNvPr>
          <p:cNvSpPr>
            <a:spLocks xmlns:a="http://schemas.openxmlformats.org/drawingml/2006/main" noGrp="1"/>
          </p:cNvSpPr>
          <p:nvPr/>
        </p:nvSpPr>
        <p:spPr>
          <a:xfrm xmlns:a="http://schemas.openxmlformats.org/drawingml/2006/main" flipV="0">
            <a:off x="8991600" y="3581400"/>
            <a:ext cx="9525" cy="3143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7" name="">
            <a:extLst xmlns:a="http://schemas.openxmlformats.org/drawingml/2006/main">
              <a:ext uri="{FF2B5EF4-FFF2-40B4-BE49-F238E27FC236}">
                <a16:creationId xmlns:a16="http://schemas.microsoft.com/office/drawing/2014/main" id="{068BB657-33E4-4325-AF83-B05FBA6B3371}"/>
              </a:ext>
            </a:extLst>
          </p:cNvPr>
          <p:cNvSpPr>
            <a:spLocks xmlns:a="http://schemas.openxmlformats.org/drawingml/2006/main" noGrp="1"/>
          </p:cNvSpPr>
          <p:nvPr/>
        </p:nvSpPr>
        <p:spPr>
          <a:xfrm xmlns:a="http://schemas.openxmlformats.org/drawingml/2006/main" flipV="0">
            <a:off x="10715625" y="3581400"/>
            <a:ext cx="9525" cy="3143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8" name="">
            <a:extLst xmlns:a="http://schemas.openxmlformats.org/drawingml/2006/main">
              <a:ext uri="{FF2B5EF4-FFF2-40B4-BE49-F238E27FC236}">
                <a16:creationId xmlns:a16="http://schemas.microsoft.com/office/drawing/2014/main" id="{98D958D4-1B01-49EC-BDD2-F16B208067F1}"/>
              </a:ext>
            </a:extLst>
          </p:cNvPr>
          <p:cNvSpPr>
            <a:spLocks xmlns:a="http://schemas.openxmlformats.org/drawingml/2006/main" noGrp="1"/>
          </p:cNvSpPr>
          <p:nvPr/>
        </p:nvSpPr>
        <p:spPr>
          <a:xfrm xmlns:a="http://schemas.openxmlformats.org/drawingml/2006/main" flipV="0">
            <a:off x="8991600" y="3895725"/>
            <a:ext cx="857250" cy="2286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9" name="">
            <a:extLst xmlns:a="http://schemas.openxmlformats.org/drawingml/2006/main">
              <a:ext uri="{FF2B5EF4-FFF2-40B4-BE49-F238E27FC236}">
                <a16:creationId xmlns:a16="http://schemas.microsoft.com/office/drawing/2014/main" id="{A7436CE6-9111-4DF2-8E33-FE58E7C27440}"/>
              </a:ext>
            </a:extLst>
          </p:cNvPr>
          <p:cNvSpPr>
            <a:spLocks xmlns:a="http://schemas.openxmlformats.org/drawingml/2006/main" noGrp="1"/>
          </p:cNvSpPr>
          <p:nvPr/>
        </p:nvSpPr>
        <p:spPr>
          <a:xfrm xmlns:a="http://schemas.openxmlformats.org/drawingml/2006/main" flipV="1">
            <a:off x="9848850" y="3895725"/>
            <a:ext cx="866775" cy="2286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60" name="">
            <a:extLst xmlns:a="http://schemas.openxmlformats.org/drawingml/2006/main">
              <a:ext uri="{FF2B5EF4-FFF2-40B4-BE49-F238E27FC236}">
                <a16:creationId xmlns:a16="http://schemas.microsoft.com/office/drawing/2014/main" id="{C86C41C5-0841-4345-923A-70C77DBE5493}"/>
              </a:ext>
            </a:extLst>
          </p:cNvPr>
          <p:cNvSpPr>
            <a:spLocks xmlns:a="http://schemas.openxmlformats.org/drawingml/2006/main" noGrp="1"/>
          </p:cNvSpPr>
          <p:nvPr/>
        </p:nvSpPr>
        <p:spPr>
          <a:xfrm xmlns:a="http://schemas.openxmlformats.org/drawingml/2006/main">
            <a:off x="9601200" y="4010025"/>
            <a:ext cx="495300" cy="495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47C5CBAF-A3EB-4CD1-9176-8147D7947F77}"/>
              </a:ext>
            </a:extLst>
          </p:cNvPr>
          <p:cNvSpPr>
            <a:spLocks xmlns:a="http://schemas.openxmlformats.org/drawingml/2006/main" noGrp="1"/>
          </p:cNvSpPr>
          <p:nvPr/>
        </p:nvSpPr>
        <p:spPr>
          <a:xfrm xmlns:a="http://schemas.openxmlformats.org/drawingml/2006/main">
            <a:off x="9601200" y="4010025"/>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172554"/>
                </a:solidFill>
                <a:latin typeface="Aptos"/>
                <a:ea typeface="Aptos"/>
                <a:cs typeface="Aptos"/>
              </a:defRPr>
            </a:defPPr>
            <a:lvl1pPr algn="ctr">
              <a:buNone/>
              <a:defRPr sz="2025" b="1">
                <a:solidFill>
                  <a:srgbClr val="172554"/>
                </a:solidFill>
                <a:latin typeface="Aptos"/>
                <a:ea typeface="Aptos"/>
                <a:cs typeface="Aptos"/>
              </a:defRPr>
            </a:lvl1pPr>
            <a:lvl2pPr algn="ctr">
              <a:buNone/>
              <a:defRPr sz="2025" b="1">
                <a:solidFill>
                  <a:srgbClr val="172554"/>
                </a:solidFill>
                <a:latin typeface="Aptos"/>
                <a:ea typeface="Aptos"/>
                <a:cs typeface="Aptos"/>
              </a:defRPr>
            </a:lvl2pPr>
            <a:lvl3pPr algn="ctr">
              <a:buNone/>
              <a:defRPr sz="2025" b="1">
                <a:solidFill>
                  <a:srgbClr val="172554"/>
                </a:solidFill>
                <a:latin typeface="Aptos"/>
                <a:ea typeface="Aptos"/>
                <a:cs typeface="Aptos"/>
              </a:defRPr>
            </a:lvl3pPr>
            <a:lvl4pPr algn="ctr">
              <a:buNone/>
              <a:defRPr sz="2025" b="1">
                <a:solidFill>
                  <a:srgbClr val="172554"/>
                </a:solidFill>
                <a:latin typeface="Aptos"/>
                <a:ea typeface="Aptos"/>
                <a:cs typeface="Aptos"/>
              </a:defRPr>
            </a:lvl4pPr>
            <a:lvl5pPr algn="ctr">
              <a:buNone/>
              <a:defRPr sz="2025" b="1">
                <a:solidFill>
                  <a:srgbClr val="172554"/>
                </a:solidFill>
                <a:latin typeface="Aptos"/>
                <a:ea typeface="Aptos"/>
                <a:cs typeface="Aptos"/>
              </a:defRPr>
            </a:lvl5pPr>
            <a:lvl6pPr algn="ctr">
              <a:buNone/>
              <a:defRPr sz="2025" b="1">
                <a:solidFill>
                  <a:srgbClr val="172554"/>
                </a:solidFill>
                <a:latin typeface="Aptos"/>
                <a:ea typeface="Aptos"/>
                <a:cs typeface="Aptos"/>
              </a:defRPr>
            </a:lvl6pPr>
            <a:lvl7pPr algn="ctr">
              <a:buNone/>
              <a:defRPr sz="2025" b="1">
                <a:solidFill>
                  <a:srgbClr val="172554"/>
                </a:solidFill>
                <a:latin typeface="Aptos"/>
                <a:ea typeface="Aptos"/>
                <a:cs typeface="Aptos"/>
              </a:defRPr>
            </a:lvl7pPr>
            <a:lvl8pPr algn="ctr">
              <a:buNone/>
              <a:defRPr sz="2025" b="1">
                <a:solidFill>
                  <a:srgbClr val="172554"/>
                </a:solidFill>
                <a:latin typeface="Aptos"/>
                <a:ea typeface="Aptos"/>
                <a:cs typeface="Aptos"/>
              </a:defRPr>
            </a:lvl8pPr>
            <a:lvl9pPr algn="ctr">
              <a:buNone/>
              <a:defRPr sz="2025" b="1">
                <a:solidFill>
                  <a:srgbClr val="172554"/>
                </a:solidFill>
                <a:latin typeface="Aptos"/>
                <a:ea typeface="Aptos"/>
                <a:cs typeface="Aptos"/>
              </a:defRPr>
            </a:lvl9pPr>
          </a:lstStyle>
          <a:p xmlns:a="http://schemas.openxmlformats.org/drawingml/2006/main">
            <a:pPr algn="ctr">
              <a:buNone/>
              <a:defRPr sz="2025" b="1">
                <a:solidFill>
                  <a:srgbClr val="172554"/>
                </a:solidFill>
                <a:latin typeface="Aptos"/>
                <a:ea typeface="Aptos"/>
                <a:cs typeface="Aptos"/>
              </a:defRPr>
            </a:pPr>
            <a:r>
              <a:rPr sz="2025" b="1">
                <a:solidFill>
                  <a:srgbClr val="172554"/>
                </a:solidFill>
                <a:latin typeface="Aptos"/>
                <a:ea typeface="Aptos"/>
                <a:cs typeface="Aptos"/>
              </a:rPr>
              <a:t>=</a:t>
            </a:r>
          </a:p>
        </p:txBody>
      </p:sp>
      <p:sp>
        <p:nvSpPr>
          <p:cNvPr id="62" name="">
            <a:extLst xmlns:a="http://schemas.openxmlformats.org/drawingml/2006/main">
              <a:ext uri="{FF2B5EF4-FFF2-40B4-BE49-F238E27FC236}">
                <a16:creationId xmlns:a16="http://schemas.microsoft.com/office/drawing/2014/main" id="{EBE30F22-4682-4A89-A9B0-7E5D34514346}"/>
              </a:ext>
            </a:extLst>
          </p:cNvPr>
          <p:cNvSpPr>
            <a:spLocks xmlns:a="http://schemas.openxmlformats.org/drawingml/2006/main" noGrp="1"/>
          </p:cNvSpPr>
          <p:nvPr/>
        </p:nvSpPr>
        <p:spPr>
          <a:xfrm xmlns:a="http://schemas.openxmlformats.org/drawingml/2006/main">
            <a:off x="8286750" y="4619625"/>
            <a:ext cx="3067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Si ambos lados dan el mismo resultado,</a:t>
            </a:r>
          </a:p>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la firma corresponde a estos datos y a esta clave pública.</a:t>
            </a:r>
          </a:p>
        </p:txBody>
      </p:sp>
      <p:sp>
        <p:nvSpPr>
          <p:cNvPr id="63" name="">
            <a:extLst xmlns:a="http://schemas.openxmlformats.org/drawingml/2006/main">
              <a:ext uri="{FF2B5EF4-FFF2-40B4-BE49-F238E27FC236}">
                <a16:creationId xmlns:a16="http://schemas.microsoft.com/office/drawing/2014/main" id="{082CE1E5-1F40-44F5-A37F-D8222BBD8B14}"/>
              </a:ext>
            </a:extLst>
          </p:cNvPr>
          <p:cNvSpPr>
            <a:spLocks xmlns:a="http://schemas.openxmlformats.org/drawingml/2006/main" noGrp="1"/>
          </p:cNvSpPr>
          <p:nvPr/>
        </p:nvSpPr>
        <p:spPr>
          <a:xfrm xmlns:a="http://schemas.openxmlformats.org/drawingml/2006/main">
            <a:off x="1238250" y="5543550"/>
            <a:ext cx="9715500" cy="504825"/>
          </a:xfrm>
          <a:prstGeom xmlns:a="http://schemas.openxmlformats.org/drawingml/2006/main" prst="roundRect">
            <a:avLst>
              <a:gd name="adj" fmla="val 15094"/>
            </a:avLst>
          </a:prstGeom>
          <a:solidFill xmlns:a="http://schemas.openxmlformats.org/drawingml/2006/main">
            <a:srgbClr val="FFF2D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BB33BD5B-3E48-4613-A9E0-A56D37A73F1C}"/>
              </a:ext>
            </a:extLst>
          </p:cNvPr>
          <p:cNvSpPr>
            <a:spLocks xmlns:a="http://schemas.openxmlformats.org/drawingml/2006/main" noGrp="1"/>
          </p:cNvSpPr>
          <p:nvPr/>
        </p:nvSpPr>
        <p:spPr>
          <a:xfrm xmlns:a="http://schemas.openxmlformats.org/drawingml/2006/main">
            <a:off x="1438275" y="5638800"/>
            <a:ext cx="931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775109"/>
                </a:solidFill>
                <a:latin typeface="Aptos"/>
                <a:ea typeface="Aptos"/>
                <a:cs typeface="Aptos"/>
              </a:defRPr>
            </a:defPPr>
            <a:lvl1pPr algn="ctr">
              <a:buNone/>
              <a:defRPr sz="1200" b="1">
                <a:solidFill>
                  <a:srgbClr val="775109"/>
                </a:solidFill>
                <a:latin typeface="Aptos"/>
                <a:ea typeface="Aptos"/>
                <a:cs typeface="Aptos"/>
              </a:defRPr>
            </a:lvl1pPr>
            <a:lvl2pPr algn="ctr">
              <a:buNone/>
              <a:defRPr sz="1200" b="1">
                <a:solidFill>
                  <a:srgbClr val="775109"/>
                </a:solidFill>
                <a:latin typeface="Aptos"/>
                <a:ea typeface="Aptos"/>
                <a:cs typeface="Aptos"/>
              </a:defRPr>
            </a:lvl2pPr>
            <a:lvl3pPr algn="ctr">
              <a:buNone/>
              <a:defRPr sz="1200" b="1">
                <a:solidFill>
                  <a:srgbClr val="775109"/>
                </a:solidFill>
                <a:latin typeface="Aptos"/>
                <a:ea typeface="Aptos"/>
                <a:cs typeface="Aptos"/>
              </a:defRPr>
            </a:lvl3pPr>
            <a:lvl4pPr algn="ctr">
              <a:buNone/>
              <a:defRPr sz="1200" b="1">
                <a:solidFill>
                  <a:srgbClr val="775109"/>
                </a:solidFill>
                <a:latin typeface="Aptos"/>
                <a:ea typeface="Aptos"/>
                <a:cs typeface="Aptos"/>
              </a:defRPr>
            </a:lvl4pPr>
            <a:lvl5pPr algn="ctr">
              <a:buNone/>
              <a:defRPr sz="1200" b="1">
                <a:solidFill>
                  <a:srgbClr val="775109"/>
                </a:solidFill>
                <a:latin typeface="Aptos"/>
                <a:ea typeface="Aptos"/>
                <a:cs typeface="Aptos"/>
              </a:defRPr>
            </a:lvl5pPr>
            <a:lvl6pPr algn="ctr">
              <a:buNone/>
              <a:defRPr sz="1200" b="1">
                <a:solidFill>
                  <a:srgbClr val="775109"/>
                </a:solidFill>
                <a:latin typeface="Aptos"/>
                <a:ea typeface="Aptos"/>
                <a:cs typeface="Aptos"/>
              </a:defRPr>
            </a:lvl6pPr>
            <a:lvl7pPr algn="ctr">
              <a:buNone/>
              <a:defRPr sz="1200" b="1">
                <a:solidFill>
                  <a:srgbClr val="775109"/>
                </a:solidFill>
                <a:latin typeface="Aptos"/>
                <a:ea typeface="Aptos"/>
                <a:cs typeface="Aptos"/>
              </a:defRPr>
            </a:lvl7pPr>
            <a:lvl8pPr algn="ctr">
              <a:buNone/>
              <a:defRPr sz="1200" b="1">
                <a:solidFill>
                  <a:srgbClr val="775109"/>
                </a:solidFill>
                <a:latin typeface="Aptos"/>
                <a:ea typeface="Aptos"/>
                <a:cs typeface="Aptos"/>
              </a:defRPr>
            </a:lvl8pPr>
            <a:lvl9pPr algn="ctr">
              <a:buNone/>
              <a:defRPr sz="1200" b="1">
                <a:solidFill>
                  <a:srgbClr val="775109"/>
                </a:solidFill>
                <a:latin typeface="Aptos"/>
                <a:ea typeface="Aptos"/>
                <a:cs typeface="Aptos"/>
              </a:defRPr>
            </a:lvl9pPr>
          </a:lstStyle>
          <a:p xmlns:a="http://schemas.openxmlformats.org/drawingml/2006/main">
            <a:pPr algn="ctr">
              <a:buNone/>
              <a:defRPr sz="1200" b="1">
                <a:solidFill>
                  <a:srgbClr val="775109"/>
                </a:solidFill>
                <a:latin typeface="Aptos"/>
                <a:ea typeface="Aptos"/>
                <a:cs typeface="Aptos"/>
              </a:defRPr>
            </a:pPr>
            <a:r>
              <a:rPr sz="1200" b="1">
                <a:solidFill>
                  <a:srgbClr val="775109"/>
                </a:solidFill>
                <a:latin typeface="Aptos"/>
                <a:ea typeface="Aptos"/>
                <a:cs typeface="Aptos"/>
              </a:rPr>
              <a:t>H = SHA-512  ·  mod L = reducción matemática  ·  firma = (R, S)</a:t>
            </a:r>
          </a:p>
        </p:txBody>
      </p:sp>
    </p:spTree>
    <p:extLst>
      <p:ext uri="{BB962C8B-B14F-4D97-AF65-F5344CB8AC3E}">
        <p14:creationId xmlns:p14="http://schemas.microsoft.com/office/powerpoint/2010/main" val="1318033965"/>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42" name="eyebrow">
            <a:extLst xmlns:a="http://schemas.openxmlformats.org/drawingml/2006/main">
              <a:ext uri="{FF2B5EF4-FFF2-40B4-BE49-F238E27FC236}">
                <a16:creationId xmlns:a16="http://schemas.microsoft.com/office/drawing/2014/main" id="{C40A1DF3-ADC6-410F-825A-FC5897DEC2E9}"/>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duration">
            <a:extLst xmlns:a="http://schemas.openxmlformats.org/drawingml/2006/main">
              <a:ext uri="{FF2B5EF4-FFF2-40B4-BE49-F238E27FC236}">
                <a16:creationId xmlns:a16="http://schemas.microsoft.com/office/drawing/2014/main" id="{03AAFD41-D738-4742-88F7-872D0B11707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6647F"/>
                </a:solidFill>
                <a:latin typeface="Aptos"/>
                <a:ea typeface="Aptos"/>
                <a:cs typeface="Aptos"/>
              </a:defRPr>
            </a:defPPr>
            <a:lvl1pPr algn="r">
              <a:buNone/>
              <a:defRPr sz="975" b="1">
                <a:solidFill>
                  <a:srgbClr val="56647F"/>
                </a:solidFill>
                <a:latin typeface="Aptos"/>
                <a:ea typeface="Aptos"/>
                <a:cs typeface="Aptos"/>
              </a:defRPr>
            </a:lvl1pPr>
            <a:lvl2pPr algn="r">
              <a:buNone/>
              <a:defRPr sz="975" b="1">
                <a:solidFill>
                  <a:srgbClr val="56647F"/>
                </a:solidFill>
                <a:latin typeface="Aptos"/>
                <a:ea typeface="Aptos"/>
                <a:cs typeface="Aptos"/>
              </a:defRPr>
            </a:lvl2pPr>
            <a:lvl3pPr algn="r">
              <a:buNone/>
              <a:defRPr sz="975" b="1">
                <a:solidFill>
                  <a:srgbClr val="56647F"/>
                </a:solidFill>
                <a:latin typeface="Aptos"/>
                <a:ea typeface="Aptos"/>
                <a:cs typeface="Aptos"/>
              </a:defRPr>
            </a:lvl3pPr>
            <a:lvl4pPr algn="r">
              <a:buNone/>
              <a:defRPr sz="975" b="1">
                <a:solidFill>
                  <a:srgbClr val="56647F"/>
                </a:solidFill>
                <a:latin typeface="Aptos"/>
                <a:ea typeface="Aptos"/>
                <a:cs typeface="Aptos"/>
              </a:defRPr>
            </a:lvl4pPr>
            <a:lvl5pPr algn="r">
              <a:buNone/>
              <a:defRPr sz="975" b="1">
                <a:solidFill>
                  <a:srgbClr val="56647F"/>
                </a:solidFill>
                <a:latin typeface="Aptos"/>
                <a:ea typeface="Aptos"/>
                <a:cs typeface="Aptos"/>
              </a:defRPr>
            </a:lvl5pPr>
            <a:lvl6pPr algn="r">
              <a:buNone/>
              <a:defRPr sz="975" b="1">
                <a:solidFill>
                  <a:srgbClr val="56647F"/>
                </a:solidFill>
                <a:latin typeface="Aptos"/>
                <a:ea typeface="Aptos"/>
                <a:cs typeface="Aptos"/>
              </a:defRPr>
            </a:lvl6pPr>
            <a:lvl7pPr algn="r">
              <a:buNone/>
              <a:defRPr sz="975" b="1">
                <a:solidFill>
                  <a:srgbClr val="56647F"/>
                </a:solidFill>
                <a:latin typeface="Aptos"/>
                <a:ea typeface="Aptos"/>
                <a:cs typeface="Aptos"/>
              </a:defRPr>
            </a:lvl7pPr>
            <a:lvl8pPr algn="r">
              <a:buNone/>
              <a:defRPr sz="975" b="1">
                <a:solidFill>
                  <a:srgbClr val="56647F"/>
                </a:solidFill>
                <a:latin typeface="Aptos"/>
                <a:ea typeface="Aptos"/>
                <a:cs typeface="Aptos"/>
              </a:defRPr>
            </a:lvl8pPr>
            <a:lvl9pPr algn="r">
              <a:buNone/>
              <a:defRPr sz="975" b="1">
                <a:solidFill>
                  <a:srgbClr val="56647F"/>
                </a:solidFill>
                <a:latin typeface="Aptos"/>
                <a:ea typeface="Aptos"/>
                <a:cs typeface="Aptos"/>
              </a:defRPr>
            </a:lvl9pPr>
          </a:lstStyle>
          <a:p xmlns:a="http://schemas.openxmlformats.org/drawingml/2006/main">
            <a:pPr algn="r">
              <a:buNone/>
              <a:defRPr sz="975" b="1">
                <a:solidFill>
                  <a:srgbClr val="56647F"/>
                </a:solidFill>
                <a:latin typeface="Aptos"/>
                <a:ea typeface="Aptos"/>
                <a:cs typeface="Aptos"/>
              </a:defRPr>
            </a:pPr>
            <a:r>
              <a:rPr sz="975" b="1">
                <a:solidFill>
                  <a:srgbClr val="56647F"/>
                </a:solidFill>
                <a:latin typeface="Aptos"/>
                <a:ea typeface="Aptos"/>
                <a:cs typeface="Aptos"/>
              </a:rPr>
              <a:t>2:00</a:t>
            </a:r>
          </a:p>
        </p:txBody>
      </p:sp>
      <p:sp>
        <p:nvSpPr>
          <p:cNvPr id="3" name="title">
            <a:extLst xmlns:a="http://schemas.openxmlformats.org/drawingml/2006/main">
              <a:ext uri="{FF2B5EF4-FFF2-40B4-BE49-F238E27FC236}">
                <a16:creationId xmlns:a16="http://schemas.microsoft.com/office/drawing/2014/main" id="{AD5278A5-CE1F-4486-91C2-6158931280C1}"/>
              </a:ext>
            </a:extLst>
          </p:cNvPr>
          <p:cNvSpPr>
            <a:spLocks xmlns:a="http://schemas.openxmlformats.org/drawingml/2006/main" noGrp="1"/>
          </p:cNvSpPr>
          <p:nvPr/>
        </p:nvSpPr>
        <p:spPr>
          <a:xfrm xmlns:a="http://schemas.openxmlformats.org/drawingml/2006/main">
            <a:off x="685800" y="6477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RSA y Ed25519 se apoyan en problemas matemáticos distintos</a:t>
            </a:r>
          </a:p>
        </p:txBody>
      </p:sp>
      <p:sp>
        <p:nvSpPr>
          <p:cNvPr id="4" name="subtitle">
            <a:extLst xmlns:a="http://schemas.openxmlformats.org/drawingml/2006/main">
              <a:ext uri="{FF2B5EF4-FFF2-40B4-BE49-F238E27FC236}">
                <a16:creationId xmlns:a16="http://schemas.microsoft.com/office/drawing/2014/main" id="{188678A1-B4EF-44D6-A661-7D0167F844C2}"/>
              </a:ext>
            </a:extLst>
          </p:cNvPr>
          <p:cNvSpPr>
            <a:spLocks xmlns:a="http://schemas.openxmlformats.org/drawingml/2006/main" noGrp="1"/>
          </p:cNvSpPr>
          <p:nvPr/>
        </p:nvSpPr>
        <p:spPr>
          <a:xfrm xmlns:a="http://schemas.openxmlformats.org/drawingml/2006/main">
            <a:off x="685800" y="120015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6647F"/>
                </a:solidFill>
                <a:latin typeface="Aptos"/>
                <a:ea typeface="Aptos"/>
                <a:cs typeface="Aptos"/>
              </a:defRPr>
            </a:defPPr>
            <a:lvl1pPr algn="l">
              <a:buNone/>
              <a:defRPr sz="1425" b="0">
                <a:solidFill>
                  <a:srgbClr val="56647F"/>
                </a:solidFill>
                <a:latin typeface="Aptos"/>
                <a:ea typeface="Aptos"/>
                <a:cs typeface="Aptos"/>
              </a:defRPr>
            </a:lvl1pPr>
            <a:lvl2pPr algn="l">
              <a:buNone/>
              <a:defRPr sz="1425" b="0">
                <a:solidFill>
                  <a:srgbClr val="56647F"/>
                </a:solidFill>
                <a:latin typeface="Aptos"/>
                <a:ea typeface="Aptos"/>
                <a:cs typeface="Aptos"/>
              </a:defRPr>
            </a:lvl2pPr>
            <a:lvl3pPr algn="l">
              <a:buNone/>
              <a:defRPr sz="1425" b="0">
                <a:solidFill>
                  <a:srgbClr val="56647F"/>
                </a:solidFill>
                <a:latin typeface="Aptos"/>
                <a:ea typeface="Aptos"/>
                <a:cs typeface="Aptos"/>
              </a:defRPr>
            </a:lvl3pPr>
            <a:lvl4pPr algn="l">
              <a:buNone/>
              <a:defRPr sz="1425" b="0">
                <a:solidFill>
                  <a:srgbClr val="56647F"/>
                </a:solidFill>
                <a:latin typeface="Aptos"/>
                <a:ea typeface="Aptos"/>
                <a:cs typeface="Aptos"/>
              </a:defRPr>
            </a:lvl4pPr>
            <a:lvl5pPr algn="l">
              <a:buNone/>
              <a:defRPr sz="1425" b="0">
                <a:solidFill>
                  <a:srgbClr val="56647F"/>
                </a:solidFill>
                <a:latin typeface="Aptos"/>
                <a:ea typeface="Aptos"/>
                <a:cs typeface="Aptos"/>
              </a:defRPr>
            </a:lvl5pPr>
            <a:lvl6pPr algn="l">
              <a:buNone/>
              <a:defRPr sz="1425" b="0">
                <a:solidFill>
                  <a:srgbClr val="56647F"/>
                </a:solidFill>
                <a:latin typeface="Aptos"/>
                <a:ea typeface="Aptos"/>
                <a:cs typeface="Aptos"/>
              </a:defRPr>
            </a:lvl6pPr>
            <a:lvl7pPr algn="l">
              <a:buNone/>
              <a:defRPr sz="1425" b="0">
                <a:solidFill>
                  <a:srgbClr val="56647F"/>
                </a:solidFill>
                <a:latin typeface="Aptos"/>
                <a:ea typeface="Aptos"/>
                <a:cs typeface="Aptos"/>
              </a:defRPr>
            </a:lvl7pPr>
            <a:lvl8pPr algn="l">
              <a:buNone/>
              <a:defRPr sz="1425" b="0">
                <a:solidFill>
                  <a:srgbClr val="56647F"/>
                </a:solidFill>
                <a:latin typeface="Aptos"/>
                <a:ea typeface="Aptos"/>
                <a:cs typeface="Aptos"/>
              </a:defRPr>
            </a:lvl8pPr>
            <a:lvl9pPr algn="l">
              <a:buNone/>
              <a:defRPr sz="1425" b="0">
                <a:solidFill>
                  <a:srgbClr val="56647F"/>
                </a:solidFill>
                <a:latin typeface="Aptos"/>
                <a:ea typeface="Aptos"/>
                <a:cs typeface="Aptos"/>
              </a:defRPr>
            </a:lvl9pPr>
          </a:lstStyle>
          <a:p xmlns:a="http://schemas.openxmlformats.org/drawingml/2006/main">
            <a:pPr algn="l">
              <a:buNone/>
              <a:defRPr sz="1425" b="0">
                <a:solidFill>
                  <a:srgbClr val="56647F"/>
                </a:solidFill>
                <a:latin typeface="Aptos"/>
                <a:ea typeface="Aptos"/>
                <a:cs typeface="Aptos"/>
              </a:defRPr>
            </a:pPr>
            <a:r>
              <a:rPr sz="1425" b="0">
                <a:solidFill>
                  <a:srgbClr val="56647F"/>
                </a:solidFill>
                <a:latin typeface="Aptos"/>
                <a:ea typeface="Aptos"/>
                <a:cs typeface="Aptos"/>
              </a:rPr>
              <a:t>En ambos casos es fácil hacer la operación normal y difícil invertirla.</a:t>
            </a:r>
          </a:p>
        </p:txBody>
      </p:sp>
      <p:sp>
        <p:nvSpPr>
          <p:cNvPr id="5" name="rule">
            <a:extLst xmlns:a="http://schemas.openxmlformats.org/drawingml/2006/main">
              <a:ext uri="{FF2B5EF4-FFF2-40B4-BE49-F238E27FC236}">
                <a16:creationId xmlns:a16="http://schemas.microsoft.com/office/drawing/2014/main" id="{53C51BC5-67B2-4FAF-92E1-F519C6888553}"/>
              </a:ext>
            </a:extLst>
          </p:cNvPr>
          <p:cNvSpPr>
            <a:spLocks xmlns:a="http://schemas.openxmlformats.org/drawingml/2006/main" noGrp="1"/>
          </p:cNvSpPr>
          <p:nvPr/>
        </p:nvSpPr>
        <p:spPr>
          <a:xfrm xmlns:a="http://schemas.openxmlformats.org/drawingml/2006/main">
            <a:off x="685800" y="1695450"/>
            <a:ext cx="1082040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143" name="explanation-card">
            <a:extLst xmlns:a="http://schemas.openxmlformats.org/drawingml/2006/main">
              <a:ext uri="{FF2B5EF4-FFF2-40B4-BE49-F238E27FC236}">
                <a16:creationId xmlns:a16="http://schemas.microsoft.com/office/drawing/2014/main" id="{A144C90C-390B-4B24-99A7-6DA2D2449405}"/>
              </a:ext>
            </a:extLst>
          </p:cNvPr>
          <p:cNvSpPr>
            <a:spLocks xmlns:a="http://schemas.openxmlformats.org/drawingml/2006/main" noGrp="1"/>
          </p:cNvSpPr>
          <p:nvPr/>
        </p:nvSpPr>
        <p:spPr>
          <a:xfrm xmlns:a="http://schemas.openxmlformats.org/drawingml/2006/main">
            <a:off x="685800" y="1952625"/>
            <a:ext cx="3333750"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8DFEC"/>
            </a:solidFill>
            <a:prstDash val="solid"/>
          </a:ln>
        </p:spPr>
      </p:sp>
      <p:sp>
        <p:nvSpPr>
          <p:cNvPr id="144" name="card-accent">
            <a:extLst xmlns:a="http://schemas.openxmlformats.org/drawingml/2006/main">
              <a:ext uri="{FF2B5EF4-FFF2-40B4-BE49-F238E27FC236}">
                <a16:creationId xmlns:a16="http://schemas.microsoft.com/office/drawing/2014/main" id="{724DCD4D-D9B5-4BFC-ADA0-B420D5CDAAC6}"/>
              </a:ext>
            </a:extLst>
          </p:cNvPr>
          <p:cNvSpPr>
            <a:spLocks xmlns:a="http://schemas.openxmlformats.org/drawingml/2006/main" noGrp="1"/>
          </p:cNvSpPr>
          <p:nvPr/>
        </p:nvSpPr>
        <p:spPr>
          <a:xfrm xmlns:a="http://schemas.openxmlformats.org/drawingml/2006/main">
            <a:off x="685800" y="1952625"/>
            <a:ext cx="66675" cy="333375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45" name="card-label">
            <a:extLst xmlns:a="http://schemas.openxmlformats.org/drawingml/2006/main">
              <a:ext uri="{FF2B5EF4-FFF2-40B4-BE49-F238E27FC236}">
                <a16:creationId xmlns:a16="http://schemas.microsoft.com/office/drawing/2014/main" id="{BAF83CD7-6DE1-4A28-B3EC-B067E3792219}"/>
              </a:ext>
            </a:extLst>
          </p:cNvPr>
          <p:cNvSpPr>
            <a:spLocks xmlns:a="http://schemas.openxmlformats.org/drawingml/2006/main" noGrp="1"/>
          </p:cNvSpPr>
          <p:nvPr/>
        </p:nvSpPr>
        <p:spPr>
          <a:xfrm xmlns:a="http://schemas.openxmlformats.org/drawingml/2006/main">
            <a:off x="914400" y="219075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RSA · FACTORIZAR</a:t>
            </a:r>
          </a:p>
        </p:txBody>
      </p:sp>
      <p:sp>
        <p:nvSpPr>
          <p:cNvPr id="146" name="card-equation">
            <a:extLst xmlns:a="http://schemas.openxmlformats.org/drawingml/2006/main">
              <a:ext uri="{FF2B5EF4-FFF2-40B4-BE49-F238E27FC236}">
                <a16:creationId xmlns:a16="http://schemas.microsoft.com/office/drawing/2014/main" id="{034AAA1F-7B61-4F3D-9C7E-ECAC4D78F725}"/>
              </a:ext>
            </a:extLst>
          </p:cNvPr>
          <p:cNvSpPr>
            <a:spLocks xmlns:a="http://schemas.openxmlformats.org/drawingml/2006/main" noGrp="1"/>
          </p:cNvSpPr>
          <p:nvPr/>
        </p:nvSpPr>
        <p:spPr>
          <a:xfrm xmlns:a="http://schemas.openxmlformats.org/drawingml/2006/main">
            <a:off x="914400" y="2628900"/>
            <a:ext cx="2876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72554"/>
                </a:solidFill>
                <a:latin typeface="Aptos"/>
                <a:ea typeface="Aptos"/>
                <a:cs typeface="Aptos"/>
              </a:defRPr>
            </a:defPPr>
            <a:lvl1pPr algn="l">
              <a:defRPr sz="2025" b="1">
                <a:solidFill>
                  <a:srgbClr val="172554"/>
                </a:solidFill>
                <a:latin typeface="Aptos"/>
                <a:ea typeface="Aptos"/>
                <a:cs typeface="Aptos"/>
              </a:defRPr>
            </a:lvl1pPr>
            <a:lvl2pPr algn="l">
              <a:defRPr sz="2025" b="1">
                <a:solidFill>
                  <a:srgbClr val="172554"/>
                </a:solidFill>
                <a:latin typeface="Aptos"/>
                <a:ea typeface="Aptos"/>
                <a:cs typeface="Aptos"/>
              </a:defRPr>
            </a:lvl2pPr>
            <a:lvl3pPr algn="l">
              <a:defRPr sz="2025" b="1">
                <a:solidFill>
                  <a:srgbClr val="172554"/>
                </a:solidFill>
                <a:latin typeface="Aptos"/>
                <a:ea typeface="Aptos"/>
                <a:cs typeface="Aptos"/>
              </a:defRPr>
            </a:lvl3pPr>
            <a:lvl4pPr algn="l">
              <a:defRPr sz="2025" b="1">
                <a:solidFill>
                  <a:srgbClr val="172554"/>
                </a:solidFill>
                <a:latin typeface="Aptos"/>
                <a:ea typeface="Aptos"/>
                <a:cs typeface="Aptos"/>
              </a:defRPr>
            </a:lvl4pPr>
            <a:lvl5pPr algn="l">
              <a:defRPr sz="2025" b="1">
                <a:solidFill>
                  <a:srgbClr val="172554"/>
                </a:solidFill>
                <a:latin typeface="Aptos"/>
                <a:ea typeface="Aptos"/>
                <a:cs typeface="Aptos"/>
              </a:defRPr>
            </a:lvl5pPr>
            <a:lvl6pPr algn="l">
              <a:defRPr sz="2025" b="1">
                <a:solidFill>
                  <a:srgbClr val="172554"/>
                </a:solidFill>
                <a:latin typeface="Aptos"/>
                <a:ea typeface="Aptos"/>
                <a:cs typeface="Aptos"/>
              </a:defRPr>
            </a:lvl6pPr>
            <a:lvl7pPr algn="l">
              <a:defRPr sz="2025" b="1">
                <a:solidFill>
                  <a:srgbClr val="172554"/>
                </a:solidFill>
                <a:latin typeface="Aptos"/>
                <a:ea typeface="Aptos"/>
                <a:cs typeface="Aptos"/>
              </a:defRPr>
            </a:lvl7pPr>
            <a:lvl8pPr algn="l">
              <a:defRPr sz="2025" b="1">
                <a:solidFill>
                  <a:srgbClr val="172554"/>
                </a:solidFill>
                <a:latin typeface="Aptos"/>
                <a:ea typeface="Aptos"/>
                <a:cs typeface="Aptos"/>
              </a:defRPr>
            </a:lvl8pPr>
            <a:lvl9pPr algn="l">
              <a:defRPr sz="2025" b="1">
                <a:solidFill>
                  <a:srgbClr val="172554"/>
                </a:solidFill>
                <a:latin typeface="Aptos"/>
                <a:ea typeface="Aptos"/>
                <a:cs typeface="Aptos"/>
              </a:defRPr>
            </a:lvl9pPr>
          </a:lstStyle>
          <a:p xmlns:a="http://schemas.openxmlformats.org/drawingml/2006/main">
            <a:pPr algn="l">
              <a:defRPr sz="2025" b="1">
                <a:solidFill>
                  <a:srgbClr val="172554"/>
                </a:solidFill>
                <a:latin typeface="Aptos"/>
                <a:ea typeface="Aptos"/>
                <a:cs typeface="Aptos"/>
              </a:defRPr>
            </a:pPr>
            <a:r>
              <a:rPr sz="2025" b="1">
                <a:solidFill>
                  <a:srgbClr val="172554"/>
                </a:solidFill>
                <a:latin typeface="Aptos"/>
                <a:ea typeface="Aptos"/>
                <a:cs typeface="Aptos"/>
              </a:rPr>
              <a:t>n = p × q</a:t>
            </a:r>
          </a:p>
        </p:txBody>
      </p:sp>
      <p:sp>
        <p:nvSpPr>
          <p:cNvPr id="147" name="card-body">
            <a:extLst xmlns:a="http://schemas.openxmlformats.org/drawingml/2006/main">
              <a:ext uri="{FF2B5EF4-FFF2-40B4-BE49-F238E27FC236}">
                <a16:creationId xmlns:a16="http://schemas.microsoft.com/office/drawing/2014/main" id="{8A301186-EAA9-46C9-A058-750EF5C7F145}"/>
              </a:ext>
            </a:extLst>
          </p:cNvPr>
          <p:cNvSpPr>
            <a:spLocks xmlns:a="http://schemas.openxmlformats.org/drawingml/2006/main" noGrp="1"/>
          </p:cNvSpPr>
          <p:nvPr/>
        </p:nvSpPr>
        <p:spPr>
          <a:xfrm xmlns:a="http://schemas.openxmlformats.org/drawingml/2006/main">
            <a:off x="914400" y="3276600"/>
            <a:ext cx="28765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6647F"/>
                </a:solidFill>
                <a:latin typeface="Aptos"/>
                <a:ea typeface="Aptos"/>
                <a:cs typeface="Aptos"/>
              </a:defRPr>
            </a:defPPr>
            <a:lvl1pPr algn="l">
              <a:defRPr sz="1350" b="0">
                <a:solidFill>
                  <a:srgbClr val="56647F"/>
                </a:solidFill>
                <a:latin typeface="Aptos"/>
                <a:ea typeface="Aptos"/>
                <a:cs typeface="Aptos"/>
              </a:defRPr>
            </a:lvl1pPr>
            <a:lvl2pPr algn="l">
              <a:defRPr sz="1350" b="0">
                <a:solidFill>
                  <a:srgbClr val="56647F"/>
                </a:solidFill>
                <a:latin typeface="Aptos"/>
                <a:ea typeface="Aptos"/>
                <a:cs typeface="Aptos"/>
              </a:defRPr>
            </a:lvl2pPr>
            <a:lvl3pPr algn="l">
              <a:defRPr sz="1350" b="0">
                <a:solidFill>
                  <a:srgbClr val="56647F"/>
                </a:solidFill>
                <a:latin typeface="Aptos"/>
                <a:ea typeface="Aptos"/>
                <a:cs typeface="Aptos"/>
              </a:defRPr>
            </a:lvl3pPr>
            <a:lvl4pPr algn="l">
              <a:defRPr sz="1350" b="0">
                <a:solidFill>
                  <a:srgbClr val="56647F"/>
                </a:solidFill>
                <a:latin typeface="Aptos"/>
                <a:ea typeface="Aptos"/>
                <a:cs typeface="Aptos"/>
              </a:defRPr>
            </a:lvl4pPr>
            <a:lvl5pPr algn="l">
              <a:defRPr sz="1350" b="0">
                <a:solidFill>
                  <a:srgbClr val="56647F"/>
                </a:solidFill>
                <a:latin typeface="Aptos"/>
                <a:ea typeface="Aptos"/>
                <a:cs typeface="Aptos"/>
              </a:defRPr>
            </a:lvl5pPr>
            <a:lvl6pPr algn="l">
              <a:defRPr sz="1350" b="0">
                <a:solidFill>
                  <a:srgbClr val="56647F"/>
                </a:solidFill>
                <a:latin typeface="Aptos"/>
                <a:ea typeface="Aptos"/>
                <a:cs typeface="Aptos"/>
              </a:defRPr>
            </a:lvl6pPr>
            <a:lvl7pPr algn="l">
              <a:defRPr sz="1350" b="0">
                <a:solidFill>
                  <a:srgbClr val="56647F"/>
                </a:solidFill>
                <a:latin typeface="Aptos"/>
                <a:ea typeface="Aptos"/>
                <a:cs typeface="Aptos"/>
              </a:defRPr>
            </a:lvl7pPr>
            <a:lvl8pPr algn="l">
              <a:defRPr sz="1350" b="0">
                <a:solidFill>
                  <a:srgbClr val="56647F"/>
                </a:solidFill>
                <a:latin typeface="Aptos"/>
                <a:ea typeface="Aptos"/>
                <a:cs typeface="Aptos"/>
              </a:defRPr>
            </a:lvl8pPr>
            <a:lvl9pPr algn="l">
              <a:defRPr sz="1350" b="0">
                <a:solidFill>
                  <a:srgbClr val="56647F"/>
                </a:solidFill>
                <a:latin typeface="Aptos"/>
                <a:ea typeface="Aptos"/>
                <a:cs typeface="Aptos"/>
              </a:defRPr>
            </a:lvl9pPr>
          </a:lstStyle>
          <a:p xmlns:a="http://schemas.openxmlformats.org/drawingml/2006/main">
            <a:pPr algn="l">
              <a:defRPr sz="1350" b="0">
                <a:solidFill>
                  <a:srgbClr val="56647F"/>
                </a:solidFill>
                <a:latin typeface="Aptos"/>
                <a:ea typeface="Aptos"/>
                <a:cs typeface="Aptos"/>
              </a:defRPr>
            </a:pPr>
            <a:r>
              <a:rPr sz="1350" b="0">
                <a:solidFill>
                  <a:srgbClr val="56647F"/>
                </a:solidFill>
                <a:latin typeface="Aptos"/>
                <a:ea typeface="Aptos"/>
                <a:cs typeface="Aptos"/>
              </a:rPr>
              <a:t>La clave pública muestra n. La clave privada conoce sus factores. Si ya sabes p, dividir n por p da q. Lo difícil es encontrar un factor.</a:t>
            </a:r>
          </a:p>
        </p:txBody>
      </p:sp>
      <p:sp>
        <p:nvSpPr>
          <p:cNvPr id="148" name="explanation-card">
            <a:extLst xmlns:a="http://schemas.openxmlformats.org/drawingml/2006/main">
              <a:ext uri="{FF2B5EF4-FFF2-40B4-BE49-F238E27FC236}">
                <a16:creationId xmlns:a16="http://schemas.microsoft.com/office/drawing/2014/main" id="{A860E767-A6AA-41BE-980B-96D9C53B6EFB}"/>
              </a:ext>
            </a:extLst>
          </p:cNvPr>
          <p:cNvSpPr>
            <a:spLocks xmlns:a="http://schemas.openxmlformats.org/drawingml/2006/main" noGrp="1"/>
          </p:cNvSpPr>
          <p:nvPr/>
        </p:nvSpPr>
        <p:spPr>
          <a:xfrm xmlns:a="http://schemas.openxmlformats.org/drawingml/2006/main">
            <a:off x="4429125" y="1952625"/>
            <a:ext cx="3333750"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8DFEC"/>
            </a:solidFill>
            <a:prstDash val="solid"/>
          </a:ln>
        </p:spPr>
      </p:sp>
      <p:sp>
        <p:nvSpPr>
          <p:cNvPr id="149" name="card-accent">
            <a:extLst xmlns:a="http://schemas.openxmlformats.org/drawingml/2006/main">
              <a:ext uri="{FF2B5EF4-FFF2-40B4-BE49-F238E27FC236}">
                <a16:creationId xmlns:a16="http://schemas.microsoft.com/office/drawing/2014/main" id="{0606CC8B-0D3E-4B6B-91B2-41670EB70FBC}"/>
              </a:ext>
            </a:extLst>
          </p:cNvPr>
          <p:cNvSpPr>
            <a:spLocks xmlns:a="http://schemas.openxmlformats.org/drawingml/2006/main" noGrp="1"/>
          </p:cNvSpPr>
          <p:nvPr/>
        </p:nvSpPr>
        <p:spPr>
          <a:xfrm xmlns:a="http://schemas.openxmlformats.org/drawingml/2006/main">
            <a:off x="4429125" y="1952625"/>
            <a:ext cx="66675" cy="3333750"/>
          </a:xfrm>
          <a:prstGeom xmlns:a="http://schemas.openxmlformats.org/drawingml/2006/main" prst="rect">
            <a:avLst/>
          </a:prstGeom>
          <a:solidFill xmlns:a="http://schemas.openxmlformats.org/drawingml/2006/main">
            <a:srgbClr val="18B6A4"/>
          </a:solidFill>
          <a:ln xmlns:a="http://schemas.openxmlformats.org/drawingml/2006/main" w="0">
            <a:noFill/>
            <a:prstDash val="solid"/>
          </a:ln>
        </p:spPr>
      </p:sp>
      <p:sp>
        <p:nvSpPr>
          <p:cNvPr id="150" name="card-label">
            <a:extLst xmlns:a="http://schemas.openxmlformats.org/drawingml/2006/main">
              <a:ext uri="{FF2B5EF4-FFF2-40B4-BE49-F238E27FC236}">
                <a16:creationId xmlns:a16="http://schemas.microsoft.com/office/drawing/2014/main" id="{F9A29D70-387B-4B09-B83E-E842AF84E432}"/>
              </a:ext>
            </a:extLst>
          </p:cNvPr>
          <p:cNvSpPr>
            <a:spLocks xmlns:a="http://schemas.openxmlformats.org/drawingml/2006/main" noGrp="1"/>
          </p:cNvSpPr>
          <p:nvPr/>
        </p:nvSpPr>
        <p:spPr>
          <a:xfrm xmlns:a="http://schemas.openxmlformats.org/drawingml/2006/main">
            <a:off x="4657725" y="219075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18B6A4"/>
                </a:solidFill>
                <a:latin typeface="Aptos"/>
                <a:ea typeface="Aptos"/>
                <a:cs typeface="Aptos"/>
              </a:defRPr>
            </a:defPPr>
            <a:lvl1pPr algn="l">
              <a:defRPr sz="975" b="1">
                <a:solidFill>
                  <a:srgbClr val="18B6A4"/>
                </a:solidFill>
                <a:latin typeface="Aptos"/>
                <a:ea typeface="Aptos"/>
                <a:cs typeface="Aptos"/>
              </a:defRPr>
            </a:lvl1pPr>
            <a:lvl2pPr algn="l">
              <a:defRPr sz="975" b="1">
                <a:solidFill>
                  <a:srgbClr val="18B6A4"/>
                </a:solidFill>
                <a:latin typeface="Aptos"/>
                <a:ea typeface="Aptos"/>
                <a:cs typeface="Aptos"/>
              </a:defRPr>
            </a:lvl2pPr>
            <a:lvl3pPr algn="l">
              <a:defRPr sz="975" b="1">
                <a:solidFill>
                  <a:srgbClr val="18B6A4"/>
                </a:solidFill>
                <a:latin typeface="Aptos"/>
                <a:ea typeface="Aptos"/>
                <a:cs typeface="Aptos"/>
              </a:defRPr>
            </a:lvl3pPr>
            <a:lvl4pPr algn="l">
              <a:defRPr sz="975" b="1">
                <a:solidFill>
                  <a:srgbClr val="18B6A4"/>
                </a:solidFill>
                <a:latin typeface="Aptos"/>
                <a:ea typeface="Aptos"/>
                <a:cs typeface="Aptos"/>
              </a:defRPr>
            </a:lvl4pPr>
            <a:lvl5pPr algn="l">
              <a:defRPr sz="975" b="1">
                <a:solidFill>
                  <a:srgbClr val="18B6A4"/>
                </a:solidFill>
                <a:latin typeface="Aptos"/>
                <a:ea typeface="Aptos"/>
                <a:cs typeface="Aptos"/>
              </a:defRPr>
            </a:lvl5pPr>
            <a:lvl6pPr algn="l">
              <a:defRPr sz="975" b="1">
                <a:solidFill>
                  <a:srgbClr val="18B6A4"/>
                </a:solidFill>
                <a:latin typeface="Aptos"/>
                <a:ea typeface="Aptos"/>
                <a:cs typeface="Aptos"/>
              </a:defRPr>
            </a:lvl6pPr>
            <a:lvl7pPr algn="l">
              <a:defRPr sz="975" b="1">
                <a:solidFill>
                  <a:srgbClr val="18B6A4"/>
                </a:solidFill>
                <a:latin typeface="Aptos"/>
                <a:ea typeface="Aptos"/>
                <a:cs typeface="Aptos"/>
              </a:defRPr>
            </a:lvl7pPr>
            <a:lvl8pPr algn="l">
              <a:defRPr sz="975" b="1">
                <a:solidFill>
                  <a:srgbClr val="18B6A4"/>
                </a:solidFill>
                <a:latin typeface="Aptos"/>
                <a:ea typeface="Aptos"/>
                <a:cs typeface="Aptos"/>
              </a:defRPr>
            </a:lvl8pPr>
            <a:lvl9pPr algn="l">
              <a:defRPr sz="975" b="1">
                <a:solidFill>
                  <a:srgbClr val="18B6A4"/>
                </a:solidFill>
                <a:latin typeface="Aptos"/>
                <a:ea typeface="Aptos"/>
                <a:cs typeface="Aptos"/>
              </a:defRPr>
            </a:lvl9pPr>
          </a:lstStyle>
          <a:p xmlns:a="http://schemas.openxmlformats.org/drawingml/2006/main">
            <a:pPr algn="l">
              <a:defRPr sz="975" b="1">
                <a:solidFill>
                  <a:srgbClr val="18B6A4"/>
                </a:solidFill>
                <a:latin typeface="Aptos"/>
                <a:ea typeface="Aptos"/>
                <a:cs typeface="Aptos"/>
              </a:defRPr>
            </a:pPr>
            <a:r>
              <a:rPr sz="975" b="1">
                <a:solidFill>
                  <a:srgbClr val="18B6A4"/>
                </a:solidFill>
                <a:latin typeface="Aptos"/>
                <a:ea typeface="Aptos"/>
                <a:cs typeface="Aptos"/>
              </a:rPr>
              <a:t>ED25519 · CURVA EDWARDS</a:t>
            </a:r>
          </a:p>
        </p:txBody>
      </p:sp>
      <p:sp>
        <p:nvSpPr>
          <p:cNvPr id="151" name="card-equation">
            <a:extLst xmlns:a="http://schemas.openxmlformats.org/drawingml/2006/main">
              <a:ext uri="{FF2B5EF4-FFF2-40B4-BE49-F238E27FC236}">
                <a16:creationId xmlns:a16="http://schemas.microsoft.com/office/drawing/2014/main" id="{1FF085AA-D5E5-41C4-B60B-F5AF8A15464B}"/>
              </a:ext>
            </a:extLst>
          </p:cNvPr>
          <p:cNvSpPr>
            <a:spLocks xmlns:a="http://schemas.openxmlformats.org/drawingml/2006/main" noGrp="1"/>
          </p:cNvSpPr>
          <p:nvPr/>
        </p:nvSpPr>
        <p:spPr>
          <a:xfrm xmlns:a="http://schemas.openxmlformats.org/drawingml/2006/main">
            <a:off x="4657725" y="2628900"/>
            <a:ext cx="2876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72554"/>
                </a:solidFill>
                <a:latin typeface="Aptos"/>
                <a:ea typeface="Aptos"/>
                <a:cs typeface="Aptos"/>
              </a:defRPr>
            </a:defPPr>
            <a:lvl1pPr algn="l">
              <a:defRPr sz="2025" b="1">
                <a:solidFill>
                  <a:srgbClr val="172554"/>
                </a:solidFill>
                <a:latin typeface="Aptos"/>
                <a:ea typeface="Aptos"/>
                <a:cs typeface="Aptos"/>
              </a:defRPr>
            </a:lvl1pPr>
            <a:lvl2pPr algn="l">
              <a:defRPr sz="2025" b="1">
                <a:solidFill>
                  <a:srgbClr val="172554"/>
                </a:solidFill>
                <a:latin typeface="Aptos"/>
                <a:ea typeface="Aptos"/>
                <a:cs typeface="Aptos"/>
              </a:defRPr>
            </a:lvl2pPr>
            <a:lvl3pPr algn="l">
              <a:defRPr sz="2025" b="1">
                <a:solidFill>
                  <a:srgbClr val="172554"/>
                </a:solidFill>
                <a:latin typeface="Aptos"/>
                <a:ea typeface="Aptos"/>
                <a:cs typeface="Aptos"/>
              </a:defRPr>
            </a:lvl3pPr>
            <a:lvl4pPr algn="l">
              <a:defRPr sz="2025" b="1">
                <a:solidFill>
                  <a:srgbClr val="172554"/>
                </a:solidFill>
                <a:latin typeface="Aptos"/>
                <a:ea typeface="Aptos"/>
                <a:cs typeface="Aptos"/>
              </a:defRPr>
            </a:lvl4pPr>
            <a:lvl5pPr algn="l">
              <a:defRPr sz="2025" b="1">
                <a:solidFill>
                  <a:srgbClr val="172554"/>
                </a:solidFill>
                <a:latin typeface="Aptos"/>
                <a:ea typeface="Aptos"/>
                <a:cs typeface="Aptos"/>
              </a:defRPr>
            </a:lvl5pPr>
            <a:lvl6pPr algn="l">
              <a:defRPr sz="2025" b="1">
                <a:solidFill>
                  <a:srgbClr val="172554"/>
                </a:solidFill>
                <a:latin typeface="Aptos"/>
                <a:ea typeface="Aptos"/>
                <a:cs typeface="Aptos"/>
              </a:defRPr>
            </a:lvl6pPr>
            <a:lvl7pPr algn="l">
              <a:defRPr sz="2025" b="1">
                <a:solidFill>
                  <a:srgbClr val="172554"/>
                </a:solidFill>
                <a:latin typeface="Aptos"/>
                <a:ea typeface="Aptos"/>
                <a:cs typeface="Aptos"/>
              </a:defRPr>
            </a:lvl7pPr>
            <a:lvl8pPr algn="l">
              <a:defRPr sz="2025" b="1">
                <a:solidFill>
                  <a:srgbClr val="172554"/>
                </a:solidFill>
                <a:latin typeface="Aptos"/>
                <a:ea typeface="Aptos"/>
                <a:cs typeface="Aptos"/>
              </a:defRPr>
            </a:lvl8pPr>
            <a:lvl9pPr algn="l">
              <a:defRPr sz="2025" b="1">
                <a:solidFill>
                  <a:srgbClr val="172554"/>
                </a:solidFill>
                <a:latin typeface="Aptos"/>
                <a:ea typeface="Aptos"/>
                <a:cs typeface="Aptos"/>
              </a:defRPr>
            </a:lvl9pPr>
          </a:lstStyle>
          <a:p xmlns:a="http://schemas.openxmlformats.org/drawingml/2006/main">
            <a:pPr algn="l">
              <a:defRPr sz="2025" b="1">
                <a:solidFill>
                  <a:srgbClr val="172554"/>
                </a:solidFill>
                <a:latin typeface="Aptos"/>
                <a:ea typeface="Aptos"/>
                <a:cs typeface="Aptos"/>
              </a:defRPr>
            </a:pPr>
            <a:r>
              <a:rPr sz="2025" b="1">
                <a:solidFill>
                  <a:srgbClr val="172554"/>
                </a:solidFill>
                <a:latin typeface="Aptos"/>
                <a:ea typeface="Aptos"/>
                <a:cs typeface="Aptos"/>
              </a:rPr>
              <a:t>A = [a]B</a:t>
            </a:r>
          </a:p>
        </p:txBody>
      </p:sp>
      <p:sp>
        <p:nvSpPr>
          <p:cNvPr id="152" name="card-body">
            <a:extLst xmlns:a="http://schemas.openxmlformats.org/drawingml/2006/main">
              <a:ext uri="{FF2B5EF4-FFF2-40B4-BE49-F238E27FC236}">
                <a16:creationId xmlns:a16="http://schemas.microsoft.com/office/drawing/2014/main" id="{6C9D7227-3DDD-43EA-BEFE-7E47AEBC02C9}"/>
              </a:ext>
            </a:extLst>
          </p:cNvPr>
          <p:cNvSpPr>
            <a:spLocks xmlns:a="http://schemas.openxmlformats.org/drawingml/2006/main" noGrp="1"/>
          </p:cNvSpPr>
          <p:nvPr/>
        </p:nvSpPr>
        <p:spPr>
          <a:xfrm xmlns:a="http://schemas.openxmlformats.org/drawingml/2006/main">
            <a:off x="4657725" y="3276600"/>
            <a:ext cx="28765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6647F"/>
                </a:solidFill>
                <a:latin typeface="Aptos"/>
                <a:ea typeface="Aptos"/>
                <a:cs typeface="Aptos"/>
              </a:defRPr>
            </a:defPPr>
            <a:lvl1pPr algn="l">
              <a:defRPr sz="1350" b="0">
                <a:solidFill>
                  <a:srgbClr val="56647F"/>
                </a:solidFill>
                <a:latin typeface="Aptos"/>
                <a:ea typeface="Aptos"/>
                <a:cs typeface="Aptos"/>
              </a:defRPr>
            </a:lvl1pPr>
            <a:lvl2pPr algn="l">
              <a:defRPr sz="1350" b="0">
                <a:solidFill>
                  <a:srgbClr val="56647F"/>
                </a:solidFill>
                <a:latin typeface="Aptos"/>
                <a:ea typeface="Aptos"/>
                <a:cs typeface="Aptos"/>
              </a:defRPr>
            </a:lvl2pPr>
            <a:lvl3pPr algn="l">
              <a:defRPr sz="1350" b="0">
                <a:solidFill>
                  <a:srgbClr val="56647F"/>
                </a:solidFill>
                <a:latin typeface="Aptos"/>
                <a:ea typeface="Aptos"/>
                <a:cs typeface="Aptos"/>
              </a:defRPr>
            </a:lvl3pPr>
            <a:lvl4pPr algn="l">
              <a:defRPr sz="1350" b="0">
                <a:solidFill>
                  <a:srgbClr val="56647F"/>
                </a:solidFill>
                <a:latin typeface="Aptos"/>
                <a:ea typeface="Aptos"/>
                <a:cs typeface="Aptos"/>
              </a:defRPr>
            </a:lvl4pPr>
            <a:lvl5pPr algn="l">
              <a:defRPr sz="1350" b="0">
                <a:solidFill>
                  <a:srgbClr val="56647F"/>
                </a:solidFill>
                <a:latin typeface="Aptos"/>
                <a:ea typeface="Aptos"/>
                <a:cs typeface="Aptos"/>
              </a:defRPr>
            </a:lvl5pPr>
            <a:lvl6pPr algn="l">
              <a:defRPr sz="1350" b="0">
                <a:solidFill>
                  <a:srgbClr val="56647F"/>
                </a:solidFill>
                <a:latin typeface="Aptos"/>
                <a:ea typeface="Aptos"/>
                <a:cs typeface="Aptos"/>
              </a:defRPr>
            </a:lvl6pPr>
            <a:lvl7pPr algn="l">
              <a:defRPr sz="1350" b="0">
                <a:solidFill>
                  <a:srgbClr val="56647F"/>
                </a:solidFill>
                <a:latin typeface="Aptos"/>
                <a:ea typeface="Aptos"/>
                <a:cs typeface="Aptos"/>
              </a:defRPr>
            </a:lvl7pPr>
            <a:lvl8pPr algn="l">
              <a:defRPr sz="1350" b="0">
                <a:solidFill>
                  <a:srgbClr val="56647F"/>
                </a:solidFill>
                <a:latin typeface="Aptos"/>
                <a:ea typeface="Aptos"/>
                <a:cs typeface="Aptos"/>
              </a:defRPr>
            </a:lvl8pPr>
            <a:lvl9pPr algn="l">
              <a:defRPr sz="1350" b="0">
                <a:solidFill>
                  <a:srgbClr val="56647F"/>
                </a:solidFill>
                <a:latin typeface="Aptos"/>
                <a:ea typeface="Aptos"/>
                <a:cs typeface="Aptos"/>
              </a:defRPr>
            </a:lvl9pPr>
          </a:lstStyle>
          <a:p xmlns:a="http://schemas.openxmlformats.org/drawingml/2006/main">
            <a:pPr algn="l">
              <a:defRPr sz="1350" b="0">
                <a:solidFill>
                  <a:srgbClr val="56647F"/>
                </a:solidFill>
                <a:latin typeface="Aptos"/>
                <a:ea typeface="Aptos"/>
                <a:cs typeface="Aptos"/>
              </a:defRPr>
            </a:pPr>
            <a:r>
              <a:rPr sz="1350" b="0">
                <a:solidFill>
                  <a:srgbClr val="56647F"/>
                </a:solidFill>
                <a:latin typeface="Aptos"/>
                <a:ea typeface="Aptos"/>
                <a:cs typeface="Aptos"/>
              </a:rPr>
              <a:t>El secreto a y un punto fijo B producen la clave pública A. La operación es rápida; recuperar a desde A y B es el problema difícil. [a]B significa sumar B según la regla de la curva.</a:t>
            </a:r>
          </a:p>
        </p:txBody>
      </p:sp>
      <p:sp>
        <p:nvSpPr>
          <p:cNvPr id="153" name="explanation-card">
            <a:extLst xmlns:a="http://schemas.openxmlformats.org/drawingml/2006/main">
              <a:ext uri="{FF2B5EF4-FFF2-40B4-BE49-F238E27FC236}">
                <a16:creationId xmlns:a16="http://schemas.microsoft.com/office/drawing/2014/main" id="{A496BF88-CBC1-47D6-9978-02548F25E483}"/>
              </a:ext>
            </a:extLst>
          </p:cNvPr>
          <p:cNvSpPr>
            <a:spLocks xmlns:a="http://schemas.openxmlformats.org/drawingml/2006/main" noGrp="1"/>
          </p:cNvSpPr>
          <p:nvPr/>
        </p:nvSpPr>
        <p:spPr>
          <a:xfrm xmlns:a="http://schemas.openxmlformats.org/drawingml/2006/main">
            <a:off x="8172450" y="1952625"/>
            <a:ext cx="3333750"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8DFEC"/>
            </a:solidFill>
            <a:prstDash val="solid"/>
          </a:ln>
        </p:spPr>
      </p:sp>
      <p:sp>
        <p:nvSpPr>
          <p:cNvPr id="154" name="card-accent">
            <a:extLst xmlns:a="http://schemas.openxmlformats.org/drawingml/2006/main">
              <a:ext uri="{FF2B5EF4-FFF2-40B4-BE49-F238E27FC236}">
                <a16:creationId xmlns:a16="http://schemas.microsoft.com/office/drawing/2014/main" id="{851BE16B-51E6-4E95-92A4-A375AEDD8DFC}"/>
              </a:ext>
            </a:extLst>
          </p:cNvPr>
          <p:cNvSpPr>
            <a:spLocks xmlns:a="http://schemas.openxmlformats.org/drawingml/2006/main" noGrp="1"/>
          </p:cNvSpPr>
          <p:nvPr/>
        </p:nvSpPr>
        <p:spPr>
          <a:xfrm xmlns:a="http://schemas.openxmlformats.org/drawingml/2006/main">
            <a:off x="8172450" y="1952625"/>
            <a:ext cx="66675" cy="3333750"/>
          </a:xfrm>
          <a:prstGeom xmlns:a="http://schemas.openxmlformats.org/drawingml/2006/main" prst="rect">
            <a:avLst/>
          </a:prstGeom>
          <a:solidFill xmlns:a="http://schemas.openxmlformats.org/drawingml/2006/main">
            <a:srgbClr val="E9A82D"/>
          </a:solidFill>
          <a:ln xmlns:a="http://schemas.openxmlformats.org/drawingml/2006/main" w="0">
            <a:noFill/>
            <a:prstDash val="solid"/>
          </a:ln>
        </p:spPr>
      </p:sp>
      <p:sp>
        <p:nvSpPr>
          <p:cNvPr id="155" name="card-label">
            <a:extLst xmlns:a="http://schemas.openxmlformats.org/drawingml/2006/main">
              <a:ext uri="{FF2B5EF4-FFF2-40B4-BE49-F238E27FC236}">
                <a16:creationId xmlns:a16="http://schemas.microsoft.com/office/drawing/2014/main" id="{446D150E-FA36-453A-915E-21BA8FB5E42D}"/>
              </a:ext>
            </a:extLst>
          </p:cNvPr>
          <p:cNvSpPr>
            <a:spLocks xmlns:a="http://schemas.openxmlformats.org/drawingml/2006/main" noGrp="1"/>
          </p:cNvSpPr>
          <p:nvPr/>
        </p:nvSpPr>
        <p:spPr>
          <a:xfrm xmlns:a="http://schemas.openxmlformats.org/drawingml/2006/main">
            <a:off x="8401050" y="219075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E9A82D"/>
                </a:solidFill>
                <a:latin typeface="Aptos"/>
                <a:ea typeface="Aptos"/>
                <a:cs typeface="Aptos"/>
              </a:defRPr>
            </a:defPPr>
            <a:lvl1pPr algn="l">
              <a:defRPr sz="975" b="1">
                <a:solidFill>
                  <a:srgbClr val="E9A82D"/>
                </a:solidFill>
                <a:latin typeface="Aptos"/>
                <a:ea typeface="Aptos"/>
                <a:cs typeface="Aptos"/>
              </a:defRPr>
            </a:lvl1pPr>
            <a:lvl2pPr algn="l">
              <a:defRPr sz="975" b="1">
                <a:solidFill>
                  <a:srgbClr val="E9A82D"/>
                </a:solidFill>
                <a:latin typeface="Aptos"/>
                <a:ea typeface="Aptos"/>
                <a:cs typeface="Aptos"/>
              </a:defRPr>
            </a:lvl2pPr>
            <a:lvl3pPr algn="l">
              <a:defRPr sz="975" b="1">
                <a:solidFill>
                  <a:srgbClr val="E9A82D"/>
                </a:solidFill>
                <a:latin typeface="Aptos"/>
                <a:ea typeface="Aptos"/>
                <a:cs typeface="Aptos"/>
              </a:defRPr>
            </a:lvl3pPr>
            <a:lvl4pPr algn="l">
              <a:defRPr sz="975" b="1">
                <a:solidFill>
                  <a:srgbClr val="E9A82D"/>
                </a:solidFill>
                <a:latin typeface="Aptos"/>
                <a:ea typeface="Aptos"/>
                <a:cs typeface="Aptos"/>
              </a:defRPr>
            </a:lvl4pPr>
            <a:lvl5pPr algn="l">
              <a:defRPr sz="975" b="1">
                <a:solidFill>
                  <a:srgbClr val="E9A82D"/>
                </a:solidFill>
                <a:latin typeface="Aptos"/>
                <a:ea typeface="Aptos"/>
                <a:cs typeface="Aptos"/>
              </a:defRPr>
            </a:lvl5pPr>
            <a:lvl6pPr algn="l">
              <a:defRPr sz="975" b="1">
                <a:solidFill>
                  <a:srgbClr val="E9A82D"/>
                </a:solidFill>
                <a:latin typeface="Aptos"/>
                <a:ea typeface="Aptos"/>
                <a:cs typeface="Aptos"/>
              </a:defRPr>
            </a:lvl6pPr>
            <a:lvl7pPr algn="l">
              <a:defRPr sz="975" b="1">
                <a:solidFill>
                  <a:srgbClr val="E9A82D"/>
                </a:solidFill>
                <a:latin typeface="Aptos"/>
                <a:ea typeface="Aptos"/>
                <a:cs typeface="Aptos"/>
              </a:defRPr>
            </a:lvl7pPr>
            <a:lvl8pPr algn="l">
              <a:defRPr sz="975" b="1">
                <a:solidFill>
                  <a:srgbClr val="E9A82D"/>
                </a:solidFill>
                <a:latin typeface="Aptos"/>
                <a:ea typeface="Aptos"/>
                <a:cs typeface="Aptos"/>
              </a:defRPr>
            </a:lvl8pPr>
            <a:lvl9pPr algn="l">
              <a:defRPr sz="975" b="1">
                <a:solidFill>
                  <a:srgbClr val="E9A82D"/>
                </a:solidFill>
                <a:latin typeface="Aptos"/>
                <a:ea typeface="Aptos"/>
                <a:cs typeface="Aptos"/>
              </a:defRPr>
            </a:lvl9pPr>
          </a:lstStyle>
          <a:p xmlns:a="http://schemas.openxmlformats.org/drawingml/2006/main">
            <a:pPr algn="l">
              <a:defRPr sz="975" b="1">
                <a:solidFill>
                  <a:srgbClr val="E9A82D"/>
                </a:solidFill>
                <a:latin typeface="Aptos"/>
                <a:ea typeface="Aptos"/>
                <a:cs typeface="Aptos"/>
              </a:defRPr>
            </a:pPr>
            <a:r>
              <a:rPr sz="975" b="1">
                <a:solidFill>
                  <a:srgbClr val="E9A82D"/>
                </a:solidFill>
                <a:latin typeface="Aptos"/>
                <a:ea typeface="Aptos"/>
                <a:cs typeface="Aptos"/>
              </a:rPr>
              <a:t>QUÉ MEJORA</a:t>
            </a:r>
          </a:p>
        </p:txBody>
      </p:sp>
      <p:sp>
        <p:nvSpPr>
          <p:cNvPr id="156" name="card-equation">
            <a:extLst xmlns:a="http://schemas.openxmlformats.org/drawingml/2006/main">
              <a:ext uri="{FF2B5EF4-FFF2-40B4-BE49-F238E27FC236}">
                <a16:creationId xmlns:a16="http://schemas.microsoft.com/office/drawing/2014/main" id="{3B933019-4E76-40BD-A9ED-47D362BFA845}"/>
              </a:ext>
            </a:extLst>
          </p:cNvPr>
          <p:cNvSpPr>
            <a:spLocks xmlns:a="http://schemas.openxmlformats.org/drawingml/2006/main" noGrp="1"/>
          </p:cNvSpPr>
          <p:nvPr/>
        </p:nvSpPr>
        <p:spPr>
          <a:xfrm xmlns:a="http://schemas.openxmlformats.org/drawingml/2006/main">
            <a:off x="8401050" y="2628900"/>
            <a:ext cx="2876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72554"/>
                </a:solidFill>
                <a:latin typeface="Aptos"/>
                <a:ea typeface="Aptos"/>
                <a:cs typeface="Aptos"/>
              </a:defRPr>
            </a:defPPr>
            <a:lvl1pPr algn="l">
              <a:defRPr sz="2025" b="1">
                <a:solidFill>
                  <a:srgbClr val="172554"/>
                </a:solidFill>
                <a:latin typeface="Aptos"/>
                <a:ea typeface="Aptos"/>
                <a:cs typeface="Aptos"/>
              </a:defRPr>
            </a:lvl1pPr>
            <a:lvl2pPr algn="l">
              <a:defRPr sz="2025" b="1">
                <a:solidFill>
                  <a:srgbClr val="172554"/>
                </a:solidFill>
                <a:latin typeface="Aptos"/>
                <a:ea typeface="Aptos"/>
                <a:cs typeface="Aptos"/>
              </a:defRPr>
            </a:lvl2pPr>
            <a:lvl3pPr algn="l">
              <a:defRPr sz="2025" b="1">
                <a:solidFill>
                  <a:srgbClr val="172554"/>
                </a:solidFill>
                <a:latin typeface="Aptos"/>
                <a:ea typeface="Aptos"/>
                <a:cs typeface="Aptos"/>
              </a:defRPr>
            </a:lvl3pPr>
            <a:lvl4pPr algn="l">
              <a:defRPr sz="2025" b="1">
                <a:solidFill>
                  <a:srgbClr val="172554"/>
                </a:solidFill>
                <a:latin typeface="Aptos"/>
                <a:ea typeface="Aptos"/>
                <a:cs typeface="Aptos"/>
              </a:defRPr>
            </a:lvl4pPr>
            <a:lvl5pPr algn="l">
              <a:defRPr sz="2025" b="1">
                <a:solidFill>
                  <a:srgbClr val="172554"/>
                </a:solidFill>
                <a:latin typeface="Aptos"/>
                <a:ea typeface="Aptos"/>
                <a:cs typeface="Aptos"/>
              </a:defRPr>
            </a:lvl5pPr>
            <a:lvl6pPr algn="l">
              <a:defRPr sz="2025" b="1">
                <a:solidFill>
                  <a:srgbClr val="172554"/>
                </a:solidFill>
                <a:latin typeface="Aptos"/>
                <a:ea typeface="Aptos"/>
                <a:cs typeface="Aptos"/>
              </a:defRPr>
            </a:lvl6pPr>
            <a:lvl7pPr algn="l">
              <a:defRPr sz="2025" b="1">
                <a:solidFill>
                  <a:srgbClr val="172554"/>
                </a:solidFill>
                <a:latin typeface="Aptos"/>
                <a:ea typeface="Aptos"/>
                <a:cs typeface="Aptos"/>
              </a:defRPr>
            </a:lvl7pPr>
            <a:lvl8pPr algn="l">
              <a:defRPr sz="2025" b="1">
                <a:solidFill>
                  <a:srgbClr val="172554"/>
                </a:solidFill>
                <a:latin typeface="Aptos"/>
                <a:ea typeface="Aptos"/>
                <a:cs typeface="Aptos"/>
              </a:defRPr>
            </a:lvl8pPr>
            <a:lvl9pPr algn="l">
              <a:defRPr sz="2025" b="1">
                <a:solidFill>
                  <a:srgbClr val="172554"/>
                </a:solidFill>
                <a:latin typeface="Aptos"/>
                <a:ea typeface="Aptos"/>
                <a:cs typeface="Aptos"/>
              </a:defRPr>
            </a:lvl9pPr>
          </a:lstStyle>
          <a:p xmlns:a="http://schemas.openxmlformats.org/drawingml/2006/main">
            <a:pPr algn="l">
              <a:defRPr sz="2025" b="1">
                <a:solidFill>
                  <a:srgbClr val="172554"/>
                </a:solidFill>
                <a:latin typeface="Aptos"/>
                <a:ea typeface="Aptos"/>
                <a:cs typeface="Aptos"/>
              </a:defRPr>
            </a:pPr>
            <a:r>
              <a:rPr sz="2025" b="1">
                <a:solidFill>
                  <a:srgbClr val="172554"/>
                </a:solidFill>
                <a:latin typeface="Aptos"/>
                <a:ea typeface="Aptos"/>
                <a:cs typeface="Aptos"/>
              </a:rPr>
              <a:t>32 B vs. 384 B</a:t>
            </a:r>
          </a:p>
        </p:txBody>
      </p:sp>
      <p:sp>
        <p:nvSpPr>
          <p:cNvPr id="157" name="card-body">
            <a:extLst xmlns:a="http://schemas.openxmlformats.org/drawingml/2006/main">
              <a:ext uri="{FF2B5EF4-FFF2-40B4-BE49-F238E27FC236}">
                <a16:creationId xmlns:a16="http://schemas.microsoft.com/office/drawing/2014/main" id="{E996AD32-19CB-47D3-978F-4F988EB46E1C}"/>
              </a:ext>
            </a:extLst>
          </p:cNvPr>
          <p:cNvSpPr>
            <a:spLocks xmlns:a="http://schemas.openxmlformats.org/drawingml/2006/main" noGrp="1"/>
          </p:cNvSpPr>
          <p:nvPr/>
        </p:nvSpPr>
        <p:spPr>
          <a:xfrm xmlns:a="http://schemas.openxmlformats.org/drawingml/2006/main">
            <a:off x="8401050" y="3276600"/>
            <a:ext cx="28765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6647F"/>
                </a:solidFill>
                <a:latin typeface="Aptos"/>
                <a:ea typeface="Aptos"/>
                <a:cs typeface="Aptos"/>
              </a:defRPr>
            </a:defPPr>
            <a:lvl1pPr algn="l">
              <a:defRPr sz="1350" b="0">
                <a:solidFill>
                  <a:srgbClr val="56647F"/>
                </a:solidFill>
                <a:latin typeface="Aptos"/>
                <a:ea typeface="Aptos"/>
                <a:cs typeface="Aptos"/>
              </a:defRPr>
            </a:lvl1pPr>
            <a:lvl2pPr algn="l">
              <a:defRPr sz="1350" b="0">
                <a:solidFill>
                  <a:srgbClr val="56647F"/>
                </a:solidFill>
                <a:latin typeface="Aptos"/>
                <a:ea typeface="Aptos"/>
                <a:cs typeface="Aptos"/>
              </a:defRPr>
            </a:lvl2pPr>
            <a:lvl3pPr algn="l">
              <a:defRPr sz="1350" b="0">
                <a:solidFill>
                  <a:srgbClr val="56647F"/>
                </a:solidFill>
                <a:latin typeface="Aptos"/>
                <a:ea typeface="Aptos"/>
                <a:cs typeface="Aptos"/>
              </a:defRPr>
            </a:lvl3pPr>
            <a:lvl4pPr algn="l">
              <a:defRPr sz="1350" b="0">
                <a:solidFill>
                  <a:srgbClr val="56647F"/>
                </a:solidFill>
                <a:latin typeface="Aptos"/>
                <a:ea typeface="Aptos"/>
                <a:cs typeface="Aptos"/>
              </a:defRPr>
            </a:lvl4pPr>
            <a:lvl5pPr algn="l">
              <a:defRPr sz="1350" b="0">
                <a:solidFill>
                  <a:srgbClr val="56647F"/>
                </a:solidFill>
                <a:latin typeface="Aptos"/>
                <a:ea typeface="Aptos"/>
                <a:cs typeface="Aptos"/>
              </a:defRPr>
            </a:lvl5pPr>
            <a:lvl6pPr algn="l">
              <a:defRPr sz="1350" b="0">
                <a:solidFill>
                  <a:srgbClr val="56647F"/>
                </a:solidFill>
                <a:latin typeface="Aptos"/>
                <a:ea typeface="Aptos"/>
                <a:cs typeface="Aptos"/>
              </a:defRPr>
            </a:lvl6pPr>
            <a:lvl7pPr algn="l">
              <a:defRPr sz="1350" b="0">
                <a:solidFill>
                  <a:srgbClr val="56647F"/>
                </a:solidFill>
                <a:latin typeface="Aptos"/>
                <a:ea typeface="Aptos"/>
                <a:cs typeface="Aptos"/>
              </a:defRPr>
            </a:lvl7pPr>
            <a:lvl8pPr algn="l">
              <a:defRPr sz="1350" b="0">
                <a:solidFill>
                  <a:srgbClr val="56647F"/>
                </a:solidFill>
                <a:latin typeface="Aptos"/>
                <a:ea typeface="Aptos"/>
                <a:cs typeface="Aptos"/>
              </a:defRPr>
            </a:lvl8pPr>
            <a:lvl9pPr algn="l">
              <a:defRPr sz="1350" b="0">
                <a:solidFill>
                  <a:srgbClr val="56647F"/>
                </a:solidFill>
                <a:latin typeface="Aptos"/>
                <a:ea typeface="Aptos"/>
                <a:cs typeface="Aptos"/>
              </a:defRPr>
            </a:lvl9pPr>
          </a:lstStyle>
          <a:p xmlns:a="http://schemas.openxmlformats.org/drawingml/2006/main">
            <a:pPr algn="l">
              <a:defRPr sz="1350" b="0">
                <a:solidFill>
                  <a:srgbClr val="56647F"/>
                </a:solidFill>
                <a:latin typeface="Aptos"/>
                <a:ea typeface="Aptos"/>
                <a:cs typeface="Aptos"/>
              </a:defRPr>
            </a:pPr>
            <a:r>
              <a:rPr sz="1350" b="0">
                <a:solidFill>
                  <a:srgbClr val="56647F"/>
                </a:solidFill>
                <a:latin typeface="Aptos"/>
                <a:ea typeface="Aptos"/>
                <a:cs typeface="Aptos"/>
              </a:rPr>
              <a:t>Ed25519: clave pública de 32 bytes. RSA-3072: módulo de 384 bytes. Ambos tienen una fortaleza clásica aproximada de 128 bits; Ed25519 usa menos espacio.</a:t>
            </a:r>
          </a:p>
        </p:txBody>
      </p:sp>
      <p:sp>
        <p:nvSpPr>
          <p:cNvPr id="158" name="finite-field-note">
            <a:extLst xmlns:a="http://schemas.openxmlformats.org/drawingml/2006/main">
              <a:ext uri="{FF2B5EF4-FFF2-40B4-BE49-F238E27FC236}">
                <a16:creationId xmlns:a16="http://schemas.microsoft.com/office/drawing/2014/main" id="{73D39B44-2F48-4EAC-BBA4-AA87F75C14C9}"/>
              </a:ext>
            </a:extLst>
          </p:cNvPr>
          <p:cNvSpPr>
            <a:spLocks xmlns:a="http://schemas.openxmlformats.org/drawingml/2006/main" noGrp="1"/>
          </p:cNvSpPr>
          <p:nvPr/>
        </p:nvSpPr>
        <p:spPr>
          <a:xfrm xmlns:a="http://schemas.openxmlformats.org/drawingml/2006/main">
            <a:off x="685800" y="5524500"/>
            <a:ext cx="10820400" cy="514350"/>
          </a:xfrm>
          <a:prstGeom xmlns:a="http://schemas.openxmlformats.org/drawingml/2006/main" prst="roundRect">
            <a:avLst>
              <a:gd name="adj" fmla="val 14815"/>
            </a:avLst>
          </a:prstGeom>
          <a:solidFill xmlns:a="http://schemas.openxmlformats.org/drawingml/2006/main">
            <a:srgbClr val="142451"/>
          </a:solidFill>
          <a:ln xmlns:a="http://schemas.openxmlformats.org/drawingml/2006/main" w="0">
            <a:noFill/>
            <a:prstDash val="solid"/>
          </a:ln>
        </p:spPr>
      </p:sp>
      <p:sp>
        <p:nvSpPr>
          <p:cNvPr id="159" name="finite-field-note-text">
            <a:extLst xmlns:a="http://schemas.openxmlformats.org/drawingml/2006/main">
              <a:ext uri="{FF2B5EF4-FFF2-40B4-BE49-F238E27FC236}">
                <a16:creationId xmlns:a16="http://schemas.microsoft.com/office/drawing/2014/main" id="{15472111-CAF7-4907-BFE1-0431970EB7C3}"/>
              </a:ext>
            </a:extLst>
          </p:cNvPr>
          <p:cNvSpPr>
            <a:spLocks xmlns:a="http://schemas.openxmlformats.org/drawingml/2006/main" noGrp="1"/>
          </p:cNvSpPr>
          <p:nvPr/>
        </p:nvSpPr>
        <p:spPr>
          <a:xfrm xmlns:a="http://schemas.openxmlformats.org/drawingml/2006/main">
            <a:off x="933450" y="5619750"/>
            <a:ext cx="10334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FFFFFF"/>
                </a:solidFill>
                <a:latin typeface="Aptos"/>
                <a:ea typeface="Aptos"/>
                <a:cs typeface="Aptos"/>
              </a:defRPr>
            </a:defPPr>
            <a:lvl1pPr algn="l">
              <a:defRPr sz="1275" b="1">
                <a:solidFill>
                  <a:srgbClr val="FFFFFF"/>
                </a:solidFill>
                <a:latin typeface="Aptos"/>
                <a:ea typeface="Aptos"/>
                <a:cs typeface="Aptos"/>
              </a:defRPr>
            </a:lvl1pPr>
            <a:lvl2pPr algn="l">
              <a:defRPr sz="1275" b="1">
                <a:solidFill>
                  <a:srgbClr val="FFFFFF"/>
                </a:solidFill>
                <a:latin typeface="Aptos"/>
                <a:ea typeface="Aptos"/>
                <a:cs typeface="Aptos"/>
              </a:defRPr>
            </a:lvl2pPr>
            <a:lvl3pPr algn="l">
              <a:defRPr sz="1275" b="1">
                <a:solidFill>
                  <a:srgbClr val="FFFFFF"/>
                </a:solidFill>
                <a:latin typeface="Aptos"/>
                <a:ea typeface="Aptos"/>
                <a:cs typeface="Aptos"/>
              </a:defRPr>
            </a:lvl3pPr>
            <a:lvl4pPr algn="l">
              <a:defRPr sz="1275" b="1">
                <a:solidFill>
                  <a:srgbClr val="FFFFFF"/>
                </a:solidFill>
                <a:latin typeface="Aptos"/>
                <a:ea typeface="Aptos"/>
                <a:cs typeface="Aptos"/>
              </a:defRPr>
            </a:lvl4pPr>
            <a:lvl5pPr algn="l">
              <a:defRPr sz="1275" b="1">
                <a:solidFill>
                  <a:srgbClr val="FFFFFF"/>
                </a:solidFill>
                <a:latin typeface="Aptos"/>
                <a:ea typeface="Aptos"/>
                <a:cs typeface="Aptos"/>
              </a:defRPr>
            </a:lvl5pPr>
            <a:lvl6pPr algn="l">
              <a:defRPr sz="1275" b="1">
                <a:solidFill>
                  <a:srgbClr val="FFFFFF"/>
                </a:solidFill>
                <a:latin typeface="Aptos"/>
                <a:ea typeface="Aptos"/>
                <a:cs typeface="Aptos"/>
              </a:defRPr>
            </a:lvl6pPr>
            <a:lvl7pPr algn="l">
              <a:defRPr sz="1275" b="1">
                <a:solidFill>
                  <a:srgbClr val="FFFFFF"/>
                </a:solidFill>
                <a:latin typeface="Aptos"/>
                <a:ea typeface="Aptos"/>
                <a:cs typeface="Aptos"/>
              </a:defRPr>
            </a:lvl7pPr>
            <a:lvl8pPr algn="l">
              <a:defRPr sz="1275" b="1">
                <a:solidFill>
                  <a:srgbClr val="FFFFFF"/>
                </a:solidFill>
                <a:latin typeface="Aptos"/>
                <a:ea typeface="Aptos"/>
                <a:cs typeface="Aptos"/>
              </a:defRPr>
            </a:lvl8pPr>
            <a:lvl9pPr algn="l">
              <a:defRPr sz="1275" b="1">
                <a:solidFill>
                  <a:srgbClr val="FFFFFF"/>
                </a:solidFill>
                <a:latin typeface="Aptos"/>
                <a:ea typeface="Aptos"/>
                <a:cs typeface="Aptos"/>
              </a:defRPr>
            </a:lvl9pPr>
          </a:lstStyle>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Ed25519 usa puntos discretos y operaciones “módulo p”; no una curva continua dibujada en un plano.</a:t>
            </a:r>
          </a:p>
        </p:txBody>
      </p:sp>
    </p:spTree>
    <p:extLst>
      <p:ext uri="{BB962C8B-B14F-4D97-AF65-F5344CB8AC3E}">
        <p14:creationId xmlns:p14="http://schemas.microsoft.com/office/powerpoint/2010/main" val="538046093"/>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0" name="eyebrow">
            <a:extLst xmlns:a="http://schemas.openxmlformats.org/drawingml/2006/main">
              <a:ext uri="{FF2B5EF4-FFF2-40B4-BE49-F238E27FC236}">
                <a16:creationId xmlns:a16="http://schemas.microsoft.com/office/drawing/2014/main" id="{79D4DB01-8F60-498F-9FAD-734CFC0322BF}"/>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duration">
            <a:extLst xmlns:a="http://schemas.openxmlformats.org/drawingml/2006/main">
              <a:ext uri="{FF2B5EF4-FFF2-40B4-BE49-F238E27FC236}">
                <a16:creationId xmlns:a16="http://schemas.microsoft.com/office/drawing/2014/main" id="{99E6DFE3-711B-4F62-A59A-E1B46B618BED}"/>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6647F"/>
                </a:solidFill>
                <a:latin typeface="Aptos"/>
                <a:ea typeface="Aptos"/>
                <a:cs typeface="Aptos"/>
              </a:defRPr>
            </a:defPPr>
            <a:lvl1pPr algn="r">
              <a:buNone/>
              <a:defRPr sz="975" b="1">
                <a:solidFill>
                  <a:srgbClr val="56647F"/>
                </a:solidFill>
                <a:latin typeface="Aptos"/>
                <a:ea typeface="Aptos"/>
                <a:cs typeface="Aptos"/>
              </a:defRPr>
            </a:lvl1pPr>
            <a:lvl2pPr algn="r">
              <a:buNone/>
              <a:defRPr sz="975" b="1">
                <a:solidFill>
                  <a:srgbClr val="56647F"/>
                </a:solidFill>
                <a:latin typeface="Aptos"/>
                <a:ea typeface="Aptos"/>
                <a:cs typeface="Aptos"/>
              </a:defRPr>
            </a:lvl2pPr>
            <a:lvl3pPr algn="r">
              <a:buNone/>
              <a:defRPr sz="975" b="1">
                <a:solidFill>
                  <a:srgbClr val="56647F"/>
                </a:solidFill>
                <a:latin typeface="Aptos"/>
                <a:ea typeface="Aptos"/>
                <a:cs typeface="Aptos"/>
              </a:defRPr>
            </a:lvl3pPr>
            <a:lvl4pPr algn="r">
              <a:buNone/>
              <a:defRPr sz="975" b="1">
                <a:solidFill>
                  <a:srgbClr val="56647F"/>
                </a:solidFill>
                <a:latin typeface="Aptos"/>
                <a:ea typeface="Aptos"/>
                <a:cs typeface="Aptos"/>
              </a:defRPr>
            </a:lvl4pPr>
            <a:lvl5pPr algn="r">
              <a:buNone/>
              <a:defRPr sz="975" b="1">
                <a:solidFill>
                  <a:srgbClr val="56647F"/>
                </a:solidFill>
                <a:latin typeface="Aptos"/>
                <a:ea typeface="Aptos"/>
                <a:cs typeface="Aptos"/>
              </a:defRPr>
            </a:lvl5pPr>
            <a:lvl6pPr algn="r">
              <a:buNone/>
              <a:defRPr sz="975" b="1">
                <a:solidFill>
                  <a:srgbClr val="56647F"/>
                </a:solidFill>
                <a:latin typeface="Aptos"/>
                <a:ea typeface="Aptos"/>
                <a:cs typeface="Aptos"/>
              </a:defRPr>
            </a:lvl6pPr>
            <a:lvl7pPr algn="r">
              <a:buNone/>
              <a:defRPr sz="975" b="1">
                <a:solidFill>
                  <a:srgbClr val="56647F"/>
                </a:solidFill>
                <a:latin typeface="Aptos"/>
                <a:ea typeface="Aptos"/>
                <a:cs typeface="Aptos"/>
              </a:defRPr>
            </a:lvl7pPr>
            <a:lvl8pPr algn="r">
              <a:buNone/>
              <a:defRPr sz="975" b="1">
                <a:solidFill>
                  <a:srgbClr val="56647F"/>
                </a:solidFill>
                <a:latin typeface="Aptos"/>
                <a:ea typeface="Aptos"/>
                <a:cs typeface="Aptos"/>
              </a:defRPr>
            </a:lvl8pPr>
            <a:lvl9pPr algn="r">
              <a:buNone/>
              <a:defRPr sz="975" b="1">
                <a:solidFill>
                  <a:srgbClr val="56647F"/>
                </a:solidFill>
                <a:latin typeface="Aptos"/>
                <a:ea typeface="Aptos"/>
                <a:cs typeface="Aptos"/>
              </a:defRPr>
            </a:lvl9pPr>
          </a:lstStyle>
          <a:p xmlns:a="http://schemas.openxmlformats.org/drawingml/2006/main">
            <a:pPr algn="r">
              <a:buNone/>
              <a:defRPr sz="975" b="1">
                <a:solidFill>
                  <a:srgbClr val="56647F"/>
                </a:solidFill>
                <a:latin typeface="Aptos"/>
                <a:ea typeface="Aptos"/>
                <a:cs typeface="Aptos"/>
              </a:defRPr>
            </a:pPr>
            <a:r>
              <a:rPr sz="975" b="1">
                <a:solidFill>
                  <a:srgbClr val="56647F"/>
                </a:solidFill>
                <a:latin typeface="Aptos"/>
                <a:ea typeface="Aptos"/>
                <a:cs typeface="Aptos"/>
              </a:rPr>
              <a:t>2:00</a:t>
            </a:r>
          </a:p>
        </p:txBody>
      </p:sp>
      <p:sp>
        <p:nvSpPr>
          <p:cNvPr id="3" name="title">
            <a:extLst xmlns:a="http://schemas.openxmlformats.org/drawingml/2006/main">
              <a:ext uri="{FF2B5EF4-FFF2-40B4-BE49-F238E27FC236}">
                <a16:creationId xmlns:a16="http://schemas.microsoft.com/office/drawing/2014/main" id="{861D92BE-D465-44B7-9A7B-6BB11B74A1A6}"/>
              </a:ext>
            </a:extLst>
          </p:cNvPr>
          <p:cNvSpPr>
            <a:spLocks xmlns:a="http://schemas.openxmlformats.org/drawingml/2006/main" noGrp="1"/>
          </p:cNvSpPr>
          <p:nvPr/>
        </p:nvSpPr>
        <p:spPr>
          <a:xfrm xmlns:a="http://schemas.openxmlformats.org/drawingml/2006/main">
            <a:off x="685800" y="6477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Ed25519 ofrece una seguridad parecida con claves más pequeñas</a:t>
            </a:r>
          </a:p>
        </p:txBody>
      </p:sp>
      <p:sp>
        <p:nvSpPr>
          <p:cNvPr id="4" name="subtitle">
            <a:extLst xmlns:a="http://schemas.openxmlformats.org/drawingml/2006/main">
              <a:ext uri="{FF2B5EF4-FFF2-40B4-BE49-F238E27FC236}">
                <a16:creationId xmlns:a16="http://schemas.microsoft.com/office/drawing/2014/main" id="{50343D23-4DE6-4F05-9C2B-1F9490A0C0FC}"/>
              </a:ext>
            </a:extLst>
          </p:cNvPr>
          <p:cNvSpPr>
            <a:spLocks xmlns:a="http://schemas.openxmlformats.org/drawingml/2006/main" noGrp="1"/>
          </p:cNvSpPr>
          <p:nvPr/>
        </p:nvSpPr>
        <p:spPr>
          <a:xfrm xmlns:a="http://schemas.openxmlformats.org/drawingml/2006/main">
            <a:off x="685800" y="120015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6647F"/>
                </a:solidFill>
                <a:latin typeface="Aptos"/>
                <a:ea typeface="Aptos"/>
                <a:cs typeface="Aptos"/>
              </a:defRPr>
            </a:defPPr>
            <a:lvl1pPr algn="l">
              <a:buNone/>
              <a:defRPr sz="1425" b="0">
                <a:solidFill>
                  <a:srgbClr val="56647F"/>
                </a:solidFill>
                <a:latin typeface="Aptos"/>
                <a:ea typeface="Aptos"/>
                <a:cs typeface="Aptos"/>
              </a:defRPr>
            </a:lvl1pPr>
            <a:lvl2pPr algn="l">
              <a:buNone/>
              <a:defRPr sz="1425" b="0">
                <a:solidFill>
                  <a:srgbClr val="56647F"/>
                </a:solidFill>
                <a:latin typeface="Aptos"/>
                <a:ea typeface="Aptos"/>
                <a:cs typeface="Aptos"/>
              </a:defRPr>
            </a:lvl2pPr>
            <a:lvl3pPr algn="l">
              <a:buNone/>
              <a:defRPr sz="1425" b="0">
                <a:solidFill>
                  <a:srgbClr val="56647F"/>
                </a:solidFill>
                <a:latin typeface="Aptos"/>
                <a:ea typeface="Aptos"/>
                <a:cs typeface="Aptos"/>
              </a:defRPr>
            </a:lvl3pPr>
            <a:lvl4pPr algn="l">
              <a:buNone/>
              <a:defRPr sz="1425" b="0">
                <a:solidFill>
                  <a:srgbClr val="56647F"/>
                </a:solidFill>
                <a:latin typeface="Aptos"/>
                <a:ea typeface="Aptos"/>
                <a:cs typeface="Aptos"/>
              </a:defRPr>
            </a:lvl4pPr>
            <a:lvl5pPr algn="l">
              <a:buNone/>
              <a:defRPr sz="1425" b="0">
                <a:solidFill>
                  <a:srgbClr val="56647F"/>
                </a:solidFill>
                <a:latin typeface="Aptos"/>
                <a:ea typeface="Aptos"/>
                <a:cs typeface="Aptos"/>
              </a:defRPr>
            </a:lvl5pPr>
            <a:lvl6pPr algn="l">
              <a:buNone/>
              <a:defRPr sz="1425" b="0">
                <a:solidFill>
                  <a:srgbClr val="56647F"/>
                </a:solidFill>
                <a:latin typeface="Aptos"/>
                <a:ea typeface="Aptos"/>
                <a:cs typeface="Aptos"/>
              </a:defRPr>
            </a:lvl6pPr>
            <a:lvl7pPr algn="l">
              <a:buNone/>
              <a:defRPr sz="1425" b="0">
                <a:solidFill>
                  <a:srgbClr val="56647F"/>
                </a:solidFill>
                <a:latin typeface="Aptos"/>
                <a:ea typeface="Aptos"/>
                <a:cs typeface="Aptos"/>
              </a:defRPr>
            </a:lvl7pPr>
            <a:lvl8pPr algn="l">
              <a:buNone/>
              <a:defRPr sz="1425" b="0">
                <a:solidFill>
                  <a:srgbClr val="56647F"/>
                </a:solidFill>
                <a:latin typeface="Aptos"/>
                <a:ea typeface="Aptos"/>
                <a:cs typeface="Aptos"/>
              </a:defRPr>
            </a:lvl8pPr>
            <a:lvl9pPr algn="l">
              <a:buNone/>
              <a:defRPr sz="1425" b="0">
                <a:solidFill>
                  <a:srgbClr val="56647F"/>
                </a:solidFill>
                <a:latin typeface="Aptos"/>
                <a:ea typeface="Aptos"/>
                <a:cs typeface="Aptos"/>
              </a:defRPr>
            </a:lvl9pPr>
          </a:lstStyle>
          <a:p xmlns:a="http://schemas.openxmlformats.org/drawingml/2006/main">
            <a:pPr algn="l">
              <a:buNone/>
              <a:defRPr sz="1425" b="0">
                <a:solidFill>
                  <a:srgbClr val="56647F"/>
                </a:solidFill>
                <a:latin typeface="Aptos"/>
                <a:ea typeface="Aptos"/>
                <a:cs typeface="Aptos"/>
              </a:defRPr>
            </a:pPr>
            <a:r>
              <a:rPr sz="1425" b="0">
                <a:solidFill>
                  <a:srgbClr val="56647F"/>
                </a:solidFill>
                <a:latin typeface="Aptos"/>
                <a:ea typeface="Aptos"/>
                <a:cs typeface="Aptos"/>
              </a:rPr>
              <a:t>RSA-3072 ofrece un nivel comparable; AES-128 cifra, no firma.</a:t>
            </a:r>
          </a:p>
        </p:txBody>
      </p:sp>
      <p:sp>
        <p:nvSpPr>
          <p:cNvPr id="5" name="rule">
            <a:extLst xmlns:a="http://schemas.openxmlformats.org/drawingml/2006/main">
              <a:ext uri="{FF2B5EF4-FFF2-40B4-BE49-F238E27FC236}">
                <a16:creationId xmlns:a16="http://schemas.microsoft.com/office/drawing/2014/main" id="{9CE68CD9-67BA-4755-909D-D69DFEB19DDB}"/>
              </a:ext>
            </a:extLst>
          </p:cNvPr>
          <p:cNvSpPr>
            <a:spLocks xmlns:a="http://schemas.openxmlformats.org/drawingml/2006/main" noGrp="1"/>
          </p:cNvSpPr>
          <p:nvPr/>
        </p:nvSpPr>
        <p:spPr>
          <a:xfrm xmlns:a="http://schemas.openxmlformats.org/drawingml/2006/main">
            <a:off x="685800" y="1695450"/>
            <a:ext cx="1082040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7F6E6AF-4202-4E42-9A79-A89BAD3CFF7A}"/>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1">
                <a:solidFill>
                  <a:srgbClr val="56647F"/>
                </a:solidFill>
                <a:latin typeface="Aptos"/>
                <a:ea typeface="Aptos"/>
                <a:cs typeface="Aptos"/>
              </a:defRPr>
            </a:defPPr>
            <a:lvl1pPr algn="l">
              <a:buNone/>
              <a:defRPr sz="750" b="1">
                <a:solidFill>
                  <a:srgbClr val="56647F"/>
                </a:solidFill>
                <a:latin typeface="Aptos"/>
                <a:ea typeface="Aptos"/>
                <a:cs typeface="Aptos"/>
              </a:defRPr>
            </a:lvl1pPr>
            <a:lvl2pPr algn="l">
              <a:buNone/>
              <a:defRPr sz="750" b="1">
                <a:solidFill>
                  <a:srgbClr val="56647F"/>
                </a:solidFill>
                <a:latin typeface="Aptos"/>
                <a:ea typeface="Aptos"/>
                <a:cs typeface="Aptos"/>
              </a:defRPr>
            </a:lvl2pPr>
            <a:lvl3pPr algn="l">
              <a:buNone/>
              <a:defRPr sz="750" b="1">
                <a:solidFill>
                  <a:srgbClr val="56647F"/>
                </a:solidFill>
                <a:latin typeface="Aptos"/>
                <a:ea typeface="Aptos"/>
                <a:cs typeface="Aptos"/>
              </a:defRPr>
            </a:lvl3pPr>
            <a:lvl4pPr algn="l">
              <a:buNone/>
              <a:defRPr sz="750" b="1">
                <a:solidFill>
                  <a:srgbClr val="56647F"/>
                </a:solidFill>
                <a:latin typeface="Aptos"/>
                <a:ea typeface="Aptos"/>
                <a:cs typeface="Aptos"/>
              </a:defRPr>
            </a:lvl4pPr>
            <a:lvl5pPr algn="l">
              <a:buNone/>
              <a:defRPr sz="750" b="1">
                <a:solidFill>
                  <a:srgbClr val="56647F"/>
                </a:solidFill>
                <a:latin typeface="Aptos"/>
                <a:ea typeface="Aptos"/>
                <a:cs typeface="Aptos"/>
              </a:defRPr>
            </a:lvl5pPr>
            <a:lvl6pPr algn="l">
              <a:buNone/>
              <a:defRPr sz="750" b="1">
                <a:solidFill>
                  <a:srgbClr val="56647F"/>
                </a:solidFill>
                <a:latin typeface="Aptos"/>
                <a:ea typeface="Aptos"/>
                <a:cs typeface="Aptos"/>
              </a:defRPr>
            </a:lvl6pPr>
            <a:lvl7pPr algn="l">
              <a:buNone/>
              <a:defRPr sz="750" b="1">
                <a:solidFill>
                  <a:srgbClr val="56647F"/>
                </a:solidFill>
                <a:latin typeface="Aptos"/>
                <a:ea typeface="Aptos"/>
                <a:cs typeface="Aptos"/>
              </a:defRPr>
            </a:lvl7pPr>
            <a:lvl8pPr algn="l">
              <a:buNone/>
              <a:defRPr sz="750" b="1">
                <a:solidFill>
                  <a:srgbClr val="56647F"/>
                </a:solidFill>
                <a:latin typeface="Aptos"/>
                <a:ea typeface="Aptos"/>
                <a:cs typeface="Aptos"/>
              </a:defRPr>
            </a:lvl8pPr>
            <a:lvl9pPr algn="l">
              <a:buNone/>
              <a:defRPr sz="750" b="1">
                <a:solidFill>
                  <a:srgbClr val="56647F"/>
                </a:solidFill>
                <a:latin typeface="Aptos"/>
                <a:ea typeface="Aptos"/>
                <a:cs typeface="Aptos"/>
              </a:defRPr>
            </a:lvl9pPr>
          </a:lstStyle>
          <a:p xmlns:a="http://schemas.openxmlformats.org/drawingml/2006/main">
            <a:pPr algn="l">
              <a:buNone/>
              <a:defRPr sz="750" b="1">
                <a:solidFill>
                  <a:srgbClr val="56647F"/>
                </a:solidFill>
                <a:latin typeface="Aptos"/>
                <a:ea typeface="Aptos"/>
                <a:cs typeface="Aptos"/>
              </a:defRPr>
            </a:pPr>
            <a:r>
              <a:rPr sz="750" b="1">
                <a:solidFill>
                  <a:srgbClr val="56647F"/>
                </a:solidFill>
                <a:latin typeface="Aptos"/>
                <a:ea typeface="Aptos"/>
                <a:cs typeface="Aptos"/>
              </a:rPr>
              <a:t>BILLETERA UNIVERSITARIA VERIFICABLE</a:t>
            </a:r>
          </a:p>
        </p:txBody>
      </p:sp>
      <p:sp>
        <p:nvSpPr>
          <p:cNvPr id="7" name="page-number">
            <a:extLst xmlns:a="http://schemas.openxmlformats.org/drawingml/2006/main">
              <a:ext uri="{FF2B5EF4-FFF2-40B4-BE49-F238E27FC236}">
                <a16:creationId xmlns:a16="http://schemas.microsoft.com/office/drawing/2014/main" id="{D61F5D92-9BBB-4EF5-8309-7F765C2CA2B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6647F"/>
                </a:solidFill>
                <a:latin typeface="Aptos"/>
                <a:ea typeface="Aptos"/>
                <a:cs typeface="Aptos"/>
              </a:defRPr>
            </a:defPPr>
            <a:lvl1pPr algn="r">
              <a:buNone/>
              <a:defRPr sz="975" b="1">
                <a:solidFill>
                  <a:srgbClr val="56647F"/>
                </a:solidFill>
                <a:latin typeface="Aptos"/>
                <a:ea typeface="Aptos"/>
                <a:cs typeface="Aptos"/>
              </a:defRPr>
            </a:lvl1pPr>
            <a:lvl2pPr algn="r">
              <a:buNone/>
              <a:defRPr sz="975" b="1">
                <a:solidFill>
                  <a:srgbClr val="56647F"/>
                </a:solidFill>
                <a:latin typeface="Aptos"/>
                <a:ea typeface="Aptos"/>
                <a:cs typeface="Aptos"/>
              </a:defRPr>
            </a:lvl2pPr>
            <a:lvl3pPr algn="r">
              <a:buNone/>
              <a:defRPr sz="975" b="1">
                <a:solidFill>
                  <a:srgbClr val="56647F"/>
                </a:solidFill>
                <a:latin typeface="Aptos"/>
                <a:ea typeface="Aptos"/>
                <a:cs typeface="Aptos"/>
              </a:defRPr>
            </a:lvl3pPr>
            <a:lvl4pPr algn="r">
              <a:buNone/>
              <a:defRPr sz="975" b="1">
                <a:solidFill>
                  <a:srgbClr val="56647F"/>
                </a:solidFill>
                <a:latin typeface="Aptos"/>
                <a:ea typeface="Aptos"/>
                <a:cs typeface="Aptos"/>
              </a:defRPr>
            </a:lvl4pPr>
            <a:lvl5pPr algn="r">
              <a:buNone/>
              <a:defRPr sz="975" b="1">
                <a:solidFill>
                  <a:srgbClr val="56647F"/>
                </a:solidFill>
                <a:latin typeface="Aptos"/>
                <a:ea typeface="Aptos"/>
                <a:cs typeface="Aptos"/>
              </a:defRPr>
            </a:lvl5pPr>
            <a:lvl6pPr algn="r">
              <a:buNone/>
              <a:defRPr sz="975" b="1">
                <a:solidFill>
                  <a:srgbClr val="56647F"/>
                </a:solidFill>
                <a:latin typeface="Aptos"/>
                <a:ea typeface="Aptos"/>
                <a:cs typeface="Aptos"/>
              </a:defRPr>
            </a:lvl6pPr>
            <a:lvl7pPr algn="r">
              <a:buNone/>
              <a:defRPr sz="975" b="1">
                <a:solidFill>
                  <a:srgbClr val="56647F"/>
                </a:solidFill>
                <a:latin typeface="Aptos"/>
                <a:ea typeface="Aptos"/>
                <a:cs typeface="Aptos"/>
              </a:defRPr>
            </a:lvl7pPr>
            <a:lvl8pPr algn="r">
              <a:buNone/>
              <a:defRPr sz="975" b="1">
                <a:solidFill>
                  <a:srgbClr val="56647F"/>
                </a:solidFill>
                <a:latin typeface="Aptos"/>
                <a:ea typeface="Aptos"/>
                <a:cs typeface="Aptos"/>
              </a:defRPr>
            </a:lvl8pPr>
            <a:lvl9pPr algn="r">
              <a:buNone/>
              <a:defRPr sz="975" b="1">
                <a:solidFill>
                  <a:srgbClr val="56647F"/>
                </a:solidFill>
                <a:latin typeface="Aptos"/>
                <a:ea typeface="Aptos"/>
                <a:cs typeface="Aptos"/>
              </a:defRPr>
            </a:lvl9pPr>
          </a:lstStyle>
          <a:p xmlns:a="http://schemas.openxmlformats.org/drawingml/2006/main">
            <a:pPr algn="r">
              <a:buNone/>
              <a:defRPr sz="975" b="1">
                <a:solidFill>
                  <a:srgbClr val="56647F"/>
                </a:solidFill>
                <a:latin typeface="Aptos"/>
                <a:ea typeface="Aptos"/>
                <a:cs typeface="Aptos"/>
              </a:defRPr>
            </a:pPr>
            <a:r>
              <a:rPr sz="975" b="1">
                <a:solidFill>
                  <a:srgbClr val="56647F"/>
                </a:solidFill>
                <a:latin typeface="Aptos"/>
                <a:ea typeface="Aptos"/>
                <a:cs typeface="Aptos"/>
              </a:rPr>
              <a:t>09</a:t>
            </a:r>
          </a:p>
        </p:txBody>
      </p:sp>
      <p:sp>
        <p:nvSpPr>
          <p:cNvPr id="8" name="comparison-card">
            <a:extLst xmlns:a="http://schemas.openxmlformats.org/drawingml/2006/main">
              <a:ext uri="{FF2B5EF4-FFF2-40B4-BE49-F238E27FC236}">
                <a16:creationId xmlns:a16="http://schemas.microsoft.com/office/drawing/2014/main" id="{F556B39E-51F8-4A88-B5BE-A0E01031B9B4}"/>
              </a:ext>
            </a:extLst>
          </p:cNvPr>
          <p:cNvSpPr>
            <a:spLocks xmlns:a="http://schemas.openxmlformats.org/drawingml/2006/main" noGrp="1"/>
          </p:cNvSpPr>
          <p:nvPr/>
        </p:nvSpPr>
        <p:spPr>
          <a:xfrm xmlns:a="http://schemas.openxmlformats.org/drawingml/2006/main">
            <a:off x="685800" y="1924050"/>
            <a:ext cx="3333750" cy="175260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9525">
            <a:solidFill>
              <a:srgbClr val="D8DFEC"/>
            </a:solidFill>
            <a:prstDash val="solid"/>
          </a:ln>
        </p:spPr>
      </p:sp>
      <p:sp>
        <p:nvSpPr>
          <p:cNvPr id="9" name="card-accent">
            <a:extLst xmlns:a="http://schemas.openxmlformats.org/drawingml/2006/main">
              <a:ext uri="{FF2B5EF4-FFF2-40B4-BE49-F238E27FC236}">
                <a16:creationId xmlns:a16="http://schemas.microsoft.com/office/drawing/2014/main" id="{8BD23ADC-619F-453D-A0FA-E385B5B0D76D}"/>
              </a:ext>
            </a:extLst>
          </p:cNvPr>
          <p:cNvSpPr>
            <a:spLocks xmlns:a="http://schemas.openxmlformats.org/drawingml/2006/main" noGrp="1"/>
          </p:cNvSpPr>
          <p:nvPr/>
        </p:nvSpPr>
        <p:spPr>
          <a:xfrm xmlns:a="http://schemas.openxmlformats.org/drawingml/2006/main">
            <a:off x="685800" y="1924050"/>
            <a:ext cx="66675" cy="175260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0" name="algorithm-label">
            <a:extLst xmlns:a="http://schemas.openxmlformats.org/drawingml/2006/main">
              <a:ext uri="{FF2B5EF4-FFF2-40B4-BE49-F238E27FC236}">
                <a16:creationId xmlns:a16="http://schemas.microsoft.com/office/drawing/2014/main" id="{C8CFFB6D-C8F4-4EE5-8F92-8F11C7BD848A}"/>
              </a:ext>
            </a:extLst>
          </p:cNvPr>
          <p:cNvSpPr>
            <a:spLocks xmlns:a="http://schemas.openxmlformats.org/drawingml/2006/main" noGrp="1"/>
          </p:cNvSpPr>
          <p:nvPr/>
        </p:nvSpPr>
        <p:spPr>
          <a:xfrm xmlns:a="http://schemas.openxmlformats.org/drawingml/2006/main">
            <a:off x="914400" y="2095500"/>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FIRMA · ED25519</a:t>
            </a:r>
          </a:p>
        </p:txBody>
      </p:sp>
      <p:sp>
        <p:nvSpPr>
          <p:cNvPr id="11" name="algorithm-title">
            <a:extLst xmlns:a="http://schemas.openxmlformats.org/drawingml/2006/main">
              <a:ext uri="{FF2B5EF4-FFF2-40B4-BE49-F238E27FC236}">
                <a16:creationId xmlns:a16="http://schemas.microsoft.com/office/drawing/2014/main" id="{C71E66A2-512E-456E-821D-DF8789672FC4}"/>
              </a:ext>
            </a:extLst>
          </p:cNvPr>
          <p:cNvSpPr>
            <a:spLocks xmlns:a="http://schemas.openxmlformats.org/drawingml/2006/main" noGrp="1"/>
          </p:cNvSpPr>
          <p:nvPr/>
        </p:nvSpPr>
        <p:spPr>
          <a:xfrm xmlns:a="http://schemas.openxmlformats.org/drawingml/2006/main">
            <a:off x="914400" y="23812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554"/>
                </a:solidFill>
                <a:latin typeface="Aptos"/>
                <a:ea typeface="Aptos"/>
                <a:cs typeface="Aptos"/>
              </a:defRPr>
            </a:defPPr>
            <a:lvl1pPr algn="l">
              <a:buNone/>
              <a:defRPr sz="1575" b="1">
                <a:solidFill>
                  <a:srgbClr val="172554"/>
                </a:solidFill>
                <a:latin typeface="Aptos"/>
                <a:ea typeface="Aptos"/>
                <a:cs typeface="Aptos"/>
              </a:defRPr>
            </a:lvl1pPr>
            <a:lvl2pPr algn="l">
              <a:buNone/>
              <a:defRPr sz="1575" b="1">
                <a:solidFill>
                  <a:srgbClr val="172554"/>
                </a:solidFill>
                <a:latin typeface="Aptos"/>
                <a:ea typeface="Aptos"/>
                <a:cs typeface="Aptos"/>
              </a:defRPr>
            </a:lvl2pPr>
            <a:lvl3pPr algn="l">
              <a:buNone/>
              <a:defRPr sz="1575" b="1">
                <a:solidFill>
                  <a:srgbClr val="172554"/>
                </a:solidFill>
                <a:latin typeface="Aptos"/>
                <a:ea typeface="Aptos"/>
                <a:cs typeface="Aptos"/>
              </a:defRPr>
            </a:lvl3pPr>
            <a:lvl4pPr algn="l">
              <a:buNone/>
              <a:defRPr sz="1575" b="1">
                <a:solidFill>
                  <a:srgbClr val="172554"/>
                </a:solidFill>
                <a:latin typeface="Aptos"/>
                <a:ea typeface="Aptos"/>
                <a:cs typeface="Aptos"/>
              </a:defRPr>
            </a:lvl4pPr>
            <a:lvl5pPr algn="l">
              <a:buNone/>
              <a:defRPr sz="1575" b="1">
                <a:solidFill>
                  <a:srgbClr val="172554"/>
                </a:solidFill>
                <a:latin typeface="Aptos"/>
                <a:ea typeface="Aptos"/>
                <a:cs typeface="Aptos"/>
              </a:defRPr>
            </a:lvl5pPr>
            <a:lvl6pPr algn="l">
              <a:buNone/>
              <a:defRPr sz="1575" b="1">
                <a:solidFill>
                  <a:srgbClr val="172554"/>
                </a:solidFill>
                <a:latin typeface="Aptos"/>
                <a:ea typeface="Aptos"/>
                <a:cs typeface="Aptos"/>
              </a:defRPr>
            </a:lvl6pPr>
            <a:lvl7pPr algn="l">
              <a:buNone/>
              <a:defRPr sz="1575" b="1">
                <a:solidFill>
                  <a:srgbClr val="172554"/>
                </a:solidFill>
                <a:latin typeface="Aptos"/>
                <a:ea typeface="Aptos"/>
                <a:cs typeface="Aptos"/>
              </a:defRPr>
            </a:lvl7pPr>
            <a:lvl8pPr algn="l">
              <a:buNone/>
              <a:defRPr sz="1575" b="1">
                <a:solidFill>
                  <a:srgbClr val="172554"/>
                </a:solidFill>
                <a:latin typeface="Aptos"/>
                <a:ea typeface="Aptos"/>
                <a:cs typeface="Aptos"/>
              </a:defRPr>
            </a:lvl8pPr>
            <a:lvl9pPr algn="l">
              <a:buNone/>
              <a:defRPr sz="1575" b="1">
                <a:solidFill>
                  <a:srgbClr val="172554"/>
                </a:solidFill>
                <a:latin typeface="Aptos"/>
                <a:ea typeface="Aptos"/>
                <a:cs typeface="Aptos"/>
              </a:defRPr>
            </a:lvl9pPr>
          </a:lstStyle>
          <a:p xmlns:a="http://schemas.openxmlformats.org/drawingml/2006/main">
            <a:pPr algn="l">
              <a:buNone/>
              <a:defRPr sz="1575" b="1">
                <a:solidFill>
                  <a:srgbClr val="172554"/>
                </a:solidFill>
                <a:latin typeface="Aptos"/>
                <a:ea typeface="Aptos"/>
                <a:cs typeface="Aptos"/>
              </a:defRPr>
            </a:pPr>
            <a:r>
              <a:rPr sz="1575" b="1">
                <a:solidFill>
                  <a:srgbClr val="172554"/>
                </a:solidFill>
                <a:latin typeface="Aptos"/>
                <a:ea typeface="Aptos"/>
                <a:cs typeface="Aptos"/>
              </a:rPr>
              <a:t>Clave pública: 32 B</a:t>
            </a:r>
          </a:p>
        </p:txBody>
      </p:sp>
      <p:sp>
        <p:nvSpPr>
          <p:cNvPr id="12" name="algorithm-body">
            <a:extLst xmlns:a="http://schemas.openxmlformats.org/drawingml/2006/main">
              <a:ext uri="{FF2B5EF4-FFF2-40B4-BE49-F238E27FC236}">
                <a16:creationId xmlns:a16="http://schemas.microsoft.com/office/drawing/2014/main" id="{4F1A78DE-8AFB-434D-8B30-8596E86619CE}"/>
              </a:ext>
            </a:extLst>
          </p:cNvPr>
          <p:cNvSpPr>
            <a:spLocks xmlns:a="http://schemas.openxmlformats.org/drawingml/2006/main" noGrp="1"/>
          </p:cNvSpPr>
          <p:nvPr/>
        </p:nvSpPr>
        <p:spPr>
          <a:xfrm xmlns:a="http://schemas.openxmlformats.org/drawingml/2006/main">
            <a:off x="914400" y="2771775"/>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buNone/>
              <a:defRPr sz="1125" b="0">
                <a:solidFill>
                  <a:srgbClr val="56647F"/>
                </a:solidFill>
                <a:latin typeface="Aptos"/>
                <a:ea typeface="Aptos"/>
                <a:cs typeface="Aptos"/>
              </a:defRPr>
            </a:lvl1pPr>
            <a:lvl2pPr algn="l">
              <a:buNone/>
              <a:defRPr sz="1125" b="0">
                <a:solidFill>
                  <a:srgbClr val="56647F"/>
                </a:solidFill>
                <a:latin typeface="Aptos"/>
                <a:ea typeface="Aptos"/>
                <a:cs typeface="Aptos"/>
              </a:defRPr>
            </a:lvl2pPr>
            <a:lvl3pPr algn="l">
              <a:buNone/>
              <a:defRPr sz="1125" b="0">
                <a:solidFill>
                  <a:srgbClr val="56647F"/>
                </a:solidFill>
                <a:latin typeface="Aptos"/>
                <a:ea typeface="Aptos"/>
                <a:cs typeface="Aptos"/>
              </a:defRPr>
            </a:lvl3pPr>
            <a:lvl4pPr algn="l">
              <a:buNone/>
              <a:defRPr sz="1125" b="0">
                <a:solidFill>
                  <a:srgbClr val="56647F"/>
                </a:solidFill>
                <a:latin typeface="Aptos"/>
                <a:ea typeface="Aptos"/>
                <a:cs typeface="Aptos"/>
              </a:defRPr>
            </a:lvl4pPr>
            <a:lvl5pPr algn="l">
              <a:buNone/>
              <a:defRPr sz="1125" b="0">
                <a:solidFill>
                  <a:srgbClr val="56647F"/>
                </a:solidFill>
                <a:latin typeface="Aptos"/>
                <a:ea typeface="Aptos"/>
                <a:cs typeface="Aptos"/>
              </a:defRPr>
            </a:lvl5pPr>
            <a:lvl6pPr algn="l">
              <a:buNone/>
              <a:defRPr sz="1125" b="0">
                <a:solidFill>
                  <a:srgbClr val="56647F"/>
                </a:solidFill>
                <a:latin typeface="Aptos"/>
                <a:ea typeface="Aptos"/>
                <a:cs typeface="Aptos"/>
              </a:defRPr>
            </a:lvl6pPr>
            <a:lvl7pPr algn="l">
              <a:buNone/>
              <a:defRPr sz="1125" b="0">
                <a:solidFill>
                  <a:srgbClr val="56647F"/>
                </a:solidFill>
                <a:latin typeface="Aptos"/>
                <a:ea typeface="Aptos"/>
                <a:cs typeface="Aptos"/>
              </a:defRPr>
            </a:lvl7pPr>
            <a:lvl8pPr algn="l">
              <a:buNone/>
              <a:defRPr sz="1125" b="0">
                <a:solidFill>
                  <a:srgbClr val="56647F"/>
                </a:solidFill>
                <a:latin typeface="Aptos"/>
                <a:ea typeface="Aptos"/>
                <a:cs typeface="Aptos"/>
              </a:defRPr>
            </a:lvl8pPr>
            <a:lvl9pPr algn="l">
              <a:buNone/>
              <a:defRPr sz="1125" b="0">
                <a:solidFill>
                  <a:srgbClr val="56647F"/>
                </a:solidFill>
                <a:latin typeface="Aptos"/>
                <a:ea typeface="Aptos"/>
                <a:cs typeface="Aptos"/>
              </a:defRPr>
            </a:lvl9pPr>
          </a:lstStyle>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Firma: 64 B</a:t>
            </a:r>
          </a:p>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Seguridad clásica estimada: ≈128 bits</a:t>
            </a:r>
          </a:p>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Diseñado para firmar con claves compactas.</a:t>
            </a:r>
          </a:p>
        </p:txBody>
      </p:sp>
      <p:sp>
        <p:nvSpPr>
          <p:cNvPr id="13" name="comparison-card">
            <a:extLst xmlns:a="http://schemas.openxmlformats.org/drawingml/2006/main">
              <a:ext uri="{FF2B5EF4-FFF2-40B4-BE49-F238E27FC236}">
                <a16:creationId xmlns:a16="http://schemas.microsoft.com/office/drawing/2014/main" id="{36BCEFA1-8DDB-4985-B806-7AE34D6D5C1F}"/>
              </a:ext>
            </a:extLst>
          </p:cNvPr>
          <p:cNvSpPr>
            <a:spLocks xmlns:a="http://schemas.openxmlformats.org/drawingml/2006/main" noGrp="1"/>
          </p:cNvSpPr>
          <p:nvPr/>
        </p:nvSpPr>
        <p:spPr>
          <a:xfrm xmlns:a="http://schemas.openxmlformats.org/drawingml/2006/main">
            <a:off x="4429125" y="1924050"/>
            <a:ext cx="3333750" cy="175260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9525">
            <a:solidFill>
              <a:srgbClr val="D8DFEC"/>
            </a:solidFill>
            <a:prstDash val="solid"/>
          </a:ln>
        </p:spPr>
      </p:sp>
      <p:sp>
        <p:nvSpPr>
          <p:cNvPr id="14" name="card-accent">
            <a:extLst xmlns:a="http://schemas.openxmlformats.org/drawingml/2006/main">
              <a:ext uri="{FF2B5EF4-FFF2-40B4-BE49-F238E27FC236}">
                <a16:creationId xmlns:a16="http://schemas.microsoft.com/office/drawing/2014/main" id="{AD0B43FF-93D1-44BA-9B4D-77BA79CBD131}"/>
              </a:ext>
            </a:extLst>
          </p:cNvPr>
          <p:cNvSpPr>
            <a:spLocks xmlns:a="http://schemas.openxmlformats.org/drawingml/2006/main" noGrp="1"/>
          </p:cNvSpPr>
          <p:nvPr/>
        </p:nvSpPr>
        <p:spPr>
          <a:xfrm xmlns:a="http://schemas.openxmlformats.org/drawingml/2006/main">
            <a:off x="4429125" y="1924050"/>
            <a:ext cx="66675" cy="1752600"/>
          </a:xfrm>
          <a:prstGeom xmlns:a="http://schemas.openxmlformats.org/drawingml/2006/main" prst="rect">
            <a:avLst/>
          </a:prstGeom>
          <a:solidFill xmlns:a="http://schemas.openxmlformats.org/drawingml/2006/main">
            <a:srgbClr val="18B6A4"/>
          </a:solidFill>
          <a:ln xmlns:a="http://schemas.openxmlformats.org/drawingml/2006/main" w="0">
            <a:noFill/>
            <a:prstDash val="solid"/>
          </a:ln>
        </p:spPr>
      </p:sp>
      <p:sp>
        <p:nvSpPr>
          <p:cNvPr id="15" name="algorithm-label">
            <a:extLst xmlns:a="http://schemas.openxmlformats.org/drawingml/2006/main">
              <a:ext uri="{FF2B5EF4-FFF2-40B4-BE49-F238E27FC236}">
                <a16:creationId xmlns:a16="http://schemas.microsoft.com/office/drawing/2014/main" id="{E455AF19-8622-4543-A888-9DF49FAF629A}"/>
              </a:ext>
            </a:extLst>
          </p:cNvPr>
          <p:cNvSpPr>
            <a:spLocks xmlns:a="http://schemas.openxmlformats.org/drawingml/2006/main" noGrp="1"/>
          </p:cNvSpPr>
          <p:nvPr/>
        </p:nvSpPr>
        <p:spPr>
          <a:xfrm xmlns:a="http://schemas.openxmlformats.org/drawingml/2006/main">
            <a:off x="4657725" y="2095500"/>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18B6A4"/>
                </a:solidFill>
                <a:latin typeface="Aptos"/>
                <a:ea typeface="Aptos"/>
                <a:cs typeface="Aptos"/>
              </a:defRPr>
            </a:defPPr>
            <a:lvl1pPr algn="l">
              <a:buNone/>
              <a:defRPr sz="975" b="1">
                <a:solidFill>
                  <a:srgbClr val="18B6A4"/>
                </a:solidFill>
                <a:latin typeface="Aptos"/>
                <a:ea typeface="Aptos"/>
                <a:cs typeface="Aptos"/>
              </a:defRPr>
            </a:lvl1pPr>
            <a:lvl2pPr algn="l">
              <a:buNone/>
              <a:defRPr sz="975" b="1">
                <a:solidFill>
                  <a:srgbClr val="18B6A4"/>
                </a:solidFill>
                <a:latin typeface="Aptos"/>
                <a:ea typeface="Aptos"/>
                <a:cs typeface="Aptos"/>
              </a:defRPr>
            </a:lvl2pPr>
            <a:lvl3pPr algn="l">
              <a:buNone/>
              <a:defRPr sz="975" b="1">
                <a:solidFill>
                  <a:srgbClr val="18B6A4"/>
                </a:solidFill>
                <a:latin typeface="Aptos"/>
                <a:ea typeface="Aptos"/>
                <a:cs typeface="Aptos"/>
              </a:defRPr>
            </a:lvl3pPr>
            <a:lvl4pPr algn="l">
              <a:buNone/>
              <a:defRPr sz="975" b="1">
                <a:solidFill>
                  <a:srgbClr val="18B6A4"/>
                </a:solidFill>
                <a:latin typeface="Aptos"/>
                <a:ea typeface="Aptos"/>
                <a:cs typeface="Aptos"/>
              </a:defRPr>
            </a:lvl4pPr>
            <a:lvl5pPr algn="l">
              <a:buNone/>
              <a:defRPr sz="975" b="1">
                <a:solidFill>
                  <a:srgbClr val="18B6A4"/>
                </a:solidFill>
                <a:latin typeface="Aptos"/>
                <a:ea typeface="Aptos"/>
                <a:cs typeface="Aptos"/>
              </a:defRPr>
            </a:lvl5pPr>
            <a:lvl6pPr algn="l">
              <a:buNone/>
              <a:defRPr sz="975" b="1">
                <a:solidFill>
                  <a:srgbClr val="18B6A4"/>
                </a:solidFill>
                <a:latin typeface="Aptos"/>
                <a:ea typeface="Aptos"/>
                <a:cs typeface="Aptos"/>
              </a:defRPr>
            </a:lvl6pPr>
            <a:lvl7pPr algn="l">
              <a:buNone/>
              <a:defRPr sz="975" b="1">
                <a:solidFill>
                  <a:srgbClr val="18B6A4"/>
                </a:solidFill>
                <a:latin typeface="Aptos"/>
                <a:ea typeface="Aptos"/>
                <a:cs typeface="Aptos"/>
              </a:defRPr>
            </a:lvl7pPr>
            <a:lvl8pPr algn="l">
              <a:buNone/>
              <a:defRPr sz="975" b="1">
                <a:solidFill>
                  <a:srgbClr val="18B6A4"/>
                </a:solidFill>
                <a:latin typeface="Aptos"/>
                <a:ea typeface="Aptos"/>
                <a:cs typeface="Aptos"/>
              </a:defRPr>
            </a:lvl8pPr>
            <a:lvl9pPr algn="l">
              <a:buNone/>
              <a:defRPr sz="975" b="1">
                <a:solidFill>
                  <a:srgbClr val="18B6A4"/>
                </a:solidFill>
                <a:latin typeface="Aptos"/>
                <a:ea typeface="Aptos"/>
                <a:cs typeface="Aptos"/>
              </a:defRPr>
            </a:lvl9pPr>
          </a:lstStyle>
          <a:p xmlns:a="http://schemas.openxmlformats.org/drawingml/2006/main">
            <a:pPr algn="l">
              <a:buNone/>
              <a:defRPr sz="975" b="1">
                <a:solidFill>
                  <a:srgbClr val="18B6A4"/>
                </a:solidFill>
                <a:latin typeface="Aptos"/>
                <a:ea typeface="Aptos"/>
                <a:cs typeface="Aptos"/>
              </a:defRPr>
            </a:pPr>
            <a:r>
              <a:rPr sz="975" b="1">
                <a:solidFill>
                  <a:srgbClr val="18B6A4"/>
                </a:solidFill>
                <a:latin typeface="Aptos"/>
                <a:ea typeface="Aptos"/>
                <a:cs typeface="Aptos"/>
              </a:rPr>
              <a:t>FIRMA · RSA-3072</a:t>
            </a:r>
          </a:p>
        </p:txBody>
      </p:sp>
      <p:sp>
        <p:nvSpPr>
          <p:cNvPr id="16" name="algorithm-title">
            <a:extLst xmlns:a="http://schemas.openxmlformats.org/drawingml/2006/main">
              <a:ext uri="{FF2B5EF4-FFF2-40B4-BE49-F238E27FC236}">
                <a16:creationId xmlns:a16="http://schemas.microsoft.com/office/drawing/2014/main" id="{59498DE0-1609-4BDD-892A-AA7611D59F14}"/>
              </a:ext>
            </a:extLst>
          </p:cNvPr>
          <p:cNvSpPr>
            <a:spLocks xmlns:a="http://schemas.openxmlformats.org/drawingml/2006/main" noGrp="1"/>
          </p:cNvSpPr>
          <p:nvPr/>
        </p:nvSpPr>
        <p:spPr>
          <a:xfrm xmlns:a="http://schemas.openxmlformats.org/drawingml/2006/main">
            <a:off x="4657725" y="23812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554"/>
                </a:solidFill>
                <a:latin typeface="Aptos"/>
                <a:ea typeface="Aptos"/>
                <a:cs typeface="Aptos"/>
              </a:defRPr>
            </a:defPPr>
            <a:lvl1pPr algn="l">
              <a:buNone/>
              <a:defRPr sz="1575" b="1">
                <a:solidFill>
                  <a:srgbClr val="172554"/>
                </a:solidFill>
                <a:latin typeface="Aptos"/>
                <a:ea typeface="Aptos"/>
                <a:cs typeface="Aptos"/>
              </a:defRPr>
            </a:lvl1pPr>
            <a:lvl2pPr algn="l">
              <a:buNone/>
              <a:defRPr sz="1575" b="1">
                <a:solidFill>
                  <a:srgbClr val="172554"/>
                </a:solidFill>
                <a:latin typeface="Aptos"/>
                <a:ea typeface="Aptos"/>
                <a:cs typeface="Aptos"/>
              </a:defRPr>
            </a:lvl2pPr>
            <a:lvl3pPr algn="l">
              <a:buNone/>
              <a:defRPr sz="1575" b="1">
                <a:solidFill>
                  <a:srgbClr val="172554"/>
                </a:solidFill>
                <a:latin typeface="Aptos"/>
                <a:ea typeface="Aptos"/>
                <a:cs typeface="Aptos"/>
              </a:defRPr>
            </a:lvl3pPr>
            <a:lvl4pPr algn="l">
              <a:buNone/>
              <a:defRPr sz="1575" b="1">
                <a:solidFill>
                  <a:srgbClr val="172554"/>
                </a:solidFill>
                <a:latin typeface="Aptos"/>
                <a:ea typeface="Aptos"/>
                <a:cs typeface="Aptos"/>
              </a:defRPr>
            </a:lvl4pPr>
            <a:lvl5pPr algn="l">
              <a:buNone/>
              <a:defRPr sz="1575" b="1">
                <a:solidFill>
                  <a:srgbClr val="172554"/>
                </a:solidFill>
                <a:latin typeface="Aptos"/>
                <a:ea typeface="Aptos"/>
                <a:cs typeface="Aptos"/>
              </a:defRPr>
            </a:lvl5pPr>
            <a:lvl6pPr algn="l">
              <a:buNone/>
              <a:defRPr sz="1575" b="1">
                <a:solidFill>
                  <a:srgbClr val="172554"/>
                </a:solidFill>
                <a:latin typeface="Aptos"/>
                <a:ea typeface="Aptos"/>
                <a:cs typeface="Aptos"/>
              </a:defRPr>
            </a:lvl6pPr>
            <a:lvl7pPr algn="l">
              <a:buNone/>
              <a:defRPr sz="1575" b="1">
                <a:solidFill>
                  <a:srgbClr val="172554"/>
                </a:solidFill>
                <a:latin typeface="Aptos"/>
                <a:ea typeface="Aptos"/>
                <a:cs typeface="Aptos"/>
              </a:defRPr>
            </a:lvl7pPr>
            <a:lvl8pPr algn="l">
              <a:buNone/>
              <a:defRPr sz="1575" b="1">
                <a:solidFill>
                  <a:srgbClr val="172554"/>
                </a:solidFill>
                <a:latin typeface="Aptos"/>
                <a:ea typeface="Aptos"/>
                <a:cs typeface="Aptos"/>
              </a:defRPr>
            </a:lvl8pPr>
            <a:lvl9pPr algn="l">
              <a:buNone/>
              <a:defRPr sz="1575" b="1">
                <a:solidFill>
                  <a:srgbClr val="172554"/>
                </a:solidFill>
                <a:latin typeface="Aptos"/>
                <a:ea typeface="Aptos"/>
                <a:cs typeface="Aptos"/>
              </a:defRPr>
            </a:lvl9pPr>
          </a:lstStyle>
          <a:p xmlns:a="http://schemas.openxmlformats.org/drawingml/2006/main">
            <a:pPr algn="l">
              <a:buNone/>
              <a:defRPr sz="1575" b="1">
                <a:solidFill>
                  <a:srgbClr val="172554"/>
                </a:solidFill>
                <a:latin typeface="Aptos"/>
                <a:ea typeface="Aptos"/>
                <a:cs typeface="Aptos"/>
              </a:defRPr>
            </a:pPr>
            <a:r>
              <a:rPr sz="1575" b="1">
                <a:solidFill>
                  <a:srgbClr val="172554"/>
                </a:solidFill>
                <a:latin typeface="Aptos"/>
                <a:ea typeface="Aptos"/>
                <a:cs typeface="Aptos"/>
              </a:rPr>
              <a:t>Seguridad comparable</a:t>
            </a:r>
          </a:p>
        </p:txBody>
      </p:sp>
      <p:sp>
        <p:nvSpPr>
          <p:cNvPr id="17" name="algorithm-body">
            <a:extLst xmlns:a="http://schemas.openxmlformats.org/drawingml/2006/main">
              <a:ext uri="{FF2B5EF4-FFF2-40B4-BE49-F238E27FC236}">
                <a16:creationId xmlns:a16="http://schemas.microsoft.com/office/drawing/2014/main" id="{4D2CE566-3ED1-47B7-9789-ADE780EEEBB8}"/>
              </a:ext>
            </a:extLst>
          </p:cNvPr>
          <p:cNvSpPr>
            <a:spLocks xmlns:a="http://schemas.openxmlformats.org/drawingml/2006/main" noGrp="1"/>
          </p:cNvSpPr>
          <p:nvPr/>
        </p:nvSpPr>
        <p:spPr>
          <a:xfrm xmlns:a="http://schemas.openxmlformats.org/drawingml/2006/main">
            <a:off x="4657725" y="2771775"/>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buNone/>
              <a:defRPr sz="1125" b="0">
                <a:solidFill>
                  <a:srgbClr val="56647F"/>
                </a:solidFill>
                <a:latin typeface="Aptos"/>
                <a:ea typeface="Aptos"/>
                <a:cs typeface="Aptos"/>
              </a:defRPr>
            </a:lvl1pPr>
            <a:lvl2pPr algn="l">
              <a:buNone/>
              <a:defRPr sz="1125" b="0">
                <a:solidFill>
                  <a:srgbClr val="56647F"/>
                </a:solidFill>
                <a:latin typeface="Aptos"/>
                <a:ea typeface="Aptos"/>
                <a:cs typeface="Aptos"/>
              </a:defRPr>
            </a:lvl2pPr>
            <a:lvl3pPr algn="l">
              <a:buNone/>
              <a:defRPr sz="1125" b="0">
                <a:solidFill>
                  <a:srgbClr val="56647F"/>
                </a:solidFill>
                <a:latin typeface="Aptos"/>
                <a:ea typeface="Aptos"/>
                <a:cs typeface="Aptos"/>
              </a:defRPr>
            </a:lvl3pPr>
            <a:lvl4pPr algn="l">
              <a:buNone/>
              <a:defRPr sz="1125" b="0">
                <a:solidFill>
                  <a:srgbClr val="56647F"/>
                </a:solidFill>
                <a:latin typeface="Aptos"/>
                <a:ea typeface="Aptos"/>
                <a:cs typeface="Aptos"/>
              </a:defRPr>
            </a:lvl4pPr>
            <a:lvl5pPr algn="l">
              <a:buNone/>
              <a:defRPr sz="1125" b="0">
                <a:solidFill>
                  <a:srgbClr val="56647F"/>
                </a:solidFill>
                <a:latin typeface="Aptos"/>
                <a:ea typeface="Aptos"/>
                <a:cs typeface="Aptos"/>
              </a:defRPr>
            </a:lvl5pPr>
            <a:lvl6pPr algn="l">
              <a:buNone/>
              <a:defRPr sz="1125" b="0">
                <a:solidFill>
                  <a:srgbClr val="56647F"/>
                </a:solidFill>
                <a:latin typeface="Aptos"/>
                <a:ea typeface="Aptos"/>
                <a:cs typeface="Aptos"/>
              </a:defRPr>
            </a:lvl6pPr>
            <a:lvl7pPr algn="l">
              <a:buNone/>
              <a:defRPr sz="1125" b="0">
                <a:solidFill>
                  <a:srgbClr val="56647F"/>
                </a:solidFill>
                <a:latin typeface="Aptos"/>
                <a:ea typeface="Aptos"/>
                <a:cs typeface="Aptos"/>
              </a:defRPr>
            </a:lvl7pPr>
            <a:lvl8pPr algn="l">
              <a:buNone/>
              <a:defRPr sz="1125" b="0">
                <a:solidFill>
                  <a:srgbClr val="56647F"/>
                </a:solidFill>
                <a:latin typeface="Aptos"/>
                <a:ea typeface="Aptos"/>
                <a:cs typeface="Aptos"/>
              </a:defRPr>
            </a:lvl8pPr>
            <a:lvl9pPr algn="l">
              <a:buNone/>
              <a:defRPr sz="1125" b="0">
                <a:solidFill>
                  <a:srgbClr val="56647F"/>
                </a:solidFill>
                <a:latin typeface="Aptos"/>
                <a:ea typeface="Aptos"/>
                <a:cs typeface="Aptos"/>
              </a:defRPr>
            </a:lvl9pPr>
          </a:lstStyle>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Aproximadamente 128 bits</a:t>
            </a:r>
          </a:p>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Firma: 384 B</a:t>
            </a:r>
          </a:p>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Necesita claves públicas mucho más grandes.</a:t>
            </a:r>
          </a:p>
        </p:txBody>
      </p:sp>
      <p:sp>
        <p:nvSpPr>
          <p:cNvPr id="18" name="comparison-card">
            <a:extLst xmlns:a="http://schemas.openxmlformats.org/drawingml/2006/main">
              <a:ext uri="{FF2B5EF4-FFF2-40B4-BE49-F238E27FC236}">
                <a16:creationId xmlns:a16="http://schemas.microsoft.com/office/drawing/2014/main" id="{41FD5EEF-59D9-4346-86D2-BBCEC94FF6DB}"/>
              </a:ext>
            </a:extLst>
          </p:cNvPr>
          <p:cNvSpPr>
            <a:spLocks xmlns:a="http://schemas.openxmlformats.org/drawingml/2006/main" noGrp="1"/>
          </p:cNvSpPr>
          <p:nvPr/>
        </p:nvSpPr>
        <p:spPr>
          <a:xfrm xmlns:a="http://schemas.openxmlformats.org/drawingml/2006/main">
            <a:off x="8172450" y="1924050"/>
            <a:ext cx="3333750" cy="175260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9525">
            <a:solidFill>
              <a:srgbClr val="D8DFEC"/>
            </a:solidFill>
            <a:prstDash val="solid"/>
          </a:ln>
        </p:spPr>
      </p:sp>
      <p:sp>
        <p:nvSpPr>
          <p:cNvPr id="19" name="card-accent">
            <a:extLst xmlns:a="http://schemas.openxmlformats.org/drawingml/2006/main">
              <a:ext uri="{FF2B5EF4-FFF2-40B4-BE49-F238E27FC236}">
                <a16:creationId xmlns:a16="http://schemas.microsoft.com/office/drawing/2014/main" id="{CD41C8F5-F45D-48A0-B66A-D345271FFAA3}"/>
              </a:ext>
            </a:extLst>
          </p:cNvPr>
          <p:cNvSpPr>
            <a:spLocks xmlns:a="http://schemas.openxmlformats.org/drawingml/2006/main" noGrp="1"/>
          </p:cNvSpPr>
          <p:nvPr/>
        </p:nvSpPr>
        <p:spPr>
          <a:xfrm xmlns:a="http://schemas.openxmlformats.org/drawingml/2006/main">
            <a:off x="8172450" y="1924050"/>
            <a:ext cx="66675" cy="1752600"/>
          </a:xfrm>
          <a:prstGeom xmlns:a="http://schemas.openxmlformats.org/drawingml/2006/main" prst="rect">
            <a:avLst/>
          </a:prstGeom>
          <a:solidFill xmlns:a="http://schemas.openxmlformats.org/drawingml/2006/main">
            <a:srgbClr val="E9A82D"/>
          </a:solidFill>
          <a:ln xmlns:a="http://schemas.openxmlformats.org/drawingml/2006/main" w="0">
            <a:noFill/>
            <a:prstDash val="solid"/>
          </a:ln>
        </p:spPr>
      </p:sp>
      <p:sp>
        <p:nvSpPr>
          <p:cNvPr id="20" name="algorithm-label">
            <a:extLst xmlns:a="http://schemas.openxmlformats.org/drawingml/2006/main">
              <a:ext uri="{FF2B5EF4-FFF2-40B4-BE49-F238E27FC236}">
                <a16:creationId xmlns:a16="http://schemas.microsoft.com/office/drawing/2014/main" id="{E00FA45D-95B7-46D3-A944-190E15F5076F}"/>
              </a:ext>
            </a:extLst>
          </p:cNvPr>
          <p:cNvSpPr>
            <a:spLocks xmlns:a="http://schemas.openxmlformats.org/drawingml/2006/main" noGrp="1"/>
          </p:cNvSpPr>
          <p:nvPr/>
        </p:nvSpPr>
        <p:spPr>
          <a:xfrm xmlns:a="http://schemas.openxmlformats.org/drawingml/2006/main">
            <a:off x="8401050" y="2095500"/>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E9A82D"/>
                </a:solidFill>
                <a:latin typeface="Aptos"/>
                <a:ea typeface="Aptos"/>
                <a:cs typeface="Aptos"/>
              </a:defRPr>
            </a:defPPr>
            <a:lvl1pPr algn="l">
              <a:buNone/>
              <a:defRPr sz="975" b="1">
                <a:solidFill>
                  <a:srgbClr val="E9A82D"/>
                </a:solidFill>
                <a:latin typeface="Aptos"/>
                <a:ea typeface="Aptos"/>
                <a:cs typeface="Aptos"/>
              </a:defRPr>
            </a:lvl1pPr>
            <a:lvl2pPr algn="l">
              <a:buNone/>
              <a:defRPr sz="975" b="1">
                <a:solidFill>
                  <a:srgbClr val="E9A82D"/>
                </a:solidFill>
                <a:latin typeface="Aptos"/>
                <a:ea typeface="Aptos"/>
                <a:cs typeface="Aptos"/>
              </a:defRPr>
            </a:lvl2pPr>
            <a:lvl3pPr algn="l">
              <a:buNone/>
              <a:defRPr sz="975" b="1">
                <a:solidFill>
                  <a:srgbClr val="E9A82D"/>
                </a:solidFill>
                <a:latin typeface="Aptos"/>
                <a:ea typeface="Aptos"/>
                <a:cs typeface="Aptos"/>
              </a:defRPr>
            </a:lvl3pPr>
            <a:lvl4pPr algn="l">
              <a:buNone/>
              <a:defRPr sz="975" b="1">
                <a:solidFill>
                  <a:srgbClr val="E9A82D"/>
                </a:solidFill>
                <a:latin typeface="Aptos"/>
                <a:ea typeface="Aptos"/>
                <a:cs typeface="Aptos"/>
              </a:defRPr>
            </a:lvl4pPr>
            <a:lvl5pPr algn="l">
              <a:buNone/>
              <a:defRPr sz="975" b="1">
                <a:solidFill>
                  <a:srgbClr val="E9A82D"/>
                </a:solidFill>
                <a:latin typeface="Aptos"/>
                <a:ea typeface="Aptos"/>
                <a:cs typeface="Aptos"/>
              </a:defRPr>
            </a:lvl5pPr>
            <a:lvl6pPr algn="l">
              <a:buNone/>
              <a:defRPr sz="975" b="1">
                <a:solidFill>
                  <a:srgbClr val="E9A82D"/>
                </a:solidFill>
                <a:latin typeface="Aptos"/>
                <a:ea typeface="Aptos"/>
                <a:cs typeface="Aptos"/>
              </a:defRPr>
            </a:lvl6pPr>
            <a:lvl7pPr algn="l">
              <a:buNone/>
              <a:defRPr sz="975" b="1">
                <a:solidFill>
                  <a:srgbClr val="E9A82D"/>
                </a:solidFill>
                <a:latin typeface="Aptos"/>
                <a:ea typeface="Aptos"/>
                <a:cs typeface="Aptos"/>
              </a:defRPr>
            </a:lvl7pPr>
            <a:lvl8pPr algn="l">
              <a:buNone/>
              <a:defRPr sz="975" b="1">
                <a:solidFill>
                  <a:srgbClr val="E9A82D"/>
                </a:solidFill>
                <a:latin typeface="Aptos"/>
                <a:ea typeface="Aptos"/>
                <a:cs typeface="Aptos"/>
              </a:defRPr>
            </a:lvl8pPr>
            <a:lvl9pPr algn="l">
              <a:buNone/>
              <a:defRPr sz="975" b="1">
                <a:solidFill>
                  <a:srgbClr val="E9A82D"/>
                </a:solidFill>
                <a:latin typeface="Aptos"/>
                <a:ea typeface="Aptos"/>
                <a:cs typeface="Aptos"/>
              </a:defRPr>
            </a:lvl9pPr>
          </a:lstStyle>
          <a:p xmlns:a="http://schemas.openxmlformats.org/drawingml/2006/main">
            <a:pPr algn="l">
              <a:buNone/>
              <a:defRPr sz="975" b="1">
                <a:solidFill>
                  <a:srgbClr val="E9A82D"/>
                </a:solidFill>
                <a:latin typeface="Aptos"/>
                <a:ea typeface="Aptos"/>
                <a:cs typeface="Aptos"/>
              </a:defRPr>
            </a:pPr>
            <a:r>
              <a:rPr sz="975" b="1">
                <a:solidFill>
                  <a:srgbClr val="E9A82D"/>
                </a:solidFill>
                <a:latin typeface="Aptos"/>
                <a:ea typeface="Aptos"/>
                <a:cs typeface="Aptos"/>
              </a:rPr>
              <a:t>CIFRADO · AES-128</a:t>
            </a:r>
          </a:p>
        </p:txBody>
      </p:sp>
      <p:sp>
        <p:nvSpPr>
          <p:cNvPr id="21" name="algorithm-title">
            <a:extLst xmlns:a="http://schemas.openxmlformats.org/drawingml/2006/main">
              <a:ext uri="{FF2B5EF4-FFF2-40B4-BE49-F238E27FC236}">
                <a16:creationId xmlns:a16="http://schemas.microsoft.com/office/drawing/2014/main" id="{95B29D53-E902-432E-8CE4-C6587578CC3E}"/>
              </a:ext>
            </a:extLst>
          </p:cNvPr>
          <p:cNvSpPr>
            <a:spLocks xmlns:a="http://schemas.openxmlformats.org/drawingml/2006/main" noGrp="1"/>
          </p:cNvSpPr>
          <p:nvPr/>
        </p:nvSpPr>
        <p:spPr>
          <a:xfrm xmlns:a="http://schemas.openxmlformats.org/drawingml/2006/main">
            <a:off x="8401050" y="23812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554"/>
                </a:solidFill>
                <a:latin typeface="Aptos"/>
                <a:ea typeface="Aptos"/>
                <a:cs typeface="Aptos"/>
              </a:defRPr>
            </a:defPPr>
            <a:lvl1pPr algn="l">
              <a:buNone/>
              <a:defRPr sz="1575" b="1">
                <a:solidFill>
                  <a:srgbClr val="172554"/>
                </a:solidFill>
                <a:latin typeface="Aptos"/>
                <a:ea typeface="Aptos"/>
                <a:cs typeface="Aptos"/>
              </a:defRPr>
            </a:lvl1pPr>
            <a:lvl2pPr algn="l">
              <a:buNone/>
              <a:defRPr sz="1575" b="1">
                <a:solidFill>
                  <a:srgbClr val="172554"/>
                </a:solidFill>
                <a:latin typeface="Aptos"/>
                <a:ea typeface="Aptos"/>
                <a:cs typeface="Aptos"/>
              </a:defRPr>
            </a:lvl2pPr>
            <a:lvl3pPr algn="l">
              <a:buNone/>
              <a:defRPr sz="1575" b="1">
                <a:solidFill>
                  <a:srgbClr val="172554"/>
                </a:solidFill>
                <a:latin typeface="Aptos"/>
                <a:ea typeface="Aptos"/>
                <a:cs typeface="Aptos"/>
              </a:defRPr>
            </a:lvl3pPr>
            <a:lvl4pPr algn="l">
              <a:buNone/>
              <a:defRPr sz="1575" b="1">
                <a:solidFill>
                  <a:srgbClr val="172554"/>
                </a:solidFill>
                <a:latin typeface="Aptos"/>
                <a:ea typeface="Aptos"/>
                <a:cs typeface="Aptos"/>
              </a:defRPr>
            </a:lvl4pPr>
            <a:lvl5pPr algn="l">
              <a:buNone/>
              <a:defRPr sz="1575" b="1">
                <a:solidFill>
                  <a:srgbClr val="172554"/>
                </a:solidFill>
                <a:latin typeface="Aptos"/>
                <a:ea typeface="Aptos"/>
                <a:cs typeface="Aptos"/>
              </a:defRPr>
            </a:lvl5pPr>
            <a:lvl6pPr algn="l">
              <a:buNone/>
              <a:defRPr sz="1575" b="1">
                <a:solidFill>
                  <a:srgbClr val="172554"/>
                </a:solidFill>
                <a:latin typeface="Aptos"/>
                <a:ea typeface="Aptos"/>
                <a:cs typeface="Aptos"/>
              </a:defRPr>
            </a:lvl6pPr>
            <a:lvl7pPr algn="l">
              <a:buNone/>
              <a:defRPr sz="1575" b="1">
                <a:solidFill>
                  <a:srgbClr val="172554"/>
                </a:solidFill>
                <a:latin typeface="Aptos"/>
                <a:ea typeface="Aptos"/>
                <a:cs typeface="Aptos"/>
              </a:defRPr>
            </a:lvl7pPr>
            <a:lvl8pPr algn="l">
              <a:buNone/>
              <a:defRPr sz="1575" b="1">
                <a:solidFill>
                  <a:srgbClr val="172554"/>
                </a:solidFill>
                <a:latin typeface="Aptos"/>
                <a:ea typeface="Aptos"/>
                <a:cs typeface="Aptos"/>
              </a:defRPr>
            </a:lvl8pPr>
            <a:lvl9pPr algn="l">
              <a:buNone/>
              <a:defRPr sz="1575" b="1">
                <a:solidFill>
                  <a:srgbClr val="172554"/>
                </a:solidFill>
                <a:latin typeface="Aptos"/>
                <a:ea typeface="Aptos"/>
                <a:cs typeface="Aptos"/>
              </a:defRPr>
            </a:lvl9pPr>
          </a:lstStyle>
          <a:p xmlns:a="http://schemas.openxmlformats.org/drawingml/2006/main">
            <a:pPr algn="l">
              <a:buNone/>
              <a:defRPr sz="1575" b="1">
                <a:solidFill>
                  <a:srgbClr val="172554"/>
                </a:solidFill>
                <a:latin typeface="Aptos"/>
                <a:ea typeface="Aptos"/>
                <a:cs typeface="Aptos"/>
              </a:defRPr>
            </a:pPr>
            <a:r>
              <a:rPr sz="1575" b="1">
                <a:solidFill>
                  <a:srgbClr val="172554"/>
                </a:solidFill>
                <a:latin typeface="Aptos"/>
                <a:ea typeface="Aptos"/>
                <a:cs typeface="Aptos"/>
              </a:rPr>
              <a:t>Otra tarea</a:t>
            </a:r>
          </a:p>
        </p:txBody>
      </p:sp>
      <p:sp>
        <p:nvSpPr>
          <p:cNvPr id="22" name="algorithm-body">
            <a:extLst xmlns:a="http://schemas.openxmlformats.org/drawingml/2006/main">
              <a:ext uri="{FF2B5EF4-FFF2-40B4-BE49-F238E27FC236}">
                <a16:creationId xmlns:a16="http://schemas.microsoft.com/office/drawing/2014/main" id="{366082DB-ED2E-4617-81B4-6EDA9BFC0027}"/>
              </a:ext>
            </a:extLst>
          </p:cNvPr>
          <p:cNvSpPr>
            <a:spLocks xmlns:a="http://schemas.openxmlformats.org/drawingml/2006/main" noGrp="1"/>
          </p:cNvSpPr>
          <p:nvPr/>
        </p:nvSpPr>
        <p:spPr>
          <a:xfrm xmlns:a="http://schemas.openxmlformats.org/drawingml/2006/main">
            <a:off x="8401050" y="2771775"/>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buNone/>
              <a:defRPr sz="1125" b="0">
                <a:solidFill>
                  <a:srgbClr val="56647F"/>
                </a:solidFill>
                <a:latin typeface="Aptos"/>
                <a:ea typeface="Aptos"/>
                <a:cs typeface="Aptos"/>
              </a:defRPr>
            </a:lvl1pPr>
            <a:lvl2pPr algn="l">
              <a:buNone/>
              <a:defRPr sz="1125" b="0">
                <a:solidFill>
                  <a:srgbClr val="56647F"/>
                </a:solidFill>
                <a:latin typeface="Aptos"/>
                <a:ea typeface="Aptos"/>
                <a:cs typeface="Aptos"/>
              </a:defRPr>
            </a:lvl2pPr>
            <a:lvl3pPr algn="l">
              <a:buNone/>
              <a:defRPr sz="1125" b="0">
                <a:solidFill>
                  <a:srgbClr val="56647F"/>
                </a:solidFill>
                <a:latin typeface="Aptos"/>
                <a:ea typeface="Aptos"/>
                <a:cs typeface="Aptos"/>
              </a:defRPr>
            </a:lvl3pPr>
            <a:lvl4pPr algn="l">
              <a:buNone/>
              <a:defRPr sz="1125" b="0">
                <a:solidFill>
                  <a:srgbClr val="56647F"/>
                </a:solidFill>
                <a:latin typeface="Aptos"/>
                <a:ea typeface="Aptos"/>
                <a:cs typeface="Aptos"/>
              </a:defRPr>
            </a:lvl4pPr>
            <a:lvl5pPr algn="l">
              <a:buNone/>
              <a:defRPr sz="1125" b="0">
                <a:solidFill>
                  <a:srgbClr val="56647F"/>
                </a:solidFill>
                <a:latin typeface="Aptos"/>
                <a:ea typeface="Aptos"/>
                <a:cs typeface="Aptos"/>
              </a:defRPr>
            </a:lvl5pPr>
            <a:lvl6pPr algn="l">
              <a:buNone/>
              <a:defRPr sz="1125" b="0">
                <a:solidFill>
                  <a:srgbClr val="56647F"/>
                </a:solidFill>
                <a:latin typeface="Aptos"/>
                <a:ea typeface="Aptos"/>
                <a:cs typeface="Aptos"/>
              </a:defRPr>
            </a:lvl6pPr>
            <a:lvl7pPr algn="l">
              <a:buNone/>
              <a:defRPr sz="1125" b="0">
                <a:solidFill>
                  <a:srgbClr val="56647F"/>
                </a:solidFill>
                <a:latin typeface="Aptos"/>
                <a:ea typeface="Aptos"/>
                <a:cs typeface="Aptos"/>
              </a:defRPr>
            </a:lvl7pPr>
            <a:lvl8pPr algn="l">
              <a:buNone/>
              <a:defRPr sz="1125" b="0">
                <a:solidFill>
                  <a:srgbClr val="56647F"/>
                </a:solidFill>
                <a:latin typeface="Aptos"/>
                <a:ea typeface="Aptos"/>
                <a:cs typeface="Aptos"/>
              </a:defRPr>
            </a:lvl8pPr>
            <a:lvl9pPr algn="l">
              <a:buNone/>
              <a:defRPr sz="1125" b="0">
                <a:solidFill>
                  <a:srgbClr val="56647F"/>
                </a:solidFill>
                <a:latin typeface="Aptos"/>
                <a:ea typeface="Aptos"/>
                <a:cs typeface="Aptos"/>
              </a:defRPr>
            </a:lvl9pPr>
          </a:lstStyle>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Clave secreta: 16 B</a:t>
            </a:r>
          </a:p>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≈128 bits frente a búsqueda exhaustiva</a:t>
            </a:r>
          </a:p>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Cifra datos; no crea firmas digitales.</a:t>
            </a:r>
          </a:p>
        </p:txBody>
      </p:sp>
      <p:sp>
        <p:nvSpPr>
          <p:cNvPr id="23" name="bruteforce-panel">
            <a:extLst xmlns:a="http://schemas.openxmlformats.org/drawingml/2006/main">
              <a:ext uri="{FF2B5EF4-FFF2-40B4-BE49-F238E27FC236}">
                <a16:creationId xmlns:a16="http://schemas.microsoft.com/office/drawing/2014/main" id="{EC70C106-12A8-434A-ADA4-6731FC776241}"/>
              </a:ext>
            </a:extLst>
          </p:cNvPr>
          <p:cNvSpPr>
            <a:spLocks xmlns:a="http://schemas.openxmlformats.org/drawingml/2006/main" noGrp="1"/>
          </p:cNvSpPr>
          <p:nvPr/>
        </p:nvSpPr>
        <p:spPr>
          <a:xfrm xmlns:a="http://schemas.openxmlformats.org/drawingml/2006/main">
            <a:off x="685800" y="3895725"/>
            <a:ext cx="10820400" cy="1885950"/>
          </a:xfrm>
          <a:prstGeom xmlns:a="http://schemas.openxmlformats.org/drawingml/2006/main" prst="roundRect">
            <a:avLst>
              <a:gd name="adj" fmla="val 4040"/>
            </a:avLst>
          </a:prstGeom>
          <a:solidFill xmlns:a="http://schemas.openxmlformats.org/drawingml/2006/main">
            <a:srgbClr val="EAF0FC"/>
          </a:solidFill>
          <a:ln xmlns:a="http://schemas.openxmlformats.org/drawingml/2006/main" w="0">
            <a:noFill/>
            <a:prstDash val="solid"/>
          </a:ln>
        </p:spPr>
      </p:sp>
      <p:sp>
        <p:nvSpPr>
          <p:cNvPr id="24" name="attack-question">
            <a:extLst xmlns:a="http://schemas.openxmlformats.org/drawingml/2006/main">
              <a:ext uri="{FF2B5EF4-FFF2-40B4-BE49-F238E27FC236}">
                <a16:creationId xmlns:a16="http://schemas.microsoft.com/office/drawing/2014/main" id="{F2785591-3F5F-4F6B-AC9A-7897C72E6C02}"/>
              </a:ext>
            </a:extLst>
          </p:cNvPr>
          <p:cNvSpPr>
            <a:spLocks xmlns:a="http://schemas.openxmlformats.org/drawingml/2006/main" noGrp="1"/>
          </p:cNvSpPr>
          <p:nvPr/>
        </p:nvSpPr>
        <p:spPr>
          <a:xfrm xmlns:a="http://schemas.openxmlformats.org/drawingml/2006/main">
            <a:off x="933450" y="4086225"/>
            <a:ext cx="4743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¿Cuánto tomaría probar una clave?</a:t>
            </a:r>
          </a:p>
        </p:txBody>
      </p:sp>
      <p:sp>
        <p:nvSpPr>
          <p:cNvPr id="25" name="security-level">
            <a:extLst xmlns:a="http://schemas.openxmlformats.org/drawingml/2006/main">
              <a:ext uri="{FF2B5EF4-FFF2-40B4-BE49-F238E27FC236}">
                <a16:creationId xmlns:a16="http://schemas.microsoft.com/office/drawing/2014/main" id="{EBFA6649-A756-4936-BC31-71BB1CAA0527}"/>
              </a:ext>
            </a:extLst>
          </p:cNvPr>
          <p:cNvSpPr>
            <a:spLocks xmlns:a="http://schemas.openxmlformats.org/drawingml/2006/main" noGrp="1"/>
          </p:cNvSpPr>
          <p:nvPr/>
        </p:nvSpPr>
        <p:spPr>
          <a:xfrm xmlns:a="http://schemas.openxmlformats.org/drawingml/2006/main">
            <a:off x="933450" y="4505325"/>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75" b="1">
                <a:solidFill>
                  <a:srgbClr val="2846A0"/>
                </a:solidFill>
                <a:latin typeface="Aptos"/>
                <a:ea typeface="Aptos"/>
                <a:cs typeface="Aptos"/>
              </a:defRPr>
            </a:defPPr>
            <a:lvl1pPr algn="l">
              <a:buNone/>
              <a:defRPr sz="2775" b="1">
                <a:solidFill>
                  <a:srgbClr val="2846A0"/>
                </a:solidFill>
                <a:latin typeface="Aptos"/>
                <a:ea typeface="Aptos"/>
                <a:cs typeface="Aptos"/>
              </a:defRPr>
            </a:lvl1pPr>
            <a:lvl2pPr algn="l">
              <a:buNone/>
              <a:defRPr sz="2775" b="1">
                <a:solidFill>
                  <a:srgbClr val="2846A0"/>
                </a:solidFill>
                <a:latin typeface="Aptos"/>
                <a:ea typeface="Aptos"/>
                <a:cs typeface="Aptos"/>
              </a:defRPr>
            </a:lvl2pPr>
            <a:lvl3pPr algn="l">
              <a:buNone/>
              <a:defRPr sz="2775" b="1">
                <a:solidFill>
                  <a:srgbClr val="2846A0"/>
                </a:solidFill>
                <a:latin typeface="Aptos"/>
                <a:ea typeface="Aptos"/>
                <a:cs typeface="Aptos"/>
              </a:defRPr>
            </a:lvl3pPr>
            <a:lvl4pPr algn="l">
              <a:buNone/>
              <a:defRPr sz="2775" b="1">
                <a:solidFill>
                  <a:srgbClr val="2846A0"/>
                </a:solidFill>
                <a:latin typeface="Aptos"/>
                <a:ea typeface="Aptos"/>
                <a:cs typeface="Aptos"/>
              </a:defRPr>
            </a:lvl4pPr>
            <a:lvl5pPr algn="l">
              <a:buNone/>
              <a:defRPr sz="2775" b="1">
                <a:solidFill>
                  <a:srgbClr val="2846A0"/>
                </a:solidFill>
                <a:latin typeface="Aptos"/>
                <a:ea typeface="Aptos"/>
                <a:cs typeface="Aptos"/>
              </a:defRPr>
            </a:lvl5pPr>
            <a:lvl6pPr algn="l">
              <a:buNone/>
              <a:defRPr sz="2775" b="1">
                <a:solidFill>
                  <a:srgbClr val="2846A0"/>
                </a:solidFill>
                <a:latin typeface="Aptos"/>
                <a:ea typeface="Aptos"/>
                <a:cs typeface="Aptos"/>
              </a:defRPr>
            </a:lvl6pPr>
            <a:lvl7pPr algn="l">
              <a:buNone/>
              <a:defRPr sz="2775" b="1">
                <a:solidFill>
                  <a:srgbClr val="2846A0"/>
                </a:solidFill>
                <a:latin typeface="Aptos"/>
                <a:ea typeface="Aptos"/>
                <a:cs typeface="Aptos"/>
              </a:defRPr>
            </a:lvl7pPr>
            <a:lvl8pPr algn="l">
              <a:buNone/>
              <a:defRPr sz="2775" b="1">
                <a:solidFill>
                  <a:srgbClr val="2846A0"/>
                </a:solidFill>
                <a:latin typeface="Aptos"/>
                <a:ea typeface="Aptos"/>
                <a:cs typeface="Aptos"/>
              </a:defRPr>
            </a:lvl8pPr>
            <a:lvl9pPr algn="l">
              <a:buNone/>
              <a:defRPr sz="2775" b="1">
                <a:solidFill>
                  <a:srgbClr val="2846A0"/>
                </a:solidFill>
                <a:latin typeface="Aptos"/>
                <a:ea typeface="Aptos"/>
                <a:cs typeface="Aptos"/>
              </a:defRPr>
            </a:lvl9pPr>
          </a:lstStyle>
          <a:p xmlns:a="http://schemas.openxmlformats.org/drawingml/2006/main">
            <a:pPr algn="l">
              <a:buNone/>
              <a:defRPr sz="2775" b="1">
                <a:solidFill>
                  <a:srgbClr val="2846A0"/>
                </a:solidFill>
                <a:latin typeface="Aptos"/>
                <a:ea typeface="Aptos"/>
                <a:cs typeface="Aptos"/>
              </a:defRPr>
            </a:pPr>
            <a:r>
              <a:rPr sz="2775" b="1">
                <a:solidFill>
                  <a:srgbClr val="2846A0"/>
                </a:solidFill>
                <a:latin typeface="Aptos"/>
                <a:ea typeface="Aptos"/>
                <a:cs typeface="Aptos"/>
              </a:rPr>
              <a:t>≈ 2¹²⁸</a:t>
            </a:r>
          </a:p>
        </p:txBody>
      </p:sp>
      <p:sp>
        <p:nvSpPr>
          <p:cNvPr id="26" name="attack-estimate">
            <a:extLst xmlns:a="http://schemas.openxmlformats.org/drawingml/2006/main">
              <a:ext uri="{FF2B5EF4-FFF2-40B4-BE49-F238E27FC236}">
                <a16:creationId xmlns:a16="http://schemas.microsoft.com/office/drawing/2014/main" id="{11943B64-39B2-4764-B04D-2FC83885F07D}"/>
              </a:ext>
            </a:extLst>
          </p:cNvPr>
          <p:cNvSpPr>
            <a:spLocks xmlns:a="http://schemas.openxmlformats.org/drawingml/2006/main" noGrp="1"/>
          </p:cNvSpPr>
          <p:nvPr/>
        </p:nvSpPr>
        <p:spPr>
          <a:xfrm xmlns:a="http://schemas.openxmlformats.org/drawingml/2006/main">
            <a:off x="3238500" y="4495800"/>
            <a:ext cx="7858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2554"/>
                </a:solidFill>
                <a:latin typeface="Aptos"/>
                <a:ea typeface="Aptos"/>
                <a:cs typeface="Aptos"/>
              </a:defRPr>
            </a:defPPr>
            <a:lvl1pPr algn="l">
              <a:buNone/>
              <a:defRPr sz="1800" b="1">
                <a:solidFill>
                  <a:srgbClr val="172554"/>
                </a:solidFill>
                <a:latin typeface="Aptos"/>
                <a:ea typeface="Aptos"/>
                <a:cs typeface="Aptos"/>
              </a:defRPr>
            </a:lvl1pPr>
            <a:lvl2pPr algn="l">
              <a:buNone/>
              <a:defRPr sz="1800" b="1">
                <a:solidFill>
                  <a:srgbClr val="172554"/>
                </a:solidFill>
                <a:latin typeface="Aptos"/>
                <a:ea typeface="Aptos"/>
                <a:cs typeface="Aptos"/>
              </a:defRPr>
            </a:lvl2pPr>
            <a:lvl3pPr algn="l">
              <a:buNone/>
              <a:defRPr sz="1800" b="1">
                <a:solidFill>
                  <a:srgbClr val="172554"/>
                </a:solidFill>
                <a:latin typeface="Aptos"/>
                <a:ea typeface="Aptos"/>
                <a:cs typeface="Aptos"/>
              </a:defRPr>
            </a:lvl3pPr>
            <a:lvl4pPr algn="l">
              <a:buNone/>
              <a:defRPr sz="1800" b="1">
                <a:solidFill>
                  <a:srgbClr val="172554"/>
                </a:solidFill>
                <a:latin typeface="Aptos"/>
                <a:ea typeface="Aptos"/>
                <a:cs typeface="Aptos"/>
              </a:defRPr>
            </a:lvl4pPr>
            <a:lvl5pPr algn="l">
              <a:buNone/>
              <a:defRPr sz="1800" b="1">
                <a:solidFill>
                  <a:srgbClr val="172554"/>
                </a:solidFill>
                <a:latin typeface="Aptos"/>
                <a:ea typeface="Aptos"/>
                <a:cs typeface="Aptos"/>
              </a:defRPr>
            </a:lvl5pPr>
            <a:lvl6pPr algn="l">
              <a:buNone/>
              <a:defRPr sz="1800" b="1">
                <a:solidFill>
                  <a:srgbClr val="172554"/>
                </a:solidFill>
                <a:latin typeface="Aptos"/>
                <a:ea typeface="Aptos"/>
                <a:cs typeface="Aptos"/>
              </a:defRPr>
            </a:lvl6pPr>
            <a:lvl7pPr algn="l">
              <a:buNone/>
              <a:defRPr sz="1800" b="1">
                <a:solidFill>
                  <a:srgbClr val="172554"/>
                </a:solidFill>
                <a:latin typeface="Aptos"/>
                <a:ea typeface="Aptos"/>
                <a:cs typeface="Aptos"/>
              </a:defRPr>
            </a:lvl7pPr>
            <a:lvl8pPr algn="l">
              <a:buNone/>
              <a:defRPr sz="1800" b="1">
                <a:solidFill>
                  <a:srgbClr val="172554"/>
                </a:solidFill>
                <a:latin typeface="Aptos"/>
                <a:ea typeface="Aptos"/>
                <a:cs typeface="Aptos"/>
              </a:defRPr>
            </a:lvl8pPr>
            <a:lvl9pPr algn="l">
              <a:buNone/>
              <a:defRPr sz="1800" b="1">
                <a:solidFill>
                  <a:srgbClr val="172554"/>
                </a:solidFill>
                <a:latin typeface="Aptos"/>
                <a:ea typeface="Aptos"/>
                <a:cs typeface="Aptos"/>
              </a:defRPr>
            </a:lvl9pPr>
          </a:lstStyle>
          <a:p xmlns:a="http://schemas.openxmlformats.org/drawingml/2006/main">
            <a:pPr algn="l">
              <a:buNone/>
              <a:defRPr sz="1800" b="1">
                <a:solidFill>
                  <a:srgbClr val="172554"/>
                </a:solidFill>
                <a:latin typeface="Aptos"/>
                <a:ea typeface="Aptos"/>
                <a:cs typeface="Aptos"/>
              </a:defRPr>
            </a:pPr>
            <a:r>
              <a:rPr sz="1800" b="1">
                <a:solidFill>
                  <a:srgbClr val="172554"/>
                </a:solidFill>
                <a:latin typeface="Aptos"/>
                <a:ea typeface="Aptos"/>
                <a:cs typeface="Aptos"/>
              </a:rPr>
              <a:t>A 10¹² intentos por segundo: del orden de 10¹⁹ años.</a:t>
            </a:r>
          </a:p>
        </p:txBody>
      </p:sp>
      <p:sp>
        <p:nvSpPr>
          <p:cNvPr id="27" name="attack-caveat">
            <a:extLst xmlns:a="http://schemas.openxmlformats.org/drawingml/2006/main">
              <a:ext uri="{FF2B5EF4-FFF2-40B4-BE49-F238E27FC236}">
                <a16:creationId xmlns:a16="http://schemas.microsoft.com/office/drawing/2014/main" id="{FBDAD04D-9059-4089-B977-652937F8802A}"/>
              </a:ext>
            </a:extLst>
          </p:cNvPr>
          <p:cNvSpPr>
            <a:spLocks xmlns:a="http://schemas.openxmlformats.org/drawingml/2006/main" noGrp="1"/>
          </p:cNvSpPr>
          <p:nvPr/>
        </p:nvSpPr>
        <p:spPr>
          <a:xfrm xmlns:a="http://schemas.openxmlformats.org/drawingml/2006/main">
            <a:off x="933450" y="509587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buNone/>
              <a:defRPr sz="1125" b="0">
                <a:solidFill>
                  <a:srgbClr val="56647F"/>
                </a:solidFill>
                <a:latin typeface="Aptos"/>
                <a:ea typeface="Aptos"/>
                <a:cs typeface="Aptos"/>
              </a:defRPr>
            </a:lvl1pPr>
            <a:lvl2pPr algn="l">
              <a:buNone/>
              <a:defRPr sz="1125" b="0">
                <a:solidFill>
                  <a:srgbClr val="56647F"/>
                </a:solidFill>
                <a:latin typeface="Aptos"/>
                <a:ea typeface="Aptos"/>
                <a:cs typeface="Aptos"/>
              </a:defRPr>
            </a:lvl2pPr>
            <a:lvl3pPr algn="l">
              <a:buNone/>
              <a:defRPr sz="1125" b="0">
                <a:solidFill>
                  <a:srgbClr val="56647F"/>
                </a:solidFill>
                <a:latin typeface="Aptos"/>
                <a:ea typeface="Aptos"/>
                <a:cs typeface="Aptos"/>
              </a:defRPr>
            </a:lvl3pPr>
            <a:lvl4pPr algn="l">
              <a:buNone/>
              <a:defRPr sz="1125" b="0">
                <a:solidFill>
                  <a:srgbClr val="56647F"/>
                </a:solidFill>
                <a:latin typeface="Aptos"/>
                <a:ea typeface="Aptos"/>
                <a:cs typeface="Aptos"/>
              </a:defRPr>
            </a:lvl4pPr>
            <a:lvl5pPr algn="l">
              <a:buNone/>
              <a:defRPr sz="1125" b="0">
                <a:solidFill>
                  <a:srgbClr val="56647F"/>
                </a:solidFill>
                <a:latin typeface="Aptos"/>
                <a:ea typeface="Aptos"/>
                <a:cs typeface="Aptos"/>
              </a:defRPr>
            </a:lvl5pPr>
            <a:lvl6pPr algn="l">
              <a:buNone/>
              <a:defRPr sz="1125" b="0">
                <a:solidFill>
                  <a:srgbClr val="56647F"/>
                </a:solidFill>
                <a:latin typeface="Aptos"/>
                <a:ea typeface="Aptos"/>
                <a:cs typeface="Aptos"/>
              </a:defRPr>
            </a:lvl6pPr>
            <a:lvl7pPr algn="l">
              <a:buNone/>
              <a:defRPr sz="1125" b="0">
                <a:solidFill>
                  <a:srgbClr val="56647F"/>
                </a:solidFill>
                <a:latin typeface="Aptos"/>
                <a:ea typeface="Aptos"/>
                <a:cs typeface="Aptos"/>
              </a:defRPr>
            </a:lvl7pPr>
            <a:lvl8pPr algn="l">
              <a:buNone/>
              <a:defRPr sz="1125" b="0">
                <a:solidFill>
                  <a:srgbClr val="56647F"/>
                </a:solidFill>
                <a:latin typeface="Aptos"/>
                <a:ea typeface="Aptos"/>
                <a:cs typeface="Aptos"/>
              </a:defRPr>
            </a:lvl8pPr>
            <a:lvl9pPr algn="l">
              <a:buNone/>
              <a:defRPr sz="1125" b="0">
                <a:solidFill>
                  <a:srgbClr val="56647F"/>
                </a:solidFill>
                <a:latin typeface="Aptos"/>
                <a:ea typeface="Aptos"/>
                <a:cs typeface="Aptos"/>
              </a:defRPr>
            </a:lvl9pPr>
          </a:lstStyle>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Cifra ilustrativa, no un pronóstico: los ataques reales no siempre prueban claves una por una.</a:t>
            </a:r>
          </a:p>
        </p:txBody>
      </p:sp>
      <p:sp>
        <p:nvSpPr>
          <p:cNvPr id="28" name="realistic-risk">
            <a:extLst xmlns:a="http://schemas.openxmlformats.org/drawingml/2006/main">
              <a:ext uri="{FF2B5EF4-FFF2-40B4-BE49-F238E27FC236}">
                <a16:creationId xmlns:a16="http://schemas.microsoft.com/office/drawing/2014/main" id="{F8231B8E-EE7E-4806-832B-F835D18C0EE9}"/>
              </a:ext>
            </a:extLst>
          </p:cNvPr>
          <p:cNvSpPr>
            <a:spLocks xmlns:a="http://schemas.openxmlformats.org/drawingml/2006/main" noGrp="1"/>
          </p:cNvSpPr>
          <p:nvPr/>
        </p:nvSpPr>
        <p:spPr>
          <a:xfrm xmlns:a="http://schemas.openxmlformats.org/drawingml/2006/main">
            <a:off x="933450" y="541020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D84752"/>
                </a:solidFill>
                <a:latin typeface="Aptos"/>
                <a:ea typeface="Aptos"/>
                <a:cs typeface="Aptos"/>
              </a:defRPr>
            </a:defPPr>
            <a:lvl1pPr algn="l">
              <a:buNone/>
              <a:defRPr sz="1125" b="1">
                <a:solidFill>
                  <a:srgbClr val="D84752"/>
                </a:solidFill>
                <a:latin typeface="Aptos"/>
                <a:ea typeface="Aptos"/>
                <a:cs typeface="Aptos"/>
              </a:defRPr>
            </a:lvl1pPr>
            <a:lvl2pPr algn="l">
              <a:buNone/>
              <a:defRPr sz="1125" b="1">
                <a:solidFill>
                  <a:srgbClr val="D84752"/>
                </a:solidFill>
                <a:latin typeface="Aptos"/>
                <a:ea typeface="Aptos"/>
                <a:cs typeface="Aptos"/>
              </a:defRPr>
            </a:lvl2pPr>
            <a:lvl3pPr algn="l">
              <a:buNone/>
              <a:defRPr sz="1125" b="1">
                <a:solidFill>
                  <a:srgbClr val="D84752"/>
                </a:solidFill>
                <a:latin typeface="Aptos"/>
                <a:ea typeface="Aptos"/>
                <a:cs typeface="Aptos"/>
              </a:defRPr>
            </a:lvl3pPr>
            <a:lvl4pPr algn="l">
              <a:buNone/>
              <a:defRPr sz="1125" b="1">
                <a:solidFill>
                  <a:srgbClr val="D84752"/>
                </a:solidFill>
                <a:latin typeface="Aptos"/>
                <a:ea typeface="Aptos"/>
                <a:cs typeface="Aptos"/>
              </a:defRPr>
            </a:lvl4pPr>
            <a:lvl5pPr algn="l">
              <a:buNone/>
              <a:defRPr sz="1125" b="1">
                <a:solidFill>
                  <a:srgbClr val="D84752"/>
                </a:solidFill>
                <a:latin typeface="Aptos"/>
                <a:ea typeface="Aptos"/>
                <a:cs typeface="Aptos"/>
              </a:defRPr>
            </a:lvl5pPr>
            <a:lvl6pPr algn="l">
              <a:buNone/>
              <a:defRPr sz="1125" b="1">
                <a:solidFill>
                  <a:srgbClr val="D84752"/>
                </a:solidFill>
                <a:latin typeface="Aptos"/>
                <a:ea typeface="Aptos"/>
                <a:cs typeface="Aptos"/>
              </a:defRPr>
            </a:lvl6pPr>
            <a:lvl7pPr algn="l">
              <a:buNone/>
              <a:defRPr sz="1125" b="1">
                <a:solidFill>
                  <a:srgbClr val="D84752"/>
                </a:solidFill>
                <a:latin typeface="Aptos"/>
                <a:ea typeface="Aptos"/>
                <a:cs typeface="Aptos"/>
              </a:defRPr>
            </a:lvl7pPr>
            <a:lvl8pPr algn="l">
              <a:buNone/>
              <a:defRPr sz="1125" b="1">
                <a:solidFill>
                  <a:srgbClr val="D84752"/>
                </a:solidFill>
                <a:latin typeface="Aptos"/>
                <a:ea typeface="Aptos"/>
                <a:cs typeface="Aptos"/>
              </a:defRPr>
            </a:lvl8pPr>
            <a:lvl9pPr algn="l">
              <a:buNone/>
              <a:defRPr sz="1125" b="1">
                <a:solidFill>
                  <a:srgbClr val="D84752"/>
                </a:solidFill>
                <a:latin typeface="Aptos"/>
                <a:ea typeface="Aptos"/>
                <a:cs typeface="Aptos"/>
              </a:defRPr>
            </a:lvl9pPr>
          </a:lstStyle>
          <a:p xmlns:a="http://schemas.openxmlformats.org/drawingml/2006/main">
            <a:pPr algn="l">
              <a:buNone/>
              <a:defRPr sz="1125" b="1">
                <a:solidFill>
                  <a:srgbClr val="D84752"/>
                </a:solidFill>
                <a:latin typeface="Aptos"/>
                <a:ea typeface="Aptos"/>
                <a:cs typeface="Aptos"/>
              </a:defRPr>
            </a:pPr>
            <a:r>
              <a:rPr sz="1125" b="1">
                <a:solidFill>
                  <a:srgbClr val="D84752"/>
                </a:solidFill>
                <a:latin typeface="Aptos"/>
                <a:ea typeface="Aptos"/>
                <a:cs typeface="Aptos"/>
              </a:rPr>
              <a:t>En la práctica, robar la clave o explotar el dispositivo suele ser más viable que romper la matemática.</a:t>
            </a:r>
          </a:p>
        </p:txBody>
      </p:sp>
      <p:sp>
        <p:nvSpPr>
          <p:cNvPr id="29" name="comparison-sources">
            <a:extLst xmlns:a="http://schemas.openxmlformats.org/drawingml/2006/main">
              <a:ext uri="{FF2B5EF4-FFF2-40B4-BE49-F238E27FC236}">
                <a16:creationId xmlns:a16="http://schemas.microsoft.com/office/drawing/2014/main" id="{FBEB5679-8496-4ACB-BF52-FB3EB10BE376}"/>
              </a:ext>
            </a:extLst>
          </p:cNvPr>
          <p:cNvSpPr>
            <a:spLocks xmlns:a="http://schemas.openxmlformats.org/drawingml/2006/main" noGrp="1"/>
          </p:cNvSpPr>
          <p:nvPr/>
        </p:nvSpPr>
        <p:spPr>
          <a:xfrm xmlns:a="http://schemas.openxmlformats.org/drawingml/2006/main">
            <a:off x="685800" y="600075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6647F"/>
                </a:solidFill>
                <a:latin typeface="Aptos"/>
                <a:ea typeface="Aptos"/>
                <a:cs typeface="Aptos"/>
              </a:defRPr>
            </a:defPPr>
            <a:lvl1pPr algn="l">
              <a:buNone/>
              <a:defRPr sz="825" b="0">
                <a:solidFill>
                  <a:srgbClr val="56647F"/>
                </a:solidFill>
                <a:latin typeface="Aptos"/>
                <a:ea typeface="Aptos"/>
                <a:cs typeface="Aptos"/>
              </a:defRPr>
            </a:lvl1pPr>
            <a:lvl2pPr algn="l">
              <a:buNone/>
              <a:defRPr sz="825" b="0">
                <a:solidFill>
                  <a:srgbClr val="56647F"/>
                </a:solidFill>
                <a:latin typeface="Aptos"/>
                <a:ea typeface="Aptos"/>
                <a:cs typeface="Aptos"/>
              </a:defRPr>
            </a:lvl2pPr>
            <a:lvl3pPr algn="l">
              <a:buNone/>
              <a:defRPr sz="825" b="0">
                <a:solidFill>
                  <a:srgbClr val="56647F"/>
                </a:solidFill>
                <a:latin typeface="Aptos"/>
                <a:ea typeface="Aptos"/>
                <a:cs typeface="Aptos"/>
              </a:defRPr>
            </a:lvl3pPr>
            <a:lvl4pPr algn="l">
              <a:buNone/>
              <a:defRPr sz="825" b="0">
                <a:solidFill>
                  <a:srgbClr val="56647F"/>
                </a:solidFill>
                <a:latin typeface="Aptos"/>
                <a:ea typeface="Aptos"/>
                <a:cs typeface="Aptos"/>
              </a:defRPr>
            </a:lvl4pPr>
            <a:lvl5pPr algn="l">
              <a:buNone/>
              <a:defRPr sz="825" b="0">
                <a:solidFill>
                  <a:srgbClr val="56647F"/>
                </a:solidFill>
                <a:latin typeface="Aptos"/>
                <a:ea typeface="Aptos"/>
                <a:cs typeface="Aptos"/>
              </a:defRPr>
            </a:lvl5pPr>
            <a:lvl6pPr algn="l">
              <a:buNone/>
              <a:defRPr sz="825" b="0">
                <a:solidFill>
                  <a:srgbClr val="56647F"/>
                </a:solidFill>
                <a:latin typeface="Aptos"/>
                <a:ea typeface="Aptos"/>
                <a:cs typeface="Aptos"/>
              </a:defRPr>
            </a:lvl6pPr>
            <a:lvl7pPr algn="l">
              <a:buNone/>
              <a:defRPr sz="825" b="0">
                <a:solidFill>
                  <a:srgbClr val="56647F"/>
                </a:solidFill>
                <a:latin typeface="Aptos"/>
                <a:ea typeface="Aptos"/>
                <a:cs typeface="Aptos"/>
              </a:defRPr>
            </a:lvl7pPr>
            <a:lvl8pPr algn="l">
              <a:buNone/>
              <a:defRPr sz="825" b="0">
                <a:solidFill>
                  <a:srgbClr val="56647F"/>
                </a:solidFill>
                <a:latin typeface="Aptos"/>
                <a:ea typeface="Aptos"/>
                <a:cs typeface="Aptos"/>
              </a:defRPr>
            </a:lvl8pPr>
            <a:lvl9pPr algn="l">
              <a:buNone/>
              <a:defRPr sz="825" b="0">
                <a:solidFill>
                  <a:srgbClr val="56647F"/>
                </a:solidFill>
                <a:latin typeface="Aptos"/>
                <a:ea typeface="Aptos"/>
                <a:cs typeface="Aptos"/>
              </a:defRPr>
            </a:lvl9pPr>
          </a:lstStyle>
          <a:p xmlns:a="http://schemas.openxmlformats.org/drawingml/2006/main">
            <a:pPr algn="l">
              <a:buNone/>
              <a:defRPr sz="825" b="0">
                <a:solidFill>
                  <a:srgbClr val="56647F"/>
                </a:solidFill>
                <a:latin typeface="Aptos"/>
                <a:ea typeface="Aptos"/>
                <a:cs typeface="Aptos"/>
              </a:defRPr>
            </a:pPr>
            <a:r>
              <a:rPr sz="825" b="0">
                <a:solidFill>
                  <a:srgbClr val="56647F"/>
                </a:solidFill>
                <a:latin typeface="Aptos"/>
                <a:ea typeface="Aptos"/>
                <a:cs typeface="Aptos"/>
              </a:rPr>
              <a:t>Fuentes: RFC 8032 · RFC 9231 · NIST SP 800-57 Part 1 Rev. 5</a:t>
            </a:r>
          </a:p>
        </p:txBody>
      </p:sp>
    </p:spTree>
    <p:extLst>
      <p:ext uri="{BB962C8B-B14F-4D97-AF65-F5344CB8AC3E}">
        <p14:creationId xmlns:p14="http://schemas.microsoft.com/office/powerpoint/2010/main" val="1609251345"/>
      </p:ext>
    </p:extLst>
  </p:cSld>
</p:sld>
</file>

<file path=ppt/slides/slide1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BD1B087-3ECD-4F32-B622-9ED092157387}"/>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DF3E4C1C-07FC-4C13-8382-510823094B81}"/>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8F87A9EA-48CB-4639-9B27-D940CE2F6EA7}"/>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firma confirma si estos datos coinciden</a:t>
            </a:r>
          </a:p>
        </p:txBody>
      </p:sp>
      <p:sp>
        <p:nvSpPr>
          <p:cNvPr id="4" name="">
            <a:extLst xmlns:a="http://schemas.openxmlformats.org/drawingml/2006/main">
              <a:ext uri="{FF2B5EF4-FFF2-40B4-BE49-F238E27FC236}">
                <a16:creationId xmlns:a16="http://schemas.microsoft.com/office/drawing/2014/main" id="{97F3B8DA-8621-4D0A-8F0B-A07F047E4D5E}"/>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196B4EAB-32AD-4686-BE4D-499DCB68BE7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20B5EF3-2891-45F4-AC0C-7E3C210B0D9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10</a:t>
            </a:r>
          </a:p>
        </p:txBody>
      </p:sp>
      <p:sp>
        <p:nvSpPr>
          <p:cNvPr id="7" name="">
            <a:extLst xmlns:a="http://schemas.openxmlformats.org/drawingml/2006/main">
              <a:ext uri="{FF2B5EF4-FFF2-40B4-BE49-F238E27FC236}">
                <a16:creationId xmlns:a16="http://schemas.microsoft.com/office/drawing/2014/main" id="{1F0FCA2A-EFE2-4D77-8D9B-ACA6FEDC5F97}"/>
              </a:ext>
            </a:extLst>
          </p:cNvPr>
          <p:cNvSpPr>
            <a:spLocks xmlns:a="http://schemas.openxmlformats.org/drawingml/2006/main" noGrp="1"/>
          </p:cNvSpPr>
          <p:nvPr/>
        </p:nvSpPr>
        <p:spPr>
          <a:xfrm xmlns:a="http://schemas.openxmlformats.org/drawingml/2006/main">
            <a:off x="685800" y="1952625"/>
            <a:ext cx="3190875"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96083BB-7DCC-4146-AC94-1207AC7CCA72}"/>
              </a:ext>
            </a:extLst>
          </p:cNvPr>
          <p:cNvSpPr>
            <a:spLocks xmlns:a="http://schemas.openxmlformats.org/drawingml/2006/main" noGrp="1"/>
          </p:cNvSpPr>
          <p:nvPr/>
        </p:nvSpPr>
        <p:spPr>
          <a:xfrm xmlns:a="http://schemas.openxmlformats.org/drawingml/2006/main">
            <a:off x="952500" y="2190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2846A0"/>
                </a:solidFill>
                <a:latin typeface="Aptos"/>
                <a:ea typeface="Aptos"/>
                <a:cs typeface="Aptos"/>
              </a:defRPr>
            </a:defPPr>
            <a:lvl1pPr algn="ctr">
              <a:buNone/>
              <a:defRPr sz="1200" b="1">
                <a:solidFill>
                  <a:srgbClr val="2846A0"/>
                </a:solidFill>
                <a:latin typeface="Aptos"/>
                <a:ea typeface="Aptos"/>
                <a:cs typeface="Aptos"/>
              </a:defRPr>
            </a:lvl1pPr>
            <a:lvl2pPr algn="ctr">
              <a:buNone/>
              <a:defRPr sz="1200" b="1">
                <a:solidFill>
                  <a:srgbClr val="2846A0"/>
                </a:solidFill>
                <a:latin typeface="Aptos"/>
                <a:ea typeface="Aptos"/>
                <a:cs typeface="Aptos"/>
              </a:defRPr>
            </a:lvl2pPr>
            <a:lvl3pPr algn="ctr">
              <a:buNone/>
              <a:defRPr sz="1200" b="1">
                <a:solidFill>
                  <a:srgbClr val="2846A0"/>
                </a:solidFill>
                <a:latin typeface="Aptos"/>
                <a:ea typeface="Aptos"/>
                <a:cs typeface="Aptos"/>
              </a:defRPr>
            </a:lvl3pPr>
            <a:lvl4pPr algn="ctr">
              <a:buNone/>
              <a:defRPr sz="1200" b="1">
                <a:solidFill>
                  <a:srgbClr val="2846A0"/>
                </a:solidFill>
                <a:latin typeface="Aptos"/>
                <a:ea typeface="Aptos"/>
                <a:cs typeface="Aptos"/>
              </a:defRPr>
            </a:lvl4pPr>
            <a:lvl5pPr algn="ctr">
              <a:buNone/>
              <a:defRPr sz="1200" b="1">
                <a:solidFill>
                  <a:srgbClr val="2846A0"/>
                </a:solidFill>
                <a:latin typeface="Aptos"/>
                <a:ea typeface="Aptos"/>
                <a:cs typeface="Aptos"/>
              </a:defRPr>
            </a:lvl5pPr>
            <a:lvl6pPr algn="ctr">
              <a:buNone/>
              <a:defRPr sz="1200" b="1">
                <a:solidFill>
                  <a:srgbClr val="2846A0"/>
                </a:solidFill>
                <a:latin typeface="Aptos"/>
                <a:ea typeface="Aptos"/>
                <a:cs typeface="Aptos"/>
              </a:defRPr>
            </a:lvl6pPr>
            <a:lvl7pPr algn="ctr">
              <a:buNone/>
              <a:defRPr sz="1200" b="1">
                <a:solidFill>
                  <a:srgbClr val="2846A0"/>
                </a:solidFill>
                <a:latin typeface="Aptos"/>
                <a:ea typeface="Aptos"/>
                <a:cs typeface="Aptos"/>
              </a:defRPr>
            </a:lvl7pPr>
            <a:lvl8pPr algn="ctr">
              <a:buNone/>
              <a:defRPr sz="1200" b="1">
                <a:solidFill>
                  <a:srgbClr val="2846A0"/>
                </a:solidFill>
                <a:latin typeface="Aptos"/>
                <a:ea typeface="Aptos"/>
                <a:cs typeface="Aptos"/>
              </a:defRPr>
            </a:lvl8pPr>
            <a:lvl9pPr algn="ctr">
              <a:buNone/>
              <a:defRPr sz="1200" b="1">
                <a:solidFill>
                  <a:srgbClr val="2846A0"/>
                </a:solidFill>
                <a:latin typeface="Aptos"/>
                <a:ea typeface="Aptos"/>
                <a:cs typeface="Aptos"/>
              </a:defRPr>
            </a:lvl9pPr>
          </a:lstStyle>
          <a:p xmlns:a="http://schemas.openxmlformats.org/drawingml/2006/main">
            <a:pPr algn="ctr">
              <a:buNone/>
              <a:defRPr sz="1200" b="1">
                <a:solidFill>
                  <a:srgbClr val="2846A0"/>
                </a:solidFill>
                <a:latin typeface="Aptos"/>
                <a:ea typeface="Aptos"/>
                <a:cs typeface="Aptos"/>
              </a:defRPr>
            </a:pPr>
            <a:r>
              <a:rPr sz="1200" b="1">
                <a:solidFill>
                  <a:srgbClr val="2846A0"/>
                </a:solidFill>
                <a:latin typeface="Aptos"/>
                <a:ea typeface="Aptos"/>
                <a:cs typeface="Aptos"/>
              </a:rPr>
              <a:t>DATOS + FIRMA</a:t>
            </a:r>
          </a:p>
        </p:txBody>
      </p:sp>
      <p:sp>
        <p:nvSpPr>
          <p:cNvPr id="9" name="">
            <a:extLst xmlns:a="http://schemas.openxmlformats.org/drawingml/2006/main">
              <a:ext uri="{FF2B5EF4-FFF2-40B4-BE49-F238E27FC236}">
                <a16:creationId xmlns:a16="http://schemas.microsoft.com/office/drawing/2014/main" id="{4369B4C1-1CF9-4122-BDF7-E3D749B01D7B}"/>
              </a:ext>
            </a:extLst>
          </p:cNvPr>
          <p:cNvSpPr>
            <a:spLocks xmlns:a="http://schemas.openxmlformats.org/drawingml/2006/main" noGrp="1"/>
          </p:cNvSpPr>
          <p:nvPr/>
        </p:nvSpPr>
        <p:spPr>
          <a:xfrm xmlns:a="http://schemas.openxmlformats.org/drawingml/2006/main">
            <a:off x="1000125" y="2714625"/>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172554"/>
                </a:solidFill>
                <a:latin typeface="Aptos"/>
                <a:ea typeface="Aptos"/>
                <a:cs typeface="Aptos"/>
              </a:defRPr>
            </a:defPPr>
            <a:lvl1pPr algn="ctr">
              <a:buNone/>
              <a:defRPr sz="1650" b="1">
                <a:solidFill>
                  <a:srgbClr val="172554"/>
                </a:solidFill>
                <a:latin typeface="Aptos"/>
                <a:ea typeface="Aptos"/>
                <a:cs typeface="Aptos"/>
              </a:defRPr>
            </a:lvl1pPr>
            <a:lvl2pPr algn="ctr">
              <a:buNone/>
              <a:defRPr sz="1650" b="1">
                <a:solidFill>
                  <a:srgbClr val="172554"/>
                </a:solidFill>
                <a:latin typeface="Aptos"/>
                <a:ea typeface="Aptos"/>
                <a:cs typeface="Aptos"/>
              </a:defRPr>
            </a:lvl2pPr>
            <a:lvl3pPr algn="ctr">
              <a:buNone/>
              <a:defRPr sz="1650" b="1">
                <a:solidFill>
                  <a:srgbClr val="172554"/>
                </a:solidFill>
                <a:latin typeface="Aptos"/>
                <a:ea typeface="Aptos"/>
                <a:cs typeface="Aptos"/>
              </a:defRPr>
            </a:lvl3pPr>
            <a:lvl4pPr algn="ctr">
              <a:buNone/>
              <a:defRPr sz="1650" b="1">
                <a:solidFill>
                  <a:srgbClr val="172554"/>
                </a:solidFill>
                <a:latin typeface="Aptos"/>
                <a:ea typeface="Aptos"/>
                <a:cs typeface="Aptos"/>
              </a:defRPr>
            </a:lvl4pPr>
            <a:lvl5pPr algn="ctr">
              <a:buNone/>
              <a:defRPr sz="1650" b="1">
                <a:solidFill>
                  <a:srgbClr val="172554"/>
                </a:solidFill>
                <a:latin typeface="Aptos"/>
                <a:ea typeface="Aptos"/>
                <a:cs typeface="Aptos"/>
              </a:defRPr>
            </a:lvl5pPr>
            <a:lvl6pPr algn="ctr">
              <a:buNone/>
              <a:defRPr sz="1650" b="1">
                <a:solidFill>
                  <a:srgbClr val="172554"/>
                </a:solidFill>
                <a:latin typeface="Aptos"/>
                <a:ea typeface="Aptos"/>
                <a:cs typeface="Aptos"/>
              </a:defRPr>
            </a:lvl6pPr>
            <a:lvl7pPr algn="ctr">
              <a:buNone/>
              <a:defRPr sz="1650" b="1">
                <a:solidFill>
                  <a:srgbClr val="172554"/>
                </a:solidFill>
                <a:latin typeface="Aptos"/>
                <a:ea typeface="Aptos"/>
                <a:cs typeface="Aptos"/>
              </a:defRPr>
            </a:lvl7pPr>
            <a:lvl8pPr algn="ctr">
              <a:buNone/>
              <a:defRPr sz="1650" b="1">
                <a:solidFill>
                  <a:srgbClr val="172554"/>
                </a:solidFill>
                <a:latin typeface="Aptos"/>
                <a:ea typeface="Aptos"/>
                <a:cs typeface="Aptos"/>
              </a:defRPr>
            </a:lvl8pPr>
            <a:lvl9pPr algn="ctr">
              <a:buNone/>
              <a:defRPr sz="1650" b="1">
                <a:solidFill>
                  <a:srgbClr val="172554"/>
                </a:solidFill>
                <a:latin typeface="Aptos"/>
                <a:ea typeface="Aptos"/>
                <a:cs typeface="Aptos"/>
              </a:defRPr>
            </a:lvl9pPr>
          </a:lstStyle>
          <a:p xmlns:a="http://schemas.openxmlformats.org/drawingml/2006/main">
            <a:pPr algn="ctr">
              <a:buNone/>
              <a:defRPr sz="1650" b="1">
                <a:solidFill>
                  <a:srgbClr val="172554"/>
                </a:solidFill>
                <a:latin typeface="Aptos"/>
                <a:ea typeface="Aptos"/>
                <a:cs typeface="Aptos"/>
              </a:defRPr>
            </a:pPr>
            <a:r>
              <a:rPr sz="1650" b="1">
                <a:solidFill>
                  <a:srgbClr val="172554"/>
                </a:solidFill>
                <a:latin typeface="Aptos"/>
                <a:ea typeface="Aptos"/>
                <a:cs typeface="Aptos"/>
              </a:rPr>
              <a:t>Nota: 8</a:t>
            </a:r>
          </a:p>
          <a:p xmlns:a="http://schemas.openxmlformats.org/drawingml/2006/main">
            <a:pPr algn="ctr">
              <a:buNone/>
              <a:defRPr sz="1650" b="1">
                <a:solidFill>
                  <a:srgbClr val="172554"/>
                </a:solidFill>
                <a:latin typeface="Aptos"/>
                <a:ea typeface="Aptos"/>
                <a:cs typeface="Aptos"/>
              </a:defRPr>
            </a:pPr>
            <a:r>
              <a:rPr sz="1650" b="1">
                <a:solidFill>
                  <a:srgbClr val="172554"/>
                </a:solidFill>
                <a:latin typeface="Aptos"/>
                <a:ea typeface="Aptos"/>
                <a:cs typeface="Aptos"/>
              </a:rPr>
              <a:t>Titular: estudiante A</a:t>
            </a:r>
          </a:p>
          <a:p xmlns:a="http://schemas.openxmlformats.org/drawingml/2006/main">
            <a:pPr algn="ctr">
              <a:buNone/>
              <a:defRPr sz="1650" b="1">
                <a:solidFill>
                  <a:srgbClr val="172554"/>
                </a:solidFill>
                <a:latin typeface="Aptos"/>
                <a:ea typeface="Aptos"/>
                <a:cs typeface="Aptos"/>
              </a:defRPr>
            </a:pPr>
            <a:r>
              <a:rPr sz="1650" b="1">
                <a:solidFill>
                  <a:srgbClr val="172554"/>
                </a:solidFill>
                <a:latin typeface="Aptos"/>
                <a:ea typeface="Aptos"/>
                <a:cs typeface="Aptos"/>
              </a:rPr>
              <a:t>Firma: …</a:t>
            </a:r>
          </a:p>
        </p:txBody>
      </p:sp>
      <p:sp>
        <p:nvSpPr>
          <p:cNvPr id="10" name="">
            <a:extLst xmlns:a="http://schemas.openxmlformats.org/drawingml/2006/main">
              <a:ext uri="{FF2B5EF4-FFF2-40B4-BE49-F238E27FC236}">
                <a16:creationId xmlns:a16="http://schemas.microsoft.com/office/drawing/2014/main" id="{B9F893C0-2399-4311-ABD6-F5955619AD29}"/>
              </a:ext>
            </a:extLst>
          </p:cNvPr>
          <p:cNvSpPr>
            <a:spLocks xmlns:a="http://schemas.openxmlformats.org/drawingml/2006/main" noGrp="1"/>
          </p:cNvSpPr>
          <p:nvPr/>
        </p:nvSpPr>
        <p:spPr>
          <a:xfrm xmlns:a="http://schemas.openxmlformats.org/drawingml/2006/main">
            <a:off x="685800" y="4429125"/>
            <a:ext cx="3190875" cy="857250"/>
          </a:xfrm>
          <a:prstGeom xmlns:a="http://schemas.openxmlformats.org/drawingml/2006/main" prst="roundRect">
            <a:avLst>
              <a:gd name="adj" fmla="val 8889"/>
            </a:avLst>
          </a:prstGeom>
          <a:solidFill xmlns:a="http://schemas.openxmlformats.org/drawingml/2006/main">
            <a:srgbClr val="E8E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3177C06-E4F9-4DF5-808B-D96792D7B8D1}"/>
              </a:ext>
            </a:extLst>
          </p:cNvPr>
          <p:cNvSpPr>
            <a:spLocks xmlns:a="http://schemas.openxmlformats.org/drawingml/2006/main" noGrp="1"/>
          </p:cNvSpPr>
          <p:nvPr/>
        </p:nvSpPr>
        <p:spPr>
          <a:xfrm xmlns:a="http://schemas.openxmlformats.org/drawingml/2006/main">
            <a:off x="952500" y="4552950"/>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2846A0"/>
                </a:solidFill>
                <a:latin typeface="Aptos"/>
                <a:ea typeface="Aptos"/>
                <a:cs typeface="Aptos"/>
              </a:defRPr>
            </a:defPPr>
            <a:lvl1pPr algn="ctr">
              <a:buNone/>
              <a:defRPr sz="1350" b="1">
                <a:solidFill>
                  <a:srgbClr val="2846A0"/>
                </a:solidFill>
                <a:latin typeface="Aptos"/>
                <a:ea typeface="Aptos"/>
                <a:cs typeface="Aptos"/>
              </a:defRPr>
            </a:lvl1pPr>
            <a:lvl2pPr algn="ctr">
              <a:buNone/>
              <a:defRPr sz="1350" b="1">
                <a:solidFill>
                  <a:srgbClr val="2846A0"/>
                </a:solidFill>
                <a:latin typeface="Aptos"/>
                <a:ea typeface="Aptos"/>
                <a:cs typeface="Aptos"/>
              </a:defRPr>
            </a:lvl2pPr>
            <a:lvl3pPr algn="ctr">
              <a:buNone/>
              <a:defRPr sz="1350" b="1">
                <a:solidFill>
                  <a:srgbClr val="2846A0"/>
                </a:solidFill>
                <a:latin typeface="Aptos"/>
                <a:ea typeface="Aptos"/>
                <a:cs typeface="Aptos"/>
              </a:defRPr>
            </a:lvl3pPr>
            <a:lvl4pPr algn="ctr">
              <a:buNone/>
              <a:defRPr sz="1350" b="1">
                <a:solidFill>
                  <a:srgbClr val="2846A0"/>
                </a:solidFill>
                <a:latin typeface="Aptos"/>
                <a:ea typeface="Aptos"/>
                <a:cs typeface="Aptos"/>
              </a:defRPr>
            </a:lvl4pPr>
            <a:lvl5pPr algn="ctr">
              <a:buNone/>
              <a:defRPr sz="1350" b="1">
                <a:solidFill>
                  <a:srgbClr val="2846A0"/>
                </a:solidFill>
                <a:latin typeface="Aptos"/>
                <a:ea typeface="Aptos"/>
                <a:cs typeface="Aptos"/>
              </a:defRPr>
            </a:lvl5pPr>
            <a:lvl6pPr algn="ctr">
              <a:buNone/>
              <a:defRPr sz="1350" b="1">
                <a:solidFill>
                  <a:srgbClr val="2846A0"/>
                </a:solidFill>
                <a:latin typeface="Aptos"/>
                <a:ea typeface="Aptos"/>
                <a:cs typeface="Aptos"/>
              </a:defRPr>
            </a:lvl6pPr>
            <a:lvl7pPr algn="ctr">
              <a:buNone/>
              <a:defRPr sz="1350" b="1">
                <a:solidFill>
                  <a:srgbClr val="2846A0"/>
                </a:solidFill>
                <a:latin typeface="Aptos"/>
                <a:ea typeface="Aptos"/>
                <a:cs typeface="Aptos"/>
              </a:defRPr>
            </a:lvl7pPr>
            <a:lvl8pPr algn="ctr">
              <a:buNone/>
              <a:defRPr sz="1350" b="1">
                <a:solidFill>
                  <a:srgbClr val="2846A0"/>
                </a:solidFill>
                <a:latin typeface="Aptos"/>
                <a:ea typeface="Aptos"/>
                <a:cs typeface="Aptos"/>
              </a:defRPr>
            </a:lvl8pPr>
            <a:lvl9pPr algn="ctr">
              <a:buNone/>
              <a:defRPr sz="1350" b="1">
                <a:solidFill>
                  <a:srgbClr val="2846A0"/>
                </a:solidFill>
                <a:latin typeface="Aptos"/>
                <a:ea typeface="Aptos"/>
                <a:cs typeface="Aptos"/>
              </a:defRPr>
            </a:lvl9pPr>
          </a:lstStyle>
          <a:p xmlns:a="http://schemas.openxmlformats.org/drawingml/2006/main">
            <a:pPr algn="ctr">
              <a:buNone/>
              <a:defRPr sz="1350" b="1">
                <a:solidFill>
                  <a:srgbClr val="2846A0"/>
                </a:solidFill>
                <a:latin typeface="Aptos"/>
                <a:ea typeface="Aptos"/>
                <a:cs typeface="Aptos"/>
              </a:defRPr>
            </a:pPr>
            <a:r>
              <a:rPr sz="1350" b="1">
                <a:solidFill>
                  <a:srgbClr val="2846A0"/>
                </a:solidFill>
                <a:latin typeface="Aptos"/>
                <a:ea typeface="Aptos"/>
                <a:cs typeface="Aptos"/>
              </a:rPr>
              <a:t>Clave pública conocida</a:t>
            </a:r>
          </a:p>
          <a:p xmlns:a="http://schemas.openxmlformats.org/drawingml/2006/main">
            <a:pPr algn="ctr">
              <a:buNone/>
              <a:defRPr sz="1350" b="1">
                <a:solidFill>
                  <a:srgbClr val="2846A0"/>
                </a:solidFill>
                <a:latin typeface="Aptos"/>
                <a:ea typeface="Aptos"/>
                <a:cs typeface="Aptos"/>
              </a:defRPr>
            </a:pPr>
            <a:r>
              <a:rPr sz="1350" b="1">
                <a:solidFill>
                  <a:srgbClr val="2846A0"/>
                </a:solidFill>
                <a:latin typeface="Aptos"/>
                <a:ea typeface="Aptos"/>
                <a:cs typeface="Aptos"/>
              </a:rPr>
              <a:t>del emisor</a:t>
            </a:r>
          </a:p>
        </p:txBody>
      </p:sp>
      <p:sp>
        <p:nvSpPr>
          <p:cNvPr id="12" name="">
            <a:extLst xmlns:a="http://schemas.openxmlformats.org/drawingml/2006/main">
              <a:ext uri="{FF2B5EF4-FFF2-40B4-BE49-F238E27FC236}">
                <a16:creationId xmlns:a16="http://schemas.microsoft.com/office/drawing/2014/main" id="{F96AA485-7894-4B74-9AEA-B00BA65895E2}"/>
              </a:ext>
            </a:extLst>
          </p:cNvPr>
          <p:cNvSpPr>
            <a:spLocks xmlns:a="http://schemas.openxmlformats.org/drawingml/2006/main" noGrp="1"/>
          </p:cNvSpPr>
          <p:nvPr/>
        </p:nvSpPr>
        <p:spPr>
          <a:xfrm xmlns:a="http://schemas.openxmlformats.org/drawingml/2006/main">
            <a:off x="4191000" y="3143250"/>
            <a:ext cx="952500" cy="4000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E2D4E72-73D9-4392-BFD4-A95347F64561}"/>
              </a:ext>
            </a:extLst>
          </p:cNvPr>
          <p:cNvSpPr>
            <a:spLocks xmlns:a="http://schemas.openxmlformats.org/drawingml/2006/main" noGrp="1"/>
          </p:cNvSpPr>
          <p:nvPr/>
        </p:nvSpPr>
        <p:spPr>
          <a:xfrm xmlns:a="http://schemas.openxmlformats.org/drawingml/2006/main">
            <a:off x="5476875" y="2381250"/>
            <a:ext cx="2524125" cy="1666875"/>
          </a:xfrm>
          <a:prstGeom xmlns:a="http://schemas.openxmlformats.org/drawingml/2006/main" prst="roundRect">
            <a:avLst>
              <a:gd name="adj" fmla="val 4571"/>
            </a:avLst>
          </a:prstGeom>
          <a:solidFill xmlns:a="http://schemas.openxmlformats.org/drawingml/2006/main">
            <a:srgbClr val="172554"/>
          </a:solidFill>
          <a:ln xmlns:a="http://schemas.openxmlformats.org/drawingml/2006/main" w="0">
            <a:noFill/>
            <a:prstDash val="solid"/>
          </a:ln>
        </p:spPr>
      </p:sp>
      <p:sp>
        <p:nvSpPr>
          <p:cNvPr id="14" name="brand-mark">
            <a:extLst xmlns:a="http://schemas.openxmlformats.org/drawingml/2006/main">
              <a:ext uri="{FF2B5EF4-FFF2-40B4-BE49-F238E27FC236}">
                <a16:creationId xmlns:a16="http://schemas.microsoft.com/office/drawing/2014/main" id="{CED4657A-7133-4FD7-9547-32346361793A}"/>
              </a:ext>
            </a:extLst>
          </p:cNvPr>
          <p:cNvSpPr>
            <a:spLocks xmlns:a="http://schemas.openxmlformats.org/drawingml/2006/main" noGrp="1"/>
          </p:cNvSpPr>
          <p:nvPr/>
        </p:nvSpPr>
        <p:spPr>
          <a:xfrm xmlns:a="http://schemas.openxmlformats.org/drawingml/2006/main">
            <a:off x="6505575" y="2571750"/>
            <a:ext cx="4762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083A6A2-183A-425A-A5EB-8546ADAC1DF3}"/>
              </a:ext>
            </a:extLst>
          </p:cNvPr>
          <p:cNvSpPr>
            <a:spLocks xmlns:a="http://schemas.openxmlformats.org/drawingml/2006/main" noGrp="1"/>
          </p:cNvSpPr>
          <p:nvPr/>
        </p:nvSpPr>
        <p:spPr>
          <a:xfrm xmlns:a="http://schemas.openxmlformats.org/drawingml/2006/main">
            <a:off x="6600825" y="2657475"/>
            <a:ext cx="285750" cy="304800"/>
          </a:xfrm>
          <a:prstGeom xmlns:a="http://schemas.openxmlformats.org/drawingml/2006/main" prst="roundRect">
            <a:avLst>
              <a:gd name="adj" fmla="val 26667"/>
            </a:avLst>
          </a:prstGeom>
          <a:noFill xmlns:a="http://schemas.openxmlformats.org/drawingml/2006/main"/>
          <a:ln xmlns:a="http://schemas.openxmlformats.org/drawingml/2006/main" w="21908">
            <a:solidFill>
              <a:srgbClr val="172554"/>
            </a:solidFill>
            <a:prstDash val="solid"/>
          </a:ln>
        </p:spPr>
      </p:sp>
      <p:sp>
        <p:nvSpPr>
          <p:cNvPr id="16" name="">
            <a:extLst xmlns:a="http://schemas.openxmlformats.org/drawingml/2006/main">
              <a:ext uri="{FF2B5EF4-FFF2-40B4-BE49-F238E27FC236}">
                <a16:creationId xmlns:a16="http://schemas.microsoft.com/office/drawing/2014/main" id="{BB0BBCC8-DF01-4492-8ED1-5A66A8053F37}"/>
              </a:ext>
            </a:extLst>
          </p:cNvPr>
          <p:cNvSpPr>
            <a:spLocks xmlns:a="http://schemas.openxmlformats.org/drawingml/2006/main" noGrp="1"/>
          </p:cNvSpPr>
          <p:nvPr/>
        </p:nvSpPr>
        <p:spPr>
          <a:xfrm xmlns:a="http://schemas.openxmlformats.org/drawingml/2006/main" flipV="0">
            <a:off x="6653213" y="2747963"/>
            <a:ext cx="114300" cy="9525"/>
          </a:xfrm>
          <a:prstGeom xmlns:a="http://schemas.openxmlformats.org/drawingml/2006/main" prst="line">
            <a:avLst/>
          </a:prstGeom>
          <a:noFill xmlns:a="http://schemas.openxmlformats.org/drawingml/2006/main"/>
          <a:ln xmlns:a="http://schemas.openxmlformats.org/drawingml/2006/main" w="20003">
            <a:solidFill>
              <a:srgbClr val="172554"/>
            </a:solidFill>
            <a:prstDash val="solid"/>
          </a:ln>
        </p:spPr>
      </p:sp>
      <p:sp>
        <p:nvSpPr>
          <p:cNvPr id="17" name="">
            <a:extLst xmlns:a="http://schemas.openxmlformats.org/drawingml/2006/main">
              <a:ext uri="{FF2B5EF4-FFF2-40B4-BE49-F238E27FC236}">
                <a16:creationId xmlns:a16="http://schemas.microsoft.com/office/drawing/2014/main" id="{A1398BB5-D46E-4776-A947-5DCF5759455F}"/>
              </a:ext>
            </a:extLst>
          </p:cNvPr>
          <p:cNvSpPr>
            <a:spLocks xmlns:a="http://schemas.openxmlformats.org/drawingml/2006/main" noGrp="1"/>
          </p:cNvSpPr>
          <p:nvPr/>
        </p:nvSpPr>
        <p:spPr>
          <a:xfrm xmlns:a="http://schemas.openxmlformats.org/drawingml/2006/main" flipV="0">
            <a:off x="6653213" y="2800350"/>
            <a:ext cx="57150" cy="9525"/>
          </a:xfrm>
          <a:prstGeom xmlns:a="http://schemas.openxmlformats.org/drawingml/2006/main" prst="line">
            <a:avLst/>
          </a:prstGeom>
          <a:noFill xmlns:a="http://schemas.openxmlformats.org/drawingml/2006/main"/>
          <a:ln xmlns:a="http://schemas.openxmlformats.org/drawingml/2006/main" w="20003">
            <a:solidFill>
              <a:srgbClr val="172554"/>
            </a:solidFill>
            <a:prstDash val="solid"/>
          </a:ln>
        </p:spPr>
      </p:sp>
      <p:sp>
        <p:nvSpPr>
          <p:cNvPr id="18" name="">
            <a:extLst xmlns:a="http://schemas.openxmlformats.org/drawingml/2006/main">
              <a:ext uri="{FF2B5EF4-FFF2-40B4-BE49-F238E27FC236}">
                <a16:creationId xmlns:a16="http://schemas.microsoft.com/office/drawing/2014/main" id="{885E1FA9-AB2A-45B2-85FB-1554ACA4DA72}"/>
              </a:ext>
            </a:extLst>
          </p:cNvPr>
          <p:cNvSpPr>
            <a:spLocks xmlns:a="http://schemas.openxmlformats.org/drawingml/2006/main" noGrp="1"/>
          </p:cNvSpPr>
          <p:nvPr/>
        </p:nvSpPr>
        <p:spPr>
          <a:xfrm xmlns:a="http://schemas.openxmlformats.org/drawingml/2006/main" flipV="0">
            <a:off x="6743700" y="2867025"/>
            <a:ext cx="42863" cy="38100"/>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19" name="">
            <a:extLst xmlns:a="http://schemas.openxmlformats.org/drawingml/2006/main">
              <a:ext uri="{FF2B5EF4-FFF2-40B4-BE49-F238E27FC236}">
                <a16:creationId xmlns:a16="http://schemas.microsoft.com/office/drawing/2014/main" id="{49B2C6CF-5E66-4780-9130-87AA24521E7B}"/>
              </a:ext>
            </a:extLst>
          </p:cNvPr>
          <p:cNvSpPr>
            <a:spLocks xmlns:a="http://schemas.openxmlformats.org/drawingml/2006/main" noGrp="1"/>
          </p:cNvSpPr>
          <p:nvPr/>
        </p:nvSpPr>
        <p:spPr>
          <a:xfrm xmlns:a="http://schemas.openxmlformats.org/drawingml/2006/main" flipV="1">
            <a:off x="6786563" y="2819400"/>
            <a:ext cx="71438" cy="85725"/>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0" name="">
            <a:extLst xmlns:a="http://schemas.openxmlformats.org/drawingml/2006/main">
              <a:ext uri="{FF2B5EF4-FFF2-40B4-BE49-F238E27FC236}">
                <a16:creationId xmlns:a16="http://schemas.microsoft.com/office/drawing/2014/main" id="{CBFAFAFD-1243-4E17-9A5B-23C8A4F99B06}"/>
              </a:ext>
            </a:extLst>
          </p:cNvPr>
          <p:cNvSpPr>
            <a:spLocks xmlns:a="http://schemas.openxmlformats.org/drawingml/2006/main" noGrp="1"/>
          </p:cNvSpPr>
          <p:nvPr/>
        </p:nvSpPr>
        <p:spPr>
          <a:xfrm xmlns:a="http://schemas.openxmlformats.org/drawingml/2006/main">
            <a:off x="5667375" y="319087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verify()</a:t>
            </a:r>
          </a:p>
        </p:txBody>
      </p:sp>
      <p:sp>
        <p:nvSpPr>
          <p:cNvPr id="21" name="">
            <a:extLst xmlns:a="http://schemas.openxmlformats.org/drawingml/2006/main">
              <a:ext uri="{FF2B5EF4-FFF2-40B4-BE49-F238E27FC236}">
                <a16:creationId xmlns:a16="http://schemas.microsoft.com/office/drawing/2014/main" id="{C4E5C4D2-125F-49F7-8186-6D47044589A8}"/>
              </a:ext>
            </a:extLst>
          </p:cNvPr>
          <p:cNvSpPr>
            <a:spLocks xmlns:a="http://schemas.openxmlformats.org/drawingml/2006/main" noGrp="1"/>
          </p:cNvSpPr>
          <p:nvPr/>
        </p:nvSpPr>
        <p:spPr>
          <a:xfrm xmlns:a="http://schemas.openxmlformats.org/drawingml/2006/main">
            <a:off x="5667375" y="3609975"/>
            <a:ext cx="2143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22B8A8"/>
                </a:solidFill>
                <a:latin typeface="Aptos"/>
                <a:ea typeface="Aptos"/>
                <a:cs typeface="Aptos"/>
              </a:defRPr>
            </a:defPPr>
            <a:lvl1pPr algn="ctr">
              <a:buNone/>
              <a:defRPr sz="1200" b="1">
                <a:solidFill>
                  <a:srgbClr val="22B8A8"/>
                </a:solidFill>
                <a:latin typeface="Aptos"/>
                <a:ea typeface="Aptos"/>
                <a:cs typeface="Aptos"/>
              </a:defRPr>
            </a:lvl1pPr>
            <a:lvl2pPr algn="ctr">
              <a:buNone/>
              <a:defRPr sz="1200" b="1">
                <a:solidFill>
                  <a:srgbClr val="22B8A8"/>
                </a:solidFill>
                <a:latin typeface="Aptos"/>
                <a:ea typeface="Aptos"/>
                <a:cs typeface="Aptos"/>
              </a:defRPr>
            </a:lvl2pPr>
            <a:lvl3pPr algn="ctr">
              <a:buNone/>
              <a:defRPr sz="1200" b="1">
                <a:solidFill>
                  <a:srgbClr val="22B8A8"/>
                </a:solidFill>
                <a:latin typeface="Aptos"/>
                <a:ea typeface="Aptos"/>
                <a:cs typeface="Aptos"/>
              </a:defRPr>
            </a:lvl3pPr>
            <a:lvl4pPr algn="ctr">
              <a:buNone/>
              <a:defRPr sz="1200" b="1">
                <a:solidFill>
                  <a:srgbClr val="22B8A8"/>
                </a:solidFill>
                <a:latin typeface="Aptos"/>
                <a:ea typeface="Aptos"/>
                <a:cs typeface="Aptos"/>
              </a:defRPr>
            </a:lvl4pPr>
            <a:lvl5pPr algn="ctr">
              <a:buNone/>
              <a:defRPr sz="1200" b="1">
                <a:solidFill>
                  <a:srgbClr val="22B8A8"/>
                </a:solidFill>
                <a:latin typeface="Aptos"/>
                <a:ea typeface="Aptos"/>
                <a:cs typeface="Aptos"/>
              </a:defRPr>
            </a:lvl5pPr>
            <a:lvl6pPr algn="ctr">
              <a:buNone/>
              <a:defRPr sz="1200" b="1">
                <a:solidFill>
                  <a:srgbClr val="22B8A8"/>
                </a:solidFill>
                <a:latin typeface="Aptos"/>
                <a:ea typeface="Aptos"/>
                <a:cs typeface="Aptos"/>
              </a:defRPr>
            </a:lvl6pPr>
            <a:lvl7pPr algn="ctr">
              <a:buNone/>
              <a:defRPr sz="1200" b="1">
                <a:solidFill>
                  <a:srgbClr val="22B8A8"/>
                </a:solidFill>
                <a:latin typeface="Aptos"/>
                <a:ea typeface="Aptos"/>
                <a:cs typeface="Aptos"/>
              </a:defRPr>
            </a:lvl7pPr>
            <a:lvl8pPr algn="ctr">
              <a:buNone/>
              <a:defRPr sz="1200" b="1">
                <a:solidFill>
                  <a:srgbClr val="22B8A8"/>
                </a:solidFill>
                <a:latin typeface="Aptos"/>
                <a:ea typeface="Aptos"/>
                <a:cs typeface="Aptos"/>
              </a:defRPr>
            </a:lvl8pPr>
            <a:lvl9pPr algn="ctr">
              <a:buNone/>
              <a:defRPr sz="1200" b="1">
                <a:solidFill>
                  <a:srgbClr val="22B8A8"/>
                </a:solidFill>
                <a:latin typeface="Aptos"/>
                <a:ea typeface="Aptos"/>
                <a:cs typeface="Aptos"/>
              </a:defRPr>
            </a:lvl9pPr>
          </a:lstStyle>
          <a:p xmlns:a="http://schemas.openxmlformats.org/drawingml/2006/main">
            <a:pPr algn="ctr">
              <a:buNone/>
              <a:defRPr sz="1200" b="1">
                <a:solidFill>
                  <a:srgbClr val="22B8A8"/>
                </a:solidFill>
                <a:latin typeface="Aptos"/>
                <a:ea typeface="Aptos"/>
                <a:cs typeface="Aptos"/>
              </a:defRPr>
            </a:pPr>
            <a:r>
              <a:rPr sz="1200" b="1">
                <a:solidFill>
                  <a:srgbClr val="22B8A8"/>
                </a:solidFill>
                <a:latin typeface="Aptos"/>
                <a:ea typeface="Aptos"/>
                <a:cs typeface="Aptos"/>
              </a:rPr>
              <a:t>Ed25519</a:t>
            </a:r>
          </a:p>
        </p:txBody>
      </p:sp>
      <p:sp>
        <p:nvSpPr>
          <p:cNvPr id="22" name="">
            <a:extLst xmlns:a="http://schemas.openxmlformats.org/drawingml/2006/main">
              <a:ext uri="{FF2B5EF4-FFF2-40B4-BE49-F238E27FC236}">
                <a16:creationId xmlns:a16="http://schemas.microsoft.com/office/drawing/2014/main" id="{31CA9A51-89C8-4B8B-AC56-CCE592A5AFE8}"/>
              </a:ext>
            </a:extLst>
          </p:cNvPr>
          <p:cNvSpPr>
            <a:spLocks xmlns:a="http://schemas.openxmlformats.org/drawingml/2006/main" noGrp="1"/>
          </p:cNvSpPr>
          <p:nvPr/>
        </p:nvSpPr>
        <p:spPr>
          <a:xfrm xmlns:a="http://schemas.openxmlformats.org/drawingml/2006/main">
            <a:off x="8286750" y="3143250"/>
            <a:ext cx="742950" cy="4000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FCCC0C5-735F-4D12-A265-D84C1ADE4085}"/>
              </a:ext>
            </a:extLst>
          </p:cNvPr>
          <p:cNvSpPr>
            <a:spLocks xmlns:a="http://schemas.openxmlformats.org/drawingml/2006/main" noGrp="1"/>
          </p:cNvSpPr>
          <p:nvPr/>
        </p:nvSpPr>
        <p:spPr>
          <a:xfrm xmlns:a="http://schemas.openxmlformats.org/drawingml/2006/main">
            <a:off x="9239250" y="2095500"/>
            <a:ext cx="2238375" cy="1190625"/>
          </a:xfrm>
          <a:prstGeom xmlns:a="http://schemas.openxmlformats.org/drawingml/2006/main" prst="roundRect">
            <a:avLst>
              <a:gd name="adj" fmla="val 6400"/>
            </a:avLst>
          </a:prstGeom>
          <a:solidFill xmlns:a="http://schemas.openxmlformats.org/drawingml/2006/main">
            <a:srgbClr val="D9F5F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A3082D1-1591-4928-A3E2-448573469A58}"/>
              </a:ext>
            </a:extLst>
          </p:cNvPr>
          <p:cNvSpPr>
            <a:spLocks xmlns:a="http://schemas.openxmlformats.org/drawingml/2006/main" noGrp="1"/>
          </p:cNvSpPr>
          <p:nvPr/>
        </p:nvSpPr>
        <p:spPr>
          <a:xfrm xmlns:a="http://schemas.openxmlformats.org/drawingml/2006/main">
            <a:off x="9448800" y="2286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23836E"/>
                </a:solidFill>
                <a:latin typeface="Aptos"/>
                <a:ea typeface="Aptos"/>
                <a:cs typeface="Aptos"/>
              </a:defRPr>
            </a:defPPr>
            <a:lvl1pPr algn="ctr">
              <a:buNone/>
              <a:defRPr sz="1500" b="1">
                <a:solidFill>
                  <a:srgbClr val="23836E"/>
                </a:solidFill>
                <a:latin typeface="Aptos"/>
                <a:ea typeface="Aptos"/>
                <a:cs typeface="Aptos"/>
              </a:defRPr>
            </a:lvl1pPr>
            <a:lvl2pPr algn="ctr">
              <a:buNone/>
              <a:defRPr sz="1500" b="1">
                <a:solidFill>
                  <a:srgbClr val="23836E"/>
                </a:solidFill>
                <a:latin typeface="Aptos"/>
                <a:ea typeface="Aptos"/>
                <a:cs typeface="Aptos"/>
              </a:defRPr>
            </a:lvl2pPr>
            <a:lvl3pPr algn="ctr">
              <a:buNone/>
              <a:defRPr sz="1500" b="1">
                <a:solidFill>
                  <a:srgbClr val="23836E"/>
                </a:solidFill>
                <a:latin typeface="Aptos"/>
                <a:ea typeface="Aptos"/>
                <a:cs typeface="Aptos"/>
              </a:defRPr>
            </a:lvl3pPr>
            <a:lvl4pPr algn="ctr">
              <a:buNone/>
              <a:defRPr sz="1500" b="1">
                <a:solidFill>
                  <a:srgbClr val="23836E"/>
                </a:solidFill>
                <a:latin typeface="Aptos"/>
                <a:ea typeface="Aptos"/>
                <a:cs typeface="Aptos"/>
              </a:defRPr>
            </a:lvl4pPr>
            <a:lvl5pPr algn="ctr">
              <a:buNone/>
              <a:defRPr sz="1500" b="1">
                <a:solidFill>
                  <a:srgbClr val="23836E"/>
                </a:solidFill>
                <a:latin typeface="Aptos"/>
                <a:ea typeface="Aptos"/>
                <a:cs typeface="Aptos"/>
              </a:defRPr>
            </a:lvl5pPr>
            <a:lvl6pPr algn="ctr">
              <a:buNone/>
              <a:defRPr sz="1500" b="1">
                <a:solidFill>
                  <a:srgbClr val="23836E"/>
                </a:solidFill>
                <a:latin typeface="Aptos"/>
                <a:ea typeface="Aptos"/>
                <a:cs typeface="Aptos"/>
              </a:defRPr>
            </a:lvl6pPr>
            <a:lvl7pPr algn="ctr">
              <a:buNone/>
              <a:defRPr sz="1500" b="1">
                <a:solidFill>
                  <a:srgbClr val="23836E"/>
                </a:solidFill>
                <a:latin typeface="Aptos"/>
                <a:ea typeface="Aptos"/>
                <a:cs typeface="Aptos"/>
              </a:defRPr>
            </a:lvl7pPr>
            <a:lvl8pPr algn="ctr">
              <a:buNone/>
              <a:defRPr sz="1500" b="1">
                <a:solidFill>
                  <a:srgbClr val="23836E"/>
                </a:solidFill>
                <a:latin typeface="Aptos"/>
                <a:ea typeface="Aptos"/>
                <a:cs typeface="Aptos"/>
              </a:defRPr>
            </a:lvl8pPr>
            <a:lvl9pPr algn="ctr">
              <a:buNone/>
              <a:defRPr sz="1500" b="1">
                <a:solidFill>
                  <a:srgbClr val="23836E"/>
                </a:solidFill>
                <a:latin typeface="Aptos"/>
                <a:ea typeface="Aptos"/>
                <a:cs typeface="Aptos"/>
              </a:defRPr>
            </a:lvl9pPr>
          </a:lstStyle>
          <a:p xmlns:a="http://schemas.openxmlformats.org/drawingml/2006/main">
            <a:pPr algn="ctr">
              <a:buNone/>
              <a:defRPr sz="1500" b="1">
                <a:solidFill>
                  <a:srgbClr val="23836E"/>
                </a:solidFill>
                <a:latin typeface="Aptos"/>
                <a:ea typeface="Aptos"/>
                <a:cs typeface="Aptos"/>
              </a:defRPr>
            </a:pPr>
            <a:r>
              <a:rPr sz="1500" b="1">
                <a:solidFill>
                  <a:srgbClr val="23836E"/>
                </a:solidFill>
                <a:latin typeface="Aptos"/>
                <a:ea typeface="Aptos"/>
                <a:cs typeface="Aptos"/>
              </a:rPr>
              <a:t>VÁLIDA</a:t>
            </a:r>
          </a:p>
        </p:txBody>
      </p:sp>
      <p:sp>
        <p:nvSpPr>
          <p:cNvPr id="25" name="">
            <a:extLst xmlns:a="http://schemas.openxmlformats.org/drawingml/2006/main">
              <a:ext uri="{FF2B5EF4-FFF2-40B4-BE49-F238E27FC236}">
                <a16:creationId xmlns:a16="http://schemas.microsoft.com/office/drawing/2014/main" id="{159C1CA7-9A9F-4311-B608-1EFC7FDC2788}"/>
              </a:ext>
            </a:extLst>
          </p:cNvPr>
          <p:cNvSpPr>
            <a:spLocks xmlns:a="http://schemas.openxmlformats.org/drawingml/2006/main" noGrp="1"/>
          </p:cNvSpPr>
          <p:nvPr/>
        </p:nvSpPr>
        <p:spPr>
          <a:xfrm xmlns:a="http://schemas.openxmlformats.org/drawingml/2006/main">
            <a:off x="9429750" y="2667000"/>
            <a:ext cx="1857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0">
                <a:solidFill>
                  <a:srgbClr val="182230"/>
                </a:solidFill>
                <a:latin typeface="Aptos"/>
                <a:ea typeface="Aptos"/>
                <a:cs typeface="Aptos"/>
              </a:defRPr>
            </a:defPPr>
            <a:lvl1pPr algn="ctr">
              <a:buNone/>
              <a:defRPr sz="1125" b="0">
                <a:solidFill>
                  <a:srgbClr val="182230"/>
                </a:solidFill>
                <a:latin typeface="Aptos"/>
                <a:ea typeface="Aptos"/>
                <a:cs typeface="Aptos"/>
              </a:defRPr>
            </a:lvl1pPr>
            <a:lvl2pPr algn="ctr">
              <a:buNone/>
              <a:defRPr sz="1125" b="0">
                <a:solidFill>
                  <a:srgbClr val="182230"/>
                </a:solidFill>
                <a:latin typeface="Aptos"/>
                <a:ea typeface="Aptos"/>
                <a:cs typeface="Aptos"/>
              </a:defRPr>
            </a:lvl2pPr>
            <a:lvl3pPr algn="ctr">
              <a:buNone/>
              <a:defRPr sz="1125" b="0">
                <a:solidFill>
                  <a:srgbClr val="182230"/>
                </a:solidFill>
                <a:latin typeface="Aptos"/>
                <a:ea typeface="Aptos"/>
                <a:cs typeface="Aptos"/>
              </a:defRPr>
            </a:lvl3pPr>
            <a:lvl4pPr algn="ctr">
              <a:buNone/>
              <a:defRPr sz="1125" b="0">
                <a:solidFill>
                  <a:srgbClr val="182230"/>
                </a:solidFill>
                <a:latin typeface="Aptos"/>
                <a:ea typeface="Aptos"/>
                <a:cs typeface="Aptos"/>
              </a:defRPr>
            </a:lvl4pPr>
            <a:lvl5pPr algn="ctr">
              <a:buNone/>
              <a:defRPr sz="1125" b="0">
                <a:solidFill>
                  <a:srgbClr val="182230"/>
                </a:solidFill>
                <a:latin typeface="Aptos"/>
                <a:ea typeface="Aptos"/>
                <a:cs typeface="Aptos"/>
              </a:defRPr>
            </a:lvl5pPr>
            <a:lvl6pPr algn="ctr">
              <a:buNone/>
              <a:defRPr sz="1125" b="0">
                <a:solidFill>
                  <a:srgbClr val="182230"/>
                </a:solidFill>
                <a:latin typeface="Aptos"/>
                <a:ea typeface="Aptos"/>
                <a:cs typeface="Aptos"/>
              </a:defRPr>
            </a:lvl6pPr>
            <a:lvl7pPr algn="ctr">
              <a:buNone/>
              <a:defRPr sz="1125" b="0">
                <a:solidFill>
                  <a:srgbClr val="182230"/>
                </a:solidFill>
                <a:latin typeface="Aptos"/>
                <a:ea typeface="Aptos"/>
                <a:cs typeface="Aptos"/>
              </a:defRPr>
            </a:lvl7pPr>
            <a:lvl8pPr algn="ctr">
              <a:buNone/>
              <a:defRPr sz="1125" b="0">
                <a:solidFill>
                  <a:srgbClr val="182230"/>
                </a:solidFill>
                <a:latin typeface="Aptos"/>
                <a:ea typeface="Aptos"/>
                <a:cs typeface="Aptos"/>
              </a:defRPr>
            </a:lvl8pPr>
            <a:lvl9pPr algn="ctr">
              <a:buNone/>
              <a:defRPr sz="1125" b="0">
                <a:solidFill>
                  <a:srgbClr val="182230"/>
                </a:solidFill>
                <a:latin typeface="Aptos"/>
                <a:ea typeface="Aptos"/>
                <a:cs typeface="Aptos"/>
              </a:defRPr>
            </a:lvl9pPr>
          </a:lstStyle>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La firma coincide con</a:t>
            </a:r>
          </a:p>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estos datos y esta clave.</a:t>
            </a:r>
          </a:p>
        </p:txBody>
      </p:sp>
      <p:sp>
        <p:nvSpPr>
          <p:cNvPr id="26" name="">
            <a:extLst xmlns:a="http://schemas.openxmlformats.org/drawingml/2006/main">
              <a:ext uri="{FF2B5EF4-FFF2-40B4-BE49-F238E27FC236}">
                <a16:creationId xmlns:a16="http://schemas.microsoft.com/office/drawing/2014/main" id="{EDDDEAED-5B57-4236-9D8E-479549105369}"/>
              </a:ext>
            </a:extLst>
          </p:cNvPr>
          <p:cNvSpPr>
            <a:spLocks xmlns:a="http://schemas.openxmlformats.org/drawingml/2006/main" noGrp="1"/>
          </p:cNvSpPr>
          <p:nvPr/>
        </p:nvSpPr>
        <p:spPr>
          <a:xfrm xmlns:a="http://schemas.openxmlformats.org/drawingml/2006/main">
            <a:off x="9239250" y="3714750"/>
            <a:ext cx="2238375" cy="1190625"/>
          </a:xfrm>
          <a:prstGeom xmlns:a="http://schemas.openxmlformats.org/drawingml/2006/main" prst="roundRect">
            <a:avLst>
              <a:gd name="adj" fmla="val 6400"/>
            </a:avLst>
          </a:prstGeom>
          <a:solidFill xmlns:a="http://schemas.openxmlformats.org/drawingml/2006/main">
            <a:srgbClr val="FCE9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0926E6E-795C-48F5-BF99-DC6151B7F9A8}"/>
              </a:ext>
            </a:extLst>
          </p:cNvPr>
          <p:cNvSpPr>
            <a:spLocks xmlns:a="http://schemas.openxmlformats.org/drawingml/2006/main" noGrp="1"/>
          </p:cNvSpPr>
          <p:nvPr/>
        </p:nvSpPr>
        <p:spPr>
          <a:xfrm xmlns:a="http://schemas.openxmlformats.org/drawingml/2006/main">
            <a:off x="9448800" y="3905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5757"/>
                </a:solidFill>
                <a:latin typeface="Aptos"/>
                <a:ea typeface="Aptos"/>
                <a:cs typeface="Aptos"/>
              </a:defRPr>
            </a:defPPr>
            <a:lvl1pPr algn="ctr">
              <a:buNone/>
              <a:defRPr sz="1500" b="1">
                <a:solidFill>
                  <a:srgbClr val="D95757"/>
                </a:solidFill>
                <a:latin typeface="Aptos"/>
                <a:ea typeface="Aptos"/>
                <a:cs typeface="Aptos"/>
              </a:defRPr>
            </a:lvl1pPr>
            <a:lvl2pPr algn="ctr">
              <a:buNone/>
              <a:defRPr sz="1500" b="1">
                <a:solidFill>
                  <a:srgbClr val="D95757"/>
                </a:solidFill>
                <a:latin typeface="Aptos"/>
                <a:ea typeface="Aptos"/>
                <a:cs typeface="Aptos"/>
              </a:defRPr>
            </a:lvl2pPr>
            <a:lvl3pPr algn="ctr">
              <a:buNone/>
              <a:defRPr sz="1500" b="1">
                <a:solidFill>
                  <a:srgbClr val="D95757"/>
                </a:solidFill>
                <a:latin typeface="Aptos"/>
                <a:ea typeface="Aptos"/>
                <a:cs typeface="Aptos"/>
              </a:defRPr>
            </a:lvl3pPr>
            <a:lvl4pPr algn="ctr">
              <a:buNone/>
              <a:defRPr sz="1500" b="1">
                <a:solidFill>
                  <a:srgbClr val="D95757"/>
                </a:solidFill>
                <a:latin typeface="Aptos"/>
                <a:ea typeface="Aptos"/>
                <a:cs typeface="Aptos"/>
              </a:defRPr>
            </a:lvl4pPr>
            <a:lvl5pPr algn="ctr">
              <a:buNone/>
              <a:defRPr sz="1500" b="1">
                <a:solidFill>
                  <a:srgbClr val="D95757"/>
                </a:solidFill>
                <a:latin typeface="Aptos"/>
                <a:ea typeface="Aptos"/>
                <a:cs typeface="Aptos"/>
              </a:defRPr>
            </a:lvl5pPr>
            <a:lvl6pPr algn="ctr">
              <a:buNone/>
              <a:defRPr sz="1500" b="1">
                <a:solidFill>
                  <a:srgbClr val="D95757"/>
                </a:solidFill>
                <a:latin typeface="Aptos"/>
                <a:ea typeface="Aptos"/>
                <a:cs typeface="Aptos"/>
              </a:defRPr>
            </a:lvl6pPr>
            <a:lvl7pPr algn="ctr">
              <a:buNone/>
              <a:defRPr sz="1500" b="1">
                <a:solidFill>
                  <a:srgbClr val="D95757"/>
                </a:solidFill>
                <a:latin typeface="Aptos"/>
                <a:ea typeface="Aptos"/>
                <a:cs typeface="Aptos"/>
              </a:defRPr>
            </a:lvl7pPr>
            <a:lvl8pPr algn="ctr">
              <a:buNone/>
              <a:defRPr sz="1500" b="1">
                <a:solidFill>
                  <a:srgbClr val="D95757"/>
                </a:solidFill>
                <a:latin typeface="Aptos"/>
                <a:ea typeface="Aptos"/>
                <a:cs typeface="Aptos"/>
              </a:defRPr>
            </a:lvl8pPr>
            <a:lvl9pPr algn="ctr">
              <a:buNone/>
              <a:defRPr sz="1500" b="1">
                <a:solidFill>
                  <a:srgbClr val="D95757"/>
                </a:solidFill>
                <a:latin typeface="Aptos"/>
                <a:ea typeface="Aptos"/>
                <a:cs typeface="Aptos"/>
              </a:defRPr>
            </a:lvl9pPr>
          </a:lstStyle>
          <a:p xmlns:a="http://schemas.openxmlformats.org/drawingml/2006/main">
            <a:pPr algn="ctr">
              <a:buNone/>
              <a:defRPr sz="1500" b="1">
                <a:solidFill>
                  <a:srgbClr val="D95757"/>
                </a:solidFill>
                <a:latin typeface="Aptos"/>
                <a:ea typeface="Aptos"/>
                <a:cs typeface="Aptos"/>
              </a:defRPr>
            </a:pPr>
            <a:r>
              <a:rPr sz="1500" b="1">
                <a:solidFill>
                  <a:srgbClr val="D95757"/>
                </a:solidFill>
                <a:latin typeface="Aptos"/>
                <a:ea typeface="Aptos"/>
                <a:cs typeface="Aptos"/>
              </a:rPr>
              <a:t>INVÁLIDA</a:t>
            </a:r>
          </a:p>
        </p:txBody>
      </p:sp>
      <p:sp>
        <p:nvSpPr>
          <p:cNvPr id="28" name="">
            <a:extLst xmlns:a="http://schemas.openxmlformats.org/drawingml/2006/main">
              <a:ext uri="{FF2B5EF4-FFF2-40B4-BE49-F238E27FC236}">
                <a16:creationId xmlns:a16="http://schemas.microsoft.com/office/drawing/2014/main" id="{424CD13F-44AA-480E-8438-BC30335E8711}"/>
              </a:ext>
            </a:extLst>
          </p:cNvPr>
          <p:cNvSpPr>
            <a:spLocks xmlns:a="http://schemas.openxmlformats.org/drawingml/2006/main" noGrp="1"/>
          </p:cNvSpPr>
          <p:nvPr/>
        </p:nvSpPr>
        <p:spPr>
          <a:xfrm xmlns:a="http://schemas.openxmlformats.org/drawingml/2006/main">
            <a:off x="9410700" y="42862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0">
                <a:solidFill>
                  <a:srgbClr val="182230"/>
                </a:solidFill>
                <a:latin typeface="Aptos"/>
                <a:ea typeface="Aptos"/>
                <a:cs typeface="Aptos"/>
              </a:defRPr>
            </a:defPPr>
            <a:lvl1pPr algn="ctr">
              <a:buNone/>
              <a:defRPr sz="1125" b="0">
                <a:solidFill>
                  <a:srgbClr val="182230"/>
                </a:solidFill>
                <a:latin typeface="Aptos"/>
                <a:ea typeface="Aptos"/>
                <a:cs typeface="Aptos"/>
              </a:defRPr>
            </a:lvl1pPr>
            <a:lvl2pPr algn="ctr">
              <a:buNone/>
              <a:defRPr sz="1125" b="0">
                <a:solidFill>
                  <a:srgbClr val="182230"/>
                </a:solidFill>
                <a:latin typeface="Aptos"/>
                <a:ea typeface="Aptos"/>
                <a:cs typeface="Aptos"/>
              </a:defRPr>
            </a:lvl2pPr>
            <a:lvl3pPr algn="ctr">
              <a:buNone/>
              <a:defRPr sz="1125" b="0">
                <a:solidFill>
                  <a:srgbClr val="182230"/>
                </a:solidFill>
                <a:latin typeface="Aptos"/>
                <a:ea typeface="Aptos"/>
                <a:cs typeface="Aptos"/>
              </a:defRPr>
            </a:lvl3pPr>
            <a:lvl4pPr algn="ctr">
              <a:buNone/>
              <a:defRPr sz="1125" b="0">
                <a:solidFill>
                  <a:srgbClr val="182230"/>
                </a:solidFill>
                <a:latin typeface="Aptos"/>
                <a:ea typeface="Aptos"/>
                <a:cs typeface="Aptos"/>
              </a:defRPr>
            </a:lvl4pPr>
            <a:lvl5pPr algn="ctr">
              <a:buNone/>
              <a:defRPr sz="1125" b="0">
                <a:solidFill>
                  <a:srgbClr val="182230"/>
                </a:solidFill>
                <a:latin typeface="Aptos"/>
                <a:ea typeface="Aptos"/>
                <a:cs typeface="Aptos"/>
              </a:defRPr>
            </a:lvl5pPr>
            <a:lvl6pPr algn="ctr">
              <a:buNone/>
              <a:defRPr sz="1125" b="0">
                <a:solidFill>
                  <a:srgbClr val="182230"/>
                </a:solidFill>
                <a:latin typeface="Aptos"/>
                <a:ea typeface="Aptos"/>
                <a:cs typeface="Aptos"/>
              </a:defRPr>
            </a:lvl6pPr>
            <a:lvl7pPr algn="ctr">
              <a:buNone/>
              <a:defRPr sz="1125" b="0">
                <a:solidFill>
                  <a:srgbClr val="182230"/>
                </a:solidFill>
                <a:latin typeface="Aptos"/>
                <a:ea typeface="Aptos"/>
                <a:cs typeface="Aptos"/>
              </a:defRPr>
            </a:lvl7pPr>
            <a:lvl8pPr algn="ctr">
              <a:buNone/>
              <a:defRPr sz="1125" b="0">
                <a:solidFill>
                  <a:srgbClr val="182230"/>
                </a:solidFill>
                <a:latin typeface="Aptos"/>
                <a:ea typeface="Aptos"/>
                <a:cs typeface="Aptos"/>
              </a:defRPr>
            </a:lvl8pPr>
            <a:lvl9pPr algn="ctr">
              <a:buNone/>
              <a:defRPr sz="1125" b="0">
                <a:solidFill>
                  <a:srgbClr val="182230"/>
                </a:solidFill>
                <a:latin typeface="Aptos"/>
                <a:ea typeface="Aptos"/>
                <a:cs typeface="Aptos"/>
              </a:defRPr>
            </a:lvl9pPr>
          </a:lstStyle>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Cambió un dato, la firma</a:t>
            </a:r>
          </a:p>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o se usó otra clave.</a:t>
            </a:r>
          </a:p>
        </p:txBody>
      </p:sp>
      <p:sp>
        <p:nvSpPr>
          <p:cNvPr id="29" name="">
            <a:extLst xmlns:a="http://schemas.openxmlformats.org/drawingml/2006/main">
              <a:ext uri="{FF2B5EF4-FFF2-40B4-BE49-F238E27FC236}">
                <a16:creationId xmlns:a16="http://schemas.microsoft.com/office/drawing/2014/main" id="{B1EFCB27-BA46-4924-B662-836A2E7F8C48}"/>
              </a:ext>
            </a:extLst>
          </p:cNvPr>
          <p:cNvSpPr>
            <a:spLocks xmlns:a="http://schemas.openxmlformats.org/drawingml/2006/main" noGrp="1"/>
          </p:cNvSpPr>
          <p:nvPr/>
        </p:nvSpPr>
        <p:spPr>
          <a:xfrm xmlns:a="http://schemas.openxmlformats.org/drawingml/2006/main">
            <a:off x="1162050" y="5619750"/>
            <a:ext cx="985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buNone/>
              <a:defRPr sz="1425" b="1">
                <a:solidFill>
                  <a:srgbClr val="775109"/>
                </a:solidFill>
                <a:latin typeface="Aptos"/>
                <a:ea typeface="Aptos"/>
                <a:cs typeface="Aptos"/>
              </a:defRPr>
            </a:lvl1pPr>
            <a:lvl2pPr algn="ctr">
              <a:buNone/>
              <a:defRPr sz="1425" b="1">
                <a:solidFill>
                  <a:srgbClr val="775109"/>
                </a:solidFill>
                <a:latin typeface="Aptos"/>
                <a:ea typeface="Aptos"/>
                <a:cs typeface="Aptos"/>
              </a:defRPr>
            </a:lvl2pPr>
            <a:lvl3pPr algn="ctr">
              <a:buNone/>
              <a:defRPr sz="1425" b="1">
                <a:solidFill>
                  <a:srgbClr val="775109"/>
                </a:solidFill>
                <a:latin typeface="Aptos"/>
                <a:ea typeface="Aptos"/>
                <a:cs typeface="Aptos"/>
              </a:defRPr>
            </a:lvl3pPr>
            <a:lvl4pPr algn="ctr">
              <a:buNone/>
              <a:defRPr sz="1425" b="1">
                <a:solidFill>
                  <a:srgbClr val="775109"/>
                </a:solidFill>
                <a:latin typeface="Aptos"/>
                <a:ea typeface="Aptos"/>
                <a:cs typeface="Aptos"/>
              </a:defRPr>
            </a:lvl4pPr>
            <a:lvl5pPr algn="ctr">
              <a:buNone/>
              <a:defRPr sz="1425" b="1">
                <a:solidFill>
                  <a:srgbClr val="775109"/>
                </a:solidFill>
                <a:latin typeface="Aptos"/>
                <a:ea typeface="Aptos"/>
                <a:cs typeface="Aptos"/>
              </a:defRPr>
            </a:lvl5pPr>
            <a:lvl6pPr algn="ctr">
              <a:buNone/>
              <a:defRPr sz="1425" b="1">
                <a:solidFill>
                  <a:srgbClr val="775109"/>
                </a:solidFill>
                <a:latin typeface="Aptos"/>
                <a:ea typeface="Aptos"/>
                <a:cs typeface="Aptos"/>
              </a:defRPr>
            </a:lvl6pPr>
            <a:lvl7pPr algn="ctr">
              <a:buNone/>
              <a:defRPr sz="1425" b="1">
                <a:solidFill>
                  <a:srgbClr val="775109"/>
                </a:solidFill>
                <a:latin typeface="Aptos"/>
                <a:ea typeface="Aptos"/>
                <a:cs typeface="Aptos"/>
              </a:defRPr>
            </a:lvl7pPr>
            <a:lvl8pPr algn="ctr">
              <a:buNone/>
              <a:defRPr sz="1425" b="1">
                <a:solidFill>
                  <a:srgbClr val="775109"/>
                </a:solidFill>
                <a:latin typeface="Aptos"/>
                <a:ea typeface="Aptos"/>
                <a:cs typeface="Aptos"/>
              </a:defRPr>
            </a:lvl8pPr>
            <a:lvl9pPr algn="ctr">
              <a:buNone/>
              <a:defRPr sz="1425" b="1">
                <a:solidFill>
                  <a:srgbClr val="775109"/>
                </a:solidFill>
                <a:latin typeface="Aptos"/>
                <a:ea typeface="Aptos"/>
                <a:cs typeface="Aptos"/>
              </a:defRPr>
            </a:lvl9pPr>
          </a:lstStyle>
          <a:p xmlns:a="http://schemas.openxmlformats.org/drawingml/2006/main">
            <a:pPr algn="ctr">
              <a:buNone/>
              <a:defRPr sz="1425" b="1">
                <a:solidFill>
                  <a:srgbClr val="775109"/>
                </a:solidFill>
                <a:latin typeface="Aptos"/>
                <a:ea typeface="Aptos"/>
                <a:cs typeface="Aptos"/>
              </a:defRPr>
            </a:pPr>
            <a:r>
              <a:rPr sz="1425" b="1">
                <a:solidFill>
                  <a:srgbClr val="775109"/>
                </a:solidFill>
                <a:latin typeface="Aptos"/>
                <a:ea typeface="Aptos"/>
                <a:cs typeface="Aptos"/>
              </a:rPr>
              <a:t>Una firma válida no confirma que la credencial siga vigente. Eso se consulta aparte.</a:t>
            </a:r>
          </a:p>
        </p:txBody>
      </p:sp>
    </p:spTree>
    <p:extLst>
      <p:ext uri="{BB962C8B-B14F-4D97-AF65-F5344CB8AC3E}">
        <p14:creationId xmlns:p14="http://schemas.microsoft.com/office/powerpoint/2010/main" val="1916466977"/>
      </p:ext>
    </p:extLst>
  </p:cSld>
</p:sld>
</file>

<file path=ppt/slides/slide1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2862120F-CBB3-48AC-AC00-282D55F27503}"/>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18397C3A-D03B-4C94-A190-9F9F84E9969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1:00</a:t>
            </a:r>
          </a:p>
        </p:txBody>
      </p:sp>
      <p:sp>
        <p:nvSpPr>
          <p:cNvPr id="3" name="">
            <a:extLst xmlns:a="http://schemas.openxmlformats.org/drawingml/2006/main">
              <a:ext uri="{FF2B5EF4-FFF2-40B4-BE49-F238E27FC236}">
                <a16:creationId xmlns:a16="http://schemas.microsoft.com/office/drawing/2014/main" id="{5922AE2C-D03D-4145-8F2D-78168CA75686}"/>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emisor y el teléfono usan claves distintas</a:t>
            </a:r>
          </a:p>
        </p:txBody>
      </p:sp>
      <p:sp>
        <p:nvSpPr>
          <p:cNvPr id="4" name="">
            <a:extLst xmlns:a="http://schemas.openxmlformats.org/drawingml/2006/main">
              <a:ext uri="{FF2B5EF4-FFF2-40B4-BE49-F238E27FC236}">
                <a16:creationId xmlns:a16="http://schemas.microsoft.com/office/drawing/2014/main" id="{F96429F5-14F9-406C-90BD-3234A7AB11DC}"/>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ADD2588E-4B88-49F8-9772-9A14431D391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7ACDCC7-CE10-455E-A2F4-EF8ABAA670FB}"/>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11</a:t>
            </a:r>
          </a:p>
        </p:txBody>
      </p:sp>
      <p:sp>
        <p:nvSpPr>
          <p:cNvPr id="7" name="">
            <a:extLst xmlns:a="http://schemas.openxmlformats.org/drawingml/2006/main">
              <a:ext uri="{FF2B5EF4-FFF2-40B4-BE49-F238E27FC236}">
                <a16:creationId xmlns:a16="http://schemas.microsoft.com/office/drawing/2014/main" id="{ED3961F8-A515-4D9A-9E98-BF1080747FDC}"/>
              </a:ext>
            </a:extLst>
          </p:cNvPr>
          <p:cNvSpPr>
            <a:spLocks xmlns:a="http://schemas.openxmlformats.org/drawingml/2006/main" noGrp="1"/>
          </p:cNvSpPr>
          <p:nvPr/>
        </p:nvSpPr>
        <p:spPr>
          <a:xfrm xmlns:a="http://schemas.openxmlformats.org/drawingml/2006/main">
            <a:off x="666750" y="1714500"/>
            <a:ext cx="32861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A1F22FE-4323-4DDE-A2CE-374059EAB4F5}"/>
              </a:ext>
            </a:extLst>
          </p:cNvPr>
          <p:cNvSpPr>
            <a:spLocks xmlns:a="http://schemas.openxmlformats.org/drawingml/2006/main" noGrp="1"/>
          </p:cNvSpPr>
          <p:nvPr/>
        </p:nvSpPr>
        <p:spPr>
          <a:xfrm xmlns:a="http://schemas.openxmlformats.org/drawingml/2006/main">
            <a:off x="666750" y="1714500"/>
            <a:ext cx="76200" cy="1428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B22036-B8B5-43E1-9D85-86AE79BCDA36}"/>
              </a:ext>
            </a:extLst>
          </p:cNvPr>
          <p:cNvSpPr>
            <a:spLocks xmlns:a="http://schemas.openxmlformats.org/drawingml/2006/main" noGrp="1"/>
          </p:cNvSpPr>
          <p:nvPr/>
        </p:nvSpPr>
        <p:spPr>
          <a:xfrm xmlns:a="http://schemas.openxmlformats.org/drawingml/2006/main">
            <a:off x="838200" y="2181225"/>
            <a:ext cx="495300" cy="133731"/>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64C3ED-A3AE-4E1F-8E6D-F5A540EB01A1}"/>
              </a:ext>
            </a:extLst>
          </p:cNvPr>
          <p:cNvSpPr>
            <a:spLocks xmlns:a="http://schemas.openxmlformats.org/drawingml/2006/main" noGrp="1"/>
          </p:cNvSpPr>
          <p:nvPr/>
        </p:nvSpPr>
        <p:spPr>
          <a:xfrm xmlns:a="http://schemas.openxmlformats.org/drawingml/2006/main">
            <a:off x="877824" y="2319909"/>
            <a:ext cx="416052" cy="34671"/>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5E4DD73-47B3-4912-81B6-D83350DF3C6E}"/>
              </a:ext>
            </a:extLst>
          </p:cNvPr>
          <p:cNvSpPr>
            <a:spLocks xmlns:a="http://schemas.openxmlformats.org/drawingml/2006/main" noGrp="1"/>
          </p:cNvSpPr>
          <p:nvPr/>
        </p:nvSpPr>
        <p:spPr>
          <a:xfrm xmlns:a="http://schemas.openxmlformats.org/drawingml/2006/main">
            <a:off x="907542"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0A6A92B5-1797-4A4B-B709-ECFC26661CAD}"/>
              </a:ext>
            </a:extLst>
          </p:cNvPr>
          <p:cNvSpPr>
            <a:spLocks xmlns:a="http://schemas.openxmlformats.org/drawingml/2006/main" noGrp="1"/>
          </p:cNvSpPr>
          <p:nvPr/>
        </p:nvSpPr>
        <p:spPr>
          <a:xfrm xmlns:a="http://schemas.openxmlformats.org/drawingml/2006/main">
            <a:off x="1016508"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D7A790AC-7018-4E9D-B853-E89D68B65AE1}"/>
              </a:ext>
            </a:extLst>
          </p:cNvPr>
          <p:cNvSpPr>
            <a:spLocks xmlns:a="http://schemas.openxmlformats.org/drawingml/2006/main" noGrp="1"/>
          </p:cNvSpPr>
          <p:nvPr/>
        </p:nvSpPr>
        <p:spPr>
          <a:xfrm xmlns:a="http://schemas.openxmlformats.org/drawingml/2006/main">
            <a:off x="1125474"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BDD75847-6161-45F2-A064-4D0305EC49E8}"/>
              </a:ext>
            </a:extLst>
          </p:cNvPr>
          <p:cNvSpPr>
            <a:spLocks xmlns:a="http://schemas.openxmlformats.org/drawingml/2006/main" noGrp="1"/>
          </p:cNvSpPr>
          <p:nvPr/>
        </p:nvSpPr>
        <p:spPr>
          <a:xfrm xmlns:a="http://schemas.openxmlformats.org/drawingml/2006/main">
            <a:off x="1234440"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E81E8B36-F8F6-4523-AEEC-938ABF06F40E}"/>
              </a:ext>
            </a:extLst>
          </p:cNvPr>
          <p:cNvSpPr>
            <a:spLocks xmlns:a="http://schemas.openxmlformats.org/drawingml/2006/main" noGrp="1"/>
          </p:cNvSpPr>
          <p:nvPr/>
        </p:nvSpPr>
        <p:spPr>
          <a:xfrm xmlns:a="http://schemas.openxmlformats.org/drawingml/2006/main">
            <a:off x="858012" y="2592324"/>
            <a:ext cx="455676" cy="39624"/>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B2BBFCC-A316-4651-A0AC-63F18C7FFFCC}"/>
              </a:ext>
            </a:extLst>
          </p:cNvPr>
          <p:cNvSpPr>
            <a:spLocks xmlns:a="http://schemas.openxmlformats.org/drawingml/2006/main" noGrp="1"/>
          </p:cNvSpPr>
          <p:nvPr/>
        </p:nvSpPr>
        <p:spPr>
          <a:xfrm xmlns:a="http://schemas.openxmlformats.org/drawingml/2006/main">
            <a:off x="1476375" y="1885950"/>
            <a:ext cx="2314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Emisor · Mac</a:t>
            </a:r>
          </a:p>
        </p:txBody>
      </p:sp>
      <p:sp>
        <p:nvSpPr>
          <p:cNvPr id="17" name="">
            <a:extLst xmlns:a="http://schemas.openxmlformats.org/drawingml/2006/main">
              <a:ext uri="{FF2B5EF4-FFF2-40B4-BE49-F238E27FC236}">
                <a16:creationId xmlns:a16="http://schemas.microsoft.com/office/drawing/2014/main" id="{197E2832-2650-4D60-985A-266B1C7FE2EC}"/>
              </a:ext>
            </a:extLst>
          </p:cNvPr>
          <p:cNvSpPr>
            <a:spLocks xmlns:a="http://schemas.openxmlformats.org/drawingml/2006/main" noGrp="1"/>
          </p:cNvSpPr>
          <p:nvPr/>
        </p:nvSpPr>
        <p:spPr>
          <a:xfrm xmlns:a="http://schemas.openxmlformats.org/drawingml/2006/main">
            <a:off x="1476375" y="2190750"/>
            <a:ext cx="23145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emisor firma la credencial.</a:t>
            </a:r>
          </a:p>
        </p:txBody>
      </p:sp>
      <p:sp>
        <p:nvSpPr>
          <p:cNvPr id="18" name="">
            <a:extLst xmlns:a="http://schemas.openxmlformats.org/drawingml/2006/main">
              <a:ext uri="{FF2B5EF4-FFF2-40B4-BE49-F238E27FC236}">
                <a16:creationId xmlns:a16="http://schemas.microsoft.com/office/drawing/2014/main" id="{39D27C77-2481-4ED4-A41C-9F78E70070D2}"/>
              </a:ext>
            </a:extLst>
          </p:cNvPr>
          <p:cNvSpPr>
            <a:spLocks xmlns:a="http://schemas.openxmlformats.org/drawingml/2006/main" noGrp="1"/>
          </p:cNvSpPr>
          <p:nvPr/>
        </p:nvSpPr>
        <p:spPr>
          <a:xfrm xmlns:a="http://schemas.openxmlformats.org/drawingml/2006/main">
            <a:off x="4476750" y="1714500"/>
            <a:ext cx="32861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19" name="">
            <a:extLst xmlns:a="http://schemas.openxmlformats.org/drawingml/2006/main">
              <a:ext uri="{FF2B5EF4-FFF2-40B4-BE49-F238E27FC236}">
                <a16:creationId xmlns:a16="http://schemas.microsoft.com/office/drawing/2014/main" id="{B120662B-77C7-4DC7-B746-3E4DAE97D216}"/>
              </a:ext>
            </a:extLst>
          </p:cNvPr>
          <p:cNvSpPr>
            <a:spLocks xmlns:a="http://schemas.openxmlformats.org/drawingml/2006/main" noGrp="1"/>
          </p:cNvSpPr>
          <p:nvPr/>
        </p:nvSpPr>
        <p:spPr>
          <a:xfrm xmlns:a="http://schemas.openxmlformats.org/drawingml/2006/main">
            <a:off x="4476750" y="1714500"/>
            <a:ext cx="76200" cy="142875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4E304CC-5214-4A98-9946-D74E6BC9E971}"/>
              </a:ext>
            </a:extLst>
          </p:cNvPr>
          <p:cNvSpPr>
            <a:spLocks xmlns:a="http://schemas.openxmlformats.org/drawingml/2006/main" noGrp="1"/>
          </p:cNvSpPr>
          <p:nvPr/>
        </p:nvSpPr>
        <p:spPr>
          <a:xfrm xmlns:a="http://schemas.openxmlformats.org/drawingml/2006/main">
            <a:off x="4816602" y="2201037"/>
            <a:ext cx="158496"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E58A526-3130-41BC-B0D1-58B306BD1179}"/>
              </a:ext>
            </a:extLst>
          </p:cNvPr>
          <p:cNvSpPr>
            <a:spLocks xmlns:a="http://schemas.openxmlformats.org/drawingml/2006/main" noGrp="1"/>
          </p:cNvSpPr>
          <p:nvPr/>
        </p:nvSpPr>
        <p:spPr>
          <a:xfrm xmlns:a="http://schemas.openxmlformats.org/drawingml/2006/main">
            <a:off x="4712589" y="2389251"/>
            <a:ext cx="366522" cy="25755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99D8D97-1D31-4A55-9EAB-EE3014725805}"/>
              </a:ext>
            </a:extLst>
          </p:cNvPr>
          <p:cNvSpPr>
            <a:spLocks xmlns:a="http://schemas.openxmlformats.org/drawingml/2006/main" noGrp="1"/>
          </p:cNvSpPr>
          <p:nvPr/>
        </p:nvSpPr>
        <p:spPr>
          <a:xfrm xmlns:a="http://schemas.openxmlformats.org/drawingml/2006/main">
            <a:off x="5286375" y="1885950"/>
            <a:ext cx="2314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Billetera · Android</a:t>
            </a:r>
          </a:p>
        </p:txBody>
      </p:sp>
      <p:sp>
        <p:nvSpPr>
          <p:cNvPr id="23" name="">
            <a:extLst xmlns:a="http://schemas.openxmlformats.org/drawingml/2006/main">
              <a:ext uri="{FF2B5EF4-FFF2-40B4-BE49-F238E27FC236}">
                <a16:creationId xmlns:a16="http://schemas.microsoft.com/office/drawing/2014/main" id="{37709DBC-344B-4140-AC60-4F73EB63B8DA}"/>
              </a:ext>
            </a:extLst>
          </p:cNvPr>
          <p:cNvSpPr>
            <a:spLocks xmlns:a="http://schemas.openxmlformats.org/drawingml/2006/main" noGrp="1"/>
          </p:cNvSpPr>
          <p:nvPr/>
        </p:nvSpPr>
        <p:spPr>
          <a:xfrm xmlns:a="http://schemas.openxmlformats.org/drawingml/2006/main">
            <a:off x="5286375" y="2190750"/>
            <a:ext cx="23145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teléfono guarda la clave del estudiante.</a:t>
            </a:r>
          </a:p>
        </p:txBody>
      </p:sp>
      <p:sp>
        <p:nvSpPr>
          <p:cNvPr id="24" name="">
            <a:extLst xmlns:a="http://schemas.openxmlformats.org/drawingml/2006/main">
              <a:ext uri="{FF2B5EF4-FFF2-40B4-BE49-F238E27FC236}">
                <a16:creationId xmlns:a16="http://schemas.microsoft.com/office/drawing/2014/main" id="{B661886B-3844-42B7-B1E3-74C1346B5E32}"/>
              </a:ext>
            </a:extLst>
          </p:cNvPr>
          <p:cNvSpPr>
            <a:spLocks xmlns:a="http://schemas.openxmlformats.org/drawingml/2006/main" noGrp="1"/>
          </p:cNvSpPr>
          <p:nvPr/>
        </p:nvSpPr>
        <p:spPr>
          <a:xfrm xmlns:a="http://schemas.openxmlformats.org/drawingml/2006/main">
            <a:off x="8286750" y="1714500"/>
            <a:ext cx="3238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25" name="">
            <a:extLst xmlns:a="http://schemas.openxmlformats.org/drawingml/2006/main">
              <a:ext uri="{FF2B5EF4-FFF2-40B4-BE49-F238E27FC236}">
                <a16:creationId xmlns:a16="http://schemas.microsoft.com/office/drawing/2014/main" id="{432A562C-711F-48E0-BE5B-0DD83F5CF15E}"/>
              </a:ext>
            </a:extLst>
          </p:cNvPr>
          <p:cNvSpPr>
            <a:spLocks xmlns:a="http://schemas.openxmlformats.org/drawingml/2006/main" noGrp="1"/>
          </p:cNvSpPr>
          <p:nvPr/>
        </p:nvSpPr>
        <p:spPr>
          <a:xfrm xmlns:a="http://schemas.openxmlformats.org/drawingml/2006/main">
            <a:off x="8286750" y="1714500"/>
            <a:ext cx="76200" cy="142875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8AFD9DA-067E-46E6-89D9-8DD34093402B}"/>
              </a:ext>
            </a:extLst>
          </p:cNvPr>
          <p:cNvSpPr>
            <a:spLocks xmlns:a="http://schemas.openxmlformats.org/drawingml/2006/main" noGrp="1"/>
          </p:cNvSpPr>
          <p:nvPr/>
        </p:nvSpPr>
        <p:spPr>
          <a:xfrm xmlns:a="http://schemas.openxmlformats.org/drawingml/2006/main">
            <a:off x="8478012" y="2196084"/>
            <a:ext cx="307086" cy="307086"/>
          </a:xfrm>
          <a:prstGeom xmlns:a="http://schemas.openxmlformats.org/drawingml/2006/main" prst="ellipse">
            <a:avLst/>
          </a:prstGeom>
          <a:noFill xmlns:a="http://schemas.openxmlformats.org/drawingml/2006/main"/>
          <a:ln xmlns:a="http://schemas.openxmlformats.org/drawingml/2006/main" w="54483">
            <a:solidFill>
              <a:srgbClr val="F2B544"/>
            </a:solidFill>
            <a:prstDash val="solid"/>
          </a:ln>
        </p:spPr>
      </p:sp>
      <p:sp>
        <p:nvSpPr>
          <p:cNvPr id="27" name="">
            <a:extLst xmlns:a="http://schemas.openxmlformats.org/drawingml/2006/main">
              <a:ext uri="{FF2B5EF4-FFF2-40B4-BE49-F238E27FC236}">
                <a16:creationId xmlns:a16="http://schemas.microsoft.com/office/drawing/2014/main" id="{A9AE5FD3-8697-44CF-A3B5-724B35F5013B}"/>
              </a:ext>
            </a:extLst>
          </p:cNvPr>
          <p:cNvSpPr>
            <a:spLocks xmlns:a="http://schemas.openxmlformats.org/drawingml/2006/main" noGrp="1"/>
          </p:cNvSpPr>
          <p:nvPr/>
        </p:nvSpPr>
        <p:spPr>
          <a:xfrm xmlns:a="http://schemas.openxmlformats.org/drawingml/2006/main">
            <a:off x="8740521" y="2463546"/>
            <a:ext cx="208026" cy="59436"/>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8" name="">
            <a:extLst xmlns:a="http://schemas.openxmlformats.org/drawingml/2006/main">
              <a:ext uri="{FF2B5EF4-FFF2-40B4-BE49-F238E27FC236}">
                <a16:creationId xmlns:a16="http://schemas.microsoft.com/office/drawing/2014/main" id="{03DE3F3C-4B49-4311-9E61-BE38D8D7484D}"/>
              </a:ext>
            </a:extLst>
          </p:cNvPr>
          <p:cNvSpPr>
            <a:spLocks xmlns:a="http://schemas.openxmlformats.org/drawingml/2006/main" noGrp="1"/>
          </p:cNvSpPr>
          <p:nvPr/>
        </p:nvSpPr>
        <p:spPr>
          <a:xfrm xmlns:a="http://schemas.openxmlformats.org/drawingml/2006/main">
            <a:off x="9096375" y="18859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buNone/>
              <a:defRPr sz="1425" b="1">
                <a:solidFill>
                  <a:srgbClr val="F2B544"/>
                </a:solidFill>
                <a:latin typeface="Aptos"/>
                <a:ea typeface="Aptos"/>
                <a:cs typeface="Aptos"/>
              </a:defRPr>
            </a:lvl1pPr>
            <a:lvl2pPr algn="l">
              <a:buNone/>
              <a:defRPr sz="1425" b="1">
                <a:solidFill>
                  <a:srgbClr val="F2B544"/>
                </a:solidFill>
                <a:latin typeface="Aptos"/>
                <a:ea typeface="Aptos"/>
                <a:cs typeface="Aptos"/>
              </a:defRPr>
            </a:lvl2pPr>
            <a:lvl3pPr algn="l">
              <a:buNone/>
              <a:defRPr sz="1425" b="1">
                <a:solidFill>
                  <a:srgbClr val="F2B544"/>
                </a:solidFill>
                <a:latin typeface="Aptos"/>
                <a:ea typeface="Aptos"/>
                <a:cs typeface="Aptos"/>
              </a:defRPr>
            </a:lvl3pPr>
            <a:lvl4pPr algn="l">
              <a:buNone/>
              <a:defRPr sz="1425" b="1">
                <a:solidFill>
                  <a:srgbClr val="F2B544"/>
                </a:solidFill>
                <a:latin typeface="Aptos"/>
                <a:ea typeface="Aptos"/>
                <a:cs typeface="Aptos"/>
              </a:defRPr>
            </a:lvl4pPr>
            <a:lvl5pPr algn="l">
              <a:buNone/>
              <a:defRPr sz="1425" b="1">
                <a:solidFill>
                  <a:srgbClr val="F2B544"/>
                </a:solidFill>
                <a:latin typeface="Aptos"/>
                <a:ea typeface="Aptos"/>
                <a:cs typeface="Aptos"/>
              </a:defRPr>
            </a:lvl5pPr>
            <a:lvl6pPr algn="l">
              <a:buNone/>
              <a:defRPr sz="1425" b="1">
                <a:solidFill>
                  <a:srgbClr val="F2B544"/>
                </a:solidFill>
                <a:latin typeface="Aptos"/>
                <a:ea typeface="Aptos"/>
                <a:cs typeface="Aptos"/>
              </a:defRPr>
            </a:lvl6pPr>
            <a:lvl7pPr algn="l">
              <a:buNone/>
              <a:defRPr sz="1425" b="1">
                <a:solidFill>
                  <a:srgbClr val="F2B544"/>
                </a:solidFill>
                <a:latin typeface="Aptos"/>
                <a:ea typeface="Aptos"/>
                <a:cs typeface="Aptos"/>
              </a:defRPr>
            </a:lvl7pPr>
            <a:lvl8pPr algn="l">
              <a:buNone/>
              <a:defRPr sz="1425" b="1">
                <a:solidFill>
                  <a:srgbClr val="F2B544"/>
                </a:solidFill>
                <a:latin typeface="Aptos"/>
                <a:ea typeface="Aptos"/>
                <a:cs typeface="Aptos"/>
              </a:defRPr>
            </a:lvl8pPr>
            <a:lvl9pPr algn="l">
              <a:buNone/>
              <a:defRPr sz="1425" b="1">
                <a:solidFill>
                  <a:srgbClr val="F2B544"/>
                </a:solidFill>
                <a:latin typeface="Aptos"/>
                <a:ea typeface="Aptos"/>
                <a:cs typeface="Aptos"/>
              </a:defRPr>
            </a:lvl9pPr>
          </a:lstStyle>
          <a:p xmlns:a="http://schemas.openxmlformats.org/drawingml/2006/main">
            <a:pPr algn="l">
              <a:buNone/>
              <a:defRPr sz="1425" b="1">
                <a:solidFill>
                  <a:srgbClr val="F2B544"/>
                </a:solidFill>
                <a:latin typeface="Aptos"/>
                <a:ea typeface="Aptos"/>
                <a:cs typeface="Aptos"/>
              </a:defRPr>
            </a:pPr>
            <a:r>
              <a:rPr sz="1425" b="1">
                <a:solidFill>
                  <a:srgbClr val="F2B544"/>
                </a:solidFill>
                <a:latin typeface="Aptos"/>
                <a:ea typeface="Aptos"/>
                <a:cs typeface="Aptos"/>
              </a:rPr>
              <a:t>Verificador · API</a:t>
            </a:r>
          </a:p>
        </p:txBody>
      </p:sp>
      <p:sp>
        <p:nvSpPr>
          <p:cNvPr id="29" name="">
            <a:extLst xmlns:a="http://schemas.openxmlformats.org/drawingml/2006/main">
              <a:ext uri="{FF2B5EF4-FFF2-40B4-BE49-F238E27FC236}">
                <a16:creationId xmlns:a16="http://schemas.microsoft.com/office/drawing/2014/main" id="{7C393653-28CE-4B3F-ADFE-7BB85B6BCF30}"/>
              </a:ext>
            </a:extLst>
          </p:cNvPr>
          <p:cNvSpPr>
            <a:spLocks xmlns:a="http://schemas.openxmlformats.org/drawingml/2006/main" noGrp="1"/>
          </p:cNvSpPr>
          <p:nvPr/>
        </p:nvSpPr>
        <p:spPr>
          <a:xfrm xmlns:a="http://schemas.openxmlformats.org/drawingml/2006/main">
            <a:off x="9096375" y="2190750"/>
            <a:ext cx="22669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API comprueba la firma y consulta el estado.</a:t>
            </a:r>
          </a:p>
        </p:txBody>
      </p:sp>
      <p:sp>
        <p:nvSpPr>
          <p:cNvPr id="30" name="">
            <a:extLst xmlns:a="http://schemas.openxmlformats.org/drawingml/2006/main">
              <a:ext uri="{FF2B5EF4-FFF2-40B4-BE49-F238E27FC236}">
                <a16:creationId xmlns:a16="http://schemas.microsoft.com/office/drawing/2014/main" id="{6DF5DD8E-1E4A-4B23-9B37-B2612DBEA0D9}"/>
              </a:ext>
            </a:extLst>
          </p:cNvPr>
          <p:cNvSpPr>
            <a:spLocks xmlns:a="http://schemas.openxmlformats.org/drawingml/2006/main" noGrp="1"/>
          </p:cNvSpPr>
          <p:nvPr/>
        </p:nvSpPr>
        <p:spPr>
          <a:xfrm xmlns:a="http://schemas.openxmlformats.org/drawingml/2006/main" flipV="0">
            <a:off x="3952875" y="2428875"/>
            <a:ext cx="523875" cy="9525"/>
          </a:xfrm>
          <a:prstGeom xmlns:a="http://schemas.openxmlformats.org/drawingml/2006/main" prst="line">
            <a:avLst/>
          </a:prstGeom>
          <a:noFill xmlns:a="http://schemas.openxmlformats.org/drawingml/2006/main"/>
          <a:ln xmlns:a="http://schemas.openxmlformats.org/drawingml/2006/main" w="28575">
            <a:solidFill>
              <a:srgbClr val="2846A0"/>
            </a:solidFill>
            <a:prstDash val="solid"/>
          </a:ln>
        </p:spPr>
      </p:sp>
      <p:sp>
        <p:nvSpPr>
          <p:cNvPr id="31" name="">
            <a:extLst xmlns:a="http://schemas.openxmlformats.org/drawingml/2006/main">
              <a:ext uri="{FF2B5EF4-FFF2-40B4-BE49-F238E27FC236}">
                <a16:creationId xmlns:a16="http://schemas.microsoft.com/office/drawing/2014/main" id="{6DF161C1-9C9C-46E2-993C-7457AF7AC102}"/>
              </a:ext>
            </a:extLst>
          </p:cNvPr>
          <p:cNvSpPr>
            <a:spLocks xmlns:a="http://schemas.openxmlformats.org/drawingml/2006/main" noGrp="1"/>
          </p:cNvSpPr>
          <p:nvPr/>
        </p:nvSpPr>
        <p:spPr>
          <a:xfrm xmlns:a="http://schemas.openxmlformats.org/drawingml/2006/main" flipV="0">
            <a:off x="7762875" y="2428875"/>
            <a:ext cx="523875" cy="95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32" name="">
            <a:extLst xmlns:a="http://schemas.openxmlformats.org/drawingml/2006/main">
              <a:ext uri="{FF2B5EF4-FFF2-40B4-BE49-F238E27FC236}">
                <a16:creationId xmlns:a16="http://schemas.microsoft.com/office/drawing/2014/main" id="{CE6A382E-E6D3-431A-B7AF-1839858D4234}"/>
              </a:ext>
            </a:extLst>
          </p:cNvPr>
          <p:cNvSpPr>
            <a:spLocks xmlns:a="http://schemas.openxmlformats.org/drawingml/2006/main" noGrp="1"/>
          </p:cNvSpPr>
          <p:nvPr/>
        </p:nvSpPr>
        <p:spPr>
          <a:xfrm xmlns:a="http://schemas.openxmlformats.org/drawingml/2006/main">
            <a:off x="742950" y="3600450"/>
            <a:ext cx="50006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CE3ED"/>
            </a:solidFill>
            <a:prstDash val="solid"/>
          </a:ln>
        </p:spPr>
      </p:sp>
      <p:sp>
        <p:nvSpPr>
          <p:cNvPr id="33" name="">
            <a:extLst xmlns:a="http://schemas.openxmlformats.org/drawingml/2006/main">
              <a:ext uri="{FF2B5EF4-FFF2-40B4-BE49-F238E27FC236}">
                <a16:creationId xmlns:a16="http://schemas.microsoft.com/office/drawing/2014/main" id="{32E772F0-3525-4FE7-A779-071116BF04C9}"/>
              </a:ext>
            </a:extLst>
          </p:cNvPr>
          <p:cNvSpPr>
            <a:spLocks xmlns:a="http://schemas.openxmlformats.org/drawingml/2006/main" noGrp="1"/>
          </p:cNvSpPr>
          <p:nvPr/>
        </p:nvSpPr>
        <p:spPr>
          <a:xfrm xmlns:a="http://schemas.openxmlformats.org/drawingml/2006/main">
            <a:off x="1000125" y="37909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72554"/>
                </a:solidFill>
                <a:latin typeface="Aptos"/>
                <a:ea typeface="Aptos"/>
                <a:cs typeface="Aptos"/>
              </a:defRPr>
            </a:defPPr>
            <a:lvl1pPr algn="l">
              <a:buNone/>
              <a:defRPr sz="1350" b="1">
                <a:solidFill>
                  <a:srgbClr val="172554"/>
                </a:solidFill>
                <a:latin typeface="Aptos"/>
                <a:ea typeface="Aptos"/>
                <a:cs typeface="Aptos"/>
              </a:defRPr>
            </a:lvl1pPr>
            <a:lvl2pPr algn="l">
              <a:buNone/>
              <a:defRPr sz="1350" b="1">
                <a:solidFill>
                  <a:srgbClr val="172554"/>
                </a:solidFill>
                <a:latin typeface="Aptos"/>
                <a:ea typeface="Aptos"/>
                <a:cs typeface="Aptos"/>
              </a:defRPr>
            </a:lvl2pPr>
            <a:lvl3pPr algn="l">
              <a:buNone/>
              <a:defRPr sz="1350" b="1">
                <a:solidFill>
                  <a:srgbClr val="172554"/>
                </a:solidFill>
                <a:latin typeface="Aptos"/>
                <a:ea typeface="Aptos"/>
                <a:cs typeface="Aptos"/>
              </a:defRPr>
            </a:lvl3pPr>
            <a:lvl4pPr algn="l">
              <a:buNone/>
              <a:defRPr sz="1350" b="1">
                <a:solidFill>
                  <a:srgbClr val="172554"/>
                </a:solidFill>
                <a:latin typeface="Aptos"/>
                <a:ea typeface="Aptos"/>
                <a:cs typeface="Aptos"/>
              </a:defRPr>
            </a:lvl4pPr>
            <a:lvl5pPr algn="l">
              <a:buNone/>
              <a:defRPr sz="1350" b="1">
                <a:solidFill>
                  <a:srgbClr val="172554"/>
                </a:solidFill>
                <a:latin typeface="Aptos"/>
                <a:ea typeface="Aptos"/>
                <a:cs typeface="Aptos"/>
              </a:defRPr>
            </a:lvl5pPr>
            <a:lvl6pPr algn="l">
              <a:buNone/>
              <a:defRPr sz="1350" b="1">
                <a:solidFill>
                  <a:srgbClr val="172554"/>
                </a:solidFill>
                <a:latin typeface="Aptos"/>
                <a:ea typeface="Aptos"/>
                <a:cs typeface="Aptos"/>
              </a:defRPr>
            </a:lvl6pPr>
            <a:lvl7pPr algn="l">
              <a:buNone/>
              <a:defRPr sz="1350" b="1">
                <a:solidFill>
                  <a:srgbClr val="172554"/>
                </a:solidFill>
                <a:latin typeface="Aptos"/>
                <a:ea typeface="Aptos"/>
                <a:cs typeface="Aptos"/>
              </a:defRPr>
            </a:lvl7pPr>
            <a:lvl8pPr algn="l">
              <a:buNone/>
              <a:defRPr sz="1350" b="1">
                <a:solidFill>
                  <a:srgbClr val="172554"/>
                </a:solidFill>
                <a:latin typeface="Aptos"/>
                <a:ea typeface="Aptos"/>
                <a:cs typeface="Aptos"/>
              </a:defRPr>
            </a:lvl8pPr>
            <a:lvl9pPr algn="l">
              <a:buNone/>
              <a:defRPr sz="1350" b="1">
                <a:solidFill>
                  <a:srgbClr val="172554"/>
                </a:solidFill>
                <a:latin typeface="Aptos"/>
                <a:ea typeface="Aptos"/>
                <a:cs typeface="Aptos"/>
              </a:defRPr>
            </a:lvl9pPr>
          </a:lstStyle>
          <a:p xmlns:a="http://schemas.openxmlformats.org/drawingml/2006/main">
            <a:pPr algn="l">
              <a:buNone/>
              <a:defRPr sz="1350" b="1">
                <a:solidFill>
                  <a:srgbClr val="172554"/>
                </a:solidFill>
                <a:latin typeface="Aptos"/>
                <a:ea typeface="Aptos"/>
                <a:cs typeface="Aptos"/>
              </a:defRPr>
            </a:pPr>
            <a:r>
              <a:rPr sz="1350" b="1">
                <a:solidFill>
                  <a:srgbClr val="172554"/>
                </a:solidFill>
                <a:latin typeface="Aptos"/>
                <a:ea typeface="Aptos"/>
                <a:cs typeface="Aptos"/>
              </a:rPr>
              <a:t>Credencial firmada</a:t>
            </a:r>
          </a:p>
        </p:txBody>
      </p:sp>
      <p:sp>
        <p:nvSpPr>
          <p:cNvPr id="34" name="">
            <a:extLst xmlns:a="http://schemas.openxmlformats.org/drawingml/2006/main">
              <a:ext uri="{FF2B5EF4-FFF2-40B4-BE49-F238E27FC236}">
                <a16:creationId xmlns:a16="http://schemas.microsoft.com/office/drawing/2014/main" id="{3937E2EA-DC89-41B0-9BE5-2972A5132BBD}"/>
              </a:ext>
            </a:extLst>
          </p:cNvPr>
          <p:cNvSpPr>
            <a:spLocks xmlns:a="http://schemas.openxmlformats.org/drawingml/2006/main" noGrp="1"/>
          </p:cNvSpPr>
          <p:nvPr/>
        </p:nvSpPr>
        <p:spPr>
          <a:xfrm xmlns:a="http://schemas.openxmlformats.org/drawingml/2006/main">
            <a:off x="1000125" y="42767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233EDC7D-B8E4-4E7B-A7F6-72C6277FE365}"/>
              </a:ext>
            </a:extLst>
          </p:cNvPr>
          <p:cNvSpPr>
            <a:spLocks xmlns:a="http://schemas.openxmlformats.org/drawingml/2006/main" noGrp="1"/>
          </p:cNvSpPr>
          <p:nvPr/>
        </p:nvSpPr>
        <p:spPr>
          <a:xfrm xmlns:a="http://schemas.openxmlformats.org/drawingml/2006/main">
            <a:off x="1266825" y="4200525"/>
            <a:ext cx="4019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182230"/>
                </a:solidFill>
                <a:latin typeface="Aptos"/>
                <a:ea typeface="Aptos"/>
                <a:cs typeface="Aptos"/>
              </a:defRPr>
            </a:defPPr>
            <a:lvl1pPr algn="l">
              <a:buNone/>
              <a:defRPr sz="1200" b="0">
                <a:solidFill>
                  <a:srgbClr val="182230"/>
                </a:solidFill>
                <a:latin typeface="Aptos"/>
                <a:ea typeface="Aptos"/>
                <a:cs typeface="Aptos"/>
              </a:defRPr>
            </a:lvl1pPr>
            <a:lvl2pPr algn="l">
              <a:buNone/>
              <a:defRPr sz="1200" b="0">
                <a:solidFill>
                  <a:srgbClr val="182230"/>
                </a:solidFill>
                <a:latin typeface="Aptos"/>
                <a:ea typeface="Aptos"/>
                <a:cs typeface="Aptos"/>
              </a:defRPr>
            </a:lvl2pPr>
            <a:lvl3pPr algn="l">
              <a:buNone/>
              <a:defRPr sz="1200" b="0">
                <a:solidFill>
                  <a:srgbClr val="182230"/>
                </a:solidFill>
                <a:latin typeface="Aptos"/>
                <a:ea typeface="Aptos"/>
                <a:cs typeface="Aptos"/>
              </a:defRPr>
            </a:lvl3pPr>
            <a:lvl4pPr algn="l">
              <a:buNone/>
              <a:defRPr sz="1200" b="0">
                <a:solidFill>
                  <a:srgbClr val="182230"/>
                </a:solidFill>
                <a:latin typeface="Aptos"/>
                <a:ea typeface="Aptos"/>
                <a:cs typeface="Aptos"/>
              </a:defRPr>
            </a:lvl4pPr>
            <a:lvl5pPr algn="l">
              <a:buNone/>
              <a:defRPr sz="1200" b="0">
                <a:solidFill>
                  <a:srgbClr val="182230"/>
                </a:solidFill>
                <a:latin typeface="Aptos"/>
                <a:ea typeface="Aptos"/>
                <a:cs typeface="Aptos"/>
              </a:defRPr>
            </a:lvl5pPr>
            <a:lvl6pPr algn="l">
              <a:buNone/>
              <a:defRPr sz="1200" b="0">
                <a:solidFill>
                  <a:srgbClr val="182230"/>
                </a:solidFill>
                <a:latin typeface="Aptos"/>
                <a:ea typeface="Aptos"/>
                <a:cs typeface="Aptos"/>
              </a:defRPr>
            </a:lvl6pPr>
            <a:lvl7pPr algn="l">
              <a:buNone/>
              <a:defRPr sz="1200" b="0">
                <a:solidFill>
                  <a:srgbClr val="182230"/>
                </a:solidFill>
                <a:latin typeface="Aptos"/>
                <a:ea typeface="Aptos"/>
                <a:cs typeface="Aptos"/>
              </a:defRPr>
            </a:lvl7pPr>
            <a:lvl8pPr algn="l">
              <a:buNone/>
              <a:defRPr sz="1200" b="0">
                <a:solidFill>
                  <a:srgbClr val="182230"/>
                </a:solidFill>
                <a:latin typeface="Aptos"/>
                <a:ea typeface="Aptos"/>
                <a:cs typeface="Aptos"/>
              </a:defRPr>
            </a:lvl8pPr>
            <a:lvl9pPr algn="l">
              <a:buNone/>
              <a:defRPr sz="1200" b="0">
                <a:solidFill>
                  <a:srgbClr val="182230"/>
                </a:solidFill>
                <a:latin typeface="Aptos"/>
                <a:ea typeface="Aptos"/>
                <a:cs typeface="Aptos"/>
              </a:defRPr>
            </a:lvl9pPr>
          </a:lstStyle>
          <a:p xmlns:a="http://schemas.openxmlformats.org/drawingml/2006/main">
            <a:pPr algn="l">
              <a:buNone/>
              <a:defRPr sz="1200" b="0">
                <a:solidFill>
                  <a:srgbClr val="182230"/>
                </a:solidFill>
                <a:latin typeface="Aptos"/>
                <a:ea typeface="Aptos"/>
                <a:cs typeface="Aptos"/>
              </a:defRPr>
            </a:pPr>
            <a:r>
              <a:rPr sz="1200" b="0">
                <a:solidFill>
                  <a:srgbClr val="182230"/>
                </a:solidFill>
                <a:latin typeface="Aptos"/>
                <a:ea typeface="Aptos"/>
                <a:cs typeface="Aptos"/>
              </a:rPr>
              <a:t>Datos + firma del emisor</a:t>
            </a:r>
          </a:p>
        </p:txBody>
      </p:sp>
      <p:sp>
        <p:nvSpPr>
          <p:cNvPr id="36" name="">
            <a:extLst xmlns:a="http://schemas.openxmlformats.org/drawingml/2006/main">
              <a:ext uri="{FF2B5EF4-FFF2-40B4-BE49-F238E27FC236}">
                <a16:creationId xmlns:a16="http://schemas.microsoft.com/office/drawing/2014/main" id="{9EF11F8F-630D-4EEA-A509-CF8C9089DD32}"/>
              </a:ext>
            </a:extLst>
          </p:cNvPr>
          <p:cNvSpPr>
            <a:spLocks xmlns:a="http://schemas.openxmlformats.org/drawingml/2006/main" noGrp="1"/>
          </p:cNvSpPr>
          <p:nvPr/>
        </p:nvSpPr>
        <p:spPr>
          <a:xfrm xmlns:a="http://schemas.openxmlformats.org/drawingml/2006/main">
            <a:off x="1000125" y="47339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30A1151-0AB8-426D-9E32-07E646797768}"/>
              </a:ext>
            </a:extLst>
          </p:cNvPr>
          <p:cNvSpPr>
            <a:spLocks xmlns:a="http://schemas.openxmlformats.org/drawingml/2006/main" noGrp="1"/>
          </p:cNvSpPr>
          <p:nvPr/>
        </p:nvSpPr>
        <p:spPr>
          <a:xfrm xmlns:a="http://schemas.openxmlformats.org/drawingml/2006/main">
            <a:off x="1266825" y="4657725"/>
            <a:ext cx="4019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182230"/>
                </a:solidFill>
                <a:latin typeface="Aptos"/>
                <a:ea typeface="Aptos"/>
                <a:cs typeface="Aptos"/>
              </a:defRPr>
            </a:defPPr>
            <a:lvl1pPr algn="l">
              <a:buNone/>
              <a:defRPr sz="1200" b="0">
                <a:solidFill>
                  <a:srgbClr val="182230"/>
                </a:solidFill>
                <a:latin typeface="Aptos"/>
                <a:ea typeface="Aptos"/>
                <a:cs typeface="Aptos"/>
              </a:defRPr>
            </a:lvl1pPr>
            <a:lvl2pPr algn="l">
              <a:buNone/>
              <a:defRPr sz="1200" b="0">
                <a:solidFill>
                  <a:srgbClr val="182230"/>
                </a:solidFill>
                <a:latin typeface="Aptos"/>
                <a:ea typeface="Aptos"/>
                <a:cs typeface="Aptos"/>
              </a:defRPr>
            </a:lvl2pPr>
            <a:lvl3pPr algn="l">
              <a:buNone/>
              <a:defRPr sz="1200" b="0">
                <a:solidFill>
                  <a:srgbClr val="182230"/>
                </a:solidFill>
                <a:latin typeface="Aptos"/>
                <a:ea typeface="Aptos"/>
                <a:cs typeface="Aptos"/>
              </a:defRPr>
            </a:lvl3pPr>
            <a:lvl4pPr algn="l">
              <a:buNone/>
              <a:defRPr sz="1200" b="0">
                <a:solidFill>
                  <a:srgbClr val="182230"/>
                </a:solidFill>
                <a:latin typeface="Aptos"/>
                <a:ea typeface="Aptos"/>
                <a:cs typeface="Aptos"/>
              </a:defRPr>
            </a:lvl4pPr>
            <a:lvl5pPr algn="l">
              <a:buNone/>
              <a:defRPr sz="1200" b="0">
                <a:solidFill>
                  <a:srgbClr val="182230"/>
                </a:solidFill>
                <a:latin typeface="Aptos"/>
                <a:ea typeface="Aptos"/>
                <a:cs typeface="Aptos"/>
              </a:defRPr>
            </a:lvl5pPr>
            <a:lvl6pPr algn="l">
              <a:buNone/>
              <a:defRPr sz="1200" b="0">
                <a:solidFill>
                  <a:srgbClr val="182230"/>
                </a:solidFill>
                <a:latin typeface="Aptos"/>
                <a:ea typeface="Aptos"/>
                <a:cs typeface="Aptos"/>
              </a:defRPr>
            </a:lvl6pPr>
            <a:lvl7pPr algn="l">
              <a:buNone/>
              <a:defRPr sz="1200" b="0">
                <a:solidFill>
                  <a:srgbClr val="182230"/>
                </a:solidFill>
                <a:latin typeface="Aptos"/>
                <a:ea typeface="Aptos"/>
                <a:cs typeface="Aptos"/>
              </a:defRPr>
            </a:lvl7pPr>
            <a:lvl8pPr algn="l">
              <a:buNone/>
              <a:defRPr sz="1200" b="0">
                <a:solidFill>
                  <a:srgbClr val="182230"/>
                </a:solidFill>
                <a:latin typeface="Aptos"/>
                <a:ea typeface="Aptos"/>
                <a:cs typeface="Aptos"/>
              </a:defRPr>
            </a:lvl8pPr>
            <a:lvl9pPr algn="l">
              <a:buNone/>
              <a:defRPr sz="1200" b="0">
                <a:solidFill>
                  <a:srgbClr val="182230"/>
                </a:solidFill>
                <a:latin typeface="Aptos"/>
                <a:ea typeface="Aptos"/>
                <a:cs typeface="Aptos"/>
              </a:defRPr>
            </a:lvl9pPr>
          </a:lstStyle>
          <a:p xmlns:a="http://schemas.openxmlformats.org/drawingml/2006/main">
            <a:pPr algn="l">
              <a:buNone/>
              <a:defRPr sz="1200" b="0">
                <a:solidFill>
                  <a:srgbClr val="182230"/>
                </a:solidFill>
                <a:latin typeface="Aptos"/>
                <a:ea typeface="Aptos"/>
                <a:cs typeface="Aptos"/>
              </a:defRPr>
            </a:pPr>
            <a:r>
              <a:rPr sz="1200" b="0">
                <a:solidFill>
                  <a:srgbClr val="182230"/>
                </a:solidFill>
                <a:latin typeface="Aptos"/>
                <a:ea typeface="Aptos"/>
                <a:cs typeface="Aptos"/>
              </a:rPr>
              <a:t>La billetera los guarda en el teléfono.</a:t>
            </a:r>
          </a:p>
        </p:txBody>
      </p:sp>
      <p:sp>
        <p:nvSpPr>
          <p:cNvPr id="38" name="">
            <a:extLst xmlns:a="http://schemas.openxmlformats.org/drawingml/2006/main">
              <a:ext uri="{FF2B5EF4-FFF2-40B4-BE49-F238E27FC236}">
                <a16:creationId xmlns:a16="http://schemas.microsoft.com/office/drawing/2014/main" id="{B17B51C5-4D60-4D9A-92AF-F248394F29EE}"/>
              </a:ext>
            </a:extLst>
          </p:cNvPr>
          <p:cNvSpPr>
            <a:spLocks xmlns:a="http://schemas.openxmlformats.org/drawingml/2006/main" noGrp="1"/>
          </p:cNvSpPr>
          <p:nvPr/>
        </p:nvSpPr>
        <p:spPr>
          <a:xfrm xmlns:a="http://schemas.openxmlformats.org/drawingml/2006/main">
            <a:off x="6191250" y="3600450"/>
            <a:ext cx="5257800" cy="1619250"/>
          </a:xfrm>
          <a:prstGeom xmlns:a="http://schemas.openxmlformats.org/drawingml/2006/main" prst="roundRect">
            <a:avLst>
              <a:gd name="adj" fmla="val 4706"/>
            </a:avLst>
          </a:prstGeom>
          <a:solidFill xmlns:a="http://schemas.openxmlformats.org/drawingml/2006/main">
            <a:srgbClr val="17255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8A9EEB9-AF91-423A-8A11-6AC37A64ED99}"/>
              </a:ext>
            </a:extLst>
          </p:cNvPr>
          <p:cNvSpPr>
            <a:spLocks xmlns:a="http://schemas.openxmlformats.org/drawingml/2006/main" noGrp="1"/>
          </p:cNvSpPr>
          <p:nvPr/>
        </p:nvSpPr>
        <p:spPr>
          <a:xfrm xmlns:a="http://schemas.openxmlformats.org/drawingml/2006/main">
            <a:off x="6457950" y="37909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22B8A8"/>
                </a:solidFill>
                <a:latin typeface="Aptos"/>
                <a:ea typeface="Aptos"/>
                <a:cs typeface="Aptos"/>
              </a:defRPr>
            </a:defPPr>
            <a:lvl1pPr algn="l">
              <a:buNone/>
              <a:defRPr sz="1350" b="1">
                <a:solidFill>
                  <a:srgbClr val="22B8A8"/>
                </a:solidFill>
                <a:latin typeface="Aptos"/>
                <a:ea typeface="Aptos"/>
                <a:cs typeface="Aptos"/>
              </a:defRPr>
            </a:lvl1pPr>
            <a:lvl2pPr algn="l">
              <a:buNone/>
              <a:defRPr sz="1350" b="1">
                <a:solidFill>
                  <a:srgbClr val="22B8A8"/>
                </a:solidFill>
                <a:latin typeface="Aptos"/>
                <a:ea typeface="Aptos"/>
                <a:cs typeface="Aptos"/>
              </a:defRPr>
            </a:lvl2pPr>
            <a:lvl3pPr algn="l">
              <a:buNone/>
              <a:defRPr sz="1350" b="1">
                <a:solidFill>
                  <a:srgbClr val="22B8A8"/>
                </a:solidFill>
                <a:latin typeface="Aptos"/>
                <a:ea typeface="Aptos"/>
                <a:cs typeface="Aptos"/>
              </a:defRPr>
            </a:lvl3pPr>
            <a:lvl4pPr algn="l">
              <a:buNone/>
              <a:defRPr sz="1350" b="1">
                <a:solidFill>
                  <a:srgbClr val="22B8A8"/>
                </a:solidFill>
                <a:latin typeface="Aptos"/>
                <a:ea typeface="Aptos"/>
                <a:cs typeface="Aptos"/>
              </a:defRPr>
            </a:lvl4pPr>
            <a:lvl5pPr algn="l">
              <a:buNone/>
              <a:defRPr sz="1350" b="1">
                <a:solidFill>
                  <a:srgbClr val="22B8A8"/>
                </a:solidFill>
                <a:latin typeface="Aptos"/>
                <a:ea typeface="Aptos"/>
                <a:cs typeface="Aptos"/>
              </a:defRPr>
            </a:lvl5pPr>
            <a:lvl6pPr algn="l">
              <a:buNone/>
              <a:defRPr sz="1350" b="1">
                <a:solidFill>
                  <a:srgbClr val="22B8A8"/>
                </a:solidFill>
                <a:latin typeface="Aptos"/>
                <a:ea typeface="Aptos"/>
                <a:cs typeface="Aptos"/>
              </a:defRPr>
            </a:lvl6pPr>
            <a:lvl7pPr algn="l">
              <a:buNone/>
              <a:defRPr sz="1350" b="1">
                <a:solidFill>
                  <a:srgbClr val="22B8A8"/>
                </a:solidFill>
                <a:latin typeface="Aptos"/>
                <a:ea typeface="Aptos"/>
                <a:cs typeface="Aptos"/>
              </a:defRPr>
            </a:lvl7pPr>
            <a:lvl8pPr algn="l">
              <a:buNone/>
              <a:defRPr sz="1350" b="1">
                <a:solidFill>
                  <a:srgbClr val="22B8A8"/>
                </a:solidFill>
                <a:latin typeface="Aptos"/>
                <a:ea typeface="Aptos"/>
                <a:cs typeface="Aptos"/>
              </a:defRPr>
            </a:lvl8pPr>
            <a:lvl9pPr algn="l">
              <a:buNone/>
              <a:defRPr sz="1350" b="1">
                <a:solidFill>
                  <a:srgbClr val="22B8A8"/>
                </a:solidFill>
                <a:latin typeface="Aptos"/>
                <a:ea typeface="Aptos"/>
                <a:cs typeface="Aptos"/>
              </a:defRPr>
            </a:lvl9pPr>
          </a:lstStyle>
          <a:p xmlns:a="http://schemas.openxmlformats.org/drawingml/2006/main">
            <a:pPr algn="l">
              <a:buNone/>
              <a:defRPr sz="1350" b="1">
                <a:solidFill>
                  <a:srgbClr val="22B8A8"/>
                </a:solidFill>
                <a:latin typeface="Aptos"/>
                <a:ea typeface="Aptos"/>
                <a:cs typeface="Aptos"/>
              </a:defRPr>
            </a:pPr>
            <a:r>
              <a:rPr sz="1350" b="1">
                <a:solidFill>
                  <a:srgbClr val="22B8A8"/>
                </a:solidFill>
                <a:latin typeface="Aptos"/>
                <a:ea typeface="Aptos"/>
                <a:cs typeface="Aptos"/>
              </a:rPr>
              <a:t>Prueba del titular</a:t>
            </a:r>
          </a:p>
        </p:txBody>
      </p:sp>
      <p:sp>
        <p:nvSpPr>
          <p:cNvPr id="40" name="">
            <a:extLst xmlns:a="http://schemas.openxmlformats.org/drawingml/2006/main">
              <a:ext uri="{FF2B5EF4-FFF2-40B4-BE49-F238E27FC236}">
                <a16:creationId xmlns:a16="http://schemas.microsoft.com/office/drawing/2014/main" id="{ADFABD0B-EE3A-4060-8346-85944DCA5F93}"/>
              </a:ext>
            </a:extLst>
          </p:cNvPr>
          <p:cNvSpPr>
            <a:spLocks xmlns:a="http://schemas.openxmlformats.org/drawingml/2006/main" noGrp="1"/>
          </p:cNvSpPr>
          <p:nvPr/>
        </p:nvSpPr>
        <p:spPr>
          <a:xfrm xmlns:a="http://schemas.openxmlformats.org/drawingml/2006/main">
            <a:off x="6457950" y="42767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0B7E4F3-59EA-4A17-B963-7B2CEE8B7B7A}"/>
              </a:ext>
            </a:extLst>
          </p:cNvPr>
          <p:cNvSpPr>
            <a:spLocks xmlns:a="http://schemas.openxmlformats.org/drawingml/2006/main" noGrp="1"/>
          </p:cNvSpPr>
          <p:nvPr/>
        </p:nvSpPr>
        <p:spPr>
          <a:xfrm xmlns:a="http://schemas.openxmlformats.org/drawingml/2006/main">
            <a:off x="6724650" y="4200525"/>
            <a:ext cx="43529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FFFFF"/>
                </a:solidFill>
                <a:latin typeface="Aptos"/>
                <a:ea typeface="Aptos"/>
                <a:cs typeface="Aptos"/>
              </a:defRPr>
            </a:defPPr>
            <a:lvl1pPr algn="l">
              <a:buNone/>
              <a:defRPr sz="1200" b="0">
                <a:solidFill>
                  <a:srgbClr val="FFFFFF"/>
                </a:solidFill>
                <a:latin typeface="Aptos"/>
                <a:ea typeface="Aptos"/>
                <a:cs typeface="Aptos"/>
              </a:defRPr>
            </a:lvl1pPr>
            <a:lvl2pPr algn="l">
              <a:buNone/>
              <a:defRPr sz="1200" b="0">
                <a:solidFill>
                  <a:srgbClr val="FFFFFF"/>
                </a:solidFill>
                <a:latin typeface="Aptos"/>
                <a:ea typeface="Aptos"/>
                <a:cs typeface="Aptos"/>
              </a:defRPr>
            </a:lvl2pPr>
            <a:lvl3pPr algn="l">
              <a:buNone/>
              <a:defRPr sz="1200" b="0">
                <a:solidFill>
                  <a:srgbClr val="FFFFFF"/>
                </a:solidFill>
                <a:latin typeface="Aptos"/>
                <a:ea typeface="Aptos"/>
                <a:cs typeface="Aptos"/>
              </a:defRPr>
            </a:lvl3pPr>
            <a:lvl4pPr algn="l">
              <a:buNone/>
              <a:defRPr sz="1200" b="0">
                <a:solidFill>
                  <a:srgbClr val="FFFFFF"/>
                </a:solidFill>
                <a:latin typeface="Aptos"/>
                <a:ea typeface="Aptos"/>
                <a:cs typeface="Aptos"/>
              </a:defRPr>
            </a:lvl4pPr>
            <a:lvl5pPr algn="l">
              <a:buNone/>
              <a:defRPr sz="1200" b="0">
                <a:solidFill>
                  <a:srgbClr val="FFFFFF"/>
                </a:solidFill>
                <a:latin typeface="Aptos"/>
                <a:ea typeface="Aptos"/>
                <a:cs typeface="Aptos"/>
              </a:defRPr>
            </a:lvl5pPr>
            <a:lvl6pPr algn="l">
              <a:buNone/>
              <a:defRPr sz="1200" b="0">
                <a:solidFill>
                  <a:srgbClr val="FFFFFF"/>
                </a:solidFill>
                <a:latin typeface="Aptos"/>
                <a:ea typeface="Aptos"/>
                <a:cs typeface="Aptos"/>
              </a:defRPr>
            </a:lvl6pPr>
            <a:lvl7pPr algn="l">
              <a:buNone/>
              <a:defRPr sz="1200" b="0">
                <a:solidFill>
                  <a:srgbClr val="FFFFFF"/>
                </a:solidFill>
                <a:latin typeface="Aptos"/>
                <a:ea typeface="Aptos"/>
                <a:cs typeface="Aptos"/>
              </a:defRPr>
            </a:lvl7pPr>
            <a:lvl8pPr algn="l">
              <a:buNone/>
              <a:defRPr sz="1200" b="0">
                <a:solidFill>
                  <a:srgbClr val="FFFFFF"/>
                </a:solidFill>
                <a:latin typeface="Aptos"/>
                <a:ea typeface="Aptos"/>
                <a:cs typeface="Aptos"/>
              </a:defRPr>
            </a:lvl8pPr>
            <a:lvl9pPr algn="l">
              <a:buNone/>
              <a:defRPr sz="1200" b="0">
                <a:solidFill>
                  <a:srgbClr val="FFFFFF"/>
                </a:solidFill>
                <a:latin typeface="Aptos"/>
                <a:ea typeface="Aptos"/>
                <a:cs typeface="Aptos"/>
              </a:defRPr>
            </a:lvl9pPr>
          </a:lstStyle>
          <a:p xmlns:a="http://schemas.openxmlformats.org/drawingml/2006/main">
            <a:pPr algn="l">
              <a:buNone/>
              <a:defRPr sz="1200" b="0">
                <a:solidFill>
                  <a:srgbClr val="FFFFFF"/>
                </a:solidFill>
                <a:latin typeface="Aptos"/>
                <a:ea typeface="Aptos"/>
                <a:cs typeface="Aptos"/>
              </a:defRPr>
            </a:pPr>
            <a:r>
              <a:rPr sz="1200" b="0">
                <a:solidFill>
                  <a:srgbClr val="FFFFFF"/>
                </a:solidFill>
                <a:latin typeface="Aptos"/>
                <a:ea typeface="Aptos"/>
                <a:cs typeface="Aptos"/>
              </a:rPr>
              <a:t>El teléfono firma cada solicitud aprobada.</a:t>
            </a:r>
          </a:p>
        </p:txBody>
      </p:sp>
      <p:sp>
        <p:nvSpPr>
          <p:cNvPr id="42" name="">
            <a:extLst xmlns:a="http://schemas.openxmlformats.org/drawingml/2006/main">
              <a:ext uri="{FF2B5EF4-FFF2-40B4-BE49-F238E27FC236}">
                <a16:creationId xmlns:a16="http://schemas.microsoft.com/office/drawing/2014/main" id="{AF028A92-F468-44A9-8052-B3B6E21BDE9D}"/>
              </a:ext>
            </a:extLst>
          </p:cNvPr>
          <p:cNvSpPr>
            <a:spLocks xmlns:a="http://schemas.openxmlformats.org/drawingml/2006/main" noGrp="1"/>
          </p:cNvSpPr>
          <p:nvPr/>
        </p:nvSpPr>
        <p:spPr>
          <a:xfrm xmlns:a="http://schemas.openxmlformats.org/drawingml/2006/main">
            <a:off x="6457950" y="47339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EB82A251-CE3A-4F17-BE48-E395BE3E2C3C}"/>
              </a:ext>
            </a:extLst>
          </p:cNvPr>
          <p:cNvSpPr>
            <a:spLocks xmlns:a="http://schemas.openxmlformats.org/drawingml/2006/main" noGrp="1"/>
          </p:cNvSpPr>
          <p:nvPr/>
        </p:nvSpPr>
        <p:spPr>
          <a:xfrm xmlns:a="http://schemas.openxmlformats.org/drawingml/2006/main">
            <a:off x="6724650" y="4657725"/>
            <a:ext cx="43529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FFFFF"/>
                </a:solidFill>
                <a:latin typeface="Aptos"/>
                <a:ea typeface="Aptos"/>
                <a:cs typeface="Aptos"/>
              </a:defRPr>
            </a:defPPr>
            <a:lvl1pPr algn="l">
              <a:buNone/>
              <a:defRPr sz="1200" b="0">
                <a:solidFill>
                  <a:srgbClr val="FFFFFF"/>
                </a:solidFill>
                <a:latin typeface="Aptos"/>
                <a:ea typeface="Aptos"/>
                <a:cs typeface="Aptos"/>
              </a:defRPr>
            </a:lvl1pPr>
            <a:lvl2pPr algn="l">
              <a:buNone/>
              <a:defRPr sz="1200" b="0">
                <a:solidFill>
                  <a:srgbClr val="FFFFFF"/>
                </a:solidFill>
                <a:latin typeface="Aptos"/>
                <a:ea typeface="Aptos"/>
                <a:cs typeface="Aptos"/>
              </a:defRPr>
            </a:lvl2pPr>
            <a:lvl3pPr algn="l">
              <a:buNone/>
              <a:defRPr sz="1200" b="0">
                <a:solidFill>
                  <a:srgbClr val="FFFFFF"/>
                </a:solidFill>
                <a:latin typeface="Aptos"/>
                <a:ea typeface="Aptos"/>
                <a:cs typeface="Aptos"/>
              </a:defRPr>
            </a:lvl3pPr>
            <a:lvl4pPr algn="l">
              <a:buNone/>
              <a:defRPr sz="1200" b="0">
                <a:solidFill>
                  <a:srgbClr val="FFFFFF"/>
                </a:solidFill>
                <a:latin typeface="Aptos"/>
                <a:ea typeface="Aptos"/>
                <a:cs typeface="Aptos"/>
              </a:defRPr>
            </a:lvl4pPr>
            <a:lvl5pPr algn="l">
              <a:buNone/>
              <a:defRPr sz="1200" b="0">
                <a:solidFill>
                  <a:srgbClr val="FFFFFF"/>
                </a:solidFill>
                <a:latin typeface="Aptos"/>
                <a:ea typeface="Aptos"/>
                <a:cs typeface="Aptos"/>
              </a:defRPr>
            </a:lvl5pPr>
            <a:lvl6pPr algn="l">
              <a:buNone/>
              <a:defRPr sz="1200" b="0">
                <a:solidFill>
                  <a:srgbClr val="FFFFFF"/>
                </a:solidFill>
                <a:latin typeface="Aptos"/>
                <a:ea typeface="Aptos"/>
                <a:cs typeface="Aptos"/>
              </a:defRPr>
            </a:lvl6pPr>
            <a:lvl7pPr algn="l">
              <a:buNone/>
              <a:defRPr sz="1200" b="0">
                <a:solidFill>
                  <a:srgbClr val="FFFFFF"/>
                </a:solidFill>
                <a:latin typeface="Aptos"/>
                <a:ea typeface="Aptos"/>
                <a:cs typeface="Aptos"/>
              </a:defRPr>
            </a:lvl7pPr>
            <a:lvl8pPr algn="l">
              <a:buNone/>
              <a:defRPr sz="1200" b="0">
                <a:solidFill>
                  <a:srgbClr val="FFFFFF"/>
                </a:solidFill>
                <a:latin typeface="Aptos"/>
                <a:ea typeface="Aptos"/>
                <a:cs typeface="Aptos"/>
              </a:defRPr>
            </a:lvl8pPr>
            <a:lvl9pPr algn="l">
              <a:buNone/>
              <a:defRPr sz="1200" b="0">
                <a:solidFill>
                  <a:srgbClr val="FFFFFF"/>
                </a:solidFill>
                <a:latin typeface="Aptos"/>
                <a:ea typeface="Aptos"/>
                <a:cs typeface="Aptos"/>
              </a:defRPr>
            </a:lvl9pPr>
          </a:lstStyle>
          <a:p xmlns:a="http://schemas.openxmlformats.org/drawingml/2006/main">
            <a:pPr algn="l">
              <a:buNone/>
              <a:defRPr sz="1200" b="0">
                <a:solidFill>
                  <a:srgbClr val="FFFFFF"/>
                </a:solidFill>
                <a:latin typeface="Aptos"/>
                <a:ea typeface="Aptos"/>
                <a:cs typeface="Aptos"/>
              </a:defRPr>
            </a:pPr>
            <a:r>
              <a:rPr sz="1200" b="0">
                <a:solidFill>
                  <a:srgbClr val="FFFFFF"/>
                </a:solidFill>
                <a:latin typeface="Aptos"/>
                <a:ea typeface="Aptos"/>
                <a:cs typeface="Aptos"/>
              </a:rPr>
              <a:t>La API comprueba esa clave y consulta si la credencial fue revocada.</a:t>
            </a:r>
          </a:p>
        </p:txBody>
      </p:sp>
      <p:sp>
        <p:nvSpPr>
          <p:cNvPr id="44" name="">
            <a:extLst xmlns:a="http://schemas.openxmlformats.org/drawingml/2006/main">
              <a:ext uri="{FF2B5EF4-FFF2-40B4-BE49-F238E27FC236}">
                <a16:creationId xmlns:a16="http://schemas.microsoft.com/office/drawing/2014/main" id="{6E3F93E8-0B31-44B4-BC8B-DB21F7A2F8F8}"/>
              </a:ext>
            </a:extLst>
          </p:cNvPr>
          <p:cNvSpPr>
            <a:spLocks xmlns:a="http://schemas.openxmlformats.org/drawingml/2006/main" noGrp="1"/>
          </p:cNvSpPr>
          <p:nvPr/>
        </p:nvSpPr>
        <p:spPr>
          <a:xfrm xmlns:a="http://schemas.openxmlformats.org/drawingml/2006/main">
            <a:off x="1381125" y="5467350"/>
            <a:ext cx="9429750" cy="533400"/>
          </a:xfrm>
          <a:prstGeom xmlns:a="http://schemas.openxmlformats.org/drawingml/2006/main" prst="roundRect">
            <a:avLst>
              <a:gd name="adj" fmla="val 14286"/>
            </a:avLst>
          </a:prstGeom>
          <a:solidFill xmlns:a="http://schemas.openxmlformats.org/drawingml/2006/main">
            <a:srgbClr val="FFF2D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D3146DE-32DC-4E04-B8AE-54DA7F94971D}"/>
              </a:ext>
            </a:extLst>
          </p:cNvPr>
          <p:cNvSpPr>
            <a:spLocks xmlns:a="http://schemas.openxmlformats.org/drawingml/2006/main" noGrp="1"/>
          </p:cNvSpPr>
          <p:nvPr/>
        </p:nvSpPr>
        <p:spPr>
          <a:xfrm xmlns:a="http://schemas.openxmlformats.org/drawingml/2006/main">
            <a:off x="1666875" y="5581650"/>
            <a:ext cx="885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775109"/>
                </a:solidFill>
                <a:latin typeface="Aptos"/>
                <a:ea typeface="Aptos"/>
                <a:cs typeface="Aptos"/>
              </a:defRPr>
            </a:defPPr>
            <a:lvl1pPr algn="ctr">
              <a:buNone/>
              <a:defRPr sz="1350" b="1">
                <a:solidFill>
                  <a:srgbClr val="775109"/>
                </a:solidFill>
                <a:latin typeface="Aptos"/>
                <a:ea typeface="Aptos"/>
                <a:cs typeface="Aptos"/>
              </a:defRPr>
            </a:lvl1pPr>
            <a:lvl2pPr algn="ctr">
              <a:buNone/>
              <a:defRPr sz="1350" b="1">
                <a:solidFill>
                  <a:srgbClr val="775109"/>
                </a:solidFill>
                <a:latin typeface="Aptos"/>
                <a:ea typeface="Aptos"/>
                <a:cs typeface="Aptos"/>
              </a:defRPr>
            </a:lvl2pPr>
            <a:lvl3pPr algn="ctr">
              <a:buNone/>
              <a:defRPr sz="1350" b="1">
                <a:solidFill>
                  <a:srgbClr val="775109"/>
                </a:solidFill>
                <a:latin typeface="Aptos"/>
                <a:ea typeface="Aptos"/>
                <a:cs typeface="Aptos"/>
              </a:defRPr>
            </a:lvl3pPr>
            <a:lvl4pPr algn="ctr">
              <a:buNone/>
              <a:defRPr sz="1350" b="1">
                <a:solidFill>
                  <a:srgbClr val="775109"/>
                </a:solidFill>
                <a:latin typeface="Aptos"/>
                <a:ea typeface="Aptos"/>
                <a:cs typeface="Aptos"/>
              </a:defRPr>
            </a:lvl4pPr>
            <a:lvl5pPr algn="ctr">
              <a:buNone/>
              <a:defRPr sz="1350" b="1">
                <a:solidFill>
                  <a:srgbClr val="775109"/>
                </a:solidFill>
                <a:latin typeface="Aptos"/>
                <a:ea typeface="Aptos"/>
                <a:cs typeface="Aptos"/>
              </a:defRPr>
            </a:lvl5pPr>
            <a:lvl6pPr algn="ctr">
              <a:buNone/>
              <a:defRPr sz="1350" b="1">
                <a:solidFill>
                  <a:srgbClr val="775109"/>
                </a:solidFill>
                <a:latin typeface="Aptos"/>
                <a:ea typeface="Aptos"/>
                <a:cs typeface="Aptos"/>
              </a:defRPr>
            </a:lvl6pPr>
            <a:lvl7pPr algn="ctr">
              <a:buNone/>
              <a:defRPr sz="1350" b="1">
                <a:solidFill>
                  <a:srgbClr val="775109"/>
                </a:solidFill>
                <a:latin typeface="Aptos"/>
                <a:ea typeface="Aptos"/>
                <a:cs typeface="Aptos"/>
              </a:defRPr>
            </a:lvl7pPr>
            <a:lvl8pPr algn="ctr">
              <a:buNone/>
              <a:defRPr sz="1350" b="1">
                <a:solidFill>
                  <a:srgbClr val="775109"/>
                </a:solidFill>
                <a:latin typeface="Aptos"/>
                <a:ea typeface="Aptos"/>
                <a:cs typeface="Aptos"/>
              </a:defRPr>
            </a:lvl8pPr>
            <a:lvl9pPr algn="ctr">
              <a:buNone/>
              <a:defRPr sz="1350" b="1">
                <a:solidFill>
                  <a:srgbClr val="775109"/>
                </a:solidFill>
                <a:latin typeface="Aptos"/>
                <a:ea typeface="Aptos"/>
                <a:cs typeface="Aptos"/>
              </a:defRPr>
            </a:lvl9pPr>
          </a:lstStyle>
          <a:p xmlns:a="http://schemas.openxmlformats.org/drawingml/2006/main">
            <a:pPr algn="ctr">
              <a:buNone/>
              <a:defRPr sz="1350" b="1">
                <a:solidFill>
                  <a:srgbClr val="775109"/>
                </a:solidFill>
                <a:latin typeface="Aptos"/>
                <a:ea typeface="Aptos"/>
                <a:cs typeface="Aptos"/>
              </a:defRPr>
            </a:pPr>
            <a:r>
              <a:rPr sz="1350" b="1">
                <a:solidFill>
                  <a:srgbClr val="775109"/>
                </a:solidFill>
                <a:latin typeface="Aptos"/>
                <a:ea typeface="Aptos"/>
                <a:cs typeface="Aptos"/>
              </a:rPr>
              <a:t>La firma permite detectar cambios. No cifra los datos: siguen siendo legibles.</a:t>
            </a:r>
          </a:p>
        </p:txBody>
      </p:sp>
    </p:spTree>
    <p:extLst>
      <p:ext uri="{BB962C8B-B14F-4D97-AF65-F5344CB8AC3E}">
        <p14:creationId xmlns:p14="http://schemas.microsoft.com/office/powerpoint/2010/main" val="2051662221"/>
      </p:ext>
    </p:extLst>
  </p:cSld>
</p:sld>
</file>

<file path=ppt/slides/slide1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6AA74094-C4CC-46A8-8194-0C0047ECC953}"/>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PROPUESTA</a:t>
            </a:r>
          </a:p>
        </p:txBody>
      </p:sp>
      <p:sp>
        <p:nvSpPr>
          <p:cNvPr id="2" name="">
            <a:extLst xmlns:a="http://schemas.openxmlformats.org/drawingml/2006/main">
              <a:ext uri="{FF2B5EF4-FFF2-40B4-BE49-F238E27FC236}">
                <a16:creationId xmlns:a16="http://schemas.microsoft.com/office/drawing/2014/main" id="{963925E9-DD5F-47DA-B331-33D117337C4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95905E80-EDCD-4924-97FC-13EBC103550F}"/>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Qué hace el prototipo y cuáles son sus límites</a:t>
            </a:r>
          </a:p>
        </p:txBody>
      </p:sp>
      <p:sp>
        <p:nvSpPr>
          <p:cNvPr id="4" name="">
            <a:extLst xmlns:a="http://schemas.openxmlformats.org/drawingml/2006/main">
              <a:ext uri="{FF2B5EF4-FFF2-40B4-BE49-F238E27FC236}">
                <a16:creationId xmlns:a16="http://schemas.microsoft.com/office/drawing/2014/main" id="{736A6465-2E91-4DCE-9B01-FBEAD882254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A9F32186-F590-4FD3-99C4-ABCF68C2071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85909367-1951-494E-8D46-EA148B78DB8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12</a:t>
            </a:r>
          </a:p>
        </p:txBody>
      </p:sp>
      <p:sp>
        <p:nvSpPr>
          <p:cNvPr id="7" name="">
            <a:extLst xmlns:a="http://schemas.openxmlformats.org/drawingml/2006/main">
              <a:ext uri="{FF2B5EF4-FFF2-40B4-BE49-F238E27FC236}">
                <a16:creationId xmlns:a16="http://schemas.microsoft.com/office/drawing/2014/main" id="{9B1A3B08-F885-4F37-BB0E-2F4D34D7F462}"/>
              </a:ext>
            </a:extLst>
          </p:cNvPr>
          <p:cNvSpPr>
            <a:spLocks xmlns:a="http://schemas.openxmlformats.org/drawingml/2006/main" noGrp="1"/>
          </p:cNvSpPr>
          <p:nvPr/>
        </p:nvSpPr>
        <p:spPr>
          <a:xfrm xmlns:a="http://schemas.openxmlformats.org/drawingml/2006/main">
            <a:off x="647700"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C669F8C8-6E34-442F-A9BC-760324B310C2}"/>
              </a:ext>
            </a:extLst>
          </p:cNvPr>
          <p:cNvSpPr>
            <a:spLocks xmlns:a="http://schemas.openxmlformats.org/drawingml/2006/main" noGrp="1"/>
          </p:cNvSpPr>
          <p:nvPr/>
        </p:nvSpPr>
        <p:spPr>
          <a:xfrm xmlns:a="http://schemas.openxmlformats.org/drawingml/2006/main">
            <a:off x="647700" y="1857375"/>
            <a:ext cx="76200" cy="1714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75E97B1-276F-4E18-A6E6-BEF51B336D1B}"/>
              </a:ext>
            </a:extLst>
          </p:cNvPr>
          <p:cNvSpPr>
            <a:spLocks xmlns:a="http://schemas.openxmlformats.org/drawingml/2006/main" noGrp="1"/>
          </p:cNvSpPr>
          <p:nvPr/>
        </p:nvSpPr>
        <p:spPr>
          <a:xfrm xmlns:a="http://schemas.openxmlformats.org/drawingml/2006/main">
            <a:off x="838200"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846A0"/>
                </a:solidFill>
                <a:latin typeface="Aptos"/>
                <a:ea typeface="Aptos"/>
                <a:cs typeface="Aptos"/>
              </a:defRPr>
            </a:defPPr>
            <a:lvl1pPr algn="ctr">
              <a:buNone/>
              <a:defRPr sz="1425" b="1">
                <a:solidFill>
                  <a:srgbClr val="2846A0"/>
                </a:solidFill>
                <a:latin typeface="Aptos"/>
                <a:ea typeface="Aptos"/>
                <a:cs typeface="Aptos"/>
              </a:defRPr>
            </a:lvl1pPr>
            <a:lvl2pPr algn="ctr">
              <a:buNone/>
              <a:defRPr sz="1425" b="1">
                <a:solidFill>
                  <a:srgbClr val="2846A0"/>
                </a:solidFill>
                <a:latin typeface="Aptos"/>
                <a:ea typeface="Aptos"/>
                <a:cs typeface="Aptos"/>
              </a:defRPr>
            </a:lvl2pPr>
            <a:lvl3pPr algn="ctr">
              <a:buNone/>
              <a:defRPr sz="1425" b="1">
                <a:solidFill>
                  <a:srgbClr val="2846A0"/>
                </a:solidFill>
                <a:latin typeface="Aptos"/>
                <a:ea typeface="Aptos"/>
                <a:cs typeface="Aptos"/>
              </a:defRPr>
            </a:lvl3pPr>
            <a:lvl4pPr algn="ctr">
              <a:buNone/>
              <a:defRPr sz="1425" b="1">
                <a:solidFill>
                  <a:srgbClr val="2846A0"/>
                </a:solidFill>
                <a:latin typeface="Aptos"/>
                <a:ea typeface="Aptos"/>
                <a:cs typeface="Aptos"/>
              </a:defRPr>
            </a:lvl4pPr>
            <a:lvl5pPr algn="ctr">
              <a:buNone/>
              <a:defRPr sz="1425" b="1">
                <a:solidFill>
                  <a:srgbClr val="2846A0"/>
                </a:solidFill>
                <a:latin typeface="Aptos"/>
                <a:ea typeface="Aptos"/>
                <a:cs typeface="Aptos"/>
              </a:defRPr>
            </a:lvl5pPr>
            <a:lvl6pPr algn="ctr">
              <a:buNone/>
              <a:defRPr sz="1425" b="1">
                <a:solidFill>
                  <a:srgbClr val="2846A0"/>
                </a:solidFill>
                <a:latin typeface="Aptos"/>
                <a:ea typeface="Aptos"/>
                <a:cs typeface="Aptos"/>
              </a:defRPr>
            </a:lvl6pPr>
            <a:lvl7pPr algn="ctr">
              <a:buNone/>
              <a:defRPr sz="1425" b="1">
                <a:solidFill>
                  <a:srgbClr val="2846A0"/>
                </a:solidFill>
                <a:latin typeface="Aptos"/>
                <a:ea typeface="Aptos"/>
                <a:cs typeface="Aptos"/>
              </a:defRPr>
            </a:lvl7pPr>
            <a:lvl8pPr algn="ctr">
              <a:buNone/>
              <a:defRPr sz="1425" b="1">
                <a:solidFill>
                  <a:srgbClr val="2846A0"/>
                </a:solidFill>
                <a:latin typeface="Aptos"/>
                <a:ea typeface="Aptos"/>
                <a:cs typeface="Aptos"/>
              </a:defRPr>
            </a:lvl8pPr>
            <a:lvl9pPr algn="ctr">
              <a:buNone/>
              <a:defRPr sz="1425" b="1">
                <a:solidFill>
                  <a:srgbClr val="2846A0"/>
                </a:solidFill>
                <a:latin typeface="Aptos"/>
                <a:ea typeface="Aptos"/>
                <a:cs typeface="Aptos"/>
              </a:defRPr>
            </a:lvl9pPr>
          </a:lstStyle>
          <a:p xmlns:a="http://schemas.openxmlformats.org/drawingml/2006/main">
            <a:pPr algn="ctr">
              <a:buNone/>
              <a:defRPr sz="1425" b="1">
                <a:solidFill>
                  <a:srgbClr val="2846A0"/>
                </a:solidFill>
                <a:latin typeface="Aptos"/>
                <a:ea typeface="Aptos"/>
                <a:cs typeface="Aptos"/>
              </a:defRPr>
            </a:pPr>
            <a:r>
              <a:rPr sz="1425" b="1">
                <a:solidFill>
                  <a:srgbClr val="2846A0"/>
                </a:solidFill>
                <a:latin typeface="Aptos"/>
                <a:ea typeface="Aptos"/>
                <a:cs typeface="Aptos"/>
              </a:rPr>
              <a:t>Emisión</a:t>
            </a:r>
          </a:p>
        </p:txBody>
      </p:sp>
      <p:sp>
        <p:nvSpPr>
          <p:cNvPr id="10" name="">
            <a:extLst xmlns:a="http://schemas.openxmlformats.org/drawingml/2006/main">
              <a:ext uri="{FF2B5EF4-FFF2-40B4-BE49-F238E27FC236}">
                <a16:creationId xmlns:a16="http://schemas.microsoft.com/office/drawing/2014/main" id="{21232B12-CBC7-493A-A9C3-18C1A133EE43}"/>
              </a:ext>
            </a:extLst>
          </p:cNvPr>
          <p:cNvSpPr>
            <a:spLocks xmlns:a="http://schemas.openxmlformats.org/drawingml/2006/main" noGrp="1"/>
          </p:cNvSpPr>
          <p:nvPr/>
        </p:nvSpPr>
        <p:spPr>
          <a:xfrm xmlns:a="http://schemas.openxmlformats.org/drawingml/2006/main">
            <a:off x="1581150" y="2333625"/>
            <a:ext cx="609600" cy="22860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ADD738A-82DE-47D9-AAB6-02526DDD4C32}"/>
              </a:ext>
            </a:extLst>
          </p:cNvPr>
          <p:cNvSpPr>
            <a:spLocks xmlns:a="http://schemas.openxmlformats.org/drawingml/2006/main" noGrp="1"/>
          </p:cNvSpPr>
          <p:nvPr/>
        </p:nvSpPr>
        <p:spPr>
          <a:xfrm xmlns:a="http://schemas.openxmlformats.org/drawingml/2006/main">
            <a:off x="1628775" y="2562225"/>
            <a:ext cx="51435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32A4C67-33B7-4C9C-8B3A-E6994D188C2B}"/>
              </a:ext>
            </a:extLst>
          </p:cNvPr>
          <p:cNvSpPr>
            <a:spLocks xmlns:a="http://schemas.openxmlformats.org/drawingml/2006/main" noGrp="1"/>
          </p:cNvSpPr>
          <p:nvPr/>
        </p:nvSpPr>
        <p:spPr>
          <a:xfrm xmlns:a="http://schemas.openxmlformats.org/drawingml/2006/main">
            <a:off x="167640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2BAF23E7-F8B6-4068-86C5-AD807DB5F60E}"/>
              </a:ext>
            </a:extLst>
          </p:cNvPr>
          <p:cNvSpPr>
            <a:spLocks xmlns:a="http://schemas.openxmlformats.org/drawingml/2006/main" noGrp="1"/>
          </p:cNvSpPr>
          <p:nvPr/>
        </p:nvSpPr>
        <p:spPr>
          <a:xfrm xmlns:a="http://schemas.openxmlformats.org/drawingml/2006/main">
            <a:off x="180975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742E880F-8A8D-4A2D-A937-35DC5204791C}"/>
              </a:ext>
            </a:extLst>
          </p:cNvPr>
          <p:cNvSpPr>
            <a:spLocks xmlns:a="http://schemas.openxmlformats.org/drawingml/2006/main" noGrp="1"/>
          </p:cNvSpPr>
          <p:nvPr/>
        </p:nvSpPr>
        <p:spPr>
          <a:xfrm xmlns:a="http://schemas.openxmlformats.org/drawingml/2006/main">
            <a:off x="194310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958AE183-0AAE-4938-9B56-9C8123C7E412}"/>
              </a:ext>
            </a:extLst>
          </p:cNvPr>
          <p:cNvSpPr>
            <a:spLocks xmlns:a="http://schemas.openxmlformats.org/drawingml/2006/main" noGrp="1"/>
          </p:cNvSpPr>
          <p:nvPr/>
        </p:nvSpPr>
        <p:spPr>
          <a:xfrm xmlns:a="http://schemas.openxmlformats.org/drawingml/2006/main">
            <a:off x="207645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6" name="">
            <a:extLst xmlns:a="http://schemas.openxmlformats.org/drawingml/2006/main">
              <a:ext uri="{FF2B5EF4-FFF2-40B4-BE49-F238E27FC236}">
                <a16:creationId xmlns:a16="http://schemas.microsoft.com/office/drawing/2014/main" id="{BC8E09FE-C24A-4EA6-9F00-71506394550B}"/>
              </a:ext>
            </a:extLst>
          </p:cNvPr>
          <p:cNvSpPr>
            <a:spLocks xmlns:a="http://schemas.openxmlformats.org/drawingml/2006/main" noGrp="1"/>
          </p:cNvSpPr>
          <p:nvPr/>
        </p:nvSpPr>
        <p:spPr>
          <a:xfrm xmlns:a="http://schemas.openxmlformats.org/drawingml/2006/main">
            <a:off x="1600200" y="2933700"/>
            <a:ext cx="57150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E81DC85-9908-4654-AB47-B424F81DDC17}"/>
              </a:ext>
            </a:extLst>
          </p:cNvPr>
          <p:cNvSpPr>
            <a:spLocks xmlns:a="http://schemas.openxmlformats.org/drawingml/2006/main" noGrp="1"/>
          </p:cNvSpPr>
          <p:nvPr/>
        </p:nvSpPr>
        <p:spPr>
          <a:xfrm xmlns:a="http://schemas.openxmlformats.org/drawingml/2006/main">
            <a:off x="819150"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El área que corresponde firma la credencial.</a:t>
            </a:r>
          </a:p>
        </p:txBody>
      </p:sp>
      <p:sp>
        <p:nvSpPr>
          <p:cNvPr id="18" name="">
            <a:extLst xmlns:a="http://schemas.openxmlformats.org/drawingml/2006/main">
              <a:ext uri="{FF2B5EF4-FFF2-40B4-BE49-F238E27FC236}">
                <a16:creationId xmlns:a16="http://schemas.microsoft.com/office/drawing/2014/main" id="{0B1E06B4-695E-4973-9ABC-7F48E6F43A46}"/>
              </a:ext>
            </a:extLst>
          </p:cNvPr>
          <p:cNvSpPr>
            <a:spLocks xmlns:a="http://schemas.openxmlformats.org/drawingml/2006/main" noGrp="1"/>
          </p:cNvSpPr>
          <p:nvPr/>
        </p:nvSpPr>
        <p:spPr>
          <a:xfrm xmlns:a="http://schemas.openxmlformats.org/drawingml/2006/main">
            <a:off x="3162300"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2B0A0A4-EC7A-42A7-B6B9-A5B58B61E5AB}"/>
              </a:ext>
            </a:extLst>
          </p:cNvPr>
          <p:cNvSpPr>
            <a:spLocks xmlns:a="http://schemas.openxmlformats.org/drawingml/2006/main" noGrp="1"/>
          </p:cNvSpPr>
          <p:nvPr/>
        </p:nvSpPr>
        <p:spPr>
          <a:xfrm xmlns:a="http://schemas.openxmlformats.org/drawingml/2006/main">
            <a:off x="3457575"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720D6309-4B16-4876-A140-114BAC1C2A6E}"/>
              </a:ext>
            </a:extLst>
          </p:cNvPr>
          <p:cNvSpPr>
            <a:spLocks xmlns:a="http://schemas.openxmlformats.org/drawingml/2006/main" noGrp="1"/>
          </p:cNvSpPr>
          <p:nvPr/>
        </p:nvSpPr>
        <p:spPr>
          <a:xfrm xmlns:a="http://schemas.openxmlformats.org/drawingml/2006/main">
            <a:off x="3457575" y="1857375"/>
            <a:ext cx="76200" cy="17145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E59CCC3-9708-46AE-8504-4B6571D87776}"/>
              </a:ext>
            </a:extLst>
          </p:cNvPr>
          <p:cNvSpPr>
            <a:spLocks xmlns:a="http://schemas.openxmlformats.org/drawingml/2006/main" noGrp="1"/>
          </p:cNvSpPr>
          <p:nvPr/>
        </p:nvSpPr>
        <p:spPr>
          <a:xfrm xmlns:a="http://schemas.openxmlformats.org/drawingml/2006/main">
            <a:off x="3648075"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2B8A8"/>
                </a:solidFill>
                <a:latin typeface="Aptos"/>
                <a:ea typeface="Aptos"/>
                <a:cs typeface="Aptos"/>
              </a:defRPr>
            </a:defPPr>
            <a:lvl1pPr algn="ctr">
              <a:buNone/>
              <a:defRPr sz="1425" b="1">
                <a:solidFill>
                  <a:srgbClr val="22B8A8"/>
                </a:solidFill>
                <a:latin typeface="Aptos"/>
                <a:ea typeface="Aptos"/>
                <a:cs typeface="Aptos"/>
              </a:defRPr>
            </a:lvl1pPr>
            <a:lvl2pPr algn="ctr">
              <a:buNone/>
              <a:defRPr sz="1425" b="1">
                <a:solidFill>
                  <a:srgbClr val="22B8A8"/>
                </a:solidFill>
                <a:latin typeface="Aptos"/>
                <a:ea typeface="Aptos"/>
                <a:cs typeface="Aptos"/>
              </a:defRPr>
            </a:lvl2pPr>
            <a:lvl3pPr algn="ctr">
              <a:buNone/>
              <a:defRPr sz="1425" b="1">
                <a:solidFill>
                  <a:srgbClr val="22B8A8"/>
                </a:solidFill>
                <a:latin typeface="Aptos"/>
                <a:ea typeface="Aptos"/>
                <a:cs typeface="Aptos"/>
              </a:defRPr>
            </a:lvl3pPr>
            <a:lvl4pPr algn="ctr">
              <a:buNone/>
              <a:defRPr sz="1425" b="1">
                <a:solidFill>
                  <a:srgbClr val="22B8A8"/>
                </a:solidFill>
                <a:latin typeface="Aptos"/>
                <a:ea typeface="Aptos"/>
                <a:cs typeface="Aptos"/>
              </a:defRPr>
            </a:lvl4pPr>
            <a:lvl5pPr algn="ctr">
              <a:buNone/>
              <a:defRPr sz="1425" b="1">
                <a:solidFill>
                  <a:srgbClr val="22B8A8"/>
                </a:solidFill>
                <a:latin typeface="Aptos"/>
                <a:ea typeface="Aptos"/>
                <a:cs typeface="Aptos"/>
              </a:defRPr>
            </a:lvl5pPr>
            <a:lvl6pPr algn="ctr">
              <a:buNone/>
              <a:defRPr sz="1425" b="1">
                <a:solidFill>
                  <a:srgbClr val="22B8A8"/>
                </a:solidFill>
                <a:latin typeface="Aptos"/>
                <a:ea typeface="Aptos"/>
                <a:cs typeface="Aptos"/>
              </a:defRPr>
            </a:lvl6pPr>
            <a:lvl7pPr algn="ctr">
              <a:buNone/>
              <a:defRPr sz="1425" b="1">
                <a:solidFill>
                  <a:srgbClr val="22B8A8"/>
                </a:solidFill>
                <a:latin typeface="Aptos"/>
                <a:ea typeface="Aptos"/>
                <a:cs typeface="Aptos"/>
              </a:defRPr>
            </a:lvl7pPr>
            <a:lvl8pPr algn="ctr">
              <a:buNone/>
              <a:defRPr sz="1425" b="1">
                <a:solidFill>
                  <a:srgbClr val="22B8A8"/>
                </a:solidFill>
                <a:latin typeface="Aptos"/>
                <a:ea typeface="Aptos"/>
                <a:cs typeface="Aptos"/>
              </a:defRPr>
            </a:lvl8pPr>
            <a:lvl9pPr algn="ctr">
              <a:buNone/>
              <a:defRPr sz="1425" b="1">
                <a:solidFill>
                  <a:srgbClr val="22B8A8"/>
                </a:solidFill>
                <a:latin typeface="Aptos"/>
                <a:ea typeface="Aptos"/>
                <a:cs typeface="Aptos"/>
              </a:defRPr>
            </a:lvl9pPr>
          </a:lstStyle>
          <a:p xmlns:a="http://schemas.openxmlformats.org/drawingml/2006/main">
            <a:pPr algn="ctr">
              <a:buNone/>
              <a:defRPr sz="1425" b="1">
                <a:solidFill>
                  <a:srgbClr val="22B8A8"/>
                </a:solidFill>
                <a:latin typeface="Aptos"/>
                <a:ea typeface="Aptos"/>
                <a:cs typeface="Aptos"/>
              </a:defRPr>
            </a:pPr>
            <a:r>
              <a:rPr sz="1425" b="1">
                <a:solidFill>
                  <a:srgbClr val="22B8A8"/>
                </a:solidFill>
                <a:latin typeface="Aptos"/>
                <a:ea typeface="Aptos"/>
                <a:cs typeface="Aptos"/>
              </a:rPr>
              <a:t>Custodia</a:t>
            </a:r>
          </a:p>
        </p:txBody>
      </p:sp>
      <p:sp>
        <p:nvSpPr>
          <p:cNvPr id="22" name="">
            <a:extLst xmlns:a="http://schemas.openxmlformats.org/drawingml/2006/main">
              <a:ext uri="{FF2B5EF4-FFF2-40B4-BE49-F238E27FC236}">
                <a16:creationId xmlns:a16="http://schemas.microsoft.com/office/drawing/2014/main" id="{566D84AB-55A0-4E50-B56F-892B713ACE98}"/>
              </a:ext>
            </a:extLst>
          </p:cNvPr>
          <p:cNvSpPr>
            <a:spLocks xmlns:a="http://schemas.openxmlformats.org/drawingml/2006/main" noGrp="1"/>
          </p:cNvSpPr>
          <p:nvPr/>
        </p:nvSpPr>
        <p:spPr>
          <a:xfrm xmlns:a="http://schemas.openxmlformats.org/drawingml/2006/main">
            <a:off x="4448175" y="2324100"/>
            <a:ext cx="495300" cy="666750"/>
          </a:xfrm>
          <a:prstGeom xmlns:a="http://schemas.openxmlformats.org/drawingml/2006/main" prst="roundRect">
            <a:avLst>
              <a:gd name="adj" fmla="val 15385"/>
            </a:avLst>
          </a:prstGeom>
          <a:solidFill xmlns:a="http://schemas.openxmlformats.org/drawingml/2006/main">
            <a:srgbClr val="E9FBF7"/>
          </a:solidFill>
          <a:ln xmlns:a="http://schemas.openxmlformats.org/drawingml/2006/main" w="28575">
            <a:solidFill>
              <a:srgbClr val="22B8A8"/>
            </a:solidFill>
            <a:prstDash val="solid"/>
          </a:ln>
        </p:spPr>
      </p:sp>
      <p:sp>
        <p:nvSpPr>
          <p:cNvPr id="23" name="">
            <a:extLst xmlns:a="http://schemas.openxmlformats.org/drawingml/2006/main">
              <a:ext uri="{FF2B5EF4-FFF2-40B4-BE49-F238E27FC236}">
                <a16:creationId xmlns:a16="http://schemas.microsoft.com/office/drawing/2014/main" id="{62919208-F645-49EE-9114-D1929FFCD9C4}"/>
              </a:ext>
            </a:extLst>
          </p:cNvPr>
          <p:cNvSpPr>
            <a:spLocks xmlns:a="http://schemas.openxmlformats.org/drawingml/2006/main" noGrp="1"/>
          </p:cNvSpPr>
          <p:nvPr/>
        </p:nvSpPr>
        <p:spPr>
          <a:xfrm xmlns:a="http://schemas.openxmlformats.org/drawingml/2006/main">
            <a:off x="4524375" y="2409825"/>
            <a:ext cx="342900" cy="44767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CE3ED"/>
            </a:solidFill>
            <a:prstDash val="solid"/>
          </a:ln>
        </p:spPr>
      </p:sp>
      <p:sp>
        <p:nvSpPr>
          <p:cNvPr id="24" name="">
            <a:extLst xmlns:a="http://schemas.openxmlformats.org/drawingml/2006/main">
              <a:ext uri="{FF2B5EF4-FFF2-40B4-BE49-F238E27FC236}">
                <a16:creationId xmlns:a16="http://schemas.microsoft.com/office/drawing/2014/main" id="{58C87743-8E88-41D5-9C3C-872569687101}"/>
              </a:ext>
            </a:extLst>
          </p:cNvPr>
          <p:cNvSpPr>
            <a:spLocks xmlns:a="http://schemas.openxmlformats.org/drawingml/2006/main" noGrp="1"/>
          </p:cNvSpPr>
          <p:nvPr/>
        </p:nvSpPr>
        <p:spPr>
          <a:xfrm xmlns:a="http://schemas.openxmlformats.org/drawingml/2006/main">
            <a:off x="4638675" y="2886075"/>
            <a:ext cx="114300" cy="571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5B58D0B-5CA6-4501-8FBC-B3235E8E6E19}"/>
              </a:ext>
            </a:extLst>
          </p:cNvPr>
          <p:cNvSpPr>
            <a:spLocks xmlns:a="http://schemas.openxmlformats.org/drawingml/2006/main" noGrp="1"/>
          </p:cNvSpPr>
          <p:nvPr/>
        </p:nvSpPr>
        <p:spPr>
          <a:xfrm xmlns:a="http://schemas.openxmlformats.org/drawingml/2006/main">
            <a:off x="3629025"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El estudiante la guarda en su teléfono.</a:t>
            </a:r>
          </a:p>
        </p:txBody>
      </p:sp>
      <p:sp>
        <p:nvSpPr>
          <p:cNvPr id="26" name="">
            <a:extLst xmlns:a="http://schemas.openxmlformats.org/drawingml/2006/main">
              <a:ext uri="{FF2B5EF4-FFF2-40B4-BE49-F238E27FC236}">
                <a16:creationId xmlns:a16="http://schemas.microsoft.com/office/drawing/2014/main" id="{52B67A96-0DC3-49FD-9DE9-1A4630EFE57C}"/>
              </a:ext>
            </a:extLst>
          </p:cNvPr>
          <p:cNvSpPr>
            <a:spLocks xmlns:a="http://schemas.openxmlformats.org/drawingml/2006/main" noGrp="1"/>
          </p:cNvSpPr>
          <p:nvPr/>
        </p:nvSpPr>
        <p:spPr>
          <a:xfrm xmlns:a="http://schemas.openxmlformats.org/drawingml/2006/main">
            <a:off x="5972175"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A78A70B-AC2E-42D8-8531-11F0D393A2B1}"/>
              </a:ext>
            </a:extLst>
          </p:cNvPr>
          <p:cNvSpPr>
            <a:spLocks xmlns:a="http://schemas.openxmlformats.org/drawingml/2006/main" noGrp="1"/>
          </p:cNvSpPr>
          <p:nvPr/>
        </p:nvSpPr>
        <p:spPr>
          <a:xfrm xmlns:a="http://schemas.openxmlformats.org/drawingml/2006/main">
            <a:off x="6267450"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28" name="">
            <a:extLst xmlns:a="http://schemas.openxmlformats.org/drawingml/2006/main">
              <a:ext uri="{FF2B5EF4-FFF2-40B4-BE49-F238E27FC236}">
                <a16:creationId xmlns:a16="http://schemas.microsoft.com/office/drawing/2014/main" id="{E593EEA1-B6FF-4EC0-99ED-26AF33CA3C48}"/>
              </a:ext>
            </a:extLst>
          </p:cNvPr>
          <p:cNvSpPr>
            <a:spLocks xmlns:a="http://schemas.openxmlformats.org/drawingml/2006/main" noGrp="1"/>
          </p:cNvSpPr>
          <p:nvPr/>
        </p:nvSpPr>
        <p:spPr>
          <a:xfrm xmlns:a="http://schemas.openxmlformats.org/drawingml/2006/main">
            <a:off x="6267450" y="1857375"/>
            <a:ext cx="76200" cy="17145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455E2F0-AFF5-40B8-ABE3-82C5EB20A387}"/>
              </a:ext>
            </a:extLst>
          </p:cNvPr>
          <p:cNvSpPr>
            <a:spLocks xmlns:a="http://schemas.openxmlformats.org/drawingml/2006/main" noGrp="1"/>
          </p:cNvSpPr>
          <p:nvPr/>
        </p:nvSpPr>
        <p:spPr>
          <a:xfrm xmlns:a="http://schemas.openxmlformats.org/drawingml/2006/main">
            <a:off x="6457950"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F2B544"/>
                </a:solidFill>
                <a:latin typeface="Aptos"/>
                <a:ea typeface="Aptos"/>
                <a:cs typeface="Aptos"/>
              </a:defRPr>
            </a:defPPr>
            <a:lvl1pPr algn="ctr">
              <a:buNone/>
              <a:defRPr sz="1425" b="1">
                <a:solidFill>
                  <a:srgbClr val="F2B544"/>
                </a:solidFill>
                <a:latin typeface="Aptos"/>
                <a:ea typeface="Aptos"/>
                <a:cs typeface="Aptos"/>
              </a:defRPr>
            </a:lvl1pPr>
            <a:lvl2pPr algn="ctr">
              <a:buNone/>
              <a:defRPr sz="1425" b="1">
                <a:solidFill>
                  <a:srgbClr val="F2B544"/>
                </a:solidFill>
                <a:latin typeface="Aptos"/>
                <a:ea typeface="Aptos"/>
                <a:cs typeface="Aptos"/>
              </a:defRPr>
            </a:lvl2pPr>
            <a:lvl3pPr algn="ctr">
              <a:buNone/>
              <a:defRPr sz="1425" b="1">
                <a:solidFill>
                  <a:srgbClr val="F2B544"/>
                </a:solidFill>
                <a:latin typeface="Aptos"/>
                <a:ea typeface="Aptos"/>
                <a:cs typeface="Aptos"/>
              </a:defRPr>
            </a:lvl3pPr>
            <a:lvl4pPr algn="ctr">
              <a:buNone/>
              <a:defRPr sz="1425" b="1">
                <a:solidFill>
                  <a:srgbClr val="F2B544"/>
                </a:solidFill>
                <a:latin typeface="Aptos"/>
                <a:ea typeface="Aptos"/>
                <a:cs typeface="Aptos"/>
              </a:defRPr>
            </a:lvl4pPr>
            <a:lvl5pPr algn="ctr">
              <a:buNone/>
              <a:defRPr sz="1425" b="1">
                <a:solidFill>
                  <a:srgbClr val="F2B544"/>
                </a:solidFill>
                <a:latin typeface="Aptos"/>
                <a:ea typeface="Aptos"/>
                <a:cs typeface="Aptos"/>
              </a:defRPr>
            </a:lvl5pPr>
            <a:lvl6pPr algn="ctr">
              <a:buNone/>
              <a:defRPr sz="1425" b="1">
                <a:solidFill>
                  <a:srgbClr val="F2B544"/>
                </a:solidFill>
                <a:latin typeface="Aptos"/>
                <a:ea typeface="Aptos"/>
                <a:cs typeface="Aptos"/>
              </a:defRPr>
            </a:lvl6pPr>
            <a:lvl7pPr algn="ctr">
              <a:buNone/>
              <a:defRPr sz="1425" b="1">
                <a:solidFill>
                  <a:srgbClr val="F2B544"/>
                </a:solidFill>
                <a:latin typeface="Aptos"/>
                <a:ea typeface="Aptos"/>
                <a:cs typeface="Aptos"/>
              </a:defRPr>
            </a:lvl7pPr>
            <a:lvl8pPr algn="ctr">
              <a:buNone/>
              <a:defRPr sz="1425" b="1">
                <a:solidFill>
                  <a:srgbClr val="F2B544"/>
                </a:solidFill>
                <a:latin typeface="Aptos"/>
                <a:ea typeface="Aptos"/>
                <a:cs typeface="Aptos"/>
              </a:defRPr>
            </a:lvl8pPr>
            <a:lvl9pPr algn="ctr">
              <a:buNone/>
              <a:defRPr sz="1425" b="1">
                <a:solidFill>
                  <a:srgbClr val="F2B544"/>
                </a:solidFill>
                <a:latin typeface="Aptos"/>
                <a:ea typeface="Aptos"/>
                <a:cs typeface="Aptos"/>
              </a:defRPr>
            </a:lvl9pPr>
          </a:lstStyle>
          <a:p xmlns:a="http://schemas.openxmlformats.org/drawingml/2006/main">
            <a:pPr algn="ctr">
              <a:buNone/>
              <a:defRPr sz="1425" b="1">
                <a:solidFill>
                  <a:srgbClr val="F2B544"/>
                </a:solidFill>
                <a:latin typeface="Aptos"/>
                <a:ea typeface="Aptos"/>
                <a:cs typeface="Aptos"/>
              </a:defRPr>
            </a:pPr>
            <a:r>
              <a:rPr sz="1425" b="1">
                <a:solidFill>
                  <a:srgbClr val="F2B544"/>
                </a:solidFill>
                <a:latin typeface="Aptos"/>
                <a:ea typeface="Aptos"/>
                <a:cs typeface="Aptos"/>
              </a:rPr>
              <a:t>Presentación</a:t>
            </a:r>
          </a:p>
        </p:txBody>
      </p:sp>
      <p:sp>
        <p:nvSpPr>
          <p:cNvPr id="30" name="">
            <a:extLst xmlns:a="http://schemas.openxmlformats.org/drawingml/2006/main">
              <a:ext uri="{FF2B5EF4-FFF2-40B4-BE49-F238E27FC236}">
                <a16:creationId xmlns:a16="http://schemas.microsoft.com/office/drawing/2014/main" id="{48762618-A721-4AF3-B029-5B34F8369B93}"/>
              </a:ext>
            </a:extLst>
          </p:cNvPr>
          <p:cNvSpPr>
            <a:spLocks xmlns:a="http://schemas.openxmlformats.org/drawingml/2006/main" noGrp="1"/>
          </p:cNvSpPr>
          <p:nvPr/>
        </p:nvSpPr>
        <p:spPr>
          <a:xfrm xmlns:a="http://schemas.openxmlformats.org/drawingml/2006/main">
            <a:off x="7200900" y="2352675"/>
            <a:ext cx="5905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9050">
            <a:solidFill>
              <a:srgbClr val="F2B544"/>
            </a:solidFill>
            <a:prstDash val="solid"/>
          </a:ln>
        </p:spPr>
      </p:sp>
      <p:sp>
        <p:nvSpPr>
          <p:cNvPr id="31" name="">
            <a:extLst xmlns:a="http://schemas.openxmlformats.org/drawingml/2006/main">
              <a:ext uri="{FF2B5EF4-FFF2-40B4-BE49-F238E27FC236}">
                <a16:creationId xmlns:a16="http://schemas.microsoft.com/office/drawing/2014/main" id="{91B9236F-060B-4BB3-9764-76451E47044F}"/>
              </a:ext>
            </a:extLst>
          </p:cNvPr>
          <p:cNvSpPr>
            <a:spLocks xmlns:a="http://schemas.openxmlformats.org/drawingml/2006/main" noGrp="1"/>
          </p:cNvSpPr>
          <p:nvPr/>
        </p:nvSpPr>
        <p:spPr>
          <a:xfrm xmlns:a="http://schemas.openxmlformats.org/drawingml/2006/main">
            <a:off x="7250113" y="2401888"/>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4623224-026F-41BD-AC5B-025936BBAF0F}"/>
              </a:ext>
            </a:extLst>
          </p:cNvPr>
          <p:cNvSpPr>
            <a:spLocks xmlns:a="http://schemas.openxmlformats.org/drawingml/2006/main" noGrp="1"/>
          </p:cNvSpPr>
          <p:nvPr/>
        </p:nvSpPr>
        <p:spPr>
          <a:xfrm xmlns:a="http://schemas.openxmlformats.org/drawingml/2006/main">
            <a:off x="7282101" y="2433876"/>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02420C2-CC41-488A-BB45-BFF3ACD04A1C}"/>
              </a:ext>
            </a:extLst>
          </p:cNvPr>
          <p:cNvSpPr>
            <a:spLocks xmlns:a="http://schemas.openxmlformats.org/drawingml/2006/main" noGrp="1"/>
          </p:cNvSpPr>
          <p:nvPr/>
        </p:nvSpPr>
        <p:spPr>
          <a:xfrm xmlns:a="http://schemas.openxmlformats.org/drawingml/2006/main">
            <a:off x="7309168" y="2460943"/>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2401494-3655-4AA0-9EA7-9B47D0464416}"/>
              </a:ext>
            </a:extLst>
          </p:cNvPr>
          <p:cNvSpPr>
            <a:spLocks xmlns:a="http://schemas.openxmlformats.org/drawingml/2006/main" noGrp="1"/>
          </p:cNvSpPr>
          <p:nvPr/>
        </p:nvSpPr>
        <p:spPr>
          <a:xfrm xmlns:a="http://schemas.openxmlformats.org/drawingml/2006/main">
            <a:off x="7594600" y="2401888"/>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E1ADC55-22CB-4D61-B46F-84C3E716A4A0}"/>
              </a:ext>
            </a:extLst>
          </p:cNvPr>
          <p:cNvSpPr>
            <a:spLocks xmlns:a="http://schemas.openxmlformats.org/drawingml/2006/main" noGrp="1"/>
          </p:cNvSpPr>
          <p:nvPr/>
        </p:nvSpPr>
        <p:spPr>
          <a:xfrm xmlns:a="http://schemas.openxmlformats.org/drawingml/2006/main">
            <a:off x="7626588" y="2433876"/>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FE85589-9099-438D-B321-B22E3CDF395A}"/>
              </a:ext>
            </a:extLst>
          </p:cNvPr>
          <p:cNvSpPr>
            <a:spLocks xmlns:a="http://schemas.openxmlformats.org/drawingml/2006/main" noGrp="1"/>
          </p:cNvSpPr>
          <p:nvPr/>
        </p:nvSpPr>
        <p:spPr>
          <a:xfrm xmlns:a="http://schemas.openxmlformats.org/drawingml/2006/main">
            <a:off x="7653655" y="2460943"/>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52072EE-C482-49E8-AEE0-477EDF0BC635}"/>
              </a:ext>
            </a:extLst>
          </p:cNvPr>
          <p:cNvSpPr>
            <a:spLocks xmlns:a="http://schemas.openxmlformats.org/drawingml/2006/main" noGrp="1"/>
          </p:cNvSpPr>
          <p:nvPr/>
        </p:nvSpPr>
        <p:spPr>
          <a:xfrm xmlns:a="http://schemas.openxmlformats.org/drawingml/2006/main">
            <a:off x="7250113" y="2746375"/>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2AFC68C-BC51-4713-B501-B3A489A9FB4A}"/>
              </a:ext>
            </a:extLst>
          </p:cNvPr>
          <p:cNvSpPr>
            <a:spLocks xmlns:a="http://schemas.openxmlformats.org/drawingml/2006/main" noGrp="1"/>
          </p:cNvSpPr>
          <p:nvPr/>
        </p:nvSpPr>
        <p:spPr>
          <a:xfrm xmlns:a="http://schemas.openxmlformats.org/drawingml/2006/main">
            <a:off x="7282101" y="2778363"/>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EAC0027-CE05-414C-B10F-021AF38A3469}"/>
              </a:ext>
            </a:extLst>
          </p:cNvPr>
          <p:cNvSpPr>
            <a:spLocks xmlns:a="http://schemas.openxmlformats.org/drawingml/2006/main" noGrp="1"/>
          </p:cNvSpPr>
          <p:nvPr/>
        </p:nvSpPr>
        <p:spPr>
          <a:xfrm xmlns:a="http://schemas.openxmlformats.org/drawingml/2006/main">
            <a:off x="7309168" y="2805430"/>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278D00D-BDD8-454F-80F3-FDC7DA936BA7}"/>
              </a:ext>
            </a:extLst>
          </p:cNvPr>
          <p:cNvSpPr>
            <a:spLocks xmlns:a="http://schemas.openxmlformats.org/drawingml/2006/main" noGrp="1"/>
          </p:cNvSpPr>
          <p:nvPr/>
        </p:nvSpPr>
        <p:spPr>
          <a:xfrm xmlns:a="http://schemas.openxmlformats.org/drawingml/2006/main">
            <a:off x="7496175"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E25E4C0-62E7-474F-99AB-5F89EE004776}"/>
              </a:ext>
            </a:extLst>
          </p:cNvPr>
          <p:cNvSpPr>
            <a:spLocks xmlns:a="http://schemas.openxmlformats.org/drawingml/2006/main" noGrp="1"/>
          </p:cNvSpPr>
          <p:nvPr/>
        </p:nvSpPr>
        <p:spPr>
          <a:xfrm xmlns:a="http://schemas.openxmlformats.org/drawingml/2006/main">
            <a:off x="7594600" y="2647950"/>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A54CF07D-572C-47BF-B900-B41263C0F164}"/>
              </a:ext>
            </a:extLst>
          </p:cNvPr>
          <p:cNvSpPr>
            <a:spLocks xmlns:a="http://schemas.openxmlformats.org/drawingml/2006/main" noGrp="1"/>
          </p:cNvSpPr>
          <p:nvPr/>
        </p:nvSpPr>
        <p:spPr>
          <a:xfrm xmlns:a="http://schemas.openxmlformats.org/drawingml/2006/main">
            <a:off x="7446963" y="2746375"/>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49D87F1-DBB6-4893-953E-56B0C70A63CC}"/>
              </a:ext>
            </a:extLst>
          </p:cNvPr>
          <p:cNvSpPr>
            <a:spLocks xmlns:a="http://schemas.openxmlformats.org/drawingml/2006/main" noGrp="1"/>
          </p:cNvSpPr>
          <p:nvPr/>
        </p:nvSpPr>
        <p:spPr>
          <a:xfrm xmlns:a="http://schemas.openxmlformats.org/drawingml/2006/main">
            <a:off x="7545388" y="279558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9BEEFE7-DB17-4843-A492-E3338F260336}"/>
              </a:ext>
            </a:extLst>
          </p:cNvPr>
          <p:cNvSpPr>
            <a:spLocks xmlns:a="http://schemas.openxmlformats.org/drawingml/2006/main" noGrp="1"/>
          </p:cNvSpPr>
          <p:nvPr/>
        </p:nvSpPr>
        <p:spPr>
          <a:xfrm xmlns:a="http://schemas.openxmlformats.org/drawingml/2006/main">
            <a:off x="7643813" y="2746375"/>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F11A4A2-2A3E-4A05-87AF-891E3A26F864}"/>
              </a:ext>
            </a:extLst>
          </p:cNvPr>
          <p:cNvSpPr>
            <a:spLocks xmlns:a="http://schemas.openxmlformats.org/drawingml/2006/main" noGrp="1"/>
          </p:cNvSpPr>
          <p:nvPr/>
        </p:nvSpPr>
        <p:spPr>
          <a:xfrm xmlns:a="http://schemas.openxmlformats.org/drawingml/2006/main">
            <a:off x="7446963"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8CB630F8-B0AD-40FC-B04F-4458D8030FD3}"/>
              </a:ext>
            </a:extLst>
          </p:cNvPr>
          <p:cNvSpPr>
            <a:spLocks xmlns:a="http://schemas.openxmlformats.org/drawingml/2006/main" noGrp="1"/>
          </p:cNvSpPr>
          <p:nvPr/>
        </p:nvSpPr>
        <p:spPr>
          <a:xfrm xmlns:a="http://schemas.openxmlformats.org/drawingml/2006/main">
            <a:off x="7643813"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8C17284A-8A6B-485A-8A2E-1270FCCD58B4}"/>
              </a:ext>
            </a:extLst>
          </p:cNvPr>
          <p:cNvSpPr>
            <a:spLocks xmlns:a="http://schemas.openxmlformats.org/drawingml/2006/main" noGrp="1"/>
          </p:cNvSpPr>
          <p:nvPr/>
        </p:nvSpPr>
        <p:spPr>
          <a:xfrm xmlns:a="http://schemas.openxmlformats.org/drawingml/2006/main">
            <a:off x="7496175" y="2844800"/>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B05C9B4C-2DD7-48E3-94DF-5E5024FC4FFD}"/>
              </a:ext>
            </a:extLst>
          </p:cNvPr>
          <p:cNvSpPr>
            <a:spLocks xmlns:a="http://schemas.openxmlformats.org/drawingml/2006/main" noGrp="1"/>
          </p:cNvSpPr>
          <p:nvPr/>
        </p:nvSpPr>
        <p:spPr>
          <a:xfrm xmlns:a="http://schemas.openxmlformats.org/drawingml/2006/main">
            <a:off x="6438900"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El verificador pide un dato concreto.</a:t>
            </a:r>
          </a:p>
        </p:txBody>
      </p:sp>
      <p:sp>
        <p:nvSpPr>
          <p:cNvPr id="49" name="">
            <a:extLst xmlns:a="http://schemas.openxmlformats.org/drawingml/2006/main">
              <a:ext uri="{FF2B5EF4-FFF2-40B4-BE49-F238E27FC236}">
                <a16:creationId xmlns:a16="http://schemas.microsoft.com/office/drawing/2014/main" id="{D0A4A8DF-DA9A-4306-99A1-BA5D03823CB2}"/>
              </a:ext>
            </a:extLst>
          </p:cNvPr>
          <p:cNvSpPr>
            <a:spLocks xmlns:a="http://schemas.openxmlformats.org/drawingml/2006/main" noGrp="1"/>
          </p:cNvSpPr>
          <p:nvPr/>
        </p:nvSpPr>
        <p:spPr>
          <a:xfrm xmlns:a="http://schemas.openxmlformats.org/drawingml/2006/main">
            <a:off x="8782050"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3AE3866C-7901-4D8D-9651-DA076F048549}"/>
              </a:ext>
            </a:extLst>
          </p:cNvPr>
          <p:cNvSpPr>
            <a:spLocks xmlns:a="http://schemas.openxmlformats.org/drawingml/2006/main" noGrp="1"/>
          </p:cNvSpPr>
          <p:nvPr/>
        </p:nvSpPr>
        <p:spPr>
          <a:xfrm xmlns:a="http://schemas.openxmlformats.org/drawingml/2006/main">
            <a:off x="9077325"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51" name="">
            <a:extLst xmlns:a="http://schemas.openxmlformats.org/drawingml/2006/main">
              <a:ext uri="{FF2B5EF4-FFF2-40B4-BE49-F238E27FC236}">
                <a16:creationId xmlns:a16="http://schemas.microsoft.com/office/drawing/2014/main" id="{2928F4E8-3E6D-4253-866F-5F13FF35B6B3}"/>
              </a:ext>
            </a:extLst>
          </p:cNvPr>
          <p:cNvSpPr>
            <a:spLocks xmlns:a="http://schemas.openxmlformats.org/drawingml/2006/main" noGrp="1"/>
          </p:cNvSpPr>
          <p:nvPr/>
        </p:nvSpPr>
        <p:spPr>
          <a:xfrm xmlns:a="http://schemas.openxmlformats.org/drawingml/2006/main">
            <a:off x="9077325" y="1857375"/>
            <a:ext cx="76200" cy="17145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72A2BB7-7056-4884-B1A9-B78F06BC86B0}"/>
              </a:ext>
            </a:extLst>
          </p:cNvPr>
          <p:cNvSpPr>
            <a:spLocks xmlns:a="http://schemas.openxmlformats.org/drawingml/2006/main" noGrp="1"/>
          </p:cNvSpPr>
          <p:nvPr/>
        </p:nvSpPr>
        <p:spPr>
          <a:xfrm xmlns:a="http://schemas.openxmlformats.org/drawingml/2006/main">
            <a:off x="9267825"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3836E"/>
                </a:solidFill>
                <a:latin typeface="Aptos"/>
                <a:ea typeface="Aptos"/>
                <a:cs typeface="Aptos"/>
              </a:defRPr>
            </a:defPPr>
            <a:lvl1pPr algn="ctr">
              <a:buNone/>
              <a:defRPr sz="1425" b="1">
                <a:solidFill>
                  <a:srgbClr val="23836E"/>
                </a:solidFill>
                <a:latin typeface="Aptos"/>
                <a:ea typeface="Aptos"/>
                <a:cs typeface="Aptos"/>
              </a:defRPr>
            </a:lvl1pPr>
            <a:lvl2pPr algn="ctr">
              <a:buNone/>
              <a:defRPr sz="1425" b="1">
                <a:solidFill>
                  <a:srgbClr val="23836E"/>
                </a:solidFill>
                <a:latin typeface="Aptos"/>
                <a:ea typeface="Aptos"/>
                <a:cs typeface="Aptos"/>
              </a:defRPr>
            </a:lvl2pPr>
            <a:lvl3pPr algn="ctr">
              <a:buNone/>
              <a:defRPr sz="1425" b="1">
                <a:solidFill>
                  <a:srgbClr val="23836E"/>
                </a:solidFill>
                <a:latin typeface="Aptos"/>
                <a:ea typeface="Aptos"/>
                <a:cs typeface="Aptos"/>
              </a:defRPr>
            </a:lvl3pPr>
            <a:lvl4pPr algn="ctr">
              <a:buNone/>
              <a:defRPr sz="1425" b="1">
                <a:solidFill>
                  <a:srgbClr val="23836E"/>
                </a:solidFill>
                <a:latin typeface="Aptos"/>
                <a:ea typeface="Aptos"/>
                <a:cs typeface="Aptos"/>
              </a:defRPr>
            </a:lvl4pPr>
            <a:lvl5pPr algn="ctr">
              <a:buNone/>
              <a:defRPr sz="1425" b="1">
                <a:solidFill>
                  <a:srgbClr val="23836E"/>
                </a:solidFill>
                <a:latin typeface="Aptos"/>
                <a:ea typeface="Aptos"/>
                <a:cs typeface="Aptos"/>
              </a:defRPr>
            </a:lvl5pPr>
            <a:lvl6pPr algn="ctr">
              <a:buNone/>
              <a:defRPr sz="1425" b="1">
                <a:solidFill>
                  <a:srgbClr val="23836E"/>
                </a:solidFill>
                <a:latin typeface="Aptos"/>
                <a:ea typeface="Aptos"/>
                <a:cs typeface="Aptos"/>
              </a:defRPr>
            </a:lvl6pPr>
            <a:lvl7pPr algn="ctr">
              <a:buNone/>
              <a:defRPr sz="1425" b="1">
                <a:solidFill>
                  <a:srgbClr val="23836E"/>
                </a:solidFill>
                <a:latin typeface="Aptos"/>
                <a:ea typeface="Aptos"/>
                <a:cs typeface="Aptos"/>
              </a:defRPr>
            </a:lvl7pPr>
            <a:lvl8pPr algn="ctr">
              <a:buNone/>
              <a:defRPr sz="1425" b="1">
                <a:solidFill>
                  <a:srgbClr val="23836E"/>
                </a:solidFill>
                <a:latin typeface="Aptos"/>
                <a:ea typeface="Aptos"/>
                <a:cs typeface="Aptos"/>
              </a:defRPr>
            </a:lvl8pPr>
            <a:lvl9pPr algn="ctr">
              <a:buNone/>
              <a:defRPr sz="1425" b="1">
                <a:solidFill>
                  <a:srgbClr val="23836E"/>
                </a:solidFill>
                <a:latin typeface="Aptos"/>
                <a:ea typeface="Aptos"/>
                <a:cs typeface="Aptos"/>
              </a:defRPr>
            </a:lvl9pPr>
          </a:lstStyle>
          <a:p xmlns:a="http://schemas.openxmlformats.org/drawingml/2006/main">
            <a:pPr algn="ctr">
              <a:buNone/>
              <a:defRPr sz="1425" b="1">
                <a:solidFill>
                  <a:srgbClr val="23836E"/>
                </a:solidFill>
                <a:latin typeface="Aptos"/>
                <a:ea typeface="Aptos"/>
                <a:cs typeface="Aptos"/>
              </a:defRPr>
            </a:pPr>
            <a:r>
              <a:rPr sz="1425" b="1">
                <a:solidFill>
                  <a:srgbClr val="23836E"/>
                </a:solidFill>
                <a:latin typeface="Aptos"/>
                <a:ea typeface="Aptos"/>
                <a:cs typeface="Aptos"/>
              </a:rPr>
              <a:t>Validación</a:t>
            </a:r>
          </a:p>
        </p:txBody>
      </p:sp>
      <p:sp>
        <p:nvSpPr>
          <p:cNvPr id="53" name="">
            <a:extLst xmlns:a="http://schemas.openxmlformats.org/drawingml/2006/main">
              <a:ext uri="{FF2B5EF4-FFF2-40B4-BE49-F238E27FC236}">
                <a16:creationId xmlns:a16="http://schemas.microsoft.com/office/drawing/2014/main" id="{175B2D92-0AE6-42C5-99AD-DBE997A2A99A}"/>
              </a:ext>
            </a:extLst>
          </p:cNvPr>
          <p:cNvSpPr>
            <a:spLocks xmlns:a="http://schemas.openxmlformats.org/drawingml/2006/main" noGrp="1"/>
          </p:cNvSpPr>
          <p:nvPr/>
        </p:nvSpPr>
        <p:spPr>
          <a:xfrm xmlns:a="http://schemas.openxmlformats.org/drawingml/2006/main">
            <a:off x="9982200" y="2362200"/>
            <a:ext cx="438150" cy="438150"/>
          </a:xfrm>
          <a:prstGeom xmlns:a="http://schemas.openxmlformats.org/drawingml/2006/main" prst="ellipse">
            <a:avLst/>
          </a:prstGeom>
          <a:noFill xmlns:a="http://schemas.openxmlformats.org/drawingml/2006/main"/>
          <a:ln xmlns:a="http://schemas.openxmlformats.org/drawingml/2006/main" w="57150">
            <a:solidFill>
              <a:srgbClr val="23836E"/>
            </a:solidFill>
            <a:prstDash val="solid"/>
          </a:ln>
        </p:spPr>
      </p:sp>
      <p:sp>
        <p:nvSpPr>
          <p:cNvPr id="54" name="">
            <a:extLst xmlns:a="http://schemas.openxmlformats.org/drawingml/2006/main">
              <a:ext uri="{FF2B5EF4-FFF2-40B4-BE49-F238E27FC236}">
                <a16:creationId xmlns:a16="http://schemas.microsoft.com/office/drawing/2014/main" id="{19B3B116-C41A-4F90-B8A2-19D6BF0EC578}"/>
              </a:ext>
            </a:extLst>
          </p:cNvPr>
          <p:cNvSpPr>
            <a:spLocks xmlns:a="http://schemas.openxmlformats.org/drawingml/2006/main" noGrp="1"/>
          </p:cNvSpPr>
          <p:nvPr/>
        </p:nvSpPr>
        <p:spPr>
          <a:xfrm xmlns:a="http://schemas.openxmlformats.org/drawingml/2006/main">
            <a:off x="10344150" y="2724150"/>
            <a:ext cx="304800" cy="762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67731999-AA25-40BB-9FD6-D26DF8DECA58}"/>
              </a:ext>
            </a:extLst>
          </p:cNvPr>
          <p:cNvSpPr>
            <a:spLocks xmlns:a="http://schemas.openxmlformats.org/drawingml/2006/main" noGrp="1"/>
          </p:cNvSpPr>
          <p:nvPr/>
        </p:nvSpPr>
        <p:spPr>
          <a:xfrm xmlns:a="http://schemas.openxmlformats.org/drawingml/2006/main">
            <a:off x="10534650" y="2771775"/>
            <a:ext cx="76200" cy="18097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4A4C7020-FD78-4C93-BA20-D97FF7415341}"/>
              </a:ext>
            </a:extLst>
          </p:cNvPr>
          <p:cNvSpPr>
            <a:spLocks xmlns:a="http://schemas.openxmlformats.org/drawingml/2006/main" noGrp="1"/>
          </p:cNvSpPr>
          <p:nvPr/>
        </p:nvSpPr>
        <p:spPr>
          <a:xfrm xmlns:a="http://schemas.openxmlformats.org/drawingml/2006/main">
            <a:off x="10086975" y="2466975"/>
            <a:ext cx="228600" cy="228600"/>
          </a:xfrm>
          <a:prstGeom xmlns:a="http://schemas.openxmlformats.org/drawingml/2006/main" prst="ellipse">
            <a:avLst/>
          </a:prstGeom>
          <a:noFill xmlns:a="http://schemas.openxmlformats.org/drawingml/2006/main"/>
          <a:ln xmlns:a="http://schemas.openxmlformats.org/drawingml/2006/main" w="19050">
            <a:solidFill>
              <a:srgbClr val="23836E"/>
            </a:solidFill>
            <a:prstDash val="solid"/>
          </a:ln>
        </p:spPr>
      </p:sp>
      <p:sp>
        <p:nvSpPr>
          <p:cNvPr id="57" name="">
            <a:extLst xmlns:a="http://schemas.openxmlformats.org/drawingml/2006/main">
              <a:ext uri="{FF2B5EF4-FFF2-40B4-BE49-F238E27FC236}">
                <a16:creationId xmlns:a16="http://schemas.microsoft.com/office/drawing/2014/main" id="{40D46223-E177-4C0A-8B36-544BC89F1FE6}"/>
              </a:ext>
            </a:extLst>
          </p:cNvPr>
          <p:cNvSpPr>
            <a:spLocks xmlns:a="http://schemas.openxmlformats.org/drawingml/2006/main" noGrp="1"/>
          </p:cNvSpPr>
          <p:nvPr/>
        </p:nvSpPr>
        <p:spPr>
          <a:xfrm xmlns:a="http://schemas.openxmlformats.org/drawingml/2006/main" flipV="0">
            <a:off x="10134600" y="2581275"/>
            <a:ext cx="66675" cy="66675"/>
          </a:xfrm>
          <a:prstGeom xmlns:a="http://schemas.openxmlformats.org/drawingml/2006/main" prst="line">
            <a:avLst/>
          </a:prstGeom>
          <a:noFill xmlns:a="http://schemas.openxmlformats.org/drawingml/2006/main"/>
          <a:ln xmlns:a="http://schemas.openxmlformats.org/drawingml/2006/main" w="19050">
            <a:solidFill>
              <a:srgbClr val="23836E"/>
            </a:solidFill>
            <a:prstDash val="solid"/>
          </a:ln>
        </p:spPr>
      </p:sp>
      <p:sp>
        <p:nvSpPr>
          <p:cNvPr id="58" name="">
            <a:extLst xmlns:a="http://schemas.openxmlformats.org/drawingml/2006/main">
              <a:ext uri="{FF2B5EF4-FFF2-40B4-BE49-F238E27FC236}">
                <a16:creationId xmlns:a16="http://schemas.microsoft.com/office/drawing/2014/main" id="{A255F516-7B56-4195-92F8-0A42FEA5314A}"/>
              </a:ext>
            </a:extLst>
          </p:cNvPr>
          <p:cNvSpPr>
            <a:spLocks xmlns:a="http://schemas.openxmlformats.org/drawingml/2006/main" noGrp="1"/>
          </p:cNvSpPr>
          <p:nvPr/>
        </p:nvSpPr>
        <p:spPr>
          <a:xfrm xmlns:a="http://schemas.openxmlformats.org/drawingml/2006/main" flipV="1">
            <a:off x="10201275" y="2533650"/>
            <a:ext cx="95250" cy="114300"/>
          </a:xfrm>
          <a:prstGeom xmlns:a="http://schemas.openxmlformats.org/drawingml/2006/main" prst="line">
            <a:avLst/>
          </a:prstGeom>
          <a:noFill xmlns:a="http://schemas.openxmlformats.org/drawingml/2006/main"/>
          <a:ln xmlns:a="http://schemas.openxmlformats.org/drawingml/2006/main" w="19050">
            <a:solidFill>
              <a:srgbClr val="23836E"/>
            </a:solidFill>
            <a:prstDash val="solid"/>
          </a:ln>
        </p:spPr>
      </p:sp>
      <p:sp>
        <p:nvSpPr>
          <p:cNvPr id="59" name="">
            <a:extLst xmlns:a="http://schemas.openxmlformats.org/drawingml/2006/main">
              <a:ext uri="{FF2B5EF4-FFF2-40B4-BE49-F238E27FC236}">
                <a16:creationId xmlns:a16="http://schemas.microsoft.com/office/drawing/2014/main" id="{EE1D7909-65F7-4CFD-8049-191D75D59D95}"/>
              </a:ext>
            </a:extLst>
          </p:cNvPr>
          <p:cNvSpPr>
            <a:spLocks xmlns:a="http://schemas.openxmlformats.org/drawingml/2006/main" noGrp="1"/>
          </p:cNvSpPr>
          <p:nvPr/>
        </p:nvSpPr>
        <p:spPr>
          <a:xfrm xmlns:a="http://schemas.openxmlformats.org/drawingml/2006/main">
            <a:off x="9248775"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La API comprueba la firma, el titular y el estado.</a:t>
            </a:r>
          </a:p>
        </p:txBody>
      </p:sp>
      <p:sp>
        <p:nvSpPr>
          <p:cNvPr id="60" name="">
            <a:extLst xmlns:a="http://schemas.openxmlformats.org/drawingml/2006/main">
              <a:ext uri="{FF2B5EF4-FFF2-40B4-BE49-F238E27FC236}">
                <a16:creationId xmlns:a16="http://schemas.microsoft.com/office/drawing/2014/main" id="{8C6A0D0F-AC07-4D5D-902A-67A84C13A4AB}"/>
              </a:ext>
            </a:extLst>
          </p:cNvPr>
          <p:cNvSpPr>
            <a:spLocks xmlns:a="http://schemas.openxmlformats.org/drawingml/2006/main" noGrp="1"/>
          </p:cNvSpPr>
          <p:nvPr/>
        </p:nvSpPr>
        <p:spPr>
          <a:xfrm xmlns:a="http://schemas.openxmlformats.org/drawingml/2006/main">
            <a:off x="762000" y="40957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23836E"/>
                </a:solidFill>
                <a:latin typeface="Aptos"/>
                <a:ea typeface="Aptos"/>
                <a:cs typeface="Aptos"/>
              </a:defRPr>
            </a:defPPr>
            <a:lvl1pPr algn="l">
              <a:buNone/>
              <a:defRPr sz="1350" b="1">
                <a:solidFill>
                  <a:srgbClr val="23836E"/>
                </a:solidFill>
                <a:latin typeface="Aptos"/>
                <a:ea typeface="Aptos"/>
                <a:cs typeface="Aptos"/>
              </a:defRPr>
            </a:lvl1pPr>
            <a:lvl2pPr algn="l">
              <a:buNone/>
              <a:defRPr sz="1350" b="1">
                <a:solidFill>
                  <a:srgbClr val="23836E"/>
                </a:solidFill>
                <a:latin typeface="Aptos"/>
                <a:ea typeface="Aptos"/>
                <a:cs typeface="Aptos"/>
              </a:defRPr>
            </a:lvl2pPr>
            <a:lvl3pPr algn="l">
              <a:buNone/>
              <a:defRPr sz="1350" b="1">
                <a:solidFill>
                  <a:srgbClr val="23836E"/>
                </a:solidFill>
                <a:latin typeface="Aptos"/>
                <a:ea typeface="Aptos"/>
                <a:cs typeface="Aptos"/>
              </a:defRPr>
            </a:lvl3pPr>
            <a:lvl4pPr algn="l">
              <a:buNone/>
              <a:defRPr sz="1350" b="1">
                <a:solidFill>
                  <a:srgbClr val="23836E"/>
                </a:solidFill>
                <a:latin typeface="Aptos"/>
                <a:ea typeface="Aptos"/>
                <a:cs typeface="Aptos"/>
              </a:defRPr>
            </a:lvl4pPr>
            <a:lvl5pPr algn="l">
              <a:buNone/>
              <a:defRPr sz="1350" b="1">
                <a:solidFill>
                  <a:srgbClr val="23836E"/>
                </a:solidFill>
                <a:latin typeface="Aptos"/>
                <a:ea typeface="Aptos"/>
                <a:cs typeface="Aptos"/>
              </a:defRPr>
            </a:lvl5pPr>
            <a:lvl6pPr algn="l">
              <a:buNone/>
              <a:defRPr sz="1350" b="1">
                <a:solidFill>
                  <a:srgbClr val="23836E"/>
                </a:solidFill>
                <a:latin typeface="Aptos"/>
                <a:ea typeface="Aptos"/>
                <a:cs typeface="Aptos"/>
              </a:defRPr>
            </a:lvl6pPr>
            <a:lvl7pPr algn="l">
              <a:buNone/>
              <a:defRPr sz="1350" b="1">
                <a:solidFill>
                  <a:srgbClr val="23836E"/>
                </a:solidFill>
                <a:latin typeface="Aptos"/>
                <a:ea typeface="Aptos"/>
                <a:cs typeface="Aptos"/>
              </a:defRPr>
            </a:lvl7pPr>
            <a:lvl8pPr algn="l">
              <a:buNone/>
              <a:defRPr sz="1350" b="1">
                <a:solidFill>
                  <a:srgbClr val="23836E"/>
                </a:solidFill>
                <a:latin typeface="Aptos"/>
                <a:ea typeface="Aptos"/>
                <a:cs typeface="Aptos"/>
              </a:defRPr>
            </a:lvl8pPr>
            <a:lvl9pPr algn="l">
              <a:buNone/>
              <a:defRPr sz="1350" b="1">
                <a:solidFill>
                  <a:srgbClr val="23836E"/>
                </a:solidFill>
                <a:latin typeface="Aptos"/>
                <a:ea typeface="Aptos"/>
                <a:cs typeface="Aptos"/>
              </a:defRPr>
            </a:lvl9pPr>
          </a:lstStyle>
          <a:p xmlns:a="http://schemas.openxmlformats.org/drawingml/2006/main">
            <a:pPr algn="l">
              <a:buNone/>
              <a:defRPr sz="1350" b="1">
                <a:solidFill>
                  <a:srgbClr val="23836E"/>
                </a:solidFill>
                <a:latin typeface="Aptos"/>
                <a:ea typeface="Aptos"/>
                <a:cs typeface="Aptos"/>
              </a:defRPr>
            </a:pPr>
            <a:r>
              <a:rPr sz="1350" b="1">
                <a:solidFill>
                  <a:srgbClr val="23836E"/>
                </a:solidFill>
                <a:latin typeface="Aptos"/>
                <a:ea typeface="Aptos"/>
                <a:cs typeface="Aptos"/>
              </a:rPr>
              <a:t>Incluye</a:t>
            </a:r>
          </a:p>
        </p:txBody>
      </p:sp>
      <p:sp>
        <p:nvSpPr>
          <p:cNvPr id="61" name="">
            <a:extLst xmlns:a="http://schemas.openxmlformats.org/drawingml/2006/main">
              <a:ext uri="{FF2B5EF4-FFF2-40B4-BE49-F238E27FC236}">
                <a16:creationId xmlns:a16="http://schemas.microsoft.com/office/drawing/2014/main" id="{E43EBA11-4E15-42FC-A524-4270831D3889}"/>
              </a:ext>
            </a:extLst>
          </p:cNvPr>
          <p:cNvSpPr>
            <a:spLocks xmlns:a="http://schemas.openxmlformats.org/drawingml/2006/main" noGrp="1"/>
          </p:cNvSpPr>
          <p:nvPr/>
        </p:nvSpPr>
        <p:spPr>
          <a:xfrm xmlns:a="http://schemas.openxmlformats.org/drawingml/2006/main">
            <a:off x="762000" y="45624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12B22914-73F3-4219-9308-BC2949609E25}"/>
              </a:ext>
            </a:extLst>
          </p:cNvPr>
          <p:cNvSpPr>
            <a:spLocks xmlns:a="http://schemas.openxmlformats.org/drawingml/2006/main" noGrp="1"/>
          </p:cNvSpPr>
          <p:nvPr/>
        </p:nvSpPr>
        <p:spPr>
          <a:xfrm xmlns:a="http://schemas.openxmlformats.org/drawingml/2006/main">
            <a:off x="1028700" y="4486275"/>
            <a:ext cx="4829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Notas, materias, regularidad, biblioteca y gimnasio</a:t>
            </a:r>
          </a:p>
        </p:txBody>
      </p:sp>
      <p:sp>
        <p:nvSpPr>
          <p:cNvPr id="63" name="">
            <a:extLst xmlns:a="http://schemas.openxmlformats.org/drawingml/2006/main">
              <a:ext uri="{FF2B5EF4-FFF2-40B4-BE49-F238E27FC236}">
                <a16:creationId xmlns:a16="http://schemas.microsoft.com/office/drawing/2014/main" id="{E7A47AA7-BFD7-4226-AA37-43D3318AEC03}"/>
              </a:ext>
            </a:extLst>
          </p:cNvPr>
          <p:cNvSpPr>
            <a:spLocks xmlns:a="http://schemas.openxmlformats.org/drawingml/2006/main" noGrp="1"/>
          </p:cNvSpPr>
          <p:nvPr/>
        </p:nvSpPr>
        <p:spPr>
          <a:xfrm xmlns:a="http://schemas.openxmlformats.org/drawingml/2006/main">
            <a:off x="762000" y="51720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EBEE881-55B6-4BDE-A920-2B4C35002749}"/>
              </a:ext>
            </a:extLst>
          </p:cNvPr>
          <p:cNvSpPr>
            <a:spLocks xmlns:a="http://schemas.openxmlformats.org/drawingml/2006/main" noGrp="1"/>
          </p:cNvSpPr>
          <p:nvPr/>
        </p:nvSpPr>
        <p:spPr>
          <a:xfrm xmlns:a="http://schemas.openxmlformats.org/drawingml/2006/main">
            <a:off x="1028700" y="5095875"/>
            <a:ext cx="4829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También registra asistencia y permite descargar una planilla.</a:t>
            </a:r>
          </a:p>
        </p:txBody>
      </p:sp>
      <p:sp>
        <p:nvSpPr>
          <p:cNvPr id="65" name="">
            <a:extLst xmlns:a="http://schemas.openxmlformats.org/drawingml/2006/main">
              <a:ext uri="{FF2B5EF4-FFF2-40B4-BE49-F238E27FC236}">
                <a16:creationId xmlns:a16="http://schemas.microsoft.com/office/drawing/2014/main" id="{FF4CA4B7-C392-4F4E-B207-34E726E88D5E}"/>
              </a:ext>
            </a:extLst>
          </p:cNvPr>
          <p:cNvSpPr>
            <a:spLocks xmlns:a="http://schemas.openxmlformats.org/drawingml/2006/main" noGrp="1"/>
          </p:cNvSpPr>
          <p:nvPr/>
        </p:nvSpPr>
        <p:spPr>
          <a:xfrm xmlns:a="http://schemas.openxmlformats.org/drawingml/2006/main">
            <a:off x="6334125" y="409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D95757"/>
                </a:solidFill>
                <a:latin typeface="Aptos"/>
                <a:ea typeface="Aptos"/>
                <a:cs typeface="Aptos"/>
              </a:defRPr>
            </a:defPPr>
            <a:lvl1pPr algn="l">
              <a:buNone/>
              <a:defRPr sz="1350" b="1">
                <a:solidFill>
                  <a:srgbClr val="D95757"/>
                </a:solidFill>
                <a:latin typeface="Aptos"/>
                <a:ea typeface="Aptos"/>
                <a:cs typeface="Aptos"/>
              </a:defRPr>
            </a:lvl1pPr>
            <a:lvl2pPr algn="l">
              <a:buNone/>
              <a:defRPr sz="1350" b="1">
                <a:solidFill>
                  <a:srgbClr val="D95757"/>
                </a:solidFill>
                <a:latin typeface="Aptos"/>
                <a:ea typeface="Aptos"/>
                <a:cs typeface="Aptos"/>
              </a:defRPr>
            </a:lvl2pPr>
            <a:lvl3pPr algn="l">
              <a:buNone/>
              <a:defRPr sz="1350" b="1">
                <a:solidFill>
                  <a:srgbClr val="D95757"/>
                </a:solidFill>
                <a:latin typeface="Aptos"/>
                <a:ea typeface="Aptos"/>
                <a:cs typeface="Aptos"/>
              </a:defRPr>
            </a:lvl3pPr>
            <a:lvl4pPr algn="l">
              <a:buNone/>
              <a:defRPr sz="1350" b="1">
                <a:solidFill>
                  <a:srgbClr val="D95757"/>
                </a:solidFill>
                <a:latin typeface="Aptos"/>
                <a:ea typeface="Aptos"/>
                <a:cs typeface="Aptos"/>
              </a:defRPr>
            </a:lvl4pPr>
            <a:lvl5pPr algn="l">
              <a:buNone/>
              <a:defRPr sz="1350" b="1">
                <a:solidFill>
                  <a:srgbClr val="D95757"/>
                </a:solidFill>
                <a:latin typeface="Aptos"/>
                <a:ea typeface="Aptos"/>
                <a:cs typeface="Aptos"/>
              </a:defRPr>
            </a:lvl5pPr>
            <a:lvl6pPr algn="l">
              <a:buNone/>
              <a:defRPr sz="1350" b="1">
                <a:solidFill>
                  <a:srgbClr val="D95757"/>
                </a:solidFill>
                <a:latin typeface="Aptos"/>
                <a:ea typeface="Aptos"/>
                <a:cs typeface="Aptos"/>
              </a:defRPr>
            </a:lvl6pPr>
            <a:lvl7pPr algn="l">
              <a:buNone/>
              <a:defRPr sz="1350" b="1">
                <a:solidFill>
                  <a:srgbClr val="D95757"/>
                </a:solidFill>
                <a:latin typeface="Aptos"/>
                <a:ea typeface="Aptos"/>
                <a:cs typeface="Aptos"/>
              </a:defRPr>
            </a:lvl7pPr>
            <a:lvl8pPr algn="l">
              <a:buNone/>
              <a:defRPr sz="1350" b="1">
                <a:solidFill>
                  <a:srgbClr val="D95757"/>
                </a:solidFill>
                <a:latin typeface="Aptos"/>
                <a:ea typeface="Aptos"/>
                <a:cs typeface="Aptos"/>
              </a:defRPr>
            </a:lvl8pPr>
            <a:lvl9pPr algn="l">
              <a:buNone/>
              <a:defRPr sz="1350" b="1">
                <a:solidFill>
                  <a:srgbClr val="D95757"/>
                </a:solidFill>
                <a:latin typeface="Aptos"/>
                <a:ea typeface="Aptos"/>
                <a:cs typeface="Aptos"/>
              </a:defRPr>
            </a:lvl9pPr>
          </a:lstStyle>
          <a:p xmlns:a="http://schemas.openxmlformats.org/drawingml/2006/main">
            <a:pPr algn="l">
              <a:buNone/>
              <a:defRPr sz="1350" b="1">
                <a:solidFill>
                  <a:srgbClr val="D95757"/>
                </a:solidFill>
                <a:latin typeface="Aptos"/>
                <a:ea typeface="Aptos"/>
                <a:cs typeface="Aptos"/>
              </a:defRPr>
            </a:pPr>
            <a:r>
              <a:rPr sz="1350" b="1">
                <a:solidFill>
                  <a:srgbClr val="D95757"/>
                </a:solidFill>
                <a:latin typeface="Aptos"/>
                <a:ea typeface="Aptos"/>
                <a:cs typeface="Aptos"/>
              </a:rPr>
              <a:t>Límites actuales</a:t>
            </a:r>
          </a:p>
        </p:txBody>
      </p:sp>
      <p:sp>
        <p:nvSpPr>
          <p:cNvPr id="66" name="">
            <a:extLst xmlns:a="http://schemas.openxmlformats.org/drawingml/2006/main">
              <a:ext uri="{FF2B5EF4-FFF2-40B4-BE49-F238E27FC236}">
                <a16:creationId xmlns:a16="http://schemas.microsoft.com/office/drawing/2014/main" id="{67E525ED-1055-4EB3-A9A6-9F4138297EBE}"/>
              </a:ext>
            </a:extLst>
          </p:cNvPr>
          <p:cNvSpPr>
            <a:spLocks xmlns:a="http://schemas.openxmlformats.org/drawingml/2006/main" noGrp="1"/>
          </p:cNvSpPr>
          <p:nvPr/>
        </p:nvSpPr>
        <p:spPr>
          <a:xfrm xmlns:a="http://schemas.openxmlformats.org/drawingml/2006/main">
            <a:off x="6334125" y="45624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9113A765-9719-4719-A600-A0104D7AA80C}"/>
              </a:ext>
            </a:extLst>
          </p:cNvPr>
          <p:cNvSpPr>
            <a:spLocks xmlns:a="http://schemas.openxmlformats.org/drawingml/2006/main" noGrp="1"/>
          </p:cNvSpPr>
          <p:nvPr/>
        </p:nvSpPr>
        <p:spPr>
          <a:xfrm xmlns:a="http://schemas.openxmlformats.org/drawingml/2006/main">
            <a:off x="6600825" y="44862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Los perfiles y datos son de prueba.</a:t>
            </a:r>
          </a:p>
        </p:txBody>
      </p:sp>
      <p:sp>
        <p:nvSpPr>
          <p:cNvPr id="68" name="">
            <a:extLst xmlns:a="http://schemas.openxmlformats.org/drawingml/2006/main">
              <a:ext uri="{FF2B5EF4-FFF2-40B4-BE49-F238E27FC236}">
                <a16:creationId xmlns:a16="http://schemas.microsoft.com/office/drawing/2014/main" id="{A67C66CA-D1D0-4BD5-9841-E309B762363E}"/>
              </a:ext>
            </a:extLst>
          </p:cNvPr>
          <p:cNvSpPr>
            <a:spLocks xmlns:a="http://schemas.openxmlformats.org/drawingml/2006/main" noGrp="1"/>
          </p:cNvSpPr>
          <p:nvPr/>
        </p:nvSpPr>
        <p:spPr>
          <a:xfrm xmlns:a="http://schemas.openxmlformats.org/drawingml/2006/main">
            <a:off x="6334125" y="50577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08F4C737-3E6F-4830-B31D-A201F38C9535}"/>
              </a:ext>
            </a:extLst>
          </p:cNvPr>
          <p:cNvSpPr>
            <a:spLocks xmlns:a="http://schemas.openxmlformats.org/drawingml/2006/main" noGrp="1"/>
          </p:cNvSpPr>
          <p:nvPr/>
        </p:nvSpPr>
        <p:spPr>
          <a:xfrm xmlns:a="http://schemas.openxmlformats.org/drawingml/2006/main">
            <a:off x="6600825" y="49815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La API local debe estar disponible para consultar revocaciones.</a:t>
            </a:r>
          </a:p>
        </p:txBody>
      </p:sp>
      <p:sp>
        <p:nvSpPr>
          <p:cNvPr id="70" name="">
            <a:extLst xmlns:a="http://schemas.openxmlformats.org/drawingml/2006/main">
              <a:ext uri="{FF2B5EF4-FFF2-40B4-BE49-F238E27FC236}">
                <a16:creationId xmlns:a16="http://schemas.microsoft.com/office/drawing/2014/main" id="{07ABC6B9-F6E1-4DD1-8ACB-53CFBE47325C}"/>
              </a:ext>
            </a:extLst>
          </p:cNvPr>
          <p:cNvSpPr>
            <a:spLocks xmlns:a="http://schemas.openxmlformats.org/drawingml/2006/main" noGrp="1"/>
          </p:cNvSpPr>
          <p:nvPr/>
        </p:nvSpPr>
        <p:spPr>
          <a:xfrm xmlns:a="http://schemas.openxmlformats.org/drawingml/2006/main">
            <a:off x="6334125" y="55530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3178871A-8129-4802-947E-5276559F72FA}"/>
              </a:ext>
            </a:extLst>
          </p:cNvPr>
          <p:cNvSpPr>
            <a:spLocks xmlns:a="http://schemas.openxmlformats.org/drawingml/2006/main" noGrp="1"/>
          </p:cNvSpPr>
          <p:nvPr/>
        </p:nvSpPr>
        <p:spPr>
          <a:xfrm xmlns:a="http://schemas.openxmlformats.org/drawingml/2006/main">
            <a:off x="6600825" y="54768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El formato es propio; no está certificado para interoperar con otros sistemas.</a:t>
            </a:r>
          </a:p>
        </p:txBody>
      </p:sp>
    </p:spTree>
    <p:extLst>
      <p:ext uri="{BB962C8B-B14F-4D97-AF65-F5344CB8AC3E}">
        <p14:creationId xmlns:p14="http://schemas.microsoft.com/office/powerpoint/2010/main" val="797256271"/>
      </p:ext>
    </p:extLst>
  </p:cSld>
</p:sld>
</file>

<file path=ppt/slides/slide1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3A7C7004-5367-4760-9C35-63750EEF5569}"/>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FLUJO FUNCIONAL</a:t>
            </a:r>
          </a:p>
        </p:txBody>
      </p:sp>
      <p:sp>
        <p:nvSpPr>
          <p:cNvPr id="2" name="">
            <a:extLst xmlns:a="http://schemas.openxmlformats.org/drawingml/2006/main">
              <a:ext uri="{FF2B5EF4-FFF2-40B4-BE49-F238E27FC236}">
                <a16:creationId xmlns:a16="http://schemas.microsoft.com/office/drawing/2014/main" id="{A595BD7D-936B-49FC-B8A0-1542D1F175C2}"/>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3FA98892-DED8-4D20-9047-45E34DFBE6D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Tres participantes y una decisión del estudiante</a:t>
            </a:r>
          </a:p>
        </p:txBody>
      </p:sp>
      <p:sp>
        <p:nvSpPr>
          <p:cNvPr id="4" name="">
            <a:extLst xmlns:a="http://schemas.openxmlformats.org/drawingml/2006/main">
              <a:ext uri="{FF2B5EF4-FFF2-40B4-BE49-F238E27FC236}">
                <a16:creationId xmlns:a16="http://schemas.microsoft.com/office/drawing/2014/main" id="{4E375D04-5DFB-4D1D-A07C-E4BEF12E6B76}"/>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E2D7168F-1D89-479C-B784-5578B1DAAB98}"/>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B50A6D4-CFD9-46E0-B058-0715457C1B48}"/>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13</a:t>
            </a:r>
          </a:p>
        </p:txBody>
      </p:sp>
      <p:sp>
        <p:nvSpPr>
          <p:cNvPr id="7" name="">
            <a:extLst xmlns:a="http://schemas.openxmlformats.org/drawingml/2006/main">
              <a:ext uri="{FF2B5EF4-FFF2-40B4-BE49-F238E27FC236}">
                <a16:creationId xmlns:a16="http://schemas.microsoft.com/office/drawing/2014/main" id="{A6197F28-5DD4-4C5A-823B-3F90CABA2299}"/>
              </a:ext>
            </a:extLst>
          </p:cNvPr>
          <p:cNvSpPr>
            <a:spLocks xmlns:a="http://schemas.openxmlformats.org/drawingml/2006/main" noGrp="1"/>
          </p:cNvSpPr>
          <p:nvPr/>
        </p:nvSpPr>
        <p:spPr>
          <a:xfrm xmlns:a="http://schemas.openxmlformats.org/drawingml/2006/main">
            <a:off x="904875" y="1714500"/>
            <a:ext cx="2857500" cy="1028700"/>
          </a:xfrm>
          <a:prstGeom xmlns:a="http://schemas.openxmlformats.org/drawingml/2006/main" prst="roundRect">
            <a:avLst>
              <a:gd name="adj" fmla="val 7407"/>
            </a:avLst>
          </a:prstGeom>
          <a:solidFill xmlns:a="http://schemas.openxmlformats.org/drawingml/2006/main">
            <a:srgbClr val="E8E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BAC1C95-8031-45F8-93FA-94D5E6B49CB2}"/>
              </a:ext>
            </a:extLst>
          </p:cNvPr>
          <p:cNvSpPr>
            <a:spLocks xmlns:a="http://schemas.openxmlformats.org/drawingml/2006/main" noGrp="1"/>
          </p:cNvSpPr>
          <p:nvPr/>
        </p:nvSpPr>
        <p:spPr>
          <a:xfrm xmlns:a="http://schemas.openxmlformats.org/drawingml/2006/main">
            <a:off x="1095375" y="1905000"/>
            <a:ext cx="609600" cy="22860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2303F77-DDE1-4366-8819-CD485CF864E7}"/>
              </a:ext>
            </a:extLst>
          </p:cNvPr>
          <p:cNvSpPr>
            <a:spLocks xmlns:a="http://schemas.openxmlformats.org/drawingml/2006/main" noGrp="1"/>
          </p:cNvSpPr>
          <p:nvPr/>
        </p:nvSpPr>
        <p:spPr>
          <a:xfrm xmlns:a="http://schemas.openxmlformats.org/drawingml/2006/main">
            <a:off x="1143000" y="2133600"/>
            <a:ext cx="51435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D25FE3-2B02-4CED-9699-946DB6DE49A7}"/>
              </a:ext>
            </a:extLst>
          </p:cNvPr>
          <p:cNvSpPr>
            <a:spLocks xmlns:a="http://schemas.openxmlformats.org/drawingml/2006/main" noGrp="1"/>
          </p:cNvSpPr>
          <p:nvPr/>
        </p:nvSpPr>
        <p:spPr>
          <a:xfrm xmlns:a="http://schemas.openxmlformats.org/drawingml/2006/main">
            <a:off x="119062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1" name="">
            <a:extLst xmlns:a="http://schemas.openxmlformats.org/drawingml/2006/main">
              <a:ext uri="{FF2B5EF4-FFF2-40B4-BE49-F238E27FC236}">
                <a16:creationId xmlns:a16="http://schemas.microsoft.com/office/drawing/2014/main" id="{BC7DE771-DC9C-475A-874F-C0419732DAB8}"/>
              </a:ext>
            </a:extLst>
          </p:cNvPr>
          <p:cNvSpPr>
            <a:spLocks xmlns:a="http://schemas.openxmlformats.org/drawingml/2006/main" noGrp="1"/>
          </p:cNvSpPr>
          <p:nvPr/>
        </p:nvSpPr>
        <p:spPr>
          <a:xfrm xmlns:a="http://schemas.openxmlformats.org/drawingml/2006/main">
            <a:off x="132397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998BCB61-18DF-45EC-AD01-C12E86778923}"/>
              </a:ext>
            </a:extLst>
          </p:cNvPr>
          <p:cNvSpPr>
            <a:spLocks xmlns:a="http://schemas.openxmlformats.org/drawingml/2006/main" noGrp="1"/>
          </p:cNvSpPr>
          <p:nvPr/>
        </p:nvSpPr>
        <p:spPr>
          <a:xfrm xmlns:a="http://schemas.openxmlformats.org/drawingml/2006/main">
            <a:off x="145732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01891CEF-CBD1-40CD-AD14-3DB6CACDB77F}"/>
              </a:ext>
            </a:extLst>
          </p:cNvPr>
          <p:cNvSpPr>
            <a:spLocks xmlns:a="http://schemas.openxmlformats.org/drawingml/2006/main" noGrp="1"/>
          </p:cNvSpPr>
          <p:nvPr/>
        </p:nvSpPr>
        <p:spPr>
          <a:xfrm xmlns:a="http://schemas.openxmlformats.org/drawingml/2006/main">
            <a:off x="159067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BE24A601-B0FE-42E1-90A7-42EBDC198783}"/>
              </a:ext>
            </a:extLst>
          </p:cNvPr>
          <p:cNvSpPr>
            <a:spLocks xmlns:a="http://schemas.openxmlformats.org/drawingml/2006/main" noGrp="1"/>
          </p:cNvSpPr>
          <p:nvPr/>
        </p:nvSpPr>
        <p:spPr>
          <a:xfrm xmlns:a="http://schemas.openxmlformats.org/drawingml/2006/main">
            <a:off x="1114425" y="2505075"/>
            <a:ext cx="57150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8B30DE7-B42D-42B2-AEA7-4EC80054FDD9}"/>
              </a:ext>
            </a:extLst>
          </p:cNvPr>
          <p:cNvSpPr>
            <a:spLocks xmlns:a="http://schemas.openxmlformats.org/drawingml/2006/main" noGrp="1"/>
          </p:cNvSpPr>
          <p:nvPr/>
        </p:nvSpPr>
        <p:spPr>
          <a:xfrm xmlns:a="http://schemas.openxmlformats.org/drawingml/2006/main">
            <a:off x="185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846A0"/>
                </a:solidFill>
                <a:latin typeface="Aptos"/>
                <a:ea typeface="Aptos"/>
                <a:cs typeface="Aptos"/>
              </a:defRPr>
            </a:defPPr>
            <a:lvl1pPr algn="l">
              <a:buNone/>
              <a:defRPr sz="1125" b="1">
                <a:solidFill>
                  <a:srgbClr val="2846A0"/>
                </a:solidFill>
                <a:latin typeface="Aptos"/>
                <a:ea typeface="Aptos"/>
                <a:cs typeface="Aptos"/>
              </a:defRPr>
            </a:lvl1pPr>
            <a:lvl2pPr algn="l">
              <a:buNone/>
              <a:defRPr sz="1125" b="1">
                <a:solidFill>
                  <a:srgbClr val="2846A0"/>
                </a:solidFill>
                <a:latin typeface="Aptos"/>
                <a:ea typeface="Aptos"/>
                <a:cs typeface="Aptos"/>
              </a:defRPr>
            </a:lvl2pPr>
            <a:lvl3pPr algn="l">
              <a:buNone/>
              <a:defRPr sz="1125" b="1">
                <a:solidFill>
                  <a:srgbClr val="2846A0"/>
                </a:solidFill>
                <a:latin typeface="Aptos"/>
                <a:ea typeface="Aptos"/>
                <a:cs typeface="Aptos"/>
              </a:defRPr>
            </a:lvl3pPr>
            <a:lvl4pPr algn="l">
              <a:buNone/>
              <a:defRPr sz="1125" b="1">
                <a:solidFill>
                  <a:srgbClr val="2846A0"/>
                </a:solidFill>
                <a:latin typeface="Aptos"/>
                <a:ea typeface="Aptos"/>
                <a:cs typeface="Aptos"/>
              </a:defRPr>
            </a:lvl4pPr>
            <a:lvl5pPr algn="l">
              <a:buNone/>
              <a:defRPr sz="1125" b="1">
                <a:solidFill>
                  <a:srgbClr val="2846A0"/>
                </a:solidFill>
                <a:latin typeface="Aptos"/>
                <a:ea typeface="Aptos"/>
                <a:cs typeface="Aptos"/>
              </a:defRPr>
            </a:lvl5pPr>
            <a:lvl6pPr algn="l">
              <a:buNone/>
              <a:defRPr sz="1125" b="1">
                <a:solidFill>
                  <a:srgbClr val="2846A0"/>
                </a:solidFill>
                <a:latin typeface="Aptos"/>
                <a:ea typeface="Aptos"/>
                <a:cs typeface="Aptos"/>
              </a:defRPr>
            </a:lvl6pPr>
            <a:lvl7pPr algn="l">
              <a:buNone/>
              <a:defRPr sz="1125" b="1">
                <a:solidFill>
                  <a:srgbClr val="2846A0"/>
                </a:solidFill>
                <a:latin typeface="Aptos"/>
                <a:ea typeface="Aptos"/>
                <a:cs typeface="Aptos"/>
              </a:defRPr>
            </a:lvl7pPr>
            <a:lvl8pPr algn="l">
              <a:buNone/>
              <a:defRPr sz="1125" b="1">
                <a:solidFill>
                  <a:srgbClr val="2846A0"/>
                </a:solidFill>
                <a:latin typeface="Aptos"/>
                <a:ea typeface="Aptos"/>
                <a:cs typeface="Aptos"/>
              </a:defRPr>
            </a:lvl8pPr>
            <a:lvl9pPr algn="l">
              <a:buNone/>
              <a:defRPr sz="1125" b="1">
                <a:solidFill>
                  <a:srgbClr val="2846A0"/>
                </a:solidFill>
                <a:latin typeface="Aptos"/>
                <a:ea typeface="Aptos"/>
                <a:cs typeface="Aptos"/>
              </a:defRPr>
            </a:lvl9pPr>
          </a:lstStyle>
          <a:p xmlns:a="http://schemas.openxmlformats.org/drawingml/2006/main">
            <a:pPr algn="l">
              <a:buNone/>
              <a:defRPr sz="1125" b="1">
                <a:solidFill>
                  <a:srgbClr val="2846A0"/>
                </a:solidFill>
                <a:latin typeface="Aptos"/>
                <a:ea typeface="Aptos"/>
                <a:cs typeface="Aptos"/>
              </a:defRPr>
            </a:pPr>
            <a:r>
              <a:rPr sz="1125" b="1">
                <a:solidFill>
                  <a:srgbClr val="2846A0"/>
                </a:solidFill>
                <a:latin typeface="Aptos"/>
                <a:ea typeface="Aptos"/>
                <a:cs typeface="Aptos"/>
              </a:rPr>
              <a:t>INSTITUCIÓN</a:t>
            </a:r>
          </a:p>
        </p:txBody>
      </p:sp>
      <p:sp>
        <p:nvSpPr>
          <p:cNvPr id="16" name="">
            <a:extLst xmlns:a="http://schemas.openxmlformats.org/drawingml/2006/main">
              <a:ext uri="{FF2B5EF4-FFF2-40B4-BE49-F238E27FC236}">
                <a16:creationId xmlns:a16="http://schemas.microsoft.com/office/drawing/2014/main" id="{3AC46893-1374-4CFE-828A-FADF9BF59812}"/>
              </a:ext>
            </a:extLst>
          </p:cNvPr>
          <p:cNvSpPr>
            <a:spLocks xmlns:a="http://schemas.openxmlformats.org/drawingml/2006/main" noGrp="1"/>
          </p:cNvSpPr>
          <p:nvPr/>
        </p:nvSpPr>
        <p:spPr>
          <a:xfrm xmlns:a="http://schemas.openxmlformats.org/drawingml/2006/main">
            <a:off x="185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Emite y puede revocar</a:t>
            </a:r>
          </a:p>
        </p:txBody>
      </p:sp>
      <p:sp>
        <p:nvSpPr>
          <p:cNvPr id="17" name="">
            <a:extLst xmlns:a="http://schemas.openxmlformats.org/drawingml/2006/main">
              <a:ext uri="{FF2B5EF4-FFF2-40B4-BE49-F238E27FC236}">
                <a16:creationId xmlns:a16="http://schemas.microsoft.com/office/drawing/2014/main" id="{4888ECB3-25EC-4A9C-AAB5-62C84E7ECCCA}"/>
              </a:ext>
            </a:extLst>
          </p:cNvPr>
          <p:cNvSpPr>
            <a:spLocks xmlns:a="http://schemas.openxmlformats.org/drawingml/2006/main" noGrp="1"/>
          </p:cNvSpPr>
          <p:nvPr/>
        </p:nvSpPr>
        <p:spPr>
          <a:xfrm xmlns:a="http://schemas.openxmlformats.org/drawingml/2006/main">
            <a:off x="4714875" y="1714500"/>
            <a:ext cx="2857500" cy="1028700"/>
          </a:xfrm>
          <a:prstGeom xmlns:a="http://schemas.openxmlformats.org/drawingml/2006/main" prst="roundRect">
            <a:avLst>
              <a:gd name="adj" fmla="val 7407"/>
            </a:avLst>
          </a:prstGeom>
          <a:solidFill xmlns:a="http://schemas.openxmlformats.org/drawingml/2006/main">
            <a:srgbClr val="D9F5F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1DAB7A1-9FF1-4A9D-B5B2-13BA5D1851ED}"/>
              </a:ext>
            </a:extLst>
          </p:cNvPr>
          <p:cNvSpPr>
            <a:spLocks xmlns:a="http://schemas.openxmlformats.org/drawingml/2006/main" noGrp="1"/>
          </p:cNvSpPr>
          <p:nvPr/>
        </p:nvSpPr>
        <p:spPr>
          <a:xfrm xmlns:a="http://schemas.openxmlformats.org/drawingml/2006/main">
            <a:off x="5057775" y="1914525"/>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13E865B-4CAA-4CD6-8A44-7B3C078D77DF}"/>
              </a:ext>
            </a:extLst>
          </p:cNvPr>
          <p:cNvSpPr>
            <a:spLocks xmlns:a="http://schemas.openxmlformats.org/drawingml/2006/main" noGrp="1"/>
          </p:cNvSpPr>
          <p:nvPr/>
        </p:nvSpPr>
        <p:spPr>
          <a:xfrm xmlns:a="http://schemas.openxmlformats.org/drawingml/2006/main">
            <a:off x="4933950" y="2209800"/>
            <a:ext cx="514350" cy="333375"/>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9FE61B8-B096-42CE-A113-C63685FF3773}"/>
              </a:ext>
            </a:extLst>
          </p:cNvPr>
          <p:cNvSpPr>
            <a:spLocks xmlns:a="http://schemas.openxmlformats.org/drawingml/2006/main" noGrp="1"/>
          </p:cNvSpPr>
          <p:nvPr/>
        </p:nvSpPr>
        <p:spPr>
          <a:xfrm xmlns:a="http://schemas.openxmlformats.org/drawingml/2006/main">
            <a:off x="566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3836E"/>
                </a:solidFill>
                <a:latin typeface="Aptos"/>
                <a:ea typeface="Aptos"/>
                <a:cs typeface="Aptos"/>
              </a:defRPr>
            </a:defPPr>
            <a:lvl1pPr algn="l">
              <a:buNone/>
              <a:defRPr sz="1125" b="1">
                <a:solidFill>
                  <a:srgbClr val="23836E"/>
                </a:solidFill>
                <a:latin typeface="Aptos"/>
                <a:ea typeface="Aptos"/>
                <a:cs typeface="Aptos"/>
              </a:defRPr>
            </a:lvl1pPr>
            <a:lvl2pPr algn="l">
              <a:buNone/>
              <a:defRPr sz="1125" b="1">
                <a:solidFill>
                  <a:srgbClr val="23836E"/>
                </a:solidFill>
                <a:latin typeface="Aptos"/>
                <a:ea typeface="Aptos"/>
                <a:cs typeface="Aptos"/>
              </a:defRPr>
            </a:lvl2pPr>
            <a:lvl3pPr algn="l">
              <a:buNone/>
              <a:defRPr sz="1125" b="1">
                <a:solidFill>
                  <a:srgbClr val="23836E"/>
                </a:solidFill>
                <a:latin typeface="Aptos"/>
                <a:ea typeface="Aptos"/>
                <a:cs typeface="Aptos"/>
              </a:defRPr>
            </a:lvl3pPr>
            <a:lvl4pPr algn="l">
              <a:buNone/>
              <a:defRPr sz="1125" b="1">
                <a:solidFill>
                  <a:srgbClr val="23836E"/>
                </a:solidFill>
                <a:latin typeface="Aptos"/>
                <a:ea typeface="Aptos"/>
                <a:cs typeface="Aptos"/>
              </a:defRPr>
            </a:lvl4pPr>
            <a:lvl5pPr algn="l">
              <a:buNone/>
              <a:defRPr sz="1125" b="1">
                <a:solidFill>
                  <a:srgbClr val="23836E"/>
                </a:solidFill>
                <a:latin typeface="Aptos"/>
                <a:ea typeface="Aptos"/>
                <a:cs typeface="Aptos"/>
              </a:defRPr>
            </a:lvl5pPr>
            <a:lvl6pPr algn="l">
              <a:buNone/>
              <a:defRPr sz="1125" b="1">
                <a:solidFill>
                  <a:srgbClr val="23836E"/>
                </a:solidFill>
                <a:latin typeface="Aptos"/>
                <a:ea typeface="Aptos"/>
                <a:cs typeface="Aptos"/>
              </a:defRPr>
            </a:lvl6pPr>
            <a:lvl7pPr algn="l">
              <a:buNone/>
              <a:defRPr sz="1125" b="1">
                <a:solidFill>
                  <a:srgbClr val="23836E"/>
                </a:solidFill>
                <a:latin typeface="Aptos"/>
                <a:ea typeface="Aptos"/>
                <a:cs typeface="Aptos"/>
              </a:defRPr>
            </a:lvl7pPr>
            <a:lvl8pPr algn="l">
              <a:buNone/>
              <a:defRPr sz="1125" b="1">
                <a:solidFill>
                  <a:srgbClr val="23836E"/>
                </a:solidFill>
                <a:latin typeface="Aptos"/>
                <a:ea typeface="Aptos"/>
                <a:cs typeface="Aptos"/>
              </a:defRPr>
            </a:lvl8pPr>
            <a:lvl9pPr algn="l">
              <a:buNone/>
              <a:defRPr sz="1125" b="1">
                <a:solidFill>
                  <a:srgbClr val="23836E"/>
                </a:solidFill>
                <a:latin typeface="Aptos"/>
                <a:ea typeface="Aptos"/>
                <a:cs typeface="Aptos"/>
              </a:defRPr>
            </a:lvl9pPr>
          </a:lstStyle>
          <a:p xmlns:a="http://schemas.openxmlformats.org/drawingml/2006/main">
            <a:pPr algn="l">
              <a:buNone/>
              <a:defRPr sz="1125" b="1">
                <a:solidFill>
                  <a:srgbClr val="23836E"/>
                </a:solidFill>
                <a:latin typeface="Aptos"/>
                <a:ea typeface="Aptos"/>
                <a:cs typeface="Aptos"/>
              </a:defRPr>
            </a:pPr>
            <a:r>
              <a:rPr sz="1125" b="1">
                <a:solidFill>
                  <a:srgbClr val="23836E"/>
                </a:solidFill>
                <a:latin typeface="Aptos"/>
                <a:ea typeface="Aptos"/>
                <a:cs typeface="Aptos"/>
              </a:rPr>
              <a:t>ESTUDIANTE</a:t>
            </a:r>
          </a:p>
        </p:txBody>
      </p:sp>
      <p:sp>
        <p:nvSpPr>
          <p:cNvPr id="21" name="">
            <a:extLst xmlns:a="http://schemas.openxmlformats.org/drawingml/2006/main">
              <a:ext uri="{FF2B5EF4-FFF2-40B4-BE49-F238E27FC236}">
                <a16:creationId xmlns:a16="http://schemas.microsoft.com/office/drawing/2014/main" id="{02B6DB56-9AD9-4887-9C07-4CC273AF1749}"/>
              </a:ext>
            </a:extLst>
          </p:cNvPr>
          <p:cNvSpPr>
            <a:spLocks xmlns:a="http://schemas.openxmlformats.org/drawingml/2006/main" noGrp="1"/>
          </p:cNvSpPr>
          <p:nvPr/>
        </p:nvSpPr>
        <p:spPr>
          <a:xfrm xmlns:a="http://schemas.openxmlformats.org/drawingml/2006/main">
            <a:off x="566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Guarda la credencial y decide</a:t>
            </a:r>
          </a:p>
        </p:txBody>
      </p:sp>
      <p:sp>
        <p:nvSpPr>
          <p:cNvPr id="22" name="">
            <a:extLst xmlns:a="http://schemas.openxmlformats.org/drawingml/2006/main">
              <a:ext uri="{FF2B5EF4-FFF2-40B4-BE49-F238E27FC236}">
                <a16:creationId xmlns:a16="http://schemas.microsoft.com/office/drawing/2014/main" id="{8121B7C9-3113-440A-AB22-BDFF13C7979F}"/>
              </a:ext>
            </a:extLst>
          </p:cNvPr>
          <p:cNvSpPr>
            <a:spLocks xmlns:a="http://schemas.openxmlformats.org/drawingml/2006/main" noGrp="1"/>
          </p:cNvSpPr>
          <p:nvPr/>
        </p:nvSpPr>
        <p:spPr>
          <a:xfrm xmlns:a="http://schemas.openxmlformats.org/drawingml/2006/main">
            <a:off x="8524875" y="1714500"/>
            <a:ext cx="2857500" cy="1028700"/>
          </a:xfrm>
          <a:prstGeom xmlns:a="http://schemas.openxmlformats.org/drawingml/2006/main" prst="roundRect">
            <a:avLst>
              <a:gd name="adj" fmla="val 7407"/>
            </a:avLst>
          </a:prstGeom>
          <a:solidFill xmlns:a="http://schemas.openxmlformats.org/drawingml/2006/main">
            <a:srgbClr val="FFF2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38EB113-D0E9-4FDD-9F84-8AC1032E11B9}"/>
              </a:ext>
            </a:extLst>
          </p:cNvPr>
          <p:cNvSpPr>
            <a:spLocks xmlns:a="http://schemas.openxmlformats.org/drawingml/2006/main" noGrp="1"/>
          </p:cNvSpPr>
          <p:nvPr/>
        </p:nvSpPr>
        <p:spPr>
          <a:xfrm xmlns:a="http://schemas.openxmlformats.org/drawingml/2006/main">
            <a:off x="8686800" y="1943100"/>
            <a:ext cx="438150" cy="438150"/>
          </a:xfrm>
          <a:prstGeom xmlns:a="http://schemas.openxmlformats.org/drawingml/2006/main" prst="ellipse">
            <a:avLst/>
          </a:prstGeom>
          <a:noFill xmlns:a="http://schemas.openxmlformats.org/drawingml/2006/main"/>
          <a:ln xmlns:a="http://schemas.openxmlformats.org/drawingml/2006/main" w="57150">
            <a:solidFill>
              <a:srgbClr val="9A6500"/>
            </a:solidFill>
            <a:prstDash val="solid"/>
          </a:ln>
        </p:spPr>
      </p:sp>
      <p:sp>
        <p:nvSpPr>
          <p:cNvPr id="24" name="">
            <a:extLst xmlns:a="http://schemas.openxmlformats.org/drawingml/2006/main">
              <a:ext uri="{FF2B5EF4-FFF2-40B4-BE49-F238E27FC236}">
                <a16:creationId xmlns:a16="http://schemas.microsoft.com/office/drawing/2014/main" id="{CF32C4CB-7F02-4184-95B4-EEA45D7B3F6F}"/>
              </a:ext>
            </a:extLst>
          </p:cNvPr>
          <p:cNvSpPr>
            <a:spLocks xmlns:a="http://schemas.openxmlformats.org/drawingml/2006/main" noGrp="1"/>
          </p:cNvSpPr>
          <p:nvPr/>
        </p:nvSpPr>
        <p:spPr>
          <a:xfrm xmlns:a="http://schemas.openxmlformats.org/drawingml/2006/main">
            <a:off x="9048750" y="2305050"/>
            <a:ext cx="304800" cy="76200"/>
          </a:xfrm>
          <a:prstGeom xmlns:a="http://schemas.openxmlformats.org/drawingml/2006/main" prst="roundRect">
            <a:avLst>
              <a:gd name="adj" fmla="val 50000"/>
            </a:avLst>
          </a:prstGeom>
          <a:solidFill xmlns:a="http://schemas.openxmlformats.org/drawingml/2006/main">
            <a:srgbClr val="9A6500"/>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35A72543-3B07-4A26-9296-E93E3F1C4653}"/>
              </a:ext>
            </a:extLst>
          </p:cNvPr>
          <p:cNvSpPr>
            <a:spLocks xmlns:a="http://schemas.openxmlformats.org/drawingml/2006/main" noGrp="1"/>
          </p:cNvSpPr>
          <p:nvPr/>
        </p:nvSpPr>
        <p:spPr>
          <a:xfrm xmlns:a="http://schemas.openxmlformats.org/drawingml/2006/main">
            <a:off x="9239250" y="2352675"/>
            <a:ext cx="76200" cy="180975"/>
          </a:xfrm>
          <a:prstGeom xmlns:a="http://schemas.openxmlformats.org/drawingml/2006/main" prst="roundRect">
            <a:avLst>
              <a:gd name="adj" fmla="val 50000"/>
            </a:avLst>
          </a:prstGeom>
          <a:solidFill xmlns:a="http://schemas.openxmlformats.org/drawingml/2006/main">
            <a:srgbClr val="9A6500"/>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5CC59EB1-D7A1-41F1-A675-008A94E26852}"/>
              </a:ext>
            </a:extLst>
          </p:cNvPr>
          <p:cNvSpPr>
            <a:spLocks xmlns:a="http://schemas.openxmlformats.org/drawingml/2006/main" noGrp="1"/>
          </p:cNvSpPr>
          <p:nvPr/>
        </p:nvSpPr>
        <p:spPr>
          <a:xfrm xmlns:a="http://schemas.openxmlformats.org/drawingml/2006/main">
            <a:off x="947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9A6500"/>
                </a:solidFill>
                <a:latin typeface="Aptos"/>
                <a:ea typeface="Aptos"/>
                <a:cs typeface="Aptos"/>
              </a:defRPr>
            </a:defPPr>
            <a:lvl1pPr algn="l">
              <a:buNone/>
              <a:defRPr sz="1125" b="1">
                <a:solidFill>
                  <a:srgbClr val="9A6500"/>
                </a:solidFill>
                <a:latin typeface="Aptos"/>
                <a:ea typeface="Aptos"/>
                <a:cs typeface="Aptos"/>
              </a:defRPr>
            </a:lvl1pPr>
            <a:lvl2pPr algn="l">
              <a:buNone/>
              <a:defRPr sz="1125" b="1">
                <a:solidFill>
                  <a:srgbClr val="9A6500"/>
                </a:solidFill>
                <a:latin typeface="Aptos"/>
                <a:ea typeface="Aptos"/>
                <a:cs typeface="Aptos"/>
              </a:defRPr>
            </a:lvl2pPr>
            <a:lvl3pPr algn="l">
              <a:buNone/>
              <a:defRPr sz="1125" b="1">
                <a:solidFill>
                  <a:srgbClr val="9A6500"/>
                </a:solidFill>
                <a:latin typeface="Aptos"/>
                <a:ea typeface="Aptos"/>
                <a:cs typeface="Aptos"/>
              </a:defRPr>
            </a:lvl3pPr>
            <a:lvl4pPr algn="l">
              <a:buNone/>
              <a:defRPr sz="1125" b="1">
                <a:solidFill>
                  <a:srgbClr val="9A6500"/>
                </a:solidFill>
                <a:latin typeface="Aptos"/>
                <a:ea typeface="Aptos"/>
                <a:cs typeface="Aptos"/>
              </a:defRPr>
            </a:lvl4pPr>
            <a:lvl5pPr algn="l">
              <a:buNone/>
              <a:defRPr sz="1125" b="1">
                <a:solidFill>
                  <a:srgbClr val="9A6500"/>
                </a:solidFill>
                <a:latin typeface="Aptos"/>
                <a:ea typeface="Aptos"/>
                <a:cs typeface="Aptos"/>
              </a:defRPr>
            </a:lvl5pPr>
            <a:lvl6pPr algn="l">
              <a:buNone/>
              <a:defRPr sz="1125" b="1">
                <a:solidFill>
                  <a:srgbClr val="9A6500"/>
                </a:solidFill>
                <a:latin typeface="Aptos"/>
                <a:ea typeface="Aptos"/>
                <a:cs typeface="Aptos"/>
              </a:defRPr>
            </a:lvl6pPr>
            <a:lvl7pPr algn="l">
              <a:buNone/>
              <a:defRPr sz="1125" b="1">
                <a:solidFill>
                  <a:srgbClr val="9A6500"/>
                </a:solidFill>
                <a:latin typeface="Aptos"/>
                <a:ea typeface="Aptos"/>
                <a:cs typeface="Aptos"/>
              </a:defRPr>
            </a:lvl7pPr>
            <a:lvl8pPr algn="l">
              <a:buNone/>
              <a:defRPr sz="1125" b="1">
                <a:solidFill>
                  <a:srgbClr val="9A6500"/>
                </a:solidFill>
                <a:latin typeface="Aptos"/>
                <a:ea typeface="Aptos"/>
                <a:cs typeface="Aptos"/>
              </a:defRPr>
            </a:lvl8pPr>
            <a:lvl9pPr algn="l">
              <a:buNone/>
              <a:defRPr sz="1125" b="1">
                <a:solidFill>
                  <a:srgbClr val="9A6500"/>
                </a:solidFill>
                <a:latin typeface="Aptos"/>
                <a:ea typeface="Aptos"/>
                <a:cs typeface="Aptos"/>
              </a:defRPr>
            </a:lvl9pPr>
          </a:lstStyle>
          <a:p xmlns:a="http://schemas.openxmlformats.org/drawingml/2006/main">
            <a:pPr algn="l">
              <a:buNone/>
              <a:defRPr sz="1125" b="1">
                <a:solidFill>
                  <a:srgbClr val="9A6500"/>
                </a:solidFill>
                <a:latin typeface="Aptos"/>
                <a:ea typeface="Aptos"/>
                <a:cs typeface="Aptos"/>
              </a:defRPr>
            </a:pPr>
            <a:r>
              <a:rPr sz="1125" b="1">
                <a:solidFill>
                  <a:srgbClr val="9A6500"/>
                </a:solidFill>
                <a:latin typeface="Aptos"/>
                <a:ea typeface="Aptos"/>
                <a:cs typeface="Aptos"/>
              </a:rPr>
              <a:t>VERIFICADOR</a:t>
            </a:r>
          </a:p>
        </p:txBody>
      </p:sp>
      <p:sp>
        <p:nvSpPr>
          <p:cNvPr id="27" name="">
            <a:extLst xmlns:a="http://schemas.openxmlformats.org/drawingml/2006/main">
              <a:ext uri="{FF2B5EF4-FFF2-40B4-BE49-F238E27FC236}">
                <a16:creationId xmlns:a16="http://schemas.microsoft.com/office/drawing/2014/main" id="{7E2E5FF9-60C6-46A1-A5AA-E7191374D919}"/>
              </a:ext>
            </a:extLst>
          </p:cNvPr>
          <p:cNvSpPr>
            <a:spLocks xmlns:a="http://schemas.openxmlformats.org/drawingml/2006/main" noGrp="1"/>
          </p:cNvSpPr>
          <p:nvPr/>
        </p:nvSpPr>
        <p:spPr>
          <a:xfrm xmlns:a="http://schemas.openxmlformats.org/drawingml/2006/main">
            <a:off x="947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Pide un dato y recibe el resultado</a:t>
            </a:r>
          </a:p>
        </p:txBody>
      </p:sp>
      <p:sp>
        <p:nvSpPr>
          <p:cNvPr id="28" name="">
            <a:extLst xmlns:a="http://schemas.openxmlformats.org/drawingml/2006/main">
              <a:ext uri="{FF2B5EF4-FFF2-40B4-BE49-F238E27FC236}">
                <a16:creationId xmlns:a16="http://schemas.microsoft.com/office/drawing/2014/main" id="{5B823A3B-F5E5-488E-8395-3F12845AF2D0}"/>
              </a:ext>
            </a:extLst>
          </p:cNvPr>
          <p:cNvSpPr>
            <a:spLocks xmlns:a="http://schemas.openxmlformats.org/drawingml/2006/main" noGrp="1"/>
          </p:cNvSpPr>
          <p:nvPr/>
        </p:nvSpPr>
        <p:spPr>
          <a:xfrm xmlns:a="http://schemas.openxmlformats.org/drawingml/2006/main">
            <a:off x="1304925" y="3381375"/>
            <a:ext cx="457200" cy="4572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5E2E835-5E31-4079-AECC-A305D0DCB5FB}"/>
              </a:ext>
            </a:extLst>
          </p:cNvPr>
          <p:cNvSpPr>
            <a:spLocks xmlns:a="http://schemas.openxmlformats.org/drawingml/2006/main" noGrp="1"/>
          </p:cNvSpPr>
          <p:nvPr/>
        </p:nvSpPr>
        <p:spPr>
          <a:xfrm xmlns:a="http://schemas.openxmlformats.org/drawingml/2006/main">
            <a:off x="130492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30" name="">
            <a:extLst xmlns:a="http://schemas.openxmlformats.org/drawingml/2006/main">
              <a:ext uri="{FF2B5EF4-FFF2-40B4-BE49-F238E27FC236}">
                <a16:creationId xmlns:a16="http://schemas.microsoft.com/office/drawing/2014/main" id="{F56B7732-DE16-4F35-B958-70593536B048}"/>
              </a:ext>
            </a:extLst>
          </p:cNvPr>
          <p:cNvSpPr>
            <a:spLocks xmlns:a="http://schemas.openxmlformats.org/drawingml/2006/main" noGrp="1"/>
          </p:cNvSpPr>
          <p:nvPr/>
        </p:nvSpPr>
        <p:spPr>
          <a:xfrm xmlns:a="http://schemas.openxmlformats.org/drawingml/2006/main">
            <a:off x="65722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La institución crea y firma</a:t>
            </a:r>
          </a:p>
        </p:txBody>
      </p:sp>
      <p:sp>
        <p:nvSpPr>
          <p:cNvPr id="31" name="">
            <a:extLst xmlns:a="http://schemas.openxmlformats.org/drawingml/2006/main">
              <a:ext uri="{FF2B5EF4-FFF2-40B4-BE49-F238E27FC236}">
                <a16:creationId xmlns:a16="http://schemas.microsoft.com/office/drawing/2014/main" id="{406D0CFA-D0DD-430B-AF63-352F4C04D3F8}"/>
              </a:ext>
            </a:extLst>
          </p:cNvPr>
          <p:cNvSpPr>
            <a:spLocks xmlns:a="http://schemas.openxmlformats.org/drawingml/2006/main" noGrp="1"/>
          </p:cNvSpPr>
          <p:nvPr/>
        </p:nvSpPr>
        <p:spPr>
          <a:xfrm xmlns:a="http://schemas.openxmlformats.org/drawingml/2006/main" flipV="0">
            <a:off x="1809750"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32" name="">
            <a:extLst xmlns:a="http://schemas.openxmlformats.org/drawingml/2006/main">
              <a:ext uri="{FF2B5EF4-FFF2-40B4-BE49-F238E27FC236}">
                <a16:creationId xmlns:a16="http://schemas.microsoft.com/office/drawing/2014/main" id="{88F96147-6568-4121-821C-5E44388EC535}"/>
              </a:ext>
            </a:extLst>
          </p:cNvPr>
          <p:cNvSpPr>
            <a:spLocks xmlns:a="http://schemas.openxmlformats.org/drawingml/2006/main" noGrp="1"/>
          </p:cNvSpPr>
          <p:nvPr/>
        </p:nvSpPr>
        <p:spPr>
          <a:xfrm xmlns:a="http://schemas.openxmlformats.org/drawingml/2006/main">
            <a:off x="2590800"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005CF33-7D64-4ED1-AA1F-B29DAE64D742}"/>
              </a:ext>
            </a:extLst>
          </p:cNvPr>
          <p:cNvSpPr>
            <a:spLocks xmlns:a="http://schemas.openxmlformats.org/drawingml/2006/main" noGrp="1"/>
          </p:cNvSpPr>
          <p:nvPr/>
        </p:nvSpPr>
        <p:spPr>
          <a:xfrm xmlns:a="http://schemas.openxmlformats.org/drawingml/2006/main">
            <a:off x="3543300" y="3381375"/>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0A9BC66-9795-43DA-90D7-ADEAEC47898C}"/>
              </a:ext>
            </a:extLst>
          </p:cNvPr>
          <p:cNvSpPr>
            <a:spLocks xmlns:a="http://schemas.openxmlformats.org/drawingml/2006/main" noGrp="1"/>
          </p:cNvSpPr>
          <p:nvPr/>
        </p:nvSpPr>
        <p:spPr>
          <a:xfrm xmlns:a="http://schemas.openxmlformats.org/drawingml/2006/main">
            <a:off x="3543300"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35" name="">
            <a:extLst xmlns:a="http://schemas.openxmlformats.org/drawingml/2006/main">
              <a:ext uri="{FF2B5EF4-FFF2-40B4-BE49-F238E27FC236}">
                <a16:creationId xmlns:a16="http://schemas.microsoft.com/office/drawing/2014/main" id="{472B7136-023B-4147-993E-B6AB2929225D}"/>
              </a:ext>
            </a:extLst>
          </p:cNvPr>
          <p:cNvSpPr>
            <a:spLocks xmlns:a="http://schemas.openxmlformats.org/drawingml/2006/main" noGrp="1"/>
          </p:cNvSpPr>
          <p:nvPr/>
        </p:nvSpPr>
        <p:spPr>
          <a:xfrm xmlns:a="http://schemas.openxmlformats.org/drawingml/2006/main">
            <a:off x="2895600"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El estudiante escanea el QR</a:t>
            </a:r>
          </a:p>
        </p:txBody>
      </p:sp>
      <p:sp>
        <p:nvSpPr>
          <p:cNvPr id="36" name="">
            <a:extLst xmlns:a="http://schemas.openxmlformats.org/drawingml/2006/main">
              <a:ext uri="{FF2B5EF4-FFF2-40B4-BE49-F238E27FC236}">
                <a16:creationId xmlns:a16="http://schemas.microsoft.com/office/drawing/2014/main" id="{DF1A2CAE-E5F3-4A85-8749-F0AD03A45DF1}"/>
              </a:ext>
            </a:extLst>
          </p:cNvPr>
          <p:cNvSpPr>
            <a:spLocks xmlns:a="http://schemas.openxmlformats.org/drawingml/2006/main" noGrp="1"/>
          </p:cNvSpPr>
          <p:nvPr/>
        </p:nvSpPr>
        <p:spPr>
          <a:xfrm xmlns:a="http://schemas.openxmlformats.org/drawingml/2006/main" flipV="0">
            <a:off x="4048125"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37" name="">
            <a:extLst xmlns:a="http://schemas.openxmlformats.org/drawingml/2006/main">
              <a:ext uri="{FF2B5EF4-FFF2-40B4-BE49-F238E27FC236}">
                <a16:creationId xmlns:a16="http://schemas.microsoft.com/office/drawing/2014/main" id="{765C6506-5B8D-4FDC-BFCA-3D24ACB177E1}"/>
              </a:ext>
            </a:extLst>
          </p:cNvPr>
          <p:cNvSpPr>
            <a:spLocks xmlns:a="http://schemas.openxmlformats.org/drawingml/2006/main" noGrp="1"/>
          </p:cNvSpPr>
          <p:nvPr/>
        </p:nvSpPr>
        <p:spPr>
          <a:xfrm xmlns:a="http://schemas.openxmlformats.org/drawingml/2006/main">
            <a:off x="4829175"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A3782A8-A311-45FF-8AFD-317347103199}"/>
              </a:ext>
            </a:extLst>
          </p:cNvPr>
          <p:cNvSpPr>
            <a:spLocks xmlns:a="http://schemas.openxmlformats.org/drawingml/2006/main" noGrp="1"/>
          </p:cNvSpPr>
          <p:nvPr/>
        </p:nvSpPr>
        <p:spPr>
          <a:xfrm xmlns:a="http://schemas.openxmlformats.org/drawingml/2006/main">
            <a:off x="5781675" y="3381375"/>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8D735C1-4E0E-4776-AF2F-BF5C2264C4A5}"/>
              </a:ext>
            </a:extLst>
          </p:cNvPr>
          <p:cNvSpPr>
            <a:spLocks xmlns:a="http://schemas.openxmlformats.org/drawingml/2006/main" noGrp="1"/>
          </p:cNvSpPr>
          <p:nvPr/>
        </p:nvSpPr>
        <p:spPr>
          <a:xfrm xmlns:a="http://schemas.openxmlformats.org/drawingml/2006/main">
            <a:off x="578167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40" name="">
            <a:extLst xmlns:a="http://schemas.openxmlformats.org/drawingml/2006/main">
              <a:ext uri="{FF2B5EF4-FFF2-40B4-BE49-F238E27FC236}">
                <a16:creationId xmlns:a16="http://schemas.microsoft.com/office/drawing/2014/main" id="{5D59E118-DC04-40A2-B56D-D79FEA900767}"/>
              </a:ext>
            </a:extLst>
          </p:cNvPr>
          <p:cNvSpPr>
            <a:spLocks xmlns:a="http://schemas.openxmlformats.org/drawingml/2006/main" noGrp="1"/>
          </p:cNvSpPr>
          <p:nvPr/>
        </p:nvSpPr>
        <p:spPr>
          <a:xfrm xmlns:a="http://schemas.openxmlformats.org/drawingml/2006/main">
            <a:off x="513397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Revisa qué le piden</a:t>
            </a:r>
          </a:p>
        </p:txBody>
      </p:sp>
      <p:sp>
        <p:nvSpPr>
          <p:cNvPr id="41" name="">
            <a:extLst xmlns:a="http://schemas.openxmlformats.org/drawingml/2006/main">
              <a:ext uri="{FF2B5EF4-FFF2-40B4-BE49-F238E27FC236}">
                <a16:creationId xmlns:a16="http://schemas.microsoft.com/office/drawing/2014/main" id="{A2DED972-58A1-4C5F-8C12-48CCD1F22BBF}"/>
              </a:ext>
            </a:extLst>
          </p:cNvPr>
          <p:cNvSpPr>
            <a:spLocks xmlns:a="http://schemas.openxmlformats.org/drawingml/2006/main" noGrp="1"/>
          </p:cNvSpPr>
          <p:nvPr/>
        </p:nvSpPr>
        <p:spPr>
          <a:xfrm xmlns:a="http://schemas.openxmlformats.org/drawingml/2006/main" flipV="0">
            <a:off x="6286500"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42" name="">
            <a:extLst xmlns:a="http://schemas.openxmlformats.org/drawingml/2006/main">
              <a:ext uri="{FF2B5EF4-FFF2-40B4-BE49-F238E27FC236}">
                <a16:creationId xmlns:a16="http://schemas.microsoft.com/office/drawing/2014/main" id="{C1A93F44-7CE6-4B52-B415-5B902127A42D}"/>
              </a:ext>
            </a:extLst>
          </p:cNvPr>
          <p:cNvSpPr>
            <a:spLocks xmlns:a="http://schemas.openxmlformats.org/drawingml/2006/main" noGrp="1"/>
          </p:cNvSpPr>
          <p:nvPr/>
        </p:nvSpPr>
        <p:spPr>
          <a:xfrm xmlns:a="http://schemas.openxmlformats.org/drawingml/2006/main">
            <a:off x="7067550"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75130C1-0806-4792-8C7D-00B0A0E294AB}"/>
              </a:ext>
            </a:extLst>
          </p:cNvPr>
          <p:cNvSpPr>
            <a:spLocks xmlns:a="http://schemas.openxmlformats.org/drawingml/2006/main" noGrp="1"/>
          </p:cNvSpPr>
          <p:nvPr/>
        </p:nvSpPr>
        <p:spPr>
          <a:xfrm xmlns:a="http://schemas.openxmlformats.org/drawingml/2006/main">
            <a:off x="8020050" y="3381375"/>
            <a:ext cx="457200" cy="4572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BF72F90-D50D-41A3-8026-87588CDF1856}"/>
              </a:ext>
            </a:extLst>
          </p:cNvPr>
          <p:cNvSpPr>
            <a:spLocks xmlns:a="http://schemas.openxmlformats.org/drawingml/2006/main" noGrp="1"/>
          </p:cNvSpPr>
          <p:nvPr/>
        </p:nvSpPr>
        <p:spPr>
          <a:xfrm xmlns:a="http://schemas.openxmlformats.org/drawingml/2006/main">
            <a:off x="8020050"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4</a:t>
            </a:r>
          </a:p>
        </p:txBody>
      </p:sp>
      <p:sp>
        <p:nvSpPr>
          <p:cNvPr id="45" name="">
            <a:extLst xmlns:a="http://schemas.openxmlformats.org/drawingml/2006/main">
              <a:ext uri="{FF2B5EF4-FFF2-40B4-BE49-F238E27FC236}">
                <a16:creationId xmlns:a16="http://schemas.microsoft.com/office/drawing/2014/main" id="{4D18B027-C730-4D23-B497-9491EA0E7625}"/>
              </a:ext>
            </a:extLst>
          </p:cNvPr>
          <p:cNvSpPr>
            <a:spLocks xmlns:a="http://schemas.openxmlformats.org/drawingml/2006/main" noGrp="1"/>
          </p:cNvSpPr>
          <p:nvPr/>
        </p:nvSpPr>
        <p:spPr>
          <a:xfrm xmlns:a="http://schemas.openxmlformats.org/drawingml/2006/main">
            <a:off x="7372350"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Acepta o rechaza</a:t>
            </a:r>
          </a:p>
        </p:txBody>
      </p:sp>
      <p:sp>
        <p:nvSpPr>
          <p:cNvPr id="46" name="">
            <a:extLst xmlns:a="http://schemas.openxmlformats.org/drawingml/2006/main">
              <a:ext uri="{FF2B5EF4-FFF2-40B4-BE49-F238E27FC236}">
                <a16:creationId xmlns:a16="http://schemas.microsoft.com/office/drawing/2014/main" id="{1237CD61-C1E0-4E9E-A698-DEEAE9382593}"/>
              </a:ext>
            </a:extLst>
          </p:cNvPr>
          <p:cNvSpPr>
            <a:spLocks xmlns:a="http://schemas.openxmlformats.org/drawingml/2006/main" noGrp="1"/>
          </p:cNvSpPr>
          <p:nvPr/>
        </p:nvSpPr>
        <p:spPr>
          <a:xfrm xmlns:a="http://schemas.openxmlformats.org/drawingml/2006/main" flipV="0">
            <a:off x="8524875"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47" name="">
            <a:extLst xmlns:a="http://schemas.openxmlformats.org/drawingml/2006/main">
              <a:ext uri="{FF2B5EF4-FFF2-40B4-BE49-F238E27FC236}">
                <a16:creationId xmlns:a16="http://schemas.microsoft.com/office/drawing/2014/main" id="{6AF7FBE7-777C-4A53-8CA2-CF1A9C56FFDB}"/>
              </a:ext>
            </a:extLst>
          </p:cNvPr>
          <p:cNvSpPr>
            <a:spLocks xmlns:a="http://schemas.openxmlformats.org/drawingml/2006/main" noGrp="1"/>
          </p:cNvSpPr>
          <p:nvPr/>
        </p:nvSpPr>
        <p:spPr>
          <a:xfrm xmlns:a="http://schemas.openxmlformats.org/drawingml/2006/main">
            <a:off x="9305925"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A42208C7-7873-4838-A006-E1475EDA4D3F}"/>
              </a:ext>
            </a:extLst>
          </p:cNvPr>
          <p:cNvSpPr>
            <a:spLocks xmlns:a="http://schemas.openxmlformats.org/drawingml/2006/main" noGrp="1"/>
          </p:cNvSpPr>
          <p:nvPr/>
        </p:nvSpPr>
        <p:spPr>
          <a:xfrm xmlns:a="http://schemas.openxmlformats.org/drawingml/2006/main">
            <a:off x="10258425" y="3381375"/>
            <a:ext cx="457200" cy="457200"/>
          </a:xfrm>
          <a:prstGeom xmlns:a="http://schemas.openxmlformats.org/drawingml/2006/main" prst="ellipse">
            <a:avLst/>
          </a:prstGeom>
          <a:solidFill xmlns:a="http://schemas.openxmlformats.org/drawingml/2006/main">
            <a:srgbClr val="17255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A134C58-AF90-48EC-970D-7843C2CB98BD}"/>
              </a:ext>
            </a:extLst>
          </p:cNvPr>
          <p:cNvSpPr>
            <a:spLocks xmlns:a="http://schemas.openxmlformats.org/drawingml/2006/main" noGrp="1"/>
          </p:cNvSpPr>
          <p:nvPr/>
        </p:nvSpPr>
        <p:spPr>
          <a:xfrm xmlns:a="http://schemas.openxmlformats.org/drawingml/2006/main">
            <a:off x="1025842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5</a:t>
            </a:r>
          </a:p>
        </p:txBody>
      </p:sp>
      <p:sp>
        <p:nvSpPr>
          <p:cNvPr id="50" name="">
            <a:extLst xmlns:a="http://schemas.openxmlformats.org/drawingml/2006/main">
              <a:ext uri="{FF2B5EF4-FFF2-40B4-BE49-F238E27FC236}">
                <a16:creationId xmlns:a16="http://schemas.microsoft.com/office/drawing/2014/main" id="{A46F06FA-9B80-486D-BAAE-E084BB9351CA}"/>
              </a:ext>
            </a:extLst>
          </p:cNvPr>
          <p:cNvSpPr>
            <a:spLocks xmlns:a="http://schemas.openxmlformats.org/drawingml/2006/main" noGrp="1"/>
          </p:cNvSpPr>
          <p:nvPr/>
        </p:nvSpPr>
        <p:spPr>
          <a:xfrm xmlns:a="http://schemas.openxmlformats.org/drawingml/2006/main">
            <a:off x="961072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La API comprueba los datos</a:t>
            </a:r>
          </a:p>
        </p:txBody>
      </p:sp>
      <p:sp>
        <p:nvSpPr>
          <p:cNvPr id="51" name="">
            <a:extLst xmlns:a="http://schemas.openxmlformats.org/drawingml/2006/main">
              <a:ext uri="{FF2B5EF4-FFF2-40B4-BE49-F238E27FC236}">
                <a16:creationId xmlns:a16="http://schemas.microsoft.com/office/drawing/2014/main" id="{EEA27541-505D-496A-8922-3F1E03B5277F}"/>
              </a:ext>
            </a:extLst>
          </p:cNvPr>
          <p:cNvSpPr>
            <a:spLocks xmlns:a="http://schemas.openxmlformats.org/drawingml/2006/main" noGrp="1"/>
          </p:cNvSpPr>
          <p:nvPr/>
        </p:nvSpPr>
        <p:spPr>
          <a:xfrm xmlns:a="http://schemas.openxmlformats.org/drawingml/2006/main">
            <a:off x="1333500" y="4953000"/>
            <a:ext cx="9525000" cy="742950"/>
          </a:xfrm>
          <a:prstGeom xmlns:a="http://schemas.openxmlformats.org/drawingml/2006/main" prst="roundRect">
            <a:avLst>
              <a:gd name="adj" fmla="val 10256"/>
            </a:avLst>
          </a:prstGeom>
          <a:solidFill xmlns:a="http://schemas.openxmlformats.org/drawingml/2006/main">
            <a:srgbClr val="17255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8101846-399F-4B0A-9E22-44003AE3E9E9}"/>
              </a:ext>
            </a:extLst>
          </p:cNvPr>
          <p:cNvSpPr>
            <a:spLocks xmlns:a="http://schemas.openxmlformats.org/drawingml/2006/main" noGrp="1"/>
          </p:cNvSpPr>
          <p:nvPr/>
        </p:nvSpPr>
        <p:spPr>
          <a:xfrm xmlns:a="http://schemas.openxmlformats.org/drawingml/2006/main">
            <a:off x="1619250" y="5095875"/>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FFFFFF"/>
                </a:solidFill>
                <a:latin typeface="Aptos"/>
                <a:ea typeface="Aptos"/>
                <a:cs typeface="Aptos"/>
              </a:defRPr>
            </a:defPPr>
            <a:lvl1pPr algn="ctr">
              <a:buNone/>
              <a:defRPr sz="1575" b="1">
                <a:solidFill>
                  <a:srgbClr val="FFFFFF"/>
                </a:solidFill>
                <a:latin typeface="Aptos"/>
                <a:ea typeface="Aptos"/>
                <a:cs typeface="Aptos"/>
              </a:defRPr>
            </a:lvl1pPr>
            <a:lvl2pPr algn="ctr">
              <a:buNone/>
              <a:defRPr sz="1575" b="1">
                <a:solidFill>
                  <a:srgbClr val="FFFFFF"/>
                </a:solidFill>
                <a:latin typeface="Aptos"/>
                <a:ea typeface="Aptos"/>
                <a:cs typeface="Aptos"/>
              </a:defRPr>
            </a:lvl2pPr>
            <a:lvl3pPr algn="ctr">
              <a:buNone/>
              <a:defRPr sz="1575" b="1">
                <a:solidFill>
                  <a:srgbClr val="FFFFFF"/>
                </a:solidFill>
                <a:latin typeface="Aptos"/>
                <a:ea typeface="Aptos"/>
                <a:cs typeface="Aptos"/>
              </a:defRPr>
            </a:lvl3pPr>
            <a:lvl4pPr algn="ctr">
              <a:buNone/>
              <a:defRPr sz="1575" b="1">
                <a:solidFill>
                  <a:srgbClr val="FFFFFF"/>
                </a:solidFill>
                <a:latin typeface="Aptos"/>
                <a:ea typeface="Aptos"/>
                <a:cs typeface="Aptos"/>
              </a:defRPr>
            </a:lvl4pPr>
            <a:lvl5pPr algn="ctr">
              <a:buNone/>
              <a:defRPr sz="1575" b="1">
                <a:solidFill>
                  <a:srgbClr val="FFFFFF"/>
                </a:solidFill>
                <a:latin typeface="Aptos"/>
                <a:ea typeface="Aptos"/>
                <a:cs typeface="Aptos"/>
              </a:defRPr>
            </a:lvl5pPr>
            <a:lvl6pPr algn="ctr">
              <a:buNone/>
              <a:defRPr sz="1575" b="1">
                <a:solidFill>
                  <a:srgbClr val="FFFFFF"/>
                </a:solidFill>
                <a:latin typeface="Aptos"/>
                <a:ea typeface="Aptos"/>
                <a:cs typeface="Aptos"/>
              </a:defRPr>
            </a:lvl6pPr>
            <a:lvl7pPr algn="ctr">
              <a:buNone/>
              <a:defRPr sz="1575" b="1">
                <a:solidFill>
                  <a:srgbClr val="FFFFFF"/>
                </a:solidFill>
                <a:latin typeface="Aptos"/>
                <a:ea typeface="Aptos"/>
                <a:cs typeface="Aptos"/>
              </a:defRPr>
            </a:lvl7pPr>
            <a:lvl8pPr algn="ctr">
              <a:buNone/>
              <a:defRPr sz="1575" b="1">
                <a:solidFill>
                  <a:srgbClr val="FFFFFF"/>
                </a:solidFill>
                <a:latin typeface="Aptos"/>
                <a:ea typeface="Aptos"/>
                <a:cs typeface="Aptos"/>
              </a:defRPr>
            </a:lvl8pPr>
            <a:lvl9pPr algn="ctr">
              <a:buNone/>
              <a:defRPr sz="1575" b="1">
                <a:solidFill>
                  <a:srgbClr val="FFFFFF"/>
                </a:solidFill>
                <a:latin typeface="Aptos"/>
                <a:ea typeface="Aptos"/>
                <a:cs typeface="Aptos"/>
              </a:defRPr>
            </a:lvl9pPr>
          </a:lstStyle>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El QR solo lleva un código temporal. La nota está dentro de la credencial firmada.</a:t>
            </a:r>
          </a:p>
        </p:txBody>
      </p:sp>
    </p:spTree>
    <p:extLst>
      <p:ext uri="{BB962C8B-B14F-4D97-AF65-F5344CB8AC3E}">
        <p14:creationId xmlns:p14="http://schemas.microsoft.com/office/powerpoint/2010/main" val="369558919"/>
      </p:ext>
    </p:extLst>
  </p:cSld>
</p:sld>
</file>

<file path=ppt/slides/slide1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1257459-BADC-48C5-8BE0-4D83563ADA9A}"/>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TECNOLOGÍA</a:t>
            </a:r>
          </a:p>
        </p:txBody>
      </p:sp>
      <p:sp>
        <p:nvSpPr>
          <p:cNvPr id="2" name="">
            <a:extLst xmlns:a="http://schemas.openxmlformats.org/drawingml/2006/main">
              <a:ext uri="{FF2B5EF4-FFF2-40B4-BE49-F238E27FC236}">
                <a16:creationId xmlns:a16="http://schemas.microsoft.com/office/drawing/2014/main" id="{E056078D-4759-4DBD-A726-1A0B8DFAC217}"/>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3A267E3B-89F9-44BD-84B8-721C0B2CF559}"/>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Cómo se conectan la aplicación y el servidor</a:t>
            </a:r>
          </a:p>
        </p:txBody>
      </p:sp>
      <p:sp>
        <p:nvSpPr>
          <p:cNvPr id="4" name="">
            <a:extLst xmlns:a="http://schemas.openxmlformats.org/drawingml/2006/main">
              <a:ext uri="{FF2B5EF4-FFF2-40B4-BE49-F238E27FC236}">
                <a16:creationId xmlns:a16="http://schemas.microsoft.com/office/drawing/2014/main" id="{368A206C-C2EC-4FC3-B4AB-448F90C64E3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FE67C5DA-FA64-48FB-A219-55B2601E4E1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3F8F6EE-1291-48C7-90D1-AD953F44F80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14</a:t>
            </a:r>
          </a:p>
        </p:txBody>
      </p:sp>
      <p:sp>
        <p:nvSpPr>
          <p:cNvPr id="7" name="">
            <a:extLst xmlns:a="http://schemas.openxmlformats.org/drawingml/2006/main">
              <a:ext uri="{FF2B5EF4-FFF2-40B4-BE49-F238E27FC236}">
                <a16:creationId xmlns:a16="http://schemas.microsoft.com/office/drawing/2014/main" id="{A47C7173-F0AD-4064-966A-A2D851BAE4FB}"/>
              </a:ext>
            </a:extLst>
          </p:cNvPr>
          <p:cNvSpPr>
            <a:spLocks xmlns:a="http://schemas.openxmlformats.org/drawingml/2006/main" noGrp="1"/>
          </p:cNvSpPr>
          <p:nvPr/>
        </p:nvSpPr>
        <p:spPr>
          <a:xfrm xmlns:a="http://schemas.openxmlformats.org/drawingml/2006/main">
            <a:off x="714375" y="1714500"/>
            <a:ext cx="309562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F9C83C4E-148B-4018-94C4-BF1DEA22B8C7}"/>
              </a:ext>
            </a:extLst>
          </p:cNvPr>
          <p:cNvSpPr>
            <a:spLocks xmlns:a="http://schemas.openxmlformats.org/drawingml/2006/main" noGrp="1"/>
          </p:cNvSpPr>
          <p:nvPr/>
        </p:nvSpPr>
        <p:spPr>
          <a:xfrm xmlns:a="http://schemas.openxmlformats.org/drawingml/2006/main">
            <a:off x="714375" y="1714500"/>
            <a:ext cx="76200" cy="1333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D69C1EB-326E-434B-8C83-10B4A1DFEFA1}"/>
              </a:ext>
            </a:extLst>
          </p:cNvPr>
          <p:cNvSpPr>
            <a:spLocks xmlns:a="http://schemas.openxmlformats.org/drawingml/2006/main" noGrp="1"/>
          </p:cNvSpPr>
          <p:nvPr/>
        </p:nvSpPr>
        <p:spPr>
          <a:xfrm xmlns:a="http://schemas.openxmlformats.org/drawingml/2006/main">
            <a:off x="923925" y="1847850"/>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PWA React + TypeScript</a:t>
            </a:r>
          </a:p>
        </p:txBody>
      </p:sp>
      <p:sp>
        <p:nvSpPr>
          <p:cNvPr id="10" name="">
            <a:extLst xmlns:a="http://schemas.openxmlformats.org/drawingml/2006/main">
              <a:ext uri="{FF2B5EF4-FFF2-40B4-BE49-F238E27FC236}">
                <a16:creationId xmlns:a16="http://schemas.microsoft.com/office/drawing/2014/main" id="{790542B2-0A4D-498E-8CF7-89A91359DD56}"/>
              </a:ext>
            </a:extLst>
          </p:cNvPr>
          <p:cNvSpPr>
            <a:spLocks xmlns:a="http://schemas.openxmlformats.org/drawingml/2006/main" noGrp="1"/>
          </p:cNvSpPr>
          <p:nvPr/>
        </p:nvSpPr>
        <p:spPr>
          <a:xfrm xmlns:a="http://schemas.openxmlformats.org/drawingml/2006/main">
            <a:off x="923925" y="2171700"/>
            <a:ext cx="2733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misma aplicación para los tres roles.</a:t>
            </a:r>
          </a:p>
        </p:txBody>
      </p:sp>
      <p:sp>
        <p:nvSpPr>
          <p:cNvPr id="11" name="">
            <a:extLst xmlns:a="http://schemas.openxmlformats.org/drawingml/2006/main">
              <a:ext uri="{FF2B5EF4-FFF2-40B4-BE49-F238E27FC236}">
                <a16:creationId xmlns:a16="http://schemas.microsoft.com/office/drawing/2014/main" id="{46D1885A-9AD6-48E8-8360-361D59D46F5D}"/>
              </a:ext>
            </a:extLst>
          </p:cNvPr>
          <p:cNvSpPr>
            <a:spLocks xmlns:a="http://schemas.openxmlformats.org/drawingml/2006/main" noGrp="1"/>
          </p:cNvSpPr>
          <p:nvPr/>
        </p:nvSpPr>
        <p:spPr>
          <a:xfrm xmlns:a="http://schemas.openxmlformats.org/drawingml/2006/main">
            <a:off x="714375" y="3619500"/>
            <a:ext cx="309562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DFB13237-AFB9-41BA-8F99-4A955C371C77}"/>
              </a:ext>
            </a:extLst>
          </p:cNvPr>
          <p:cNvSpPr>
            <a:spLocks xmlns:a="http://schemas.openxmlformats.org/drawingml/2006/main" noGrp="1"/>
          </p:cNvSpPr>
          <p:nvPr/>
        </p:nvSpPr>
        <p:spPr>
          <a:xfrm xmlns:a="http://schemas.openxmlformats.org/drawingml/2006/main">
            <a:off x="714375" y="3619500"/>
            <a:ext cx="76200" cy="13335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40899E-AFAF-480F-A2BB-89700B677446}"/>
              </a:ext>
            </a:extLst>
          </p:cNvPr>
          <p:cNvSpPr>
            <a:spLocks xmlns:a="http://schemas.openxmlformats.org/drawingml/2006/main" noGrp="1"/>
          </p:cNvSpPr>
          <p:nvPr/>
        </p:nvSpPr>
        <p:spPr>
          <a:xfrm xmlns:a="http://schemas.openxmlformats.org/drawingml/2006/main">
            <a:off x="923925" y="3752850"/>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Android</a:t>
            </a:r>
          </a:p>
        </p:txBody>
      </p:sp>
      <p:sp>
        <p:nvSpPr>
          <p:cNvPr id="14" name="">
            <a:extLst xmlns:a="http://schemas.openxmlformats.org/drawingml/2006/main">
              <a:ext uri="{FF2B5EF4-FFF2-40B4-BE49-F238E27FC236}">
                <a16:creationId xmlns:a16="http://schemas.microsoft.com/office/drawing/2014/main" id="{5A2B534E-9B97-4F16-92AB-2D88E4ED7503}"/>
              </a:ext>
            </a:extLst>
          </p:cNvPr>
          <p:cNvSpPr>
            <a:spLocks xmlns:a="http://schemas.openxmlformats.org/drawingml/2006/main" noGrp="1"/>
          </p:cNvSpPr>
          <p:nvPr/>
        </p:nvSpPr>
        <p:spPr>
          <a:xfrm xmlns:a="http://schemas.openxmlformats.org/drawingml/2006/main">
            <a:off x="923925" y="4076700"/>
            <a:ext cx="2733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Cámara · almacenamiento local · herramientas de seguridad</a:t>
            </a:r>
          </a:p>
        </p:txBody>
      </p:sp>
      <p:sp>
        <p:nvSpPr>
          <p:cNvPr id="15" name="">
            <a:extLst xmlns:a="http://schemas.openxmlformats.org/drawingml/2006/main">
              <a:ext uri="{FF2B5EF4-FFF2-40B4-BE49-F238E27FC236}">
                <a16:creationId xmlns:a16="http://schemas.microsoft.com/office/drawing/2014/main" id="{8E23BCAD-43D6-46CF-8A23-564366A4CFE3}"/>
              </a:ext>
            </a:extLst>
          </p:cNvPr>
          <p:cNvSpPr>
            <a:spLocks xmlns:a="http://schemas.openxmlformats.org/drawingml/2006/main" noGrp="1"/>
          </p:cNvSpPr>
          <p:nvPr/>
        </p:nvSpPr>
        <p:spPr>
          <a:xfrm xmlns:a="http://schemas.openxmlformats.org/drawingml/2006/main">
            <a:off x="4953000" y="2619375"/>
            <a:ext cx="30480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CE3ED"/>
            </a:solidFill>
            <a:prstDash val="solid"/>
          </a:ln>
        </p:spPr>
      </p:sp>
      <p:sp>
        <p:nvSpPr>
          <p:cNvPr id="16" name="">
            <a:extLst xmlns:a="http://schemas.openxmlformats.org/drawingml/2006/main">
              <a:ext uri="{FF2B5EF4-FFF2-40B4-BE49-F238E27FC236}">
                <a16:creationId xmlns:a16="http://schemas.microsoft.com/office/drawing/2014/main" id="{52CFA4A8-303C-46B6-9F87-4CB12FC97323}"/>
              </a:ext>
            </a:extLst>
          </p:cNvPr>
          <p:cNvSpPr>
            <a:spLocks xmlns:a="http://schemas.openxmlformats.org/drawingml/2006/main" noGrp="1"/>
          </p:cNvSpPr>
          <p:nvPr/>
        </p:nvSpPr>
        <p:spPr>
          <a:xfrm xmlns:a="http://schemas.openxmlformats.org/drawingml/2006/main">
            <a:off x="4953000" y="2619375"/>
            <a:ext cx="76200" cy="1524000"/>
          </a:xfrm>
          <a:prstGeom xmlns:a="http://schemas.openxmlformats.org/drawingml/2006/main" prst="roundRect">
            <a:avLst>
              <a:gd name="adj" fmla="val 50000"/>
            </a:avLst>
          </a:prstGeom>
          <a:solidFill xmlns:a="http://schemas.openxmlformats.org/drawingml/2006/main">
            <a:srgbClr val="17255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A0BC0C8-E1BE-4ED4-9B67-AACFF43CDFF3}"/>
              </a:ext>
            </a:extLst>
          </p:cNvPr>
          <p:cNvSpPr>
            <a:spLocks xmlns:a="http://schemas.openxmlformats.org/drawingml/2006/main" noGrp="1"/>
          </p:cNvSpPr>
          <p:nvPr/>
        </p:nvSpPr>
        <p:spPr>
          <a:xfrm xmlns:a="http://schemas.openxmlformats.org/drawingml/2006/main">
            <a:off x="5162550" y="2752725"/>
            <a:ext cx="2686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72554"/>
                </a:solidFill>
                <a:latin typeface="Aptos"/>
                <a:ea typeface="Aptos"/>
                <a:cs typeface="Aptos"/>
              </a:defRPr>
            </a:defPPr>
            <a:lvl1pPr algn="l">
              <a:buNone/>
              <a:defRPr sz="1500" b="1">
                <a:solidFill>
                  <a:srgbClr val="172554"/>
                </a:solidFill>
                <a:latin typeface="Aptos"/>
                <a:ea typeface="Aptos"/>
                <a:cs typeface="Aptos"/>
              </a:defRPr>
            </a:lvl1pPr>
            <a:lvl2pPr algn="l">
              <a:buNone/>
              <a:defRPr sz="1500" b="1">
                <a:solidFill>
                  <a:srgbClr val="172554"/>
                </a:solidFill>
                <a:latin typeface="Aptos"/>
                <a:ea typeface="Aptos"/>
                <a:cs typeface="Aptos"/>
              </a:defRPr>
            </a:lvl2pPr>
            <a:lvl3pPr algn="l">
              <a:buNone/>
              <a:defRPr sz="1500" b="1">
                <a:solidFill>
                  <a:srgbClr val="172554"/>
                </a:solidFill>
                <a:latin typeface="Aptos"/>
                <a:ea typeface="Aptos"/>
                <a:cs typeface="Aptos"/>
              </a:defRPr>
            </a:lvl3pPr>
            <a:lvl4pPr algn="l">
              <a:buNone/>
              <a:defRPr sz="1500" b="1">
                <a:solidFill>
                  <a:srgbClr val="172554"/>
                </a:solidFill>
                <a:latin typeface="Aptos"/>
                <a:ea typeface="Aptos"/>
                <a:cs typeface="Aptos"/>
              </a:defRPr>
            </a:lvl4pPr>
            <a:lvl5pPr algn="l">
              <a:buNone/>
              <a:defRPr sz="1500" b="1">
                <a:solidFill>
                  <a:srgbClr val="172554"/>
                </a:solidFill>
                <a:latin typeface="Aptos"/>
                <a:ea typeface="Aptos"/>
                <a:cs typeface="Aptos"/>
              </a:defRPr>
            </a:lvl5pPr>
            <a:lvl6pPr algn="l">
              <a:buNone/>
              <a:defRPr sz="1500" b="1">
                <a:solidFill>
                  <a:srgbClr val="172554"/>
                </a:solidFill>
                <a:latin typeface="Aptos"/>
                <a:ea typeface="Aptos"/>
                <a:cs typeface="Aptos"/>
              </a:defRPr>
            </a:lvl6pPr>
            <a:lvl7pPr algn="l">
              <a:buNone/>
              <a:defRPr sz="1500" b="1">
                <a:solidFill>
                  <a:srgbClr val="172554"/>
                </a:solidFill>
                <a:latin typeface="Aptos"/>
                <a:ea typeface="Aptos"/>
                <a:cs typeface="Aptos"/>
              </a:defRPr>
            </a:lvl7pPr>
            <a:lvl8pPr algn="l">
              <a:buNone/>
              <a:defRPr sz="1500" b="1">
                <a:solidFill>
                  <a:srgbClr val="172554"/>
                </a:solidFill>
                <a:latin typeface="Aptos"/>
                <a:ea typeface="Aptos"/>
                <a:cs typeface="Aptos"/>
              </a:defRPr>
            </a:lvl8pPr>
            <a:lvl9pPr algn="l">
              <a:buNone/>
              <a:defRPr sz="1500" b="1">
                <a:solidFill>
                  <a:srgbClr val="172554"/>
                </a:solidFill>
                <a:latin typeface="Aptos"/>
                <a:ea typeface="Aptos"/>
                <a:cs typeface="Aptos"/>
              </a:defRPr>
            </a:lvl9pPr>
          </a:lstStyle>
          <a:p xmlns:a="http://schemas.openxmlformats.org/drawingml/2006/main">
            <a:pPr algn="l">
              <a:buNone/>
              <a:defRPr sz="1500" b="1">
                <a:solidFill>
                  <a:srgbClr val="172554"/>
                </a:solidFill>
                <a:latin typeface="Aptos"/>
                <a:ea typeface="Aptos"/>
                <a:cs typeface="Aptos"/>
              </a:defRPr>
            </a:pPr>
            <a:r>
              <a:rPr sz="1500" b="1">
                <a:solidFill>
                  <a:srgbClr val="172554"/>
                </a:solidFill>
                <a:latin typeface="Aptos"/>
                <a:ea typeface="Aptos"/>
                <a:cs typeface="Aptos"/>
              </a:rPr>
              <a:t>API Fastify + Node.js</a:t>
            </a:r>
          </a:p>
        </p:txBody>
      </p:sp>
      <p:sp>
        <p:nvSpPr>
          <p:cNvPr id="18" name="">
            <a:extLst xmlns:a="http://schemas.openxmlformats.org/drawingml/2006/main">
              <a:ext uri="{FF2B5EF4-FFF2-40B4-BE49-F238E27FC236}">
                <a16:creationId xmlns:a16="http://schemas.microsoft.com/office/drawing/2014/main" id="{36B86586-5FD2-42B3-A1EC-E06280E8D1EA}"/>
              </a:ext>
            </a:extLst>
          </p:cNvPr>
          <p:cNvSpPr>
            <a:spLocks xmlns:a="http://schemas.openxmlformats.org/drawingml/2006/main" noGrp="1"/>
          </p:cNvSpPr>
          <p:nvPr/>
        </p:nvSpPr>
        <p:spPr>
          <a:xfrm xmlns:a="http://schemas.openxmlformats.org/drawingml/2006/main">
            <a:off x="5162550" y="3076575"/>
            <a:ext cx="2686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Controla permisos, reglas y firmas.</a:t>
            </a:r>
          </a:p>
        </p:txBody>
      </p:sp>
      <p:sp>
        <p:nvSpPr>
          <p:cNvPr id="19" name="">
            <a:extLst xmlns:a="http://schemas.openxmlformats.org/drawingml/2006/main">
              <a:ext uri="{FF2B5EF4-FFF2-40B4-BE49-F238E27FC236}">
                <a16:creationId xmlns:a16="http://schemas.microsoft.com/office/drawing/2014/main" id="{DD586146-BD0F-4D90-A152-138325E5709D}"/>
              </a:ext>
            </a:extLst>
          </p:cNvPr>
          <p:cNvSpPr>
            <a:spLocks xmlns:a="http://schemas.openxmlformats.org/drawingml/2006/main" noGrp="1"/>
          </p:cNvSpPr>
          <p:nvPr/>
        </p:nvSpPr>
        <p:spPr>
          <a:xfrm xmlns:a="http://schemas.openxmlformats.org/drawingml/2006/main">
            <a:off x="8810625" y="2619375"/>
            <a:ext cx="26670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65A5ADC8-00A8-4205-BBC7-53EE66AFF9F5}"/>
              </a:ext>
            </a:extLst>
          </p:cNvPr>
          <p:cNvSpPr>
            <a:spLocks xmlns:a="http://schemas.openxmlformats.org/drawingml/2006/main" noGrp="1"/>
          </p:cNvSpPr>
          <p:nvPr/>
        </p:nvSpPr>
        <p:spPr>
          <a:xfrm xmlns:a="http://schemas.openxmlformats.org/drawingml/2006/main">
            <a:off x="8810625" y="2619375"/>
            <a:ext cx="76200" cy="15240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D1EF5CD-F8D4-48E9-8E96-B58303BCADC9}"/>
              </a:ext>
            </a:extLst>
          </p:cNvPr>
          <p:cNvSpPr>
            <a:spLocks xmlns:a="http://schemas.openxmlformats.org/drawingml/2006/main" noGrp="1"/>
          </p:cNvSpPr>
          <p:nvPr/>
        </p:nvSpPr>
        <p:spPr>
          <a:xfrm xmlns:a="http://schemas.openxmlformats.org/drawingml/2006/main">
            <a:off x="9020175" y="2752725"/>
            <a:ext cx="2305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2B544"/>
                </a:solidFill>
                <a:latin typeface="Aptos"/>
                <a:ea typeface="Aptos"/>
                <a:cs typeface="Aptos"/>
              </a:defRPr>
            </a:defPPr>
            <a:lvl1pPr algn="l">
              <a:buNone/>
              <a:defRPr sz="1500" b="1">
                <a:solidFill>
                  <a:srgbClr val="F2B544"/>
                </a:solidFill>
                <a:latin typeface="Aptos"/>
                <a:ea typeface="Aptos"/>
                <a:cs typeface="Aptos"/>
              </a:defRPr>
            </a:lvl1pPr>
            <a:lvl2pPr algn="l">
              <a:buNone/>
              <a:defRPr sz="1500" b="1">
                <a:solidFill>
                  <a:srgbClr val="F2B544"/>
                </a:solidFill>
                <a:latin typeface="Aptos"/>
                <a:ea typeface="Aptos"/>
                <a:cs typeface="Aptos"/>
              </a:defRPr>
            </a:lvl2pPr>
            <a:lvl3pPr algn="l">
              <a:buNone/>
              <a:defRPr sz="1500" b="1">
                <a:solidFill>
                  <a:srgbClr val="F2B544"/>
                </a:solidFill>
                <a:latin typeface="Aptos"/>
                <a:ea typeface="Aptos"/>
                <a:cs typeface="Aptos"/>
              </a:defRPr>
            </a:lvl3pPr>
            <a:lvl4pPr algn="l">
              <a:buNone/>
              <a:defRPr sz="1500" b="1">
                <a:solidFill>
                  <a:srgbClr val="F2B544"/>
                </a:solidFill>
                <a:latin typeface="Aptos"/>
                <a:ea typeface="Aptos"/>
                <a:cs typeface="Aptos"/>
              </a:defRPr>
            </a:lvl4pPr>
            <a:lvl5pPr algn="l">
              <a:buNone/>
              <a:defRPr sz="1500" b="1">
                <a:solidFill>
                  <a:srgbClr val="F2B544"/>
                </a:solidFill>
                <a:latin typeface="Aptos"/>
                <a:ea typeface="Aptos"/>
                <a:cs typeface="Aptos"/>
              </a:defRPr>
            </a:lvl5pPr>
            <a:lvl6pPr algn="l">
              <a:buNone/>
              <a:defRPr sz="1500" b="1">
                <a:solidFill>
                  <a:srgbClr val="F2B544"/>
                </a:solidFill>
                <a:latin typeface="Aptos"/>
                <a:ea typeface="Aptos"/>
                <a:cs typeface="Aptos"/>
              </a:defRPr>
            </a:lvl6pPr>
            <a:lvl7pPr algn="l">
              <a:buNone/>
              <a:defRPr sz="1500" b="1">
                <a:solidFill>
                  <a:srgbClr val="F2B544"/>
                </a:solidFill>
                <a:latin typeface="Aptos"/>
                <a:ea typeface="Aptos"/>
                <a:cs typeface="Aptos"/>
              </a:defRPr>
            </a:lvl7pPr>
            <a:lvl8pPr algn="l">
              <a:buNone/>
              <a:defRPr sz="1500" b="1">
                <a:solidFill>
                  <a:srgbClr val="F2B544"/>
                </a:solidFill>
                <a:latin typeface="Aptos"/>
                <a:ea typeface="Aptos"/>
                <a:cs typeface="Aptos"/>
              </a:defRPr>
            </a:lvl8pPr>
            <a:lvl9pPr algn="l">
              <a:buNone/>
              <a:defRPr sz="1500" b="1">
                <a:solidFill>
                  <a:srgbClr val="F2B544"/>
                </a:solidFill>
                <a:latin typeface="Aptos"/>
                <a:ea typeface="Aptos"/>
                <a:cs typeface="Aptos"/>
              </a:defRPr>
            </a:lvl9pPr>
          </a:lstStyle>
          <a:p xmlns:a="http://schemas.openxmlformats.org/drawingml/2006/main">
            <a:pPr algn="l">
              <a:buNone/>
              <a:defRPr sz="1500" b="1">
                <a:solidFill>
                  <a:srgbClr val="F2B544"/>
                </a:solidFill>
                <a:latin typeface="Aptos"/>
                <a:ea typeface="Aptos"/>
                <a:cs typeface="Aptos"/>
              </a:defRPr>
            </a:pPr>
            <a:r>
              <a:rPr sz="1500" b="1">
                <a:solidFill>
                  <a:srgbClr val="F2B544"/>
                </a:solidFill>
                <a:latin typeface="Aptos"/>
                <a:ea typeface="Aptos"/>
                <a:cs typeface="Aptos"/>
              </a:rPr>
              <a:t>SQLite</a:t>
            </a:r>
          </a:p>
        </p:txBody>
      </p:sp>
      <p:sp>
        <p:nvSpPr>
          <p:cNvPr id="22" name="">
            <a:extLst xmlns:a="http://schemas.openxmlformats.org/drawingml/2006/main">
              <a:ext uri="{FF2B5EF4-FFF2-40B4-BE49-F238E27FC236}">
                <a16:creationId xmlns:a16="http://schemas.microsoft.com/office/drawing/2014/main" id="{83F2933F-7EC4-4F68-9DEC-31C2F797ED74}"/>
              </a:ext>
            </a:extLst>
          </p:cNvPr>
          <p:cNvSpPr>
            <a:spLocks xmlns:a="http://schemas.openxmlformats.org/drawingml/2006/main" noGrp="1"/>
          </p:cNvSpPr>
          <p:nvPr/>
        </p:nvSpPr>
        <p:spPr>
          <a:xfrm xmlns:a="http://schemas.openxmlformats.org/drawingml/2006/main">
            <a:off x="9020175" y="3076575"/>
            <a:ext cx="2305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Guarda cuentas, credenciales, estados y asistencias.</a:t>
            </a:r>
          </a:p>
        </p:txBody>
      </p:sp>
      <p:sp>
        <p:nvSpPr>
          <p:cNvPr id="23" name="">
            <a:extLst xmlns:a="http://schemas.openxmlformats.org/drawingml/2006/main">
              <a:ext uri="{FF2B5EF4-FFF2-40B4-BE49-F238E27FC236}">
                <a16:creationId xmlns:a16="http://schemas.microsoft.com/office/drawing/2014/main" id="{E5B6B40C-3904-42E6-86E6-CEC1067B3F63}"/>
              </a:ext>
            </a:extLst>
          </p:cNvPr>
          <p:cNvSpPr>
            <a:spLocks xmlns:a="http://schemas.openxmlformats.org/drawingml/2006/main" noGrp="1"/>
          </p:cNvSpPr>
          <p:nvPr/>
        </p:nvSpPr>
        <p:spPr>
          <a:xfrm xmlns:a="http://schemas.openxmlformats.org/drawingml/2006/main" flipV="0">
            <a:off x="3810000" y="2343150"/>
            <a:ext cx="1143000" cy="6572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24" name="">
            <a:extLst xmlns:a="http://schemas.openxmlformats.org/drawingml/2006/main">
              <a:ext uri="{FF2B5EF4-FFF2-40B4-BE49-F238E27FC236}">
                <a16:creationId xmlns:a16="http://schemas.microsoft.com/office/drawing/2014/main" id="{31B4D40E-E8ED-4DFA-B237-19C3939EC2F0}"/>
              </a:ext>
            </a:extLst>
          </p:cNvPr>
          <p:cNvSpPr>
            <a:spLocks xmlns:a="http://schemas.openxmlformats.org/drawingml/2006/main" noGrp="1"/>
          </p:cNvSpPr>
          <p:nvPr/>
        </p:nvSpPr>
        <p:spPr>
          <a:xfrm xmlns:a="http://schemas.openxmlformats.org/drawingml/2006/main" flipV="1">
            <a:off x="3810000" y="3714750"/>
            <a:ext cx="1143000" cy="5715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25" name="">
            <a:extLst xmlns:a="http://schemas.openxmlformats.org/drawingml/2006/main">
              <a:ext uri="{FF2B5EF4-FFF2-40B4-BE49-F238E27FC236}">
                <a16:creationId xmlns:a16="http://schemas.microsoft.com/office/drawing/2014/main" id="{F5E36890-CC1E-4C12-B609-71D5CC7ED781}"/>
              </a:ext>
            </a:extLst>
          </p:cNvPr>
          <p:cNvSpPr>
            <a:spLocks xmlns:a="http://schemas.openxmlformats.org/drawingml/2006/main" noGrp="1"/>
          </p:cNvSpPr>
          <p:nvPr/>
        </p:nvSpPr>
        <p:spPr>
          <a:xfrm xmlns:a="http://schemas.openxmlformats.org/drawingml/2006/main" flipV="0">
            <a:off x="8001000" y="3371850"/>
            <a:ext cx="809625" cy="9525"/>
          </a:xfrm>
          <a:prstGeom xmlns:a="http://schemas.openxmlformats.org/drawingml/2006/main" prst="line">
            <a:avLst/>
          </a:prstGeom>
          <a:noFill xmlns:a="http://schemas.openxmlformats.org/drawingml/2006/main"/>
          <a:ln xmlns:a="http://schemas.openxmlformats.org/drawingml/2006/main" w="28575">
            <a:solidFill>
              <a:srgbClr val="2846A0"/>
            </a:solidFill>
            <a:prstDash val="solid"/>
          </a:ln>
        </p:spPr>
      </p:sp>
      <p:sp>
        <p:nvSpPr>
          <p:cNvPr id="26" name="">
            <a:extLst xmlns:a="http://schemas.openxmlformats.org/drawingml/2006/main">
              <a:ext uri="{FF2B5EF4-FFF2-40B4-BE49-F238E27FC236}">
                <a16:creationId xmlns:a16="http://schemas.microsoft.com/office/drawing/2014/main" id="{D043868A-EED5-48AD-9DA9-B0083F86F1AA}"/>
              </a:ext>
            </a:extLst>
          </p:cNvPr>
          <p:cNvSpPr>
            <a:spLocks xmlns:a="http://schemas.openxmlformats.org/drawingml/2006/main" noGrp="1"/>
          </p:cNvSpPr>
          <p:nvPr/>
        </p:nvSpPr>
        <p:spPr>
          <a:xfrm xmlns:a="http://schemas.openxmlformats.org/drawingml/2006/main">
            <a:off x="857250" y="510540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536276"/>
                </a:solidFill>
                <a:latin typeface="Aptos"/>
                <a:ea typeface="Aptos"/>
                <a:cs typeface="Aptos"/>
              </a:defRPr>
            </a:defPPr>
            <a:lvl1pPr algn="ctr">
              <a:buNone/>
              <a:defRPr sz="1200" b="1">
                <a:solidFill>
                  <a:srgbClr val="536276"/>
                </a:solidFill>
                <a:latin typeface="Aptos"/>
                <a:ea typeface="Aptos"/>
                <a:cs typeface="Aptos"/>
              </a:defRPr>
            </a:lvl1pPr>
            <a:lvl2pPr algn="ctr">
              <a:buNone/>
              <a:defRPr sz="1200" b="1">
                <a:solidFill>
                  <a:srgbClr val="536276"/>
                </a:solidFill>
                <a:latin typeface="Aptos"/>
                <a:ea typeface="Aptos"/>
                <a:cs typeface="Aptos"/>
              </a:defRPr>
            </a:lvl2pPr>
            <a:lvl3pPr algn="ctr">
              <a:buNone/>
              <a:defRPr sz="1200" b="1">
                <a:solidFill>
                  <a:srgbClr val="536276"/>
                </a:solidFill>
                <a:latin typeface="Aptos"/>
                <a:ea typeface="Aptos"/>
                <a:cs typeface="Aptos"/>
              </a:defRPr>
            </a:lvl3pPr>
            <a:lvl4pPr algn="ctr">
              <a:buNone/>
              <a:defRPr sz="1200" b="1">
                <a:solidFill>
                  <a:srgbClr val="536276"/>
                </a:solidFill>
                <a:latin typeface="Aptos"/>
                <a:ea typeface="Aptos"/>
                <a:cs typeface="Aptos"/>
              </a:defRPr>
            </a:lvl4pPr>
            <a:lvl5pPr algn="ctr">
              <a:buNone/>
              <a:defRPr sz="1200" b="1">
                <a:solidFill>
                  <a:srgbClr val="536276"/>
                </a:solidFill>
                <a:latin typeface="Aptos"/>
                <a:ea typeface="Aptos"/>
                <a:cs typeface="Aptos"/>
              </a:defRPr>
            </a:lvl5pPr>
            <a:lvl6pPr algn="ctr">
              <a:buNone/>
              <a:defRPr sz="1200" b="1">
                <a:solidFill>
                  <a:srgbClr val="536276"/>
                </a:solidFill>
                <a:latin typeface="Aptos"/>
                <a:ea typeface="Aptos"/>
                <a:cs typeface="Aptos"/>
              </a:defRPr>
            </a:lvl6pPr>
            <a:lvl7pPr algn="ctr">
              <a:buNone/>
              <a:defRPr sz="1200" b="1">
                <a:solidFill>
                  <a:srgbClr val="536276"/>
                </a:solidFill>
                <a:latin typeface="Aptos"/>
                <a:ea typeface="Aptos"/>
                <a:cs typeface="Aptos"/>
              </a:defRPr>
            </a:lvl7pPr>
            <a:lvl8pPr algn="ctr">
              <a:buNone/>
              <a:defRPr sz="1200" b="1">
                <a:solidFill>
                  <a:srgbClr val="536276"/>
                </a:solidFill>
                <a:latin typeface="Aptos"/>
                <a:ea typeface="Aptos"/>
                <a:cs typeface="Aptos"/>
              </a:defRPr>
            </a:lvl8pPr>
            <a:lvl9pPr algn="ctr">
              <a:buNone/>
              <a:defRPr sz="1200" b="1">
                <a:solidFill>
                  <a:srgbClr val="536276"/>
                </a:solidFill>
                <a:latin typeface="Aptos"/>
                <a:ea typeface="Aptos"/>
                <a:cs typeface="Aptos"/>
              </a:defRPr>
            </a:lvl9pPr>
          </a:lstStyle>
          <a:p xmlns:a="http://schemas.openxmlformats.org/drawingml/2006/main">
            <a:pPr algn="ctr">
              <a:buNone/>
              <a:defRPr sz="1200" b="1">
                <a:solidFill>
                  <a:srgbClr val="536276"/>
                </a:solidFill>
                <a:latin typeface="Aptos"/>
                <a:ea typeface="Aptos"/>
                <a:cs typeface="Aptos"/>
              </a:defRPr>
            </a:pPr>
            <a:r>
              <a:rPr sz="1200" b="1">
                <a:solidFill>
                  <a:srgbClr val="536276"/>
                </a:solidFill>
                <a:latin typeface="Aptos"/>
                <a:ea typeface="Aptos"/>
                <a:cs typeface="Aptos"/>
              </a:rPr>
              <a:t>Aplicación ⇄ API: datos y solicitudes  ·  API ⇄ SQLite: información guardada</a:t>
            </a:r>
          </a:p>
        </p:txBody>
      </p:sp>
      <p:sp>
        <p:nvSpPr>
          <p:cNvPr id="27" name="">
            <a:extLst xmlns:a="http://schemas.openxmlformats.org/drawingml/2006/main">
              <a:ext uri="{FF2B5EF4-FFF2-40B4-BE49-F238E27FC236}">
                <a16:creationId xmlns:a16="http://schemas.microsoft.com/office/drawing/2014/main" id="{CC603ADE-CB65-4686-BDBD-0ED6E256F9D4}"/>
              </a:ext>
            </a:extLst>
          </p:cNvPr>
          <p:cNvSpPr>
            <a:spLocks xmlns:a="http://schemas.openxmlformats.org/drawingml/2006/main" noGrp="1"/>
          </p:cNvSpPr>
          <p:nvPr/>
        </p:nvSpPr>
        <p:spPr>
          <a:xfrm xmlns:a="http://schemas.openxmlformats.org/drawingml/2006/main">
            <a:off x="1809750" y="5505450"/>
            <a:ext cx="8572500" cy="523875"/>
          </a:xfrm>
          <a:prstGeom xmlns:a="http://schemas.openxmlformats.org/drawingml/2006/main" prst="roundRect">
            <a:avLst>
              <a:gd name="adj" fmla="val 14545"/>
            </a:avLst>
          </a:prstGeom>
          <a:solidFill xmlns:a="http://schemas.openxmlformats.org/drawingml/2006/main">
            <a:srgbClr val="FFF2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7E401CE-8B1B-4638-8CE5-8CA8605CBE64}"/>
              </a:ext>
            </a:extLst>
          </p:cNvPr>
          <p:cNvSpPr>
            <a:spLocks xmlns:a="http://schemas.openxmlformats.org/drawingml/2006/main" noGrp="1"/>
          </p:cNvSpPr>
          <p:nvPr/>
        </p:nvSpPr>
        <p:spPr>
          <a:xfrm xmlns:a="http://schemas.openxmlformats.org/drawingml/2006/main">
            <a:off x="2095500" y="5610225"/>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buNone/>
              <a:defRPr sz="1425" b="1">
                <a:solidFill>
                  <a:srgbClr val="775109"/>
                </a:solidFill>
                <a:latin typeface="Aptos"/>
                <a:ea typeface="Aptos"/>
                <a:cs typeface="Aptos"/>
              </a:defRPr>
            </a:lvl1pPr>
            <a:lvl2pPr algn="ctr">
              <a:buNone/>
              <a:defRPr sz="1425" b="1">
                <a:solidFill>
                  <a:srgbClr val="775109"/>
                </a:solidFill>
                <a:latin typeface="Aptos"/>
                <a:ea typeface="Aptos"/>
                <a:cs typeface="Aptos"/>
              </a:defRPr>
            </a:lvl2pPr>
            <a:lvl3pPr algn="ctr">
              <a:buNone/>
              <a:defRPr sz="1425" b="1">
                <a:solidFill>
                  <a:srgbClr val="775109"/>
                </a:solidFill>
                <a:latin typeface="Aptos"/>
                <a:ea typeface="Aptos"/>
                <a:cs typeface="Aptos"/>
              </a:defRPr>
            </a:lvl3pPr>
            <a:lvl4pPr algn="ctr">
              <a:buNone/>
              <a:defRPr sz="1425" b="1">
                <a:solidFill>
                  <a:srgbClr val="775109"/>
                </a:solidFill>
                <a:latin typeface="Aptos"/>
                <a:ea typeface="Aptos"/>
                <a:cs typeface="Aptos"/>
              </a:defRPr>
            </a:lvl4pPr>
            <a:lvl5pPr algn="ctr">
              <a:buNone/>
              <a:defRPr sz="1425" b="1">
                <a:solidFill>
                  <a:srgbClr val="775109"/>
                </a:solidFill>
                <a:latin typeface="Aptos"/>
                <a:ea typeface="Aptos"/>
                <a:cs typeface="Aptos"/>
              </a:defRPr>
            </a:lvl5pPr>
            <a:lvl6pPr algn="ctr">
              <a:buNone/>
              <a:defRPr sz="1425" b="1">
                <a:solidFill>
                  <a:srgbClr val="775109"/>
                </a:solidFill>
                <a:latin typeface="Aptos"/>
                <a:ea typeface="Aptos"/>
                <a:cs typeface="Aptos"/>
              </a:defRPr>
            </a:lvl6pPr>
            <a:lvl7pPr algn="ctr">
              <a:buNone/>
              <a:defRPr sz="1425" b="1">
                <a:solidFill>
                  <a:srgbClr val="775109"/>
                </a:solidFill>
                <a:latin typeface="Aptos"/>
                <a:ea typeface="Aptos"/>
                <a:cs typeface="Aptos"/>
              </a:defRPr>
            </a:lvl7pPr>
            <a:lvl8pPr algn="ctr">
              <a:buNone/>
              <a:defRPr sz="1425" b="1">
                <a:solidFill>
                  <a:srgbClr val="775109"/>
                </a:solidFill>
                <a:latin typeface="Aptos"/>
                <a:ea typeface="Aptos"/>
                <a:cs typeface="Aptos"/>
              </a:defRPr>
            </a:lvl8pPr>
            <a:lvl9pPr algn="ctr">
              <a:buNone/>
              <a:defRPr sz="1425" b="1">
                <a:solidFill>
                  <a:srgbClr val="775109"/>
                </a:solidFill>
                <a:latin typeface="Aptos"/>
                <a:ea typeface="Aptos"/>
                <a:cs typeface="Aptos"/>
              </a:defRPr>
            </a:lvl9pPr>
          </a:lstStyle>
          <a:p xmlns:a="http://schemas.openxmlformats.org/drawingml/2006/main">
            <a:pPr algn="ctr">
              <a:buNone/>
              <a:defRPr sz="1425" b="1">
                <a:solidFill>
                  <a:srgbClr val="775109"/>
                </a:solidFill>
                <a:latin typeface="Aptos"/>
                <a:ea typeface="Aptos"/>
                <a:cs typeface="Aptos"/>
              </a:defRPr>
            </a:pPr>
            <a:r>
              <a:rPr sz="1425" b="1">
                <a:solidFill>
                  <a:srgbClr val="775109"/>
                </a:solidFill>
                <a:latin typeface="Aptos"/>
                <a:ea typeface="Aptos"/>
                <a:cs typeface="Aptos"/>
              </a:rPr>
              <a:t>Los teléfonos pueden usar la red local sin Internet. La API de la Mac sigue siendo necesaria para verificar.</a:t>
            </a:r>
          </a:p>
        </p:txBody>
      </p:sp>
    </p:spTree>
    <p:extLst>
      <p:ext uri="{BB962C8B-B14F-4D97-AF65-F5344CB8AC3E}">
        <p14:creationId xmlns:p14="http://schemas.microsoft.com/office/powerpoint/2010/main" val="1280290027"/>
      </p:ext>
    </p:extLst>
  </p:cSld>
</p:sld>
</file>

<file path=ppt/slides/slide1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BDD8ABEE-EC31-4099-BB09-368FFFE57169}"/>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INTEGRIDAD</a:t>
            </a:r>
          </a:p>
        </p:txBody>
      </p:sp>
      <p:sp>
        <p:nvSpPr>
          <p:cNvPr id="2" name="">
            <a:extLst xmlns:a="http://schemas.openxmlformats.org/drawingml/2006/main">
              <a:ext uri="{FF2B5EF4-FFF2-40B4-BE49-F238E27FC236}">
                <a16:creationId xmlns:a16="http://schemas.microsoft.com/office/drawing/2014/main" id="{43F120DD-2FE3-461D-97FB-E4D434EB7AA9}"/>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E450510B-50D2-42C6-8FD1-6CE84F8C1F35}"/>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servidor ordena los datos antes de firmarlos</a:t>
            </a:r>
          </a:p>
        </p:txBody>
      </p:sp>
      <p:sp>
        <p:nvSpPr>
          <p:cNvPr id="4" name="">
            <a:extLst xmlns:a="http://schemas.openxmlformats.org/drawingml/2006/main">
              <a:ext uri="{FF2B5EF4-FFF2-40B4-BE49-F238E27FC236}">
                <a16:creationId xmlns:a16="http://schemas.microsoft.com/office/drawing/2014/main" id="{80B4280B-0FE6-44EA-BDAC-16196F09EF0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A087CE7-DA2E-4CA0-AC05-BD92F707185C}"/>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87F4DF9-EBF9-4156-8EE6-BE9C5B35A191}"/>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15</a:t>
            </a:r>
          </a:p>
        </p:txBody>
      </p:sp>
      <p:sp>
        <p:nvSpPr>
          <p:cNvPr id="7" name="">
            <a:extLst xmlns:a="http://schemas.openxmlformats.org/drawingml/2006/main">
              <a:ext uri="{FF2B5EF4-FFF2-40B4-BE49-F238E27FC236}">
                <a16:creationId xmlns:a16="http://schemas.microsoft.com/office/drawing/2014/main" id="{AD3A01C8-D96F-409A-B67C-AD1873D64376}"/>
              </a:ext>
            </a:extLst>
          </p:cNvPr>
          <p:cNvSpPr>
            <a:spLocks xmlns:a="http://schemas.openxmlformats.org/drawingml/2006/main" noGrp="1"/>
          </p:cNvSpPr>
          <p:nvPr/>
        </p:nvSpPr>
        <p:spPr>
          <a:xfrm xmlns:a="http://schemas.openxmlformats.org/drawingml/2006/main">
            <a:off x="685800" y="1666875"/>
            <a:ext cx="6667500" cy="3381375"/>
          </a:xfrm>
          <a:prstGeom xmlns:a="http://schemas.openxmlformats.org/drawingml/2006/main" prst="roundRect">
            <a:avLst>
              <a:gd name="adj" fmla="val 2254"/>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A6C216B1-D094-43AA-BC98-58B393166B13}"/>
              </a:ext>
            </a:extLst>
          </p:cNvPr>
          <p:cNvSpPr>
            <a:spLocks xmlns:a="http://schemas.openxmlformats.org/drawingml/2006/main" noGrp="1"/>
          </p:cNvSpPr>
          <p:nvPr/>
        </p:nvSpPr>
        <p:spPr>
          <a:xfrm xmlns:a="http://schemas.openxmlformats.org/drawingml/2006/main">
            <a:off x="685800" y="1666875"/>
            <a:ext cx="666750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DD908F8-33D9-4C27-8168-69BE622094D6}"/>
              </a:ext>
            </a:extLst>
          </p:cNvPr>
          <p:cNvSpPr>
            <a:spLocks xmlns:a="http://schemas.openxmlformats.org/drawingml/2006/main" noGrp="1"/>
          </p:cNvSpPr>
          <p:nvPr/>
        </p:nvSpPr>
        <p:spPr>
          <a:xfrm xmlns:a="http://schemas.openxmlformats.org/drawingml/2006/main">
            <a:off x="847725" y="180022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73C34F-7B31-46D5-9B0B-2C3853E68237}"/>
              </a:ext>
            </a:extLst>
          </p:cNvPr>
          <p:cNvSpPr>
            <a:spLocks xmlns:a="http://schemas.openxmlformats.org/drawingml/2006/main" noGrp="1"/>
          </p:cNvSpPr>
          <p:nvPr/>
        </p:nvSpPr>
        <p:spPr>
          <a:xfrm xmlns:a="http://schemas.openxmlformats.org/drawingml/2006/main">
            <a:off x="1047750" y="180022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8F2F3BF-D940-463D-9717-B645A787AFBD}"/>
              </a:ext>
            </a:extLst>
          </p:cNvPr>
          <p:cNvSpPr>
            <a:spLocks xmlns:a="http://schemas.openxmlformats.org/drawingml/2006/main" noGrp="1"/>
          </p:cNvSpPr>
          <p:nvPr/>
        </p:nvSpPr>
        <p:spPr>
          <a:xfrm xmlns:a="http://schemas.openxmlformats.org/drawingml/2006/main">
            <a:off x="1247775" y="180022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6931432-4898-448B-AE6B-A4A0900A8281}"/>
              </a:ext>
            </a:extLst>
          </p:cNvPr>
          <p:cNvSpPr>
            <a:spLocks xmlns:a="http://schemas.openxmlformats.org/drawingml/2006/main" noGrp="1"/>
          </p:cNvSpPr>
          <p:nvPr/>
        </p:nvSpPr>
        <p:spPr>
          <a:xfrm xmlns:a="http://schemas.openxmlformats.org/drawingml/2006/main">
            <a:off x="1752600" y="1743075"/>
            <a:ext cx="453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6C05C6CE-3D4E-4C0F-B511-C36618114EC1}"/>
              </a:ext>
            </a:extLst>
          </p:cNvPr>
          <p:cNvSpPr>
            <a:spLocks xmlns:a="http://schemas.openxmlformats.org/drawingml/2006/main" noGrp="1"/>
          </p:cNvSpPr>
          <p:nvPr/>
        </p:nvSpPr>
        <p:spPr>
          <a:xfrm xmlns:a="http://schemas.openxmlformats.org/drawingml/2006/main">
            <a:off x="6867525" y="174307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A27B619-704D-4133-8B87-D7B07F90C314}"/>
              </a:ext>
            </a:extLst>
          </p:cNvPr>
          <p:cNvSpPr>
            <a:spLocks xmlns:a="http://schemas.openxmlformats.org/drawingml/2006/main" noGrp="1"/>
          </p:cNvSpPr>
          <p:nvPr/>
        </p:nvSpPr>
        <p:spPr>
          <a:xfrm xmlns:a="http://schemas.openxmlformats.org/drawingml/2006/main">
            <a:off x="6867525" y="174307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4368A0CC-1570-45F1-A489-27F528F61127}"/>
              </a:ext>
            </a:extLst>
          </p:cNvPr>
          <p:cNvSpPr>
            <a:spLocks xmlns:a="http://schemas.openxmlformats.org/drawingml/2006/main" noGrp="1"/>
          </p:cNvSpPr>
          <p:nvPr/>
        </p:nvSpPr>
        <p:spPr>
          <a:xfrm xmlns:a="http://schemas.openxmlformats.org/drawingml/2006/main">
            <a:off x="1123950" y="2162175"/>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5238E00-5C9D-4E00-9276-FBD580C1417A}"/>
              </a:ext>
            </a:extLst>
          </p:cNvPr>
          <p:cNvSpPr>
            <a:spLocks xmlns:a="http://schemas.openxmlformats.org/drawingml/2006/main" noGrp="1"/>
          </p:cNvSpPr>
          <p:nvPr/>
        </p:nvSpPr>
        <p:spPr>
          <a:xfrm xmlns:a="http://schemas.openxmlformats.org/drawingml/2006/main">
            <a:off x="800100" y="21717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01</a:t>
            </a:r>
          </a:p>
        </p:txBody>
      </p:sp>
      <p:sp>
        <p:nvSpPr>
          <p:cNvPr id="17" name="Código editable">
            <a:extLst xmlns:a="http://schemas.openxmlformats.org/drawingml/2006/main">
              <a:ext uri="{FF2B5EF4-FFF2-40B4-BE49-F238E27FC236}">
                <a16:creationId xmlns:a16="http://schemas.microsoft.com/office/drawing/2014/main" id="{0E52DEB1-8E88-49F7-A96C-0C5603286714}"/>
              </a:ext>
            </a:extLst>
          </p:cNvPr>
          <p:cNvSpPr>
            <a:spLocks xmlns:a="http://schemas.openxmlformats.org/drawingml/2006/main" noGrp="1"/>
          </p:cNvSpPr>
          <p:nvPr/>
        </p:nvSpPr>
        <p:spPr>
          <a:xfrm xmlns:a="http://schemas.openxmlformats.org/drawingml/2006/main">
            <a:off x="1171575" y="21717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C792EA"/>
                </a:solidFill>
                <a:latin typeface="Menlo"/>
                <a:ea typeface="Menlo"/>
                <a:cs typeface="Menlo"/>
              </a:rPr>
              <a:t>function</a:t>
            </a:r>
            <a:r>
              <a:rPr sz="1267">
                <a:solidFill>
                  <a:srgbClr val="E6EDF7"/>
                </a:solidFill>
                <a:latin typeface="Menlo"/>
                <a:ea typeface="Menlo"/>
                <a:cs typeface="Menlo"/>
              </a:rPr>
              <a:t> </a:t>
            </a:r>
            <a:r>
              <a:rPr sz="1267">
                <a:solidFill>
                  <a:srgbClr val="E6EDF7"/>
                </a:solidFill>
                <a:latin typeface="Menlo"/>
                <a:ea typeface="Menlo"/>
                <a:cs typeface="Menlo"/>
              </a:rPr>
              <a:t>canonicalize</a:t>
            </a:r>
            <a:r>
              <a:rPr sz="1267">
                <a:solidFill>
                  <a:srgbClr val="E6EDF7"/>
                </a:solidFill>
                <a:latin typeface="Menlo"/>
                <a:ea typeface="Menlo"/>
                <a:cs typeface="Menlo"/>
              </a:rPr>
              <a:t>(</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82D3F2"/>
                </a:solidFill>
                <a:latin typeface="Menlo"/>
                <a:ea typeface="Menlo"/>
                <a:cs typeface="Menlo"/>
              </a:rPr>
              <a:t>CredentialPayload</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a:t>
            </a:r>
          </a:p>
        </p:txBody>
      </p:sp>
      <p:sp>
        <p:nvSpPr>
          <p:cNvPr id="18" name="">
            <a:extLst xmlns:a="http://schemas.openxmlformats.org/drawingml/2006/main">
              <a:ext uri="{FF2B5EF4-FFF2-40B4-BE49-F238E27FC236}">
                <a16:creationId xmlns:a16="http://schemas.microsoft.com/office/drawing/2014/main" id="{BD237C1D-A05D-484E-BBF7-A1D9B21C652C}"/>
              </a:ext>
            </a:extLst>
          </p:cNvPr>
          <p:cNvSpPr>
            <a:spLocks xmlns:a="http://schemas.openxmlformats.org/drawingml/2006/main" noGrp="1"/>
          </p:cNvSpPr>
          <p:nvPr/>
        </p:nvSpPr>
        <p:spPr>
          <a:xfrm xmlns:a="http://schemas.openxmlformats.org/drawingml/2006/main">
            <a:off x="1123950" y="2381250"/>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CD418BC-930A-40CA-A015-89DFE8976CB9}"/>
              </a:ext>
            </a:extLst>
          </p:cNvPr>
          <p:cNvSpPr>
            <a:spLocks xmlns:a="http://schemas.openxmlformats.org/drawingml/2006/main" noGrp="1"/>
          </p:cNvSpPr>
          <p:nvPr/>
        </p:nvSpPr>
        <p:spPr>
          <a:xfrm xmlns:a="http://schemas.openxmlformats.org/drawingml/2006/main">
            <a:off x="733425" y="239077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02</a:t>
            </a:r>
          </a:p>
        </p:txBody>
      </p:sp>
      <p:sp>
        <p:nvSpPr>
          <p:cNvPr id="20" name="">
            <a:extLst xmlns:a="http://schemas.openxmlformats.org/drawingml/2006/main">
              <a:ext uri="{FF2B5EF4-FFF2-40B4-BE49-F238E27FC236}">
                <a16:creationId xmlns:a16="http://schemas.microsoft.com/office/drawing/2014/main" id="{CD740C4D-36F8-4E0C-91FB-00680E854B95}"/>
              </a:ext>
            </a:extLst>
          </p:cNvPr>
          <p:cNvSpPr>
            <a:spLocks xmlns:a="http://schemas.openxmlformats.org/drawingml/2006/main" noGrp="1"/>
          </p:cNvSpPr>
          <p:nvPr/>
        </p:nvSpPr>
        <p:spPr>
          <a:xfrm xmlns:a="http://schemas.openxmlformats.org/drawingml/2006/main">
            <a:off x="1123950" y="2381250"/>
            <a:ext cx="28575" cy="219075"/>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941E1C9-68EA-4DDC-A0DC-7C51890434E8}"/>
              </a:ext>
            </a:extLst>
          </p:cNvPr>
          <p:cNvSpPr>
            <a:spLocks xmlns:a="http://schemas.openxmlformats.org/drawingml/2006/main" noGrp="1"/>
          </p:cNvSpPr>
          <p:nvPr/>
        </p:nvSpPr>
        <p:spPr>
          <a:xfrm xmlns:a="http://schemas.openxmlformats.org/drawingml/2006/main">
            <a:off x="962025" y="2409825"/>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3617D95-DEDD-4268-9744-B7C34C9E4CB5}"/>
              </a:ext>
            </a:extLst>
          </p:cNvPr>
          <p:cNvSpPr>
            <a:spLocks xmlns:a="http://schemas.openxmlformats.org/drawingml/2006/main" noGrp="1"/>
          </p:cNvSpPr>
          <p:nvPr/>
        </p:nvSpPr>
        <p:spPr>
          <a:xfrm xmlns:a="http://schemas.openxmlformats.org/drawingml/2006/main">
            <a:off x="962025" y="24098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3" name="Código editable">
            <a:extLst xmlns:a="http://schemas.openxmlformats.org/drawingml/2006/main">
              <a:ext uri="{FF2B5EF4-FFF2-40B4-BE49-F238E27FC236}">
                <a16:creationId xmlns:a16="http://schemas.microsoft.com/office/drawing/2014/main" id="{2A1366AA-55BC-4FEF-B5BD-8A2DECAC3134}"/>
              </a:ext>
            </a:extLst>
          </p:cNvPr>
          <p:cNvSpPr>
            <a:spLocks xmlns:a="http://schemas.openxmlformats.org/drawingml/2006/main" noGrp="1"/>
          </p:cNvSpPr>
          <p:nvPr/>
        </p:nvSpPr>
        <p:spPr>
          <a:xfrm xmlns:a="http://schemas.openxmlformats.org/drawingml/2006/main">
            <a:off x="1171575" y="23907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72839B"/>
                </a:solidFill>
                <a:latin typeface="Menlo"/>
                <a:ea typeface="Menlo"/>
                <a:cs typeface="Menlo"/>
              </a:rPr>
              <a:t>// Orden fijo: los mismos datos producen los mismos bytes</a:t>
            </a:r>
          </a:p>
        </p:txBody>
      </p:sp>
      <p:sp>
        <p:nvSpPr>
          <p:cNvPr id="24" name="">
            <a:extLst xmlns:a="http://schemas.openxmlformats.org/drawingml/2006/main">
              <a:ext uri="{FF2B5EF4-FFF2-40B4-BE49-F238E27FC236}">
                <a16:creationId xmlns:a16="http://schemas.microsoft.com/office/drawing/2014/main" id="{3F19E9E9-5521-41CD-9A2E-CEDDC204B9F5}"/>
              </a:ext>
            </a:extLst>
          </p:cNvPr>
          <p:cNvSpPr>
            <a:spLocks xmlns:a="http://schemas.openxmlformats.org/drawingml/2006/main" noGrp="1"/>
          </p:cNvSpPr>
          <p:nvPr/>
        </p:nvSpPr>
        <p:spPr>
          <a:xfrm xmlns:a="http://schemas.openxmlformats.org/drawingml/2006/main">
            <a:off x="800100" y="26098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03</a:t>
            </a:r>
          </a:p>
        </p:txBody>
      </p:sp>
      <p:sp>
        <p:nvSpPr>
          <p:cNvPr id="25" name="Código editable">
            <a:extLst xmlns:a="http://schemas.openxmlformats.org/drawingml/2006/main">
              <a:ext uri="{FF2B5EF4-FFF2-40B4-BE49-F238E27FC236}">
                <a16:creationId xmlns:a16="http://schemas.microsoft.com/office/drawing/2014/main" id="{C93CA58B-9938-498A-B0AE-A6CD4A0868EA}"/>
              </a:ext>
            </a:extLst>
          </p:cNvPr>
          <p:cNvSpPr>
            <a:spLocks xmlns:a="http://schemas.openxmlformats.org/drawingml/2006/main" noGrp="1"/>
          </p:cNvSpPr>
          <p:nvPr/>
        </p:nvSpPr>
        <p:spPr>
          <a:xfrm xmlns:a="http://schemas.openxmlformats.org/drawingml/2006/main">
            <a:off x="1171575" y="26098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C792EA"/>
                </a:solidFill>
                <a:latin typeface="Menlo"/>
                <a:ea typeface="Menlo"/>
                <a:cs typeface="Menlo"/>
              </a:rPr>
              <a:t>return</a:t>
            </a:r>
            <a:r>
              <a:rPr sz="1267">
                <a:solidFill>
                  <a:srgbClr val="E6EDF7"/>
                </a:solidFill>
                <a:latin typeface="Menlo"/>
                <a:ea typeface="Menlo"/>
                <a:cs typeface="Menlo"/>
              </a:rPr>
              <a:t> </a:t>
            </a:r>
            <a:r>
              <a:rPr sz="1267">
                <a:solidFill>
                  <a:srgbClr val="82D3F2"/>
                </a:solidFill>
                <a:latin typeface="Menlo"/>
                <a:ea typeface="Menlo"/>
                <a:cs typeface="Menlo"/>
              </a:rPr>
              <a:t>JSON</a:t>
            </a:r>
            <a:r>
              <a:rPr sz="1267">
                <a:solidFill>
                  <a:srgbClr val="E6EDF7"/>
                </a:solidFill>
                <a:latin typeface="Menlo"/>
                <a:ea typeface="Menlo"/>
                <a:cs typeface="Menlo"/>
              </a:rPr>
              <a:t>.</a:t>
            </a:r>
            <a:r>
              <a:rPr sz="1267">
                <a:solidFill>
                  <a:srgbClr val="F6C177"/>
                </a:solidFill>
                <a:latin typeface="Menlo"/>
                <a:ea typeface="Menlo"/>
                <a:cs typeface="Menlo"/>
              </a:rPr>
              <a:t>stringify</a:t>
            </a:r>
            <a:r>
              <a:rPr sz="1267">
                <a:solidFill>
                  <a:srgbClr val="E6EDF7"/>
                </a:solidFill>
                <a:latin typeface="Menlo"/>
                <a:ea typeface="Menlo"/>
                <a:cs typeface="Menlo"/>
              </a:rPr>
              <a:t>(</a:t>
            </a:r>
            <a:r>
              <a:rPr sz="1267">
                <a:solidFill>
                  <a:srgbClr val="E6EDF7"/>
                </a:solidFill>
                <a:latin typeface="Menlo"/>
                <a:ea typeface="Menlo"/>
                <a:cs typeface="Menlo"/>
              </a:rPr>
              <a:t>{</a:t>
            </a:r>
          </a:p>
        </p:txBody>
      </p:sp>
      <p:sp>
        <p:nvSpPr>
          <p:cNvPr id="26" name="">
            <a:extLst xmlns:a="http://schemas.openxmlformats.org/drawingml/2006/main">
              <a:ext uri="{FF2B5EF4-FFF2-40B4-BE49-F238E27FC236}">
                <a16:creationId xmlns:a16="http://schemas.microsoft.com/office/drawing/2014/main" id="{4C44F1DC-544B-4309-B89D-1F3C0617B4AA}"/>
              </a:ext>
            </a:extLst>
          </p:cNvPr>
          <p:cNvSpPr>
            <a:spLocks xmlns:a="http://schemas.openxmlformats.org/drawingml/2006/main" noGrp="1"/>
          </p:cNvSpPr>
          <p:nvPr/>
        </p:nvSpPr>
        <p:spPr>
          <a:xfrm xmlns:a="http://schemas.openxmlformats.org/drawingml/2006/main">
            <a:off x="1123950" y="2819400"/>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5719C62-21A3-4EBA-B29D-E4A5153E9807}"/>
              </a:ext>
            </a:extLst>
          </p:cNvPr>
          <p:cNvSpPr>
            <a:spLocks xmlns:a="http://schemas.openxmlformats.org/drawingml/2006/main" noGrp="1"/>
          </p:cNvSpPr>
          <p:nvPr/>
        </p:nvSpPr>
        <p:spPr>
          <a:xfrm xmlns:a="http://schemas.openxmlformats.org/drawingml/2006/main">
            <a:off x="733425" y="282892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28" name="">
            <a:extLst xmlns:a="http://schemas.openxmlformats.org/drawingml/2006/main">
              <a:ext uri="{FF2B5EF4-FFF2-40B4-BE49-F238E27FC236}">
                <a16:creationId xmlns:a16="http://schemas.microsoft.com/office/drawing/2014/main" id="{8A17127D-8A5D-45D4-96C9-C147481A74CB}"/>
              </a:ext>
            </a:extLst>
          </p:cNvPr>
          <p:cNvSpPr>
            <a:spLocks xmlns:a="http://schemas.openxmlformats.org/drawingml/2006/main" noGrp="1"/>
          </p:cNvSpPr>
          <p:nvPr/>
        </p:nvSpPr>
        <p:spPr>
          <a:xfrm xmlns:a="http://schemas.openxmlformats.org/drawingml/2006/main">
            <a:off x="1123950" y="2819400"/>
            <a:ext cx="28575" cy="21907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FA458F4-050A-404E-8954-96DD9150B3B2}"/>
              </a:ext>
            </a:extLst>
          </p:cNvPr>
          <p:cNvSpPr>
            <a:spLocks xmlns:a="http://schemas.openxmlformats.org/drawingml/2006/main" noGrp="1"/>
          </p:cNvSpPr>
          <p:nvPr/>
        </p:nvSpPr>
        <p:spPr>
          <a:xfrm xmlns:a="http://schemas.openxmlformats.org/drawingml/2006/main">
            <a:off x="962025" y="284797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C431175-5F32-4F1B-A920-D2EC03ED62F3}"/>
              </a:ext>
            </a:extLst>
          </p:cNvPr>
          <p:cNvSpPr>
            <a:spLocks xmlns:a="http://schemas.openxmlformats.org/drawingml/2006/main" noGrp="1"/>
          </p:cNvSpPr>
          <p:nvPr/>
        </p:nvSpPr>
        <p:spPr>
          <a:xfrm xmlns:a="http://schemas.openxmlformats.org/drawingml/2006/main">
            <a:off x="962025" y="28479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31" name="Código editable">
            <a:extLst xmlns:a="http://schemas.openxmlformats.org/drawingml/2006/main">
              <a:ext uri="{FF2B5EF4-FFF2-40B4-BE49-F238E27FC236}">
                <a16:creationId xmlns:a16="http://schemas.microsoft.com/office/drawing/2014/main" id="{3B4BEB91-533F-487D-911C-3C466ECAAE8A}"/>
              </a:ext>
            </a:extLst>
          </p:cNvPr>
          <p:cNvSpPr>
            <a:spLocks xmlns:a="http://schemas.openxmlformats.org/drawingml/2006/main" noGrp="1"/>
          </p:cNvSpPr>
          <p:nvPr/>
        </p:nvSpPr>
        <p:spPr>
          <a:xfrm xmlns:a="http://schemas.openxmlformats.org/drawingml/2006/main">
            <a:off x="1171575" y="28289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claims</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claims</a:t>
            </a:r>
            <a:r>
              <a:rPr sz="1267">
                <a:solidFill>
                  <a:srgbClr val="E6EDF7"/>
                </a:solidFill>
                <a:latin typeface="Menlo"/>
                <a:ea typeface="Menlo"/>
                <a:cs typeface="Menlo"/>
              </a:rPr>
              <a:t>,</a:t>
            </a:r>
          </a:p>
        </p:txBody>
      </p:sp>
      <p:sp>
        <p:nvSpPr>
          <p:cNvPr id="32" name="">
            <a:extLst xmlns:a="http://schemas.openxmlformats.org/drawingml/2006/main">
              <a:ext uri="{FF2B5EF4-FFF2-40B4-BE49-F238E27FC236}">
                <a16:creationId xmlns:a16="http://schemas.microsoft.com/office/drawing/2014/main" id="{796DACA8-11ED-4154-8F3B-FA8218D6345A}"/>
              </a:ext>
            </a:extLst>
          </p:cNvPr>
          <p:cNvSpPr>
            <a:spLocks xmlns:a="http://schemas.openxmlformats.org/drawingml/2006/main" noGrp="1"/>
          </p:cNvSpPr>
          <p:nvPr/>
        </p:nvSpPr>
        <p:spPr>
          <a:xfrm xmlns:a="http://schemas.openxmlformats.org/drawingml/2006/main">
            <a:off x="800100" y="30480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05</a:t>
            </a:r>
          </a:p>
        </p:txBody>
      </p:sp>
      <p:sp>
        <p:nvSpPr>
          <p:cNvPr id="33" name="Código editable">
            <a:extLst xmlns:a="http://schemas.openxmlformats.org/drawingml/2006/main">
              <a:ext uri="{FF2B5EF4-FFF2-40B4-BE49-F238E27FC236}">
                <a16:creationId xmlns:a16="http://schemas.microsoft.com/office/drawing/2014/main" id="{025E8DA3-13F2-4877-B605-D0C8CBD84F89}"/>
              </a:ext>
            </a:extLst>
          </p:cNvPr>
          <p:cNvSpPr>
            <a:spLocks xmlns:a="http://schemas.openxmlformats.org/drawingml/2006/main" noGrp="1"/>
          </p:cNvSpPr>
          <p:nvPr/>
        </p:nvSpPr>
        <p:spPr>
          <a:xfrm xmlns:a="http://schemas.openxmlformats.org/drawingml/2006/main">
            <a:off x="1171575" y="30480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expiresAt</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expiresAt</a:t>
            </a:r>
            <a:r>
              <a:rPr sz="1267">
                <a:solidFill>
                  <a:srgbClr val="E6EDF7"/>
                </a:solidFill>
                <a:latin typeface="Menlo"/>
                <a:ea typeface="Menlo"/>
                <a:cs typeface="Menlo"/>
              </a:rPr>
              <a:t>,</a:t>
            </a:r>
          </a:p>
        </p:txBody>
      </p:sp>
      <p:sp>
        <p:nvSpPr>
          <p:cNvPr id="34" name="">
            <a:extLst xmlns:a="http://schemas.openxmlformats.org/drawingml/2006/main">
              <a:ext uri="{FF2B5EF4-FFF2-40B4-BE49-F238E27FC236}">
                <a16:creationId xmlns:a16="http://schemas.microsoft.com/office/drawing/2014/main" id="{088B7DDE-3632-4337-B0C4-724AF7316C68}"/>
              </a:ext>
            </a:extLst>
          </p:cNvPr>
          <p:cNvSpPr>
            <a:spLocks xmlns:a="http://schemas.openxmlformats.org/drawingml/2006/main" noGrp="1"/>
          </p:cNvSpPr>
          <p:nvPr/>
        </p:nvSpPr>
        <p:spPr>
          <a:xfrm xmlns:a="http://schemas.openxmlformats.org/drawingml/2006/main">
            <a:off x="800100" y="32670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06</a:t>
            </a:r>
          </a:p>
        </p:txBody>
      </p:sp>
      <p:sp>
        <p:nvSpPr>
          <p:cNvPr id="35" name="Código editable">
            <a:extLst xmlns:a="http://schemas.openxmlformats.org/drawingml/2006/main">
              <a:ext uri="{FF2B5EF4-FFF2-40B4-BE49-F238E27FC236}">
                <a16:creationId xmlns:a16="http://schemas.microsoft.com/office/drawing/2014/main" id="{4DF06B6D-3153-48E2-B98B-8F01F89DD653}"/>
              </a:ext>
            </a:extLst>
          </p:cNvPr>
          <p:cNvSpPr>
            <a:spLocks xmlns:a="http://schemas.openxmlformats.org/drawingml/2006/main" noGrp="1"/>
          </p:cNvSpPr>
          <p:nvPr/>
        </p:nvSpPr>
        <p:spPr>
          <a:xfrm xmlns:a="http://schemas.openxmlformats.org/drawingml/2006/main">
            <a:off x="1171575" y="32670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holder</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holder</a:t>
            </a:r>
            <a:r>
              <a:rPr sz="1267">
                <a:solidFill>
                  <a:srgbClr val="E6EDF7"/>
                </a:solidFill>
                <a:latin typeface="Menlo"/>
                <a:ea typeface="Menlo"/>
                <a:cs typeface="Menlo"/>
              </a:rPr>
              <a:t>,</a:t>
            </a:r>
          </a:p>
        </p:txBody>
      </p:sp>
      <p:sp>
        <p:nvSpPr>
          <p:cNvPr id="36" name="">
            <a:extLst xmlns:a="http://schemas.openxmlformats.org/drawingml/2006/main">
              <a:ext uri="{FF2B5EF4-FFF2-40B4-BE49-F238E27FC236}">
                <a16:creationId xmlns:a16="http://schemas.microsoft.com/office/drawing/2014/main" id="{BAD7EAD9-8D94-4E4B-8C6C-87D23987B8F3}"/>
              </a:ext>
            </a:extLst>
          </p:cNvPr>
          <p:cNvSpPr>
            <a:spLocks xmlns:a="http://schemas.openxmlformats.org/drawingml/2006/main" noGrp="1"/>
          </p:cNvSpPr>
          <p:nvPr/>
        </p:nvSpPr>
        <p:spPr>
          <a:xfrm xmlns:a="http://schemas.openxmlformats.org/drawingml/2006/main">
            <a:off x="800100" y="34861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07</a:t>
            </a:r>
          </a:p>
        </p:txBody>
      </p:sp>
      <p:sp>
        <p:nvSpPr>
          <p:cNvPr id="37" name="Código editable">
            <a:extLst xmlns:a="http://schemas.openxmlformats.org/drawingml/2006/main">
              <a:ext uri="{FF2B5EF4-FFF2-40B4-BE49-F238E27FC236}">
                <a16:creationId xmlns:a16="http://schemas.microsoft.com/office/drawing/2014/main" id="{CDA41EAA-CDE7-4B82-87FA-82EC11981845}"/>
              </a:ext>
            </a:extLst>
          </p:cNvPr>
          <p:cNvSpPr>
            <a:spLocks xmlns:a="http://schemas.openxmlformats.org/drawingml/2006/main" noGrp="1"/>
          </p:cNvSpPr>
          <p:nvPr/>
        </p:nvSpPr>
        <p:spPr>
          <a:xfrm xmlns:a="http://schemas.openxmlformats.org/drawingml/2006/main">
            <a:off x="1171575" y="34861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id</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id</a:t>
            </a:r>
            <a:r>
              <a:rPr sz="1267">
                <a:solidFill>
                  <a:srgbClr val="E6EDF7"/>
                </a:solidFill>
                <a:latin typeface="Menlo"/>
                <a:ea typeface="Menlo"/>
                <a:cs typeface="Menlo"/>
              </a:rPr>
              <a:t>,</a:t>
            </a:r>
          </a:p>
        </p:txBody>
      </p:sp>
      <p:sp>
        <p:nvSpPr>
          <p:cNvPr id="38" name="">
            <a:extLst xmlns:a="http://schemas.openxmlformats.org/drawingml/2006/main">
              <a:ext uri="{FF2B5EF4-FFF2-40B4-BE49-F238E27FC236}">
                <a16:creationId xmlns:a16="http://schemas.microsoft.com/office/drawing/2014/main" id="{D222FC36-CFA9-4F93-9A7D-DC92ED40746F}"/>
              </a:ext>
            </a:extLst>
          </p:cNvPr>
          <p:cNvSpPr>
            <a:spLocks xmlns:a="http://schemas.openxmlformats.org/drawingml/2006/main" noGrp="1"/>
          </p:cNvSpPr>
          <p:nvPr/>
        </p:nvSpPr>
        <p:spPr>
          <a:xfrm xmlns:a="http://schemas.openxmlformats.org/drawingml/2006/main">
            <a:off x="800100" y="37052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08</a:t>
            </a:r>
          </a:p>
        </p:txBody>
      </p:sp>
      <p:sp>
        <p:nvSpPr>
          <p:cNvPr id="39" name="Código editable">
            <a:extLst xmlns:a="http://schemas.openxmlformats.org/drawingml/2006/main">
              <a:ext uri="{FF2B5EF4-FFF2-40B4-BE49-F238E27FC236}">
                <a16:creationId xmlns:a16="http://schemas.microsoft.com/office/drawing/2014/main" id="{D6CDDED9-7C62-4CA2-985D-9B8FC8EDE84D}"/>
              </a:ext>
            </a:extLst>
          </p:cNvPr>
          <p:cNvSpPr>
            <a:spLocks xmlns:a="http://schemas.openxmlformats.org/drawingml/2006/main" noGrp="1"/>
          </p:cNvSpPr>
          <p:nvPr/>
        </p:nvSpPr>
        <p:spPr>
          <a:xfrm xmlns:a="http://schemas.openxmlformats.org/drawingml/2006/main">
            <a:off x="1171575" y="37052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issuedAt</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issuedAt</a:t>
            </a:r>
            <a:r>
              <a:rPr sz="1267">
                <a:solidFill>
                  <a:srgbClr val="E6EDF7"/>
                </a:solidFill>
                <a:latin typeface="Menlo"/>
                <a:ea typeface="Menlo"/>
                <a:cs typeface="Menlo"/>
              </a:rPr>
              <a:t>,</a:t>
            </a:r>
          </a:p>
        </p:txBody>
      </p:sp>
      <p:sp>
        <p:nvSpPr>
          <p:cNvPr id="40" name="">
            <a:extLst xmlns:a="http://schemas.openxmlformats.org/drawingml/2006/main">
              <a:ext uri="{FF2B5EF4-FFF2-40B4-BE49-F238E27FC236}">
                <a16:creationId xmlns:a16="http://schemas.microsoft.com/office/drawing/2014/main" id="{9765B129-207E-4954-B64B-1BD424FF908C}"/>
              </a:ext>
            </a:extLst>
          </p:cNvPr>
          <p:cNvSpPr>
            <a:spLocks xmlns:a="http://schemas.openxmlformats.org/drawingml/2006/main" noGrp="1"/>
          </p:cNvSpPr>
          <p:nvPr/>
        </p:nvSpPr>
        <p:spPr>
          <a:xfrm xmlns:a="http://schemas.openxmlformats.org/drawingml/2006/main">
            <a:off x="800100" y="39243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09</a:t>
            </a:r>
          </a:p>
        </p:txBody>
      </p:sp>
      <p:sp>
        <p:nvSpPr>
          <p:cNvPr id="41" name="Código editable">
            <a:extLst xmlns:a="http://schemas.openxmlformats.org/drawingml/2006/main">
              <a:ext uri="{FF2B5EF4-FFF2-40B4-BE49-F238E27FC236}">
                <a16:creationId xmlns:a16="http://schemas.microsoft.com/office/drawing/2014/main" id="{94862EB5-46C6-4D42-AD98-2505353D20DC}"/>
              </a:ext>
            </a:extLst>
          </p:cNvPr>
          <p:cNvSpPr>
            <a:spLocks xmlns:a="http://schemas.openxmlformats.org/drawingml/2006/main" noGrp="1"/>
          </p:cNvSpPr>
          <p:nvPr/>
        </p:nvSpPr>
        <p:spPr>
          <a:xfrm xmlns:a="http://schemas.openxmlformats.org/drawingml/2006/main">
            <a:off x="1171575" y="39243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issuer</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issuer</a:t>
            </a:r>
            <a:r>
              <a:rPr sz="1267">
                <a:solidFill>
                  <a:srgbClr val="E6EDF7"/>
                </a:solidFill>
                <a:latin typeface="Menlo"/>
                <a:ea typeface="Menlo"/>
                <a:cs typeface="Menlo"/>
              </a:rPr>
              <a:t>,</a:t>
            </a:r>
          </a:p>
        </p:txBody>
      </p:sp>
      <p:sp>
        <p:nvSpPr>
          <p:cNvPr id="42" name="">
            <a:extLst xmlns:a="http://schemas.openxmlformats.org/drawingml/2006/main">
              <a:ext uri="{FF2B5EF4-FFF2-40B4-BE49-F238E27FC236}">
                <a16:creationId xmlns:a16="http://schemas.microsoft.com/office/drawing/2014/main" id="{EA51FC33-7160-4C4F-BCB7-011FA9BB7FED}"/>
              </a:ext>
            </a:extLst>
          </p:cNvPr>
          <p:cNvSpPr>
            <a:spLocks xmlns:a="http://schemas.openxmlformats.org/drawingml/2006/main" noGrp="1"/>
          </p:cNvSpPr>
          <p:nvPr/>
        </p:nvSpPr>
        <p:spPr>
          <a:xfrm xmlns:a="http://schemas.openxmlformats.org/drawingml/2006/main">
            <a:off x="800100" y="41433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10</a:t>
            </a:r>
          </a:p>
        </p:txBody>
      </p:sp>
      <p:sp>
        <p:nvSpPr>
          <p:cNvPr id="43" name="Código editable">
            <a:extLst xmlns:a="http://schemas.openxmlformats.org/drawingml/2006/main">
              <a:ext uri="{FF2B5EF4-FFF2-40B4-BE49-F238E27FC236}">
                <a16:creationId xmlns:a16="http://schemas.microsoft.com/office/drawing/2014/main" id="{C775FFE8-AC37-4ABD-8076-986C36D1F24E}"/>
              </a:ext>
            </a:extLst>
          </p:cNvPr>
          <p:cNvSpPr>
            <a:spLocks xmlns:a="http://schemas.openxmlformats.org/drawingml/2006/main" noGrp="1"/>
          </p:cNvSpPr>
          <p:nvPr/>
        </p:nvSpPr>
        <p:spPr>
          <a:xfrm xmlns:a="http://schemas.openxmlformats.org/drawingml/2006/main">
            <a:off x="1171575" y="41433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type</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type</a:t>
            </a:r>
          </a:p>
        </p:txBody>
      </p:sp>
      <p:sp>
        <p:nvSpPr>
          <p:cNvPr id="44" name="">
            <a:extLst xmlns:a="http://schemas.openxmlformats.org/drawingml/2006/main">
              <a:ext uri="{FF2B5EF4-FFF2-40B4-BE49-F238E27FC236}">
                <a16:creationId xmlns:a16="http://schemas.microsoft.com/office/drawing/2014/main" id="{0FC2369E-A00C-437B-A0FD-CB589D2BCC52}"/>
              </a:ext>
            </a:extLst>
          </p:cNvPr>
          <p:cNvSpPr>
            <a:spLocks xmlns:a="http://schemas.openxmlformats.org/drawingml/2006/main" noGrp="1"/>
          </p:cNvSpPr>
          <p:nvPr/>
        </p:nvSpPr>
        <p:spPr>
          <a:xfrm xmlns:a="http://schemas.openxmlformats.org/drawingml/2006/main">
            <a:off x="800100" y="43624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11</a:t>
            </a:r>
          </a:p>
        </p:txBody>
      </p:sp>
      <p:sp>
        <p:nvSpPr>
          <p:cNvPr id="45" name="Código editable">
            <a:extLst xmlns:a="http://schemas.openxmlformats.org/drawingml/2006/main">
              <a:ext uri="{FF2B5EF4-FFF2-40B4-BE49-F238E27FC236}">
                <a16:creationId xmlns:a16="http://schemas.microsoft.com/office/drawing/2014/main" id="{0BF0809F-C997-4AFE-B9DB-8BC022B6B909}"/>
              </a:ext>
            </a:extLst>
          </p:cNvPr>
          <p:cNvSpPr>
            <a:spLocks xmlns:a="http://schemas.openxmlformats.org/drawingml/2006/main" noGrp="1"/>
          </p:cNvSpPr>
          <p:nvPr/>
        </p:nvSpPr>
        <p:spPr>
          <a:xfrm xmlns:a="http://schemas.openxmlformats.org/drawingml/2006/main">
            <a:off x="1171575" y="43624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a:t>
            </a:r>
            <a:r>
              <a:rPr sz="1267">
                <a:solidFill>
                  <a:srgbClr val="E6EDF7"/>
                </a:solidFill>
                <a:latin typeface="Menlo"/>
                <a:ea typeface="Menlo"/>
                <a:cs typeface="Menlo"/>
              </a:rPr>
              <a:t>)</a:t>
            </a:r>
          </a:p>
        </p:txBody>
      </p:sp>
      <p:sp>
        <p:nvSpPr>
          <p:cNvPr id="46" name="">
            <a:extLst xmlns:a="http://schemas.openxmlformats.org/drawingml/2006/main">
              <a:ext uri="{FF2B5EF4-FFF2-40B4-BE49-F238E27FC236}">
                <a16:creationId xmlns:a16="http://schemas.microsoft.com/office/drawing/2014/main" id="{B6424621-5B54-4083-BA6F-DFAA8A3A7C72}"/>
              </a:ext>
            </a:extLst>
          </p:cNvPr>
          <p:cNvSpPr>
            <a:spLocks xmlns:a="http://schemas.openxmlformats.org/drawingml/2006/main" noGrp="1"/>
          </p:cNvSpPr>
          <p:nvPr/>
        </p:nvSpPr>
        <p:spPr>
          <a:xfrm xmlns:a="http://schemas.openxmlformats.org/drawingml/2006/main">
            <a:off x="800100" y="45815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12</a:t>
            </a:r>
          </a:p>
        </p:txBody>
      </p:sp>
      <p:sp>
        <p:nvSpPr>
          <p:cNvPr id="47" name="Código editable">
            <a:extLst xmlns:a="http://schemas.openxmlformats.org/drawingml/2006/main">
              <a:ext uri="{FF2B5EF4-FFF2-40B4-BE49-F238E27FC236}">
                <a16:creationId xmlns:a16="http://schemas.microsoft.com/office/drawing/2014/main" id="{D4301726-687F-4A1E-8518-8421CFBCEA03}"/>
              </a:ext>
            </a:extLst>
          </p:cNvPr>
          <p:cNvSpPr>
            <a:spLocks xmlns:a="http://schemas.openxmlformats.org/drawingml/2006/main" noGrp="1"/>
          </p:cNvSpPr>
          <p:nvPr/>
        </p:nvSpPr>
        <p:spPr>
          <a:xfrm xmlns:a="http://schemas.openxmlformats.org/drawingml/2006/main">
            <a:off x="1171575" y="45815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a:t>
            </a:r>
          </a:p>
        </p:txBody>
      </p:sp>
      <p:sp>
        <p:nvSpPr>
          <p:cNvPr id="48" name="">
            <a:extLst xmlns:a="http://schemas.openxmlformats.org/drawingml/2006/main">
              <a:ext uri="{FF2B5EF4-FFF2-40B4-BE49-F238E27FC236}">
                <a16:creationId xmlns:a16="http://schemas.microsoft.com/office/drawing/2014/main" id="{453DE2A0-71CA-4E59-8152-D50822BC1D24}"/>
              </a:ext>
            </a:extLst>
          </p:cNvPr>
          <p:cNvSpPr>
            <a:spLocks xmlns:a="http://schemas.openxmlformats.org/drawingml/2006/main" noGrp="1"/>
          </p:cNvSpPr>
          <p:nvPr/>
        </p:nvSpPr>
        <p:spPr>
          <a:xfrm xmlns:a="http://schemas.openxmlformats.org/drawingml/2006/main">
            <a:off x="7905750" y="1809750"/>
            <a:ext cx="319087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E3ED"/>
            </a:solidFill>
            <a:prstDash val="solid"/>
          </a:ln>
        </p:spPr>
      </p:sp>
      <p:sp>
        <p:nvSpPr>
          <p:cNvPr id="49" name="">
            <a:extLst xmlns:a="http://schemas.openxmlformats.org/drawingml/2006/main">
              <a:ext uri="{FF2B5EF4-FFF2-40B4-BE49-F238E27FC236}">
                <a16:creationId xmlns:a16="http://schemas.microsoft.com/office/drawing/2014/main" id="{3C52C59F-977B-4289-9B85-CA8533306A17}"/>
              </a:ext>
            </a:extLst>
          </p:cNvPr>
          <p:cNvSpPr>
            <a:spLocks xmlns:a="http://schemas.openxmlformats.org/drawingml/2006/main" noGrp="1"/>
          </p:cNvSpPr>
          <p:nvPr/>
        </p:nvSpPr>
        <p:spPr>
          <a:xfrm xmlns:a="http://schemas.openxmlformats.org/drawingml/2006/main">
            <a:off x="7905750" y="1809750"/>
            <a:ext cx="76200" cy="11430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02B0F75C-4E22-4794-9B95-3A74C82D3247}"/>
              </a:ext>
            </a:extLst>
          </p:cNvPr>
          <p:cNvSpPr>
            <a:spLocks xmlns:a="http://schemas.openxmlformats.org/drawingml/2006/main" noGrp="1"/>
          </p:cNvSpPr>
          <p:nvPr/>
        </p:nvSpPr>
        <p:spPr>
          <a:xfrm xmlns:a="http://schemas.openxmlformats.org/drawingml/2006/main">
            <a:off x="8048625" y="193357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E580289-CD92-4B16-8D0A-F643D0D4E910}"/>
              </a:ext>
            </a:extLst>
          </p:cNvPr>
          <p:cNvSpPr>
            <a:spLocks xmlns:a="http://schemas.openxmlformats.org/drawingml/2006/main" noGrp="1"/>
          </p:cNvSpPr>
          <p:nvPr/>
        </p:nvSpPr>
        <p:spPr>
          <a:xfrm xmlns:a="http://schemas.openxmlformats.org/drawingml/2006/main">
            <a:off x="8048625" y="1933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52" name="">
            <a:extLst xmlns:a="http://schemas.openxmlformats.org/drawingml/2006/main">
              <a:ext uri="{FF2B5EF4-FFF2-40B4-BE49-F238E27FC236}">
                <a16:creationId xmlns:a16="http://schemas.microsoft.com/office/drawing/2014/main" id="{0BE1FAD9-61AB-4F48-8DA6-96B1AD6BFA01}"/>
              </a:ext>
            </a:extLst>
          </p:cNvPr>
          <p:cNvSpPr>
            <a:spLocks xmlns:a="http://schemas.openxmlformats.org/drawingml/2006/main" noGrp="1"/>
          </p:cNvSpPr>
          <p:nvPr/>
        </p:nvSpPr>
        <p:spPr>
          <a:xfrm xmlns:a="http://schemas.openxmlformats.org/drawingml/2006/main">
            <a:off x="8401050" y="1924050"/>
            <a:ext cx="2562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Mismo orden</a:t>
            </a:r>
          </a:p>
        </p:txBody>
      </p:sp>
      <p:sp>
        <p:nvSpPr>
          <p:cNvPr id="53" name="">
            <a:extLst xmlns:a="http://schemas.openxmlformats.org/drawingml/2006/main">
              <a:ext uri="{FF2B5EF4-FFF2-40B4-BE49-F238E27FC236}">
                <a16:creationId xmlns:a16="http://schemas.microsoft.com/office/drawing/2014/main" id="{E5476891-D003-4AC5-B084-EAF2707A814A}"/>
              </a:ext>
            </a:extLst>
          </p:cNvPr>
          <p:cNvSpPr>
            <a:spLocks xmlns:a="http://schemas.openxmlformats.org/drawingml/2006/main" noGrp="1"/>
          </p:cNvSpPr>
          <p:nvPr/>
        </p:nvSpPr>
        <p:spPr>
          <a:xfrm xmlns:a="http://schemas.openxmlformats.org/drawingml/2006/main">
            <a:off x="8115300" y="2286000"/>
            <a:ext cx="2790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Así, los mismos datos producen el mismo texto para firmar.</a:t>
            </a:r>
          </a:p>
        </p:txBody>
      </p:sp>
      <p:sp>
        <p:nvSpPr>
          <p:cNvPr id="54" name="">
            <a:extLst xmlns:a="http://schemas.openxmlformats.org/drawingml/2006/main">
              <a:ext uri="{FF2B5EF4-FFF2-40B4-BE49-F238E27FC236}">
                <a16:creationId xmlns:a16="http://schemas.microsoft.com/office/drawing/2014/main" id="{3367A25D-BC77-402D-A514-1495268F0756}"/>
              </a:ext>
            </a:extLst>
          </p:cNvPr>
          <p:cNvSpPr>
            <a:spLocks xmlns:a="http://schemas.openxmlformats.org/drawingml/2006/main" noGrp="1"/>
          </p:cNvSpPr>
          <p:nvPr/>
        </p:nvSpPr>
        <p:spPr>
          <a:xfrm xmlns:a="http://schemas.openxmlformats.org/drawingml/2006/main">
            <a:off x="7905750" y="3286125"/>
            <a:ext cx="319087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E3ED"/>
            </a:solidFill>
            <a:prstDash val="solid"/>
          </a:ln>
        </p:spPr>
      </p:sp>
      <p:sp>
        <p:nvSpPr>
          <p:cNvPr id="55" name="">
            <a:extLst xmlns:a="http://schemas.openxmlformats.org/drawingml/2006/main">
              <a:ext uri="{FF2B5EF4-FFF2-40B4-BE49-F238E27FC236}">
                <a16:creationId xmlns:a16="http://schemas.microsoft.com/office/drawing/2014/main" id="{AC1239B2-3FA7-4652-AF5E-6414EB90AE27}"/>
              </a:ext>
            </a:extLst>
          </p:cNvPr>
          <p:cNvSpPr>
            <a:spLocks xmlns:a="http://schemas.openxmlformats.org/drawingml/2006/main" noGrp="1"/>
          </p:cNvSpPr>
          <p:nvPr/>
        </p:nvSpPr>
        <p:spPr>
          <a:xfrm xmlns:a="http://schemas.openxmlformats.org/drawingml/2006/main">
            <a:off x="7905750" y="3286125"/>
            <a:ext cx="76200" cy="11430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939D839-318E-4660-A42F-98DC2A560512}"/>
              </a:ext>
            </a:extLst>
          </p:cNvPr>
          <p:cNvSpPr>
            <a:spLocks xmlns:a="http://schemas.openxmlformats.org/drawingml/2006/main" noGrp="1"/>
          </p:cNvSpPr>
          <p:nvPr/>
        </p:nvSpPr>
        <p:spPr>
          <a:xfrm xmlns:a="http://schemas.openxmlformats.org/drawingml/2006/main">
            <a:off x="8048625" y="340995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24F04CAD-F1A2-4BCD-BE7F-011A2E4E2FDB}"/>
              </a:ext>
            </a:extLst>
          </p:cNvPr>
          <p:cNvSpPr>
            <a:spLocks xmlns:a="http://schemas.openxmlformats.org/drawingml/2006/main" noGrp="1"/>
          </p:cNvSpPr>
          <p:nvPr/>
        </p:nvSpPr>
        <p:spPr>
          <a:xfrm xmlns:a="http://schemas.openxmlformats.org/drawingml/2006/main">
            <a:off x="8048625" y="34099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58" name="">
            <a:extLst xmlns:a="http://schemas.openxmlformats.org/drawingml/2006/main">
              <a:ext uri="{FF2B5EF4-FFF2-40B4-BE49-F238E27FC236}">
                <a16:creationId xmlns:a16="http://schemas.microsoft.com/office/drawing/2014/main" id="{963EA44C-8E91-468A-B66B-44F15A2958CB}"/>
              </a:ext>
            </a:extLst>
          </p:cNvPr>
          <p:cNvSpPr>
            <a:spLocks xmlns:a="http://schemas.openxmlformats.org/drawingml/2006/main" noGrp="1"/>
          </p:cNvSpPr>
          <p:nvPr/>
        </p:nvSpPr>
        <p:spPr>
          <a:xfrm xmlns:a="http://schemas.openxmlformats.org/drawingml/2006/main">
            <a:off x="8401050" y="3400425"/>
            <a:ext cx="2562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Datos incluidos</a:t>
            </a:r>
          </a:p>
        </p:txBody>
      </p:sp>
      <p:sp>
        <p:nvSpPr>
          <p:cNvPr id="59" name="">
            <a:extLst xmlns:a="http://schemas.openxmlformats.org/drawingml/2006/main">
              <a:ext uri="{FF2B5EF4-FFF2-40B4-BE49-F238E27FC236}">
                <a16:creationId xmlns:a16="http://schemas.microsoft.com/office/drawing/2014/main" id="{7B61B101-0F17-4999-AD8A-FF46DFF8339B}"/>
              </a:ext>
            </a:extLst>
          </p:cNvPr>
          <p:cNvSpPr>
            <a:spLocks xmlns:a="http://schemas.openxmlformats.org/drawingml/2006/main" noGrp="1"/>
          </p:cNvSpPr>
          <p:nvPr/>
        </p:nvSpPr>
        <p:spPr>
          <a:xfrm xmlns:a="http://schemas.openxmlformats.org/drawingml/2006/main">
            <a:off x="8115300" y="3762375"/>
            <a:ext cx="2790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Titular, contenido, tipo, emisor y fechas.</a:t>
            </a:r>
          </a:p>
        </p:txBody>
      </p:sp>
      <p:sp>
        <p:nvSpPr>
          <p:cNvPr id="60" name="">
            <a:extLst xmlns:a="http://schemas.openxmlformats.org/drawingml/2006/main">
              <a:ext uri="{FF2B5EF4-FFF2-40B4-BE49-F238E27FC236}">
                <a16:creationId xmlns:a16="http://schemas.microsoft.com/office/drawing/2014/main" id="{E9B8444C-4352-4ADD-A924-66E4474EF2AC}"/>
              </a:ext>
            </a:extLst>
          </p:cNvPr>
          <p:cNvSpPr>
            <a:spLocks xmlns:a="http://schemas.openxmlformats.org/drawingml/2006/main" noGrp="1"/>
          </p:cNvSpPr>
          <p:nvPr/>
        </p:nvSpPr>
        <p:spPr>
          <a:xfrm xmlns:a="http://schemas.openxmlformats.org/drawingml/2006/main">
            <a:off x="10797159" y="3575304"/>
            <a:ext cx="103632" cy="103632"/>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06BB6453-5366-4353-A3DD-4B30950A8C10}"/>
              </a:ext>
            </a:extLst>
          </p:cNvPr>
          <p:cNvSpPr>
            <a:spLocks xmlns:a="http://schemas.openxmlformats.org/drawingml/2006/main" noGrp="1"/>
          </p:cNvSpPr>
          <p:nvPr/>
        </p:nvSpPr>
        <p:spPr>
          <a:xfrm xmlns:a="http://schemas.openxmlformats.org/drawingml/2006/main">
            <a:off x="10729151" y="3698367"/>
            <a:ext cx="239649" cy="168402"/>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E4DDE33E-59BA-451B-8A78-7086A2D7BDCF}"/>
              </a:ext>
            </a:extLst>
          </p:cNvPr>
          <p:cNvSpPr>
            <a:spLocks xmlns:a="http://schemas.openxmlformats.org/drawingml/2006/main" noGrp="1"/>
          </p:cNvSpPr>
          <p:nvPr/>
        </p:nvSpPr>
        <p:spPr>
          <a:xfrm xmlns:a="http://schemas.openxmlformats.org/drawingml/2006/main">
            <a:off x="7905750" y="4762500"/>
            <a:ext cx="3190875" cy="809625"/>
          </a:xfrm>
          <a:prstGeom xmlns:a="http://schemas.openxmlformats.org/drawingml/2006/main" prst="roundRect">
            <a:avLst>
              <a:gd name="adj" fmla="val 9412"/>
            </a:avLst>
          </a:prstGeom>
          <a:solidFill xmlns:a="http://schemas.openxmlformats.org/drawingml/2006/main">
            <a:srgbClr val="FFF2D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FABA86DC-6948-446D-AC45-435C39B344EB}"/>
              </a:ext>
            </a:extLst>
          </p:cNvPr>
          <p:cNvSpPr>
            <a:spLocks xmlns:a="http://schemas.openxmlformats.org/drawingml/2006/main" noGrp="1"/>
          </p:cNvSpPr>
          <p:nvPr/>
        </p:nvSpPr>
        <p:spPr>
          <a:xfrm xmlns:a="http://schemas.openxmlformats.org/drawingml/2006/main">
            <a:off x="8096250" y="4857750"/>
            <a:ext cx="2809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775109"/>
                </a:solidFill>
                <a:latin typeface="Aptos"/>
                <a:ea typeface="Aptos"/>
                <a:cs typeface="Aptos"/>
              </a:defRPr>
            </a:defPPr>
            <a:lvl1pPr algn="ctr">
              <a:buNone/>
              <a:defRPr sz="1575" b="1">
                <a:solidFill>
                  <a:srgbClr val="775109"/>
                </a:solidFill>
                <a:latin typeface="Aptos"/>
                <a:ea typeface="Aptos"/>
                <a:cs typeface="Aptos"/>
              </a:defRPr>
            </a:lvl1pPr>
            <a:lvl2pPr algn="ctr">
              <a:buNone/>
              <a:defRPr sz="1575" b="1">
                <a:solidFill>
                  <a:srgbClr val="775109"/>
                </a:solidFill>
                <a:latin typeface="Aptos"/>
                <a:ea typeface="Aptos"/>
                <a:cs typeface="Aptos"/>
              </a:defRPr>
            </a:lvl2pPr>
            <a:lvl3pPr algn="ctr">
              <a:buNone/>
              <a:defRPr sz="1575" b="1">
                <a:solidFill>
                  <a:srgbClr val="775109"/>
                </a:solidFill>
                <a:latin typeface="Aptos"/>
                <a:ea typeface="Aptos"/>
                <a:cs typeface="Aptos"/>
              </a:defRPr>
            </a:lvl3pPr>
            <a:lvl4pPr algn="ctr">
              <a:buNone/>
              <a:defRPr sz="1575" b="1">
                <a:solidFill>
                  <a:srgbClr val="775109"/>
                </a:solidFill>
                <a:latin typeface="Aptos"/>
                <a:ea typeface="Aptos"/>
                <a:cs typeface="Aptos"/>
              </a:defRPr>
            </a:lvl4pPr>
            <a:lvl5pPr algn="ctr">
              <a:buNone/>
              <a:defRPr sz="1575" b="1">
                <a:solidFill>
                  <a:srgbClr val="775109"/>
                </a:solidFill>
                <a:latin typeface="Aptos"/>
                <a:ea typeface="Aptos"/>
                <a:cs typeface="Aptos"/>
              </a:defRPr>
            </a:lvl5pPr>
            <a:lvl6pPr algn="ctr">
              <a:buNone/>
              <a:defRPr sz="1575" b="1">
                <a:solidFill>
                  <a:srgbClr val="775109"/>
                </a:solidFill>
                <a:latin typeface="Aptos"/>
                <a:ea typeface="Aptos"/>
                <a:cs typeface="Aptos"/>
              </a:defRPr>
            </a:lvl6pPr>
            <a:lvl7pPr algn="ctr">
              <a:buNone/>
              <a:defRPr sz="1575" b="1">
                <a:solidFill>
                  <a:srgbClr val="775109"/>
                </a:solidFill>
                <a:latin typeface="Aptos"/>
                <a:ea typeface="Aptos"/>
                <a:cs typeface="Aptos"/>
              </a:defRPr>
            </a:lvl7pPr>
            <a:lvl8pPr algn="ctr">
              <a:buNone/>
              <a:defRPr sz="1575" b="1">
                <a:solidFill>
                  <a:srgbClr val="775109"/>
                </a:solidFill>
                <a:latin typeface="Aptos"/>
                <a:ea typeface="Aptos"/>
                <a:cs typeface="Aptos"/>
              </a:defRPr>
            </a:lvl8pPr>
            <a:lvl9pPr algn="ctr">
              <a:buNone/>
              <a:defRPr sz="1575" b="1">
                <a:solidFill>
                  <a:srgbClr val="775109"/>
                </a:solidFill>
                <a:latin typeface="Aptos"/>
                <a:ea typeface="Aptos"/>
                <a:cs typeface="Aptos"/>
              </a:defRPr>
            </a:lvl9pPr>
          </a:lstStyle>
          <a:p xmlns:a="http://schemas.openxmlformats.org/drawingml/2006/main">
            <a:pPr algn="ctr">
              <a:buNone/>
              <a:defRPr sz="1575" b="1">
                <a:solidFill>
                  <a:srgbClr val="775109"/>
                </a:solidFill>
                <a:latin typeface="Aptos"/>
                <a:ea typeface="Aptos"/>
                <a:cs typeface="Aptos"/>
              </a:defRPr>
            </a:pPr>
            <a:r>
              <a:rPr sz="1575" b="1">
                <a:solidFill>
                  <a:srgbClr val="775109"/>
                </a:solidFill>
                <a:latin typeface="Aptos"/>
                <a:ea typeface="Aptos"/>
                <a:cs typeface="Aptos"/>
              </a:rPr>
              <a:t>Si cambia un dato,</a:t>
            </a:r>
          </a:p>
          <a:p xmlns:a="http://schemas.openxmlformats.org/drawingml/2006/main">
            <a:pPr algn="ctr">
              <a:buNone/>
              <a:defRPr sz="1575" b="1">
                <a:solidFill>
                  <a:srgbClr val="775109"/>
                </a:solidFill>
                <a:latin typeface="Aptos"/>
                <a:ea typeface="Aptos"/>
                <a:cs typeface="Aptos"/>
              </a:defRPr>
            </a:pPr>
            <a:r>
              <a:rPr sz="1575" b="1">
                <a:solidFill>
                  <a:srgbClr val="775109"/>
                </a:solidFill>
                <a:latin typeface="Aptos"/>
                <a:ea typeface="Aptos"/>
                <a:cs typeface="Aptos"/>
              </a:rPr>
              <a:t>la firma ya no coincide.</a:t>
            </a:r>
          </a:p>
        </p:txBody>
      </p:sp>
      <p:sp>
        <p:nvSpPr>
          <p:cNvPr id="64" name="">
            <a:extLst xmlns:a="http://schemas.openxmlformats.org/drawingml/2006/main">
              <a:ext uri="{FF2B5EF4-FFF2-40B4-BE49-F238E27FC236}">
                <a16:creationId xmlns:a16="http://schemas.microsoft.com/office/drawing/2014/main" id="{4D80CF7F-0477-4FF3-8FC1-61DFC439E37A}"/>
              </a:ext>
            </a:extLst>
          </p:cNvPr>
          <p:cNvSpPr>
            <a:spLocks xmlns:a="http://schemas.openxmlformats.org/drawingml/2006/main" noGrp="1"/>
          </p:cNvSpPr>
          <p:nvPr/>
        </p:nvSpPr>
        <p:spPr>
          <a:xfrm xmlns:a="http://schemas.openxmlformats.org/drawingml/2006/main">
            <a:off x="704850" y="52768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536276"/>
                </a:solidFill>
                <a:latin typeface="Aptos"/>
                <a:ea typeface="Aptos"/>
                <a:cs typeface="Aptos"/>
              </a:defRPr>
            </a:defPPr>
            <a:lvl1pPr algn="l">
              <a:buNone/>
              <a:defRPr sz="1125" b="1">
                <a:solidFill>
                  <a:srgbClr val="536276"/>
                </a:solidFill>
                <a:latin typeface="Aptos"/>
                <a:ea typeface="Aptos"/>
                <a:cs typeface="Aptos"/>
              </a:defRPr>
            </a:lvl1pPr>
            <a:lvl2pPr algn="l">
              <a:buNone/>
              <a:defRPr sz="1125" b="1">
                <a:solidFill>
                  <a:srgbClr val="536276"/>
                </a:solidFill>
                <a:latin typeface="Aptos"/>
                <a:ea typeface="Aptos"/>
                <a:cs typeface="Aptos"/>
              </a:defRPr>
            </a:lvl2pPr>
            <a:lvl3pPr algn="l">
              <a:buNone/>
              <a:defRPr sz="1125" b="1">
                <a:solidFill>
                  <a:srgbClr val="536276"/>
                </a:solidFill>
                <a:latin typeface="Aptos"/>
                <a:ea typeface="Aptos"/>
                <a:cs typeface="Aptos"/>
              </a:defRPr>
            </a:lvl3pPr>
            <a:lvl4pPr algn="l">
              <a:buNone/>
              <a:defRPr sz="1125" b="1">
                <a:solidFill>
                  <a:srgbClr val="536276"/>
                </a:solidFill>
                <a:latin typeface="Aptos"/>
                <a:ea typeface="Aptos"/>
                <a:cs typeface="Aptos"/>
              </a:defRPr>
            </a:lvl4pPr>
            <a:lvl5pPr algn="l">
              <a:buNone/>
              <a:defRPr sz="1125" b="1">
                <a:solidFill>
                  <a:srgbClr val="536276"/>
                </a:solidFill>
                <a:latin typeface="Aptos"/>
                <a:ea typeface="Aptos"/>
                <a:cs typeface="Aptos"/>
              </a:defRPr>
            </a:lvl5pPr>
            <a:lvl6pPr algn="l">
              <a:buNone/>
              <a:defRPr sz="1125" b="1">
                <a:solidFill>
                  <a:srgbClr val="536276"/>
                </a:solidFill>
                <a:latin typeface="Aptos"/>
                <a:ea typeface="Aptos"/>
                <a:cs typeface="Aptos"/>
              </a:defRPr>
            </a:lvl6pPr>
            <a:lvl7pPr algn="l">
              <a:buNone/>
              <a:defRPr sz="1125" b="1">
                <a:solidFill>
                  <a:srgbClr val="536276"/>
                </a:solidFill>
                <a:latin typeface="Aptos"/>
                <a:ea typeface="Aptos"/>
                <a:cs typeface="Aptos"/>
              </a:defRPr>
            </a:lvl7pPr>
            <a:lvl8pPr algn="l">
              <a:buNone/>
              <a:defRPr sz="1125" b="1">
                <a:solidFill>
                  <a:srgbClr val="536276"/>
                </a:solidFill>
                <a:latin typeface="Aptos"/>
                <a:ea typeface="Aptos"/>
                <a:cs typeface="Aptos"/>
              </a:defRPr>
            </a:lvl8pPr>
            <a:lvl9pPr algn="l">
              <a:buNone/>
              <a:defRPr sz="1125" b="1">
                <a:solidFill>
                  <a:srgbClr val="536276"/>
                </a:solidFill>
                <a:latin typeface="Aptos"/>
                <a:ea typeface="Aptos"/>
                <a:cs typeface="Aptos"/>
              </a:defRPr>
            </a:lvl9pPr>
          </a:lstStyle>
          <a:p xmlns:a="http://schemas.openxmlformats.org/drawingml/2006/main">
            <a:pPr algn="l">
              <a:buNone/>
              <a:defRPr sz="1125" b="1">
                <a:solidFill>
                  <a:srgbClr val="536276"/>
                </a:solidFill>
                <a:latin typeface="Aptos"/>
                <a:ea typeface="Aptos"/>
                <a:cs typeface="Aptos"/>
              </a:defRPr>
            </a:pPr>
            <a:r>
              <a:rPr sz="1125" b="1">
                <a:solidFill>
                  <a:srgbClr val="536276"/>
                </a:solidFill>
                <a:latin typeface="Aptos"/>
                <a:ea typeface="Aptos"/>
                <a:cs typeface="Aptos"/>
              </a:rPr>
              <a:t>server/index.ts · canonicalize()</a:t>
            </a:r>
          </a:p>
        </p:txBody>
      </p:sp>
    </p:spTree>
    <p:extLst>
      <p:ext uri="{BB962C8B-B14F-4D97-AF65-F5344CB8AC3E}">
        <p14:creationId xmlns:p14="http://schemas.microsoft.com/office/powerpoint/2010/main" val="1967946845"/>
      </p:ext>
    </p:extLst>
  </p:cSld>
</p:sld>
</file>

<file path=ppt/slides/slide1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83" name="">
            <a:extLst xmlns:a="http://schemas.openxmlformats.org/drawingml/2006/main">
              <a:ext uri="{FF2B5EF4-FFF2-40B4-BE49-F238E27FC236}">
                <a16:creationId xmlns:a16="http://schemas.microsoft.com/office/drawing/2014/main" id="{1B1F559C-66C7-4E00-BDFC-DF7142F8AA1F}"/>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ED25519</a:t>
            </a:r>
          </a:p>
        </p:txBody>
      </p:sp>
      <p:sp>
        <p:nvSpPr>
          <p:cNvPr id="2" name="">
            <a:extLst xmlns:a="http://schemas.openxmlformats.org/drawingml/2006/main">
              <a:ext uri="{FF2B5EF4-FFF2-40B4-BE49-F238E27FC236}">
                <a16:creationId xmlns:a16="http://schemas.microsoft.com/office/drawing/2014/main" id="{44573CD9-0CAC-4EB9-B608-99602660BEEB}"/>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283F6932-145A-4021-B7C1-92907C03686C}"/>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clave privada firma; la pública comprueba</a:t>
            </a:r>
          </a:p>
        </p:txBody>
      </p:sp>
      <p:sp>
        <p:nvSpPr>
          <p:cNvPr id="4" name="">
            <a:extLst xmlns:a="http://schemas.openxmlformats.org/drawingml/2006/main">
              <a:ext uri="{FF2B5EF4-FFF2-40B4-BE49-F238E27FC236}">
                <a16:creationId xmlns:a16="http://schemas.microsoft.com/office/drawing/2014/main" id="{4B3C6D98-C8C4-4EF1-9DB9-9ABE880EFF5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CF02F4BD-3CB5-494F-A49E-687056747489}"/>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D028401C-42A0-4D9E-8D09-74BCEC41BDD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16</a:t>
            </a:r>
          </a:p>
        </p:txBody>
      </p:sp>
      <p:sp>
        <p:nvSpPr>
          <p:cNvPr id="7" name="">
            <a:extLst xmlns:a="http://schemas.openxmlformats.org/drawingml/2006/main">
              <a:ext uri="{FF2B5EF4-FFF2-40B4-BE49-F238E27FC236}">
                <a16:creationId xmlns:a16="http://schemas.microsoft.com/office/drawing/2014/main" id="{8E2AC943-63F4-4C64-B991-0FE7B8B80452}"/>
              </a:ext>
            </a:extLst>
          </p:cNvPr>
          <p:cNvSpPr>
            <a:spLocks xmlns:a="http://schemas.openxmlformats.org/drawingml/2006/main" noGrp="1"/>
          </p:cNvSpPr>
          <p:nvPr/>
        </p:nvSpPr>
        <p:spPr>
          <a:xfrm xmlns:a="http://schemas.openxmlformats.org/drawingml/2006/main">
            <a:off x="685800" y="1619250"/>
            <a:ext cx="6572250" cy="4048125"/>
          </a:xfrm>
          <a:prstGeom xmlns:a="http://schemas.openxmlformats.org/drawingml/2006/main" prst="roundRect">
            <a:avLst>
              <a:gd name="adj" fmla="val 1882"/>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8145E19F-32D7-4B24-A577-692D25EAC765}"/>
              </a:ext>
            </a:extLst>
          </p:cNvPr>
          <p:cNvSpPr>
            <a:spLocks xmlns:a="http://schemas.openxmlformats.org/drawingml/2006/main" noGrp="1"/>
          </p:cNvSpPr>
          <p:nvPr/>
        </p:nvSpPr>
        <p:spPr>
          <a:xfrm xmlns:a="http://schemas.openxmlformats.org/drawingml/2006/main">
            <a:off x="685800" y="1619250"/>
            <a:ext cx="6572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41E117D-97A6-4943-84AD-053EF4C88509}"/>
              </a:ext>
            </a:extLst>
          </p:cNvPr>
          <p:cNvSpPr>
            <a:spLocks xmlns:a="http://schemas.openxmlformats.org/drawingml/2006/main" noGrp="1"/>
          </p:cNvSpPr>
          <p:nvPr/>
        </p:nvSpPr>
        <p:spPr>
          <a:xfrm xmlns:a="http://schemas.openxmlformats.org/drawingml/2006/main">
            <a:off x="847725" y="175260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982982B-EBAD-4516-80C7-B5FF5628F1C4}"/>
              </a:ext>
            </a:extLst>
          </p:cNvPr>
          <p:cNvSpPr>
            <a:spLocks xmlns:a="http://schemas.openxmlformats.org/drawingml/2006/main" noGrp="1"/>
          </p:cNvSpPr>
          <p:nvPr/>
        </p:nvSpPr>
        <p:spPr>
          <a:xfrm xmlns:a="http://schemas.openxmlformats.org/drawingml/2006/main">
            <a:off x="1047750" y="175260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04E67D-B868-45CD-A4B6-4A10275B6F14}"/>
              </a:ext>
            </a:extLst>
          </p:cNvPr>
          <p:cNvSpPr>
            <a:spLocks xmlns:a="http://schemas.openxmlformats.org/drawingml/2006/main" noGrp="1"/>
          </p:cNvSpPr>
          <p:nvPr/>
        </p:nvSpPr>
        <p:spPr>
          <a:xfrm xmlns:a="http://schemas.openxmlformats.org/drawingml/2006/main">
            <a:off x="1247775" y="175260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ED0E09-6E39-49B5-A5A1-07E7DC097E9E}"/>
              </a:ext>
            </a:extLst>
          </p:cNvPr>
          <p:cNvSpPr>
            <a:spLocks xmlns:a="http://schemas.openxmlformats.org/drawingml/2006/main" noGrp="1"/>
          </p:cNvSpPr>
          <p:nvPr/>
        </p:nvSpPr>
        <p:spPr>
          <a:xfrm xmlns:a="http://schemas.openxmlformats.org/drawingml/2006/main">
            <a:off x="1752600" y="1695450"/>
            <a:ext cx="4438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6AEAD581-4FA8-463D-9DE7-6C3ABE543AE8}"/>
              </a:ext>
            </a:extLst>
          </p:cNvPr>
          <p:cNvSpPr>
            <a:spLocks xmlns:a="http://schemas.openxmlformats.org/drawingml/2006/main" noGrp="1"/>
          </p:cNvSpPr>
          <p:nvPr/>
        </p:nvSpPr>
        <p:spPr>
          <a:xfrm xmlns:a="http://schemas.openxmlformats.org/drawingml/2006/main">
            <a:off x="6772275" y="169545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FB37C0-0434-4F3B-A58D-17D0A292C790}"/>
              </a:ext>
            </a:extLst>
          </p:cNvPr>
          <p:cNvSpPr>
            <a:spLocks xmlns:a="http://schemas.openxmlformats.org/drawingml/2006/main" noGrp="1"/>
          </p:cNvSpPr>
          <p:nvPr/>
        </p:nvSpPr>
        <p:spPr>
          <a:xfrm xmlns:a="http://schemas.openxmlformats.org/drawingml/2006/main">
            <a:off x="6772275" y="16954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7CF6FB2F-6A11-4C63-B9B1-41EA22CA384C}"/>
              </a:ext>
            </a:extLst>
          </p:cNvPr>
          <p:cNvSpPr>
            <a:spLocks xmlns:a="http://schemas.openxmlformats.org/drawingml/2006/main" noGrp="1"/>
          </p:cNvSpPr>
          <p:nvPr/>
        </p:nvSpPr>
        <p:spPr>
          <a:xfrm xmlns:a="http://schemas.openxmlformats.org/drawingml/2006/main">
            <a:off x="1123950" y="2114550"/>
            <a:ext cx="6019800" cy="202266"/>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89B134F-A4EF-4863-9A96-63F6C97175DA}"/>
              </a:ext>
            </a:extLst>
          </p:cNvPr>
          <p:cNvSpPr>
            <a:spLocks xmlns:a="http://schemas.openxmlformats.org/drawingml/2006/main" noGrp="1"/>
          </p:cNvSpPr>
          <p:nvPr/>
        </p:nvSpPr>
        <p:spPr>
          <a:xfrm xmlns:a="http://schemas.openxmlformats.org/drawingml/2006/main">
            <a:off x="733425" y="2124075"/>
            <a:ext cx="1905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0F56DC13-85AE-4F91-BCF9-A458E4398F0D}"/>
              </a:ext>
            </a:extLst>
          </p:cNvPr>
          <p:cNvSpPr>
            <a:spLocks xmlns:a="http://schemas.openxmlformats.org/drawingml/2006/main" noGrp="1"/>
          </p:cNvSpPr>
          <p:nvPr/>
        </p:nvSpPr>
        <p:spPr>
          <a:xfrm xmlns:a="http://schemas.openxmlformats.org/drawingml/2006/main">
            <a:off x="1123950" y="2114550"/>
            <a:ext cx="28575" cy="202266"/>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B33245B-485D-4BBA-A499-6B1A7376CA88}"/>
              </a:ext>
            </a:extLst>
          </p:cNvPr>
          <p:cNvSpPr>
            <a:spLocks xmlns:a="http://schemas.openxmlformats.org/drawingml/2006/main" noGrp="1"/>
          </p:cNvSpPr>
          <p:nvPr/>
        </p:nvSpPr>
        <p:spPr>
          <a:xfrm xmlns:a="http://schemas.openxmlformats.org/drawingml/2006/main">
            <a:off x="962025" y="2134721"/>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F7BA376-1099-4EE7-9AD2-954776B591BB}"/>
              </a:ext>
            </a:extLst>
          </p:cNvPr>
          <p:cNvSpPr>
            <a:spLocks xmlns:a="http://schemas.openxmlformats.org/drawingml/2006/main" noGrp="1"/>
          </p:cNvSpPr>
          <p:nvPr/>
        </p:nvSpPr>
        <p:spPr>
          <a:xfrm xmlns:a="http://schemas.openxmlformats.org/drawingml/2006/main">
            <a:off x="962025" y="2134721"/>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0" name="Código editable">
            <a:extLst xmlns:a="http://schemas.openxmlformats.org/drawingml/2006/main">
              <a:ext uri="{FF2B5EF4-FFF2-40B4-BE49-F238E27FC236}">
                <a16:creationId xmlns:a16="http://schemas.microsoft.com/office/drawing/2014/main" id="{56756859-ACA3-4231-BAD9-3CCB84D341F5}"/>
              </a:ext>
            </a:extLst>
          </p:cNvPr>
          <p:cNvSpPr>
            <a:spLocks xmlns:a="http://schemas.openxmlformats.org/drawingml/2006/main" noGrp="1"/>
          </p:cNvSpPr>
          <p:nvPr/>
        </p:nvSpPr>
        <p:spPr>
          <a:xfrm xmlns:a="http://schemas.openxmlformats.org/drawingml/2006/main">
            <a:off x="1171575" y="2124075"/>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72839B"/>
                </a:solidFill>
                <a:latin typeface="Menlo"/>
                <a:ea typeface="Menlo"/>
                <a:cs typeface="Menlo"/>
              </a:rPr>
              <a:t>// Solo el emisor dispone de esta clave privada</a:t>
            </a:r>
          </a:p>
        </p:txBody>
      </p:sp>
      <p:sp>
        <p:nvSpPr>
          <p:cNvPr id="21" name="">
            <a:extLst xmlns:a="http://schemas.openxmlformats.org/drawingml/2006/main">
              <a:ext uri="{FF2B5EF4-FFF2-40B4-BE49-F238E27FC236}">
                <a16:creationId xmlns:a16="http://schemas.microsoft.com/office/drawing/2014/main" id="{B336377E-F4C0-4476-AB1B-19E894CFDD45}"/>
              </a:ext>
            </a:extLst>
          </p:cNvPr>
          <p:cNvSpPr>
            <a:spLocks xmlns:a="http://schemas.openxmlformats.org/drawingml/2006/main" noGrp="1"/>
          </p:cNvSpPr>
          <p:nvPr/>
        </p:nvSpPr>
        <p:spPr>
          <a:xfrm xmlns:a="http://schemas.openxmlformats.org/drawingml/2006/main">
            <a:off x="800100" y="232634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4CE30314-4DB3-4282-AFE8-ACFDB7D174E2}"/>
              </a:ext>
            </a:extLst>
          </p:cNvPr>
          <p:cNvSpPr>
            <a:spLocks xmlns:a="http://schemas.openxmlformats.org/drawingml/2006/main" noGrp="1"/>
          </p:cNvSpPr>
          <p:nvPr/>
        </p:nvSpPr>
        <p:spPr>
          <a:xfrm xmlns:a="http://schemas.openxmlformats.org/drawingml/2006/main">
            <a:off x="1171575" y="232634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C792EA"/>
                </a:solidFill>
                <a:latin typeface="Menlo"/>
                <a:ea typeface="Menlo"/>
                <a:cs typeface="Menlo"/>
              </a:rPr>
              <a:t>function</a:t>
            </a:r>
            <a:r>
              <a:rPr sz="1242">
                <a:solidFill>
                  <a:srgbClr val="E6EDF7"/>
                </a:solidFill>
                <a:latin typeface="Menlo"/>
                <a:ea typeface="Menlo"/>
                <a:cs typeface="Menlo"/>
              </a:rPr>
              <a:t> </a:t>
            </a:r>
            <a:r>
              <a:rPr sz="1242">
                <a:solidFill>
                  <a:srgbClr val="E6EDF7"/>
                </a:solidFill>
                <a:latin typeface="Menlo"/>
                <a:ea typeface="Menlo"/>
                <a:cs typeface="Menlo"/>
              </a:rPr>
              <a:t>signCredential</a:t>
            </a:r>
            <a:r>
              <a:rPr sz="1242">
                <a:solidFill>
                  <a:srgbClr val="E6EDF7"/>
                </a:solidFill>
                <a:latin typeface="Menlo"/>
                <a:ea typeface="Menlo"/>
                <a:cs typeface="Menlo"/>
              </a:rPr>
              <a:t>(</a:t>
            </a:r>
            <a:r>
              <a:rPr sz="1242">
                <a:solidFill>
                  <a:srgbClr val="E6EDF7"/>
                </a:solidFill>
                <a:latin typeface="Menlo"/>
                <a:ea typeface="Menlo"/>
                <a:cs typeface="Menlo"/>
              </a:rPr>
              <a:t>payload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82D3F2"/>
                </a:solidFill>
                <a:latin typeface="Menlo"/>
                <a:ea typeface="Menlo"/>
                <a:cs typeface="Menlo"/>
              </a:rPr>
              <a:t>CredentialPayload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CF8D31AE-E2E5-4AD7-9B27-67B3B9D82300}"/>
              </a:ext>
            </a:extLst>
          </p:cNvPr>
          <p:cNvSpPr>
            <a:spLocks xmlns:a="http://schemas.openxmlformats.org/drawingml/2006/main" noGrp="1"/>
          </p:cNvSpPr>
          <p:nvPr/>
        </p:nvSpPr>
        <p:spPr>
          <a:xfrm xmlns:a="http://schemas.openxmlformats.org/drawingml/2006/main">
            <a:off x="800100" y="2528607"/>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032151C0-69B8-4D01-AF7E-15C9B27AB06F}"/>
              </a:ext>
            </a:extLst>
          </p:cNvPr>
          <p:cNvSpPr>
            <a:spLocks xmlns:a="http://schemas.openxmlformats.org/drawingml/2006/main" noGrp="1"/>
          </p:cNvSpPr>
          <p:nvPr/>
        </p:nvSpPr>
        <p:spPr>
          <a:xfrm xmlns:a="http://schemas.openxmlformats.org/drawingml/2006/main">
            <a:off x="1171575" y="2528607"/>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const</a:t>
            </a:r>
            <a:r>
              <a:rPr sz="1242">
                <a:solidFill>
                  <a:srgbClr val="E6EDF7"/>
                </a:solidFill>
                <a:latin typeface="Menlo"/>
                <a:ea typeface="Menlo"/>
                <a:cs typeface="Menlo"/>
              </a:rPr>
              <a:t> </a:t>
            </a:r>
            <a:r>
              <a:rPr sz="1242">
                <a:solidFill>
                  <a:srgbClr val="E6EDF7"/>
                </a:solidFill>
                <a:latin typeface="Menlo"/>
                <a:ea typeface="Menlo"/>
                <a:cs typeface="Menlo"/>
              </a:rPr>
              <a:t>signature</a:t>
            </a: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sign</a:t>
            </a:r>
            <a:r>
              <a:rPr sz="1242">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4A8FB350-8AFB-43B3-B13F-0E83C0F87D71}"/>
              </a:ext>
            </a:extLst>
          </p:cNvPr>
          <p:cNvSpPr>
            <a:spLocks xmlns:a="http://schemas.openxmlformats.org/drawingml/2006/main" noGrp="1"/>
          </p:cNvSpPr>
          <p:nvPr/>
        </p:nvSpPr>
        <p:spPr>
          <a:xfrm xmlns:a="http://schemas.openxmlformats.org/drawingml/2006/main">
            <a:off x="800100" y="273087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04</a:t>
            </a:r>
          </a:p>
        </p:txBody>
      </p:sp>
      <p:sp>
        <p:nvSpPr>
          <p:cNvPr id="26" name="Código editable">
            <a:extLst xmlns:a="http://schemas.openxmlformats.org/drawingml/2006/main">
              <a:ext uri="{FF2B5EF4-FFF2-40B4-BE49-F238E27FC236}">
                <a16:creationId xmlns:a16="http://schemas.microsoft.com/office/drawing/2014/main" id="{919A87CB-F617-4F8A-8A51-997A0B7CC6BB}"/>
              </a:ext>
            </a:extLst>
          </p:cNvPr>
          <p:cNvSpPr>
            <a:spLocks xmlns:a="http://schemas.openxmlformats.org/drawingml/2006/main" noGrp="1"/>
          </p:cNvSpPr>
          <p:nvPr/>
        </p:nvSpPr>
        <p:spPr>
          <a:xfrm xmlns:a="http://schemas.openxmlformats.org/drawingml/2006/main">
            <a:off x="1171575" y="273087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null</a:t>
            </a:r>
            <a:r>
              <a:rPr sz="1242">
                <a:solidFill>
                  <a:srgbClr val="E6EDF7"/>
                </a:solidFill>
                <a:latin typeface="Menlo"/>
                <a:ea typeface="Menlo"/>
                <a:cs typeface="Menlo"/>
              </a:rPr>
              <a:t>,</a:t>
            </a:r>
          </a:p>
        </p:txBody>
      </p:sp>
      <p:sp>
        <p:nvSpPr>
          <p:cNvPr id="27" name="">
            <a:extLst xmlns:a="http://schemas.openxmlformats.org/drawingml/2006/main">
              <a:ext uri="{FF2B5EF4-FFF2-40B4-BE49-F238E27FC236}">
                <a16:creationId xmlns:a16="http://schemas.microsoft.com/office/drawing/2014/main" id="{E7ED5B3D-9ACC-4604-9E3E-D9905BB7B358}"/>
              </a:ext>
            </a:extLst>
          </p:cNvPr>
          <p:cNvSpPr>
            <a:spLocks xmlns:a="http://schemas.openxmlformats.org/drawingml/2006/main" noGrp="1"/>
          </p:cNvSpPr>
          <p:nvPr/>
        </p:nvSpPr>
        <p:spPr>
          <a:xfrm xmlns:a="http://schemas.openxmlformats.org/drawingml/2006/main">
            <a:off x="800100" y="2933140"/>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05</a:t>
            </a:r>
          </a:p>
        </p:txBody>
      </p:sp>
      <p:sp>
        <p:nvSpPr>
          <p:cNvPr id="28" name="Código editable">
            <a:extLst xmlns:a="http://schemas.openxmlformats.org/drawingml/2006/main">
              <a:ext uri="{FF2B5EF4-FFF2-40B4-BE49-F238E27FC236}">
                <a16:creationId xmlns:a16="http://schemas.microsoft.com/office/drawing/2014/main" id="{1377BC2A-C600-4688-A88A-9737B7AB3457}"/>
              </a:ext>
            </a:extLst>
          </p:cNvPr>
          <p:cNvSpPr>
            <a:spLocks xmlns:a="http://schemas.openxmlformats.org/drawingml/2006/main" noGrp="1"/>
          </p:cNvSpPr>
          <p:nvPr/>
        </p:nvSpPr>
        <p:spPr>
          <a:xfrm xmlns:a="http://schemas.openxmlformats.org/drawingml/2006/main">
            <a:off x="1171575" y="2933140"/>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82D3F2"/>
                </a:solidFill>
                <a:latin typeface="Menlo"/>
                <a:ea typeface="Menlo"/>
                <a:cs typeface="Menlo"/>
              </a:rPr>
              <a:t>Buffer</a:t>
            </a:r>
            <a:r>
              <a:rPr sz="1242">
                <a:solidFill>
                  <a:srgbClr val="E6EDF7"/>
                </a:solidFill>
                <a:latin typeface="Menlo"/>
                <a:ea typeface="Menlo"/>
                <a:cs typeface="Menlo"/>
              </a:rPr>
              <a:t>.</a:t>
            </a:r>
            <a:r>
              <a:rPr sz="1242">
                <a:solidFill>
                  <a:srgbClr val="C792EA"/>
                </a:solidFill>
                <a:latin typeface="Menlo"/>
                <a:ea typeface="Menlo"/>
                <a:cs typeface="Menlo"/>
              </a:rPr>
              <a:t>from</a:t>
            </a:r>
            <a:r>
              <a:rPr sz="1242">
                <a:solidFill>
                  <a:srgbClr val="E6EDF7"/>
                </a:solidFill>
                <a:latin typeface="Menlo"/>
                <a:ea typeface="Menlo"/>
                <a:cs typeface="Menlo"/>
              </a:rPr>
              <a:t>(</a:t>
            </a:r>
            <a:r>
              <a:rPr sz="1242">
                <a:solidFill>
                  <a:srgbClr val="E6EDF7"/>
                </a:solidFill>
                <a:latin typeface="Menlo"/>
                <a:ea typeface="Menlo"/>
                <a:cs typeface="Menlo"/>
              </a:rPr>
              <a:t>canonicalize</a:t>
            </a:r>
            <a:r>
              <a:rPr sz="1242">
                <a:solidFill>
                  <a:srgbClr val="E6EDF7"/>
                </a:solidFill>
                <a:latin typeface="Menlo"/>
                <a:ea typeface="Menlo"/>
                <a:cs typeface="Menlo"/>
              </a:rPr>
              <a:t>(</a:t>
            </a:r>
            <a:r>
              <a:rPr sz="1242">
                <a:solidFill>
                  <a:srgbClr val="E6EDF7"/>
                </a:solidFill>
                <a:latin typeface="Menlo"/>
                <a:ea typeface="Menlo"/>
                <a:cs typeface="Menlo"/>
              </a:rPr>
              <a:t>payload</a:t>
            </a:r>
            <a:r>
              <a:rPr sz="1242">
                <a:solidFill>
                  <a:srgbClr val="E6EDF7"/>
                </a:solidFill>
                <a:latin typeface="Menlo"/>
                <a:ea typeface="Menlo"/>
                <a:cs typeface="Menlo"/>
              </a:rPr>
              <a:t>)</a:t>
            </a:r>
            <a:r>
              <a:rPr sz="1242">
                <a:solidFill>
                  <a:srgbClr val="E6EDF7"/>
                </a:solidFill>
                <a:latin typeface="Menlo"/>
                <a:ea typeface="Menlo"/>
                <a:cs typeface="Menlo"/>
              </a:rPr>
              <a:t>)</a:t>
            </a:r>
            <a:r>
              <a:rPr sz="1242">
                <a:solidFill>
                  <a:srgbClr val="E6EDF7"/>
                </a:solidFill>
                <a:latin typeface="Menlo"/>
                <a:ea typeface="Menlo"/>
                <a:cs typeface="Menlo"/>
              </a:rPr>
              <a:t>,</a:t>
            </a:r>
          </a:p>
        </p:txBody>
      </p:sp>
      <p:sp>
        <p:nvSpPr>
          <p:cNvPr id="29" name="">
            <a:extLst xmlns:a="http://schemas.openxmlformats.org/drawingml/2006/main">
              <a:ext uri="{FF2B5EF4-FFF2-40B4-BE49-F238E27FC236}">
                <a16:creationId xmlns:a16="http://schemas.microsoft.com/office/drawing/2014/main" id="{46D67221-D4B2-4C6A-BC00-C871E7E8FF9A}"/>
              </a:ext>
            </a:extLst>
          </p:cNvPr>
          <p:cNvSpPr>
            <a:spLocks xmlns:a="http://schemas.openxmlformats.org/drawingml/2006/main" noGrp="1"/>
          </p:cNvSpPr>
          <p:nvPr/>
        </p:nvSpPr>
        <p:spPr>
          <a:xfrm xmlns:a="http://schemas.openxmlformats.org/drawingml/2006/main">
            <a:off x="800100" y="3135406"/>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06</a:t>
            </a:r>
          </a:p>
        </p:txBody>
      </p:sp>
      <p:sp>
        <p:nvSpPr>
          <p:cNvPr id="30" name="Código editable">
            <a:extLst xmlns:a="http://schemas.openxmlformats.org/drawingml/2006/main">
              <a:ext uri="{FF2B5EF4-FFF2-40B4-BE49-F238E27FC236}">
                <a16:creationId xmlns:a16="http://schemas.microsoft.com/office/drawing/2014/main" id="{A792702E-6EF4-403D-B58F-30EA08DEEB45}"/>
              </a:ext>
            </a:extLst>
          </p:cNvPr>
          <p:cNvSpPr>
            <a:spLocks xmlns:a="http://schemas.openxmlformats.org/drawingml/2006/main" noGrp="1"/>
          </p:cNvSpPr>
          <p:nvPr/>
        </p:nvSpPr>
        <p:spPr>
          <a:xfrm xmlns:a="http://schemas.openxmlformats.org/drawingml/2006/main">
            <a:off x="1171575" y="3135406"/>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issuerPrivateKey</a:t>
            </a:r>
          </a:p>
        </p:txBody>
      </p:sp>
      <p:sp>
        <p:nvSpPr>
          <p:cNvPr id="31" name="">
            <a:extLst xmlns:a="http://schemas.openxmlformats.org/drawingml/2006/main">
              <a:ext uri="{FF2B5EF4-FFF2-40B4-BE49-F238E27FC236}">
                <a16:creationId xmlns:a16="http://schemas.microsoft.com/office/drawing/2014/main" id="{AB7CB472-0BBD-461C-8F84-8A428269E9AB}"/>
              </a:ext>
            </a:extLst>
          </p:cNvPr>
          <p:cNvSpPr>
            <a:spLocks xmlns:a="http://schemas.openxmlformats.org/drawingml/2006/main" noGrp="1"/>
          </p:cNvSpPr>
          <p:nvPr/>
        </p:nvSpPr>
        <p:spPr>
          <a:xfrm xmlns:a="http://schemas.openxmlformats.org/drawingml/2006/main">
            <a:off x="800100" y="3337672"/>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07</a:t>
            </a:r>
          </a:p>
        </p:txBody>
      </p:sp>
      <p:sp>
        <p:nvSpPr>
          <p:cNvPr id="32" name="Código editable">
            <a:extLst xmlns:a="http://schemas.openxmlformats.org/drawingml/2006/main">
              <a:ext uri="{FF2B5EF4-FFF2-40B4-BE49-F238E27FC236}">
                <a16:creationId xmlns:a16="http://schemas.microsoft.com/office/drawing/2014/main" id="{B81649B8-7168-4232-BB1C-0D14793276D7}"/>
              </a:ext>
            </a:extLst>
          </p:cNvPr>
          <p:cNvSpPr>
            <a:spLocks xmlns:a="http://schemas.openxmlformats.org/drawingml/2006/main" noGrp="1"/>
          </p:cNvSpPr>
          <p:nvPr/>
        </p:nvSpPr>
        <p:spPr>
          <a:xfrm xmlns:a="http://schemas.openxmlformats.org/drawingml/2006/main">
            <a:off x="1171575" y="3337672"/>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E6EDF7"/>
                </a:solidFill>
                <a:latin typeface="Menlo"/>
                <a:ea typeface="Menlo"/>
                <a:cs typeface="Menlo"/>
              </a:rPr>
              <a:t>.</a:t>
            </a:r>
            <a:r>
              <a:rPr sz="1242">
                <a:solidFill>
                  <a:srgbClr val="F6C177"/>
                </a:solidFill>
                <a:latin typeface="Menlo"/>
                <a:ea typeface="Menlo"/>
                <a:cs typeface="Menlo"/>
              </a:rPr>
              <a:t>toString</a:t>
            </a:r>
            <a:r>
              <a:rPr sz="1242">
                <a:solidFill>
                  <a:srgbClr val="E6EDF7"/>
                </a:solidFill>
                <a:latin typeface="Menlo"/>
                <a:ea typeface="Menlo"/>
                <a:cs typeface="Menlo"/>
              </a:rPr>
              <a:t>(</a:t>
            </a:r>
            <a:r>
              <a:rPr sz="1242">
                <a:solidFill>
                  <a:srgbClr val="A8D88A"/>
                </a:solidFill>
                <a:latin typeface="Menlo"/>
                <a:ea typeface="Menlo"/>
                <a:cs typeface="Menlo"/>
              </a:rPr>
              <a:t>'base64url'</a:t>
            </a:r>
            <a:r>
              <a:rPr sz="1242">
                <a:solidFill>
                  <a:srgbClr val="E6EDF7"/>
                </a:solidFill>
                <a:latin typeface="Menlo"/>
                <a:ea typeface="Menlo"/>
                <a:cs typeface="Menlo"/>
              </a:rPr>
              <a:t>)</a:t>
            </a:r>
          </a:p>
        </p:txBody>
      </p:sp>
      <p:sp>
        <p:nvSpPr>
          <p:cNvPr id="33" name="">
            <a:extLst xmlns:a="http://schemas.openxmlformats.org/drawingml/2006/main">
              <a:ext uri="{FF2B5EF4-FFF2-40B4-BE49-F238E27FC236}">
                <a16:creationId xmlns:a16="http://schemas.microsoft.com/office/drawing/2014/main" id="{24D9F5EF-AE75-4915-A2F5-0717A6021C63}"/>
              </a:ext>
            </a:extLst>
          </p:cNvPr>
          <p:cNvSpPr>
            <a:spLocks xmlns:a="http://schemas.openxmlformats.org/drawingml/2006/main" noGrp="1"/>
          </p:cNvSpPr>
          <p:nvPr/>
        </p:nvSpPr>
        <p:spPr>
          <a:xfrm xmlns:a="http://schemas.openxmlformats.org/drawingml/2006/main">
            <a:off x="800100" y="3539938"/>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08</a:t>
            </a:r>
          </a:p>
        </p:txBody>
      </p:sp>
      <p:sp>
        <p:nvSpPr>
          <p:cNvPr id="34" name="Código editable">
            <a:extLst xmlns:a="http://schemas.openxmlformats.org/drawingml/2006/main">
              <a:ext uri="{FF2B5EF4-FFF2-40B4-BE49-F238E27FC236}">
                <a16:creationId xmlns:a16="http://schemas.microsoft.com/office/drawing/2014/main" id="{E2965F10-88FE-49FE-BC8C-86E8A861E88A}"/>
              </a:ext>
            </a:extLst>
          </p:cNvPr>
          <p:cNvSpPr>
            <a:spLocks xmlns:a="http://schemas.openxmlformats.org/drawingml/2006/main" noGrp="1"/>
          </p:cNvSpPr>
          <p:nvPr/>
        </p:nvSpPr>
        <p:spPr>
          <a:xfrm xmlns:a="http://schemas.openxmlformats.org/drawingml/2006/main">
            <a:off x="1171575" y="3539938"/>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p>
        </p:txBody>
      </p:sp>
      <p:sp>
        <p:nvSpPr>
          <p:cNvPr id="35" name="">
            <a:extLst xmlns:a="http://schemas.openxmlformats.org/drawingml/2006/main">
              <a:ext uri="{FF2B5EF4-FFF2-40B4-BE49-F238E27FC236}">
                <a16:creationId xmlns:a16="http://schemas.microsoft.com/office/drawing/2014/main" id="{473E6EC8-50FF-4CAB-99EF-0BE1E4F0EC02}"/>
              </a:ext>
            </a:extLst>
          </p:cNvPr>
          <p:cNvSpPr>
            <a:spLocks xmlns:a="http://schemas.openxmlformats.org/drawingml/2006/main" noGrp="1"/>
          </p:cNvSpPr>
          <p:nvPr/>
        </p:nvSpPr>
        <p:spPr>
          <a:xfrm xmlns:a="http://schemas.openxmlformats.org/drawingml/2006/main">
            <a:off x="800100" y="374220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09</a:t>
            </a:r>
          </a:p>
        </p:txBody>
      </p:sp>
      <p:sp>
        <p:nvSpPr>
          <p:cNvPr id="36" name="Código editable">
            <a:extLst xmlns:a="http://schemas.openxmlformats.org/drawingml/2006/main">
              <a:ext uri="{FF2B5EF4-FFF2-40B4-BE49-F238E27FC236}">
                <a16:creationId xmlns:a16="http://schemas.microsoft.com/office/drawing/2014/main" id="{58895F5B-0338-4BEC-89CC-C429C40657B1}"/>
              </a:ext>
            </a:extLst>
          </p:cNvPr>
          <p:cNvSpPr>
            <a:spLocks xmlns:a="http://schemas.openxmlformats.org/drawingml/2006/main" noGrp="1"/>
          </p:cNvSpPr>
          <p:nvPr/>
        </p:nvSpPr>
        <p:spPr>
          <a:xfrm xmlns:a="http://schemas.openxmlformats.org/drawingml/2006/main">
            <a:off x="1171575" y="374220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return</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37" name="">
            <a:extLst xmlns:a="http://schemas.openxmlformats.org/drawingml/2006/main">
              <a:ext uri="{FF2B5EF4-FFF2-40B4-BE49-F238E27FC236}">
                <a16:creationId xmlns:a16="http://schemas.microsoft.com/office/drawing/2014/main" id="{FD9778A5-9E2D-415A-BF81-DEC2C2C989FD}"/>
              </a:ext>
            </a:extLst>
          </p:cNvPr>
          <p:cNvSpPr>
            <a:spLocks xmlns:a="http://schemas.openxmlformats.org/drawingml/2006/main" noGrp="1"/>
          </p:cNvSpPr>
          <p:nvPr/>
        </p:nvSpPr>
        <p:spPr>
          <a:xfrm xmlns:a="http://schemas.openxmlformats.org/drawingml/2006/main">
            <a:off x="800100" y="394447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10</a:t>
            </a:r>
          </a:p>
        </p:txBody>
      </p:sp>
      <p:sp>
        <p:nvSpPr>
          <p:cNvPr id="38" name="Código editable">
            <a:extLst xmlns:a="http://schemas.openxmlformats.org/drawingml/2006/main">
              <a:ext uri="{FF2B5EF4-FFF2-40B4-BE49-F238E27FC236}">
                <a16:creationId xmlns:a16="http://schemas.microsoft.com/office/drawing/2014/main" id="{5FE73405-BD0B-4198-A3EE-F8E1A262865C}"/>
              </a:ext>
            </a:extLst>
          </p:cNvPr>
          <p:cNvSpPr>
            <a:spLocks xmlns:a="http://schemas.openxmlformats.org/drawingml/2006/main" noGrp="1"/>
          </p:cNvSpPr>
          <p:nvPr/>
        </p:nvSpPr>
        <p:spPr>
          <a:xfrm xmlns:a="http://schemas.openxmlformats.org/drawingml/2006/main">
            <a:off x="1171575" y="394447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F6C177"/>
                </a:solidFill>
                <a:latin typeface="Menlo"/>
                <a:ea typeface="Menlo"/>
                <a:cs typeface="Menlo"/>
              </a:rPr>
              <a:t>.</a:t>
            </a:r>
            <a:r>
              <a:rPr sz="1242">
                <a:solidFill>
                  <a:srgbClr val="F6C177"/>
                </a:solidFill>
                <a:latin typeface="Menlo"/>
                <a:ea typeface="Menlo"/>
                <a:cs typeface="Menlo"/>
              </a:rPr>
              <a:t>.</a:t>
            </a:r>
            <a:r>
              <a:rPr sz="1242">
                <a:solidFill>
                  <a:srgbClr val="F6C177"/>
                </a:solidFill>
                <a:latin typeface="Menlo"/>
                <a:ea typeface="Menlo"/>
                <a:cs typeface="Menlo"/>
              </a:rPr>
              <a:t>payload</a:t>
            </a:r>
            <a:r>
              <a:rPr sz="1242">
                <a:solidFill>
                  <a:srgbClr val="E6EDF7"/>
                </a:solidFill>
                <a:latin typeface="Menlo"/>
                <a:ea typeface="Menlo"/>
                <a:cs typeface="Menlo"/>
              </a:rPr>
              <a:t>,</a:t>
            </a:r>
          </a:p>
        </p:txBody>
      </p:sp>
      <p:sp>
        <p:nvSpPr>
          <p:cNvPr id="39" name="">
            <a:extLst xmlns:a="http://schemas.openxmlformats.org/drawingml/2006/main">
              <a:ext uri="{FF2B5EF4-FFF2-40B4-BE49-F238E27FC236}">
                <a16:creationId xmlns:a16="http://schemas.microsoft.com/office/drawing/2014/main" id="{9035F3A7-1FAE-45A1-A231-9FC0128E8D4B}"/>
              </a:ext>
            </a:extLst>
          </p:cNvPr>
          <p:cNvSpPr>
            <a:spLocks xmlns:a="http://schemas.openxmlformats.org/drawingml/2006/main" noGrp="1"/>
          </p:cNvSpPr>
          <p:nvPr/>
        </p:nvSpPr>
        <p:spPr>
          <a:xfrm xmlns:a="http://schemas.openxmlformats.org/drawingml/2006/main">
            <a:off x="800100" y="4146737"/>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11</a:t>
            </a:r>
          </a:p>
        </p:txBody>
      </p:sp>
      <p:sp>
        <p:nvSpPr>
          <p:cNvPr id="40" name="Código editable">
            <a:extLst xmlns:a="http://schemas.openxmlformats.org/drawingml/2006/main">
              <a:ext uri="{FF2B5EF4-FFF2-40B4-BE49-F238E27FC236}">
                <a16:creationId xmlns:a16="http://schemas.microsoft.com/office/drawing/2014/main" id="{7C87356C-F0E0-4AF8-824C-314BB1A7B63B}"/>
              </a:ext>
            </a:extLst>
          </p:cNvPr>
          <p:cNvSpPr>
            <a:spLocks xmlns:a="http://schemas.openxmlformats.org/drawingml/2006/main" noGrp="1"/>
          </p:cNvSpPr>
          <p:nvPr/>
        </p:nvSpPr>
        <p:spPr>
          <a:xfrm xmlns:a="http://schemas.openxmlformats.org/drawingml/2006/main">
            <a:off x="1171575" y="4146737"/>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proof</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41" name="">
            <a:extLst xmlns:a="http://schemas.openxmlformats.org/drawingml/2006/main">
              <a:ext uri="{FF2B5EF4-FFF2-40B4-BE49-F238E27FC236}">
                <a16:creationId xmlns:a16="http://schemas.microsoft.com/office/drawing/2014/main" id="{0C7AE042-B14B-464F-8F01-A1AEF35A8C17}"/>
              </a:ext>
            </a:extLst>
          </p:cNvPr>
          <p:cNvSpPr>
            <a:spLocks xmlns:a="http://schemas.openxmlformats.org/drawingml/2006/main" noGrp="1"/>
          </p:cNvSpPr>
          <p:nvPr/>
        </p:nvSpPr>
        <p:spPr>
          <a:xfrm xmlns:a="http://schemas.openxmlformats.org/drawingml/2006/main">
            <a:off x="1123950" y="4339478"/>
            <a:ext cx="6019800" cy="202266"/>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520A222-E7D1-4C8B-89FC-FB323917C5E8}"/>
              </a:ext>
            </a:extLst>
          </p:cNvPr>
          <p:cNvSpPr>
            <a:spLocks xmlns:a="http://schemas.openxmlformats.org/drawingml/2006/main" noGrp="1"/>
          </p:cNvSpPr>
          <p:nvPr/>
        </p:nvSpPr>
        <p:spPr>
          <a:xfrm xmlns:a="http://schemas.openxmlformats.org/drawingml/2006/main">
            <a:off x="733425" y="4349003"/>
            <a:ext cx="1905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12</a:t>
            </a:r>
          </a:p>
        </p:txBody>
      </p:sp>
      <p:sp>
        <p:nvSpPr>
          <p:cNvPr id="43" name="">
            <a:extLst xmlns:a="http://schemas.openxmlformats.org/drawingml/2006/main">
              <a:ext uri="{FF2B5EF4-FFF2-40B4-BE49-F238E27FC236}">
                <a16:creationId xmlns:a16="http://schemas.microsoft.com/office/drawing/2014/main" id="{644CFAC3-27CD-4D4D-8083-CE3AC8671E9D}"/>
              </a:ext>
            </a:extLst>
          </p:cNvPr>
          <p:cNvSpPr>
            <a:spLocks xmlns:a="http://schemas.openxmlformats.org/drawingml/2006/main" noGrp="1"/>
          </p:cNvSpPr>
          <p:nvPr/>
        </p:nvSpPr>
        <p:spPr>
          <a:xfrm xmlns:a="http://schemas.openxmlformats.org/drawingml/2006/main">
            <a:off x="1123950" y="4339478"/>
            <a:ext cx="28575" cy="202266"/>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0A82FA4-EDAE-42D4-973A-364DD438406C}"/>
              </a:ext>
            </a:extLst>
          </p:cNvPr>
          <p:cNvSpPr>
            <a:spLocks xmlns:a="http://schemas.openxmlformats.org/drawingml/2006/main" noGrp="1"/>
          </p:cNvSpPr>
          <p:nvPr/>
        </p:nvSpPr>
        <p:spPr>
          <a:xfrm xmlns:a="http://schemas.openxmlformats.org/drawingml/2006/main">
            <a:off x="962025" y="4359649"/>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F747BE4-F82C-4440-9012-E4826B3AD393}"/>
              </a:ext>
            </a:extLst>
          </p:cNvPr>
          <p:cNvSpPr>
            <a:spLocks xmlns:a="http://schemas.openxmlformats.org/drawingml/2006/main" noGrp="1"/>
          </p:cNvSpPr>
          <p:nvPr/>
        </p:nvSpPr>
        <p:spPr>
          <a:xfrm xmlns:a="http://schemas.openxmlformats.org/drawingml/2006/main">
            <a:off x="962025" y="435964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6" name="Código editable">
            <a:extLst xmlns:a="http://schemas.openxmlformats.org/drawingml/2006/main">
              <a:ext uri="{FF2B5EF4-FFF2-40B4-BE49-F238E27FC236}">
                <a16:creationId xmlns:a16="http://schemas.microsoft.com/office/drawing/2014/main" id="{1A1C9C5B-118C-4144-A4CB-9FE7E175C0E4}"/>
              </a:ext>
            </a:extLst>
          </p:cNvPr>
          <p:cNvSpPr>
            <a:spLocks xmlns:a="http://schemas.openxmlformats.org/drawingml/2006/main" noGrp="1"/>
          </p:cNvSpPr>
          <p:nvPr/>
        </p:nvSpPr>
        <p:spPr>
          <a:xfrm xmlns:a="http://schemas.openxmlformats.org/drawingml/2006/main">
            <a:off x="1171575" y="4349003"/>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algorithm</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A8D88A"/>
                </a:solidFill>
                <a:latin typeface="Menlo"/>
                <a:ea typeface="Menlo"/>
                <a:cs typeface="Menlo"/>
              </a:rPr>
              <a:t>'Ed25519'</a:t>
            </a:r>
            <a:r>
              <a:rPr sz="1242">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2FF5D8CB-A213-417B-966D-A6E479BEBAAC}"/>
              </a:ext>
            </a:extLst>
          </p:cNvPr>
          <p:cNvSpPr>
            <a:spLocks xmlns:a="http://schemas.openxmlformats.org/drawingml/2006/main" noGrp="1"/>
          </p:cNvSpPr>
          <p:nvPr/>
        </p:nvSpPr>
        <p:spPr>
          <a:xfrm xmlns:a="http://schemas.openxmlformats.org/drawingml/2006/main">
            <a:off x="800100" y="4551269"/>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13</a:t>
            </a:r>
          </a:p>
        </p:txBody>
      </p:sp>
      <p:sp>
        <p:nvSpPr>
          <p:cNvPr id="48" name="Código editable">
            <a:extLst xmlns:a="http://schemas.openxmlformats.org/drawingml/2006/main">
              <a:ext uri="{FF2B5EF4-FFF2-40B4-BE49-F238E27FC236}">
                <a16:creationId xmlns:a16="http://schemas.microsoft.com/office/drawing/2014/main" id="{F7377633-A117-4231-9487-131A9B5BF5D1}"/>
              </a:ext>
            </a:extLst>
          </p:cNvPr>
          <p:cNvSpPr>
            <a:spLocks xmlns:a="http://schemas.openxmlformats.org/drawingml/2006/main" noGrp="1"/>
          </p:cNvSpPr>
          <p:nvPr/>
        </p:nvSpPr>
        <p:spPr>
          <a:xfrm xmlns:a="http://schemas.openxmlformats.org/drawingml/2006/main">
            <a:off x="1171575" y="4551269"/>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verificationMethod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issuerId</a:t>
            </a:r>
            <a:r>
              <a:rPr sz="1242">
                <a:solidFill>
                  <a:srgbClr val="E6EDF7"/>
                </a:solidFill>
                <a:latin typeface="Menlo"/>
                <a:ea typeface="Menlo"/>
                <a:cs typeface="Menlo"/>
              </a:rPr>
              <a:t>,</a:t>
            </a:r>
          </a:p>
        </p:txBody>
      </p:sp>
      <p:sp>
        <p:nvSpPr>
          <p:cNvPr id="49" name="">
            <a:extLst xmlns:a="http://schemas.openxmlformats.org/drawingml/2006/main">
              <a:ext uri="{FF2B5EF4-FFF2-40B4-BE49-F238E27FC236}">
                <a16:creationId xmlns:a16="http://schemas.microsoft.com/office/drawing/2014/main" id="{E8BB0A0F-F9D9-469C-AD21-F4EFB7AD4488}"/>
              </a:ext>
            </a:extLst>
          </p:cNvPr>
          <p:cNvSpPr>
            <a:spLocks xmlns:a="http://schemas.openxmlformats.org/drawingml/2006/main" noGrp="1"/>
          </p:cNvSpPr>
          <p:nvPr/>
        </p:nvSpPr>
        <p:spPr>
          <a:xfrm xmlns:a="http://schemas.openxmlformats.org/drawingml/2006/main">
            <a:off x="800100" y="4753535"/>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14</a:t>
            </a:r>
          </a:p>
        </p:txBody>
      </p:sp>
      <p:sp>
        <p:nvSpPr>
          <p:cNvPr id="50" name="Código editable">
            <a:extLst xmlns:a="http://schemas.openxmlformats.org/drawingml/2006/main">
              <a:ext uri="{FF2B5EF4-FFF2-40B4-BE49-F238E27FC236}">
                <a16:creationId xmlns:a16="http://schemas.microsoft.com/office/drawing/2014/main" id="{2E4016FF-E3C5-40B7-9510-374CB9B60E52}"/>
              </a:ext>
            </a:extLst>
          </p:cNvPr>
          <p:cNvSpPr>
            <a:spLocks xmlns:a="http://schemas.openxmlformats.org/drawingml/2006/main" noGrp="1"/>
          </p:cNvSpPr>
          <p:nvPr/>
        </p:nvSpPr>
        <p:spPr>
          <a:xfrm xmlns:a="http://schemas.openxmlformats.org/drawingml/2006/main">
            <a:off x="1171575" y="4753535"/>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signature</a:t>
            </a:r>
          </a:p>
        </p:txBody>
      </p:sp>
      <p:sp>
        <p:nvSpPr>
          <p:cNvPr id="51" name="">
            <a:extLst xmlns:a="http://schemas.openxmlformats.org/drawingml/2006/main">
              <a:ext uri="{FF2B5EF4-FFF2-40B4-BE49-F238E27FC236}">
                <a16:creationId xmlns:a16="http://schemas.microsoft.com/office/drawing/2014/main" id="{74A2E8E8-713E-4D0C-9E83-F5886D9E2BAA}"/>
              </a:ext>
            </a:extLst>
          </p:cNvPr>
          <p:cNvSpPr>
            <a:spLocks xmlns:a="http://schemas.openxmlformats.org/drawingml/2006/main" noGrp="1"/>
          </p:cNvSpPr>
          <p:nvPr/>
        </p:nvSpPr>
        <p:spPr>
          <a:xfrm xmlns:a="http://schemas.openxmlformats.org/drawingml/2006/main">
            <a:off x="800100" y="495580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15</a:t>
            </a:r>
          </a:p>
        </p:txBody>
      </p:sp>
      <p:sp>
        <p:nvSpPr>
          <p:cNvPr id="52" name="Código editable">
            <a:extLst xmlns:a="http://schemas.openxmlformats.org/drawingml/2006/main">
              <a:ext uri="{FF2B5EF4-FFF2-40B4-BE49-F238E27FC236}">
                <a16:creationId xmlns:a16="http://schemas.microsoft.com/office/drawing/2014/main" id="{B988B313-7E8A-4A27-A1F7-BDF143411880}"/>
              </a:ext>
            </a:extLst>
          </p:cNvPr>
          <p:cNvSpPr>
            <a:spLocks xmlns:a="http://schemas.openxmlformats.org/drawingml/2006/main" noGrp="1"/>
          </p:cNvSpPr>
          <p:nvPr/>
        </p:nvSpPr>
        <p:spPr>
          <a:xfrm xmlns:a="http://schemas.openxmlformats.org/drawingml/2006/main">
            <a:off x="1171575" y="495580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53" name="">
            <a:extLst xmlns:a="http://schemas.openxmlformats.org/drawingml/2006/main">
              <a:ext uri="{FF2B5EF4-FFF2-40B4-BE49-F238E27FC236}">
                <a16:creationId xmlns:a16="http://schemas.microsoft.com/office/drawing/2014/main" id="{808F007A-6AF0-4E58-8A59-E51698D3076D}"/>
              </a:ext>
            </a:extLst>
          </p:cNvPr>
          <p:cNvSpPr>
            <a:spLocks xmlns:a="http://schemas.openxmlformats.org/drawingml/2006/main" noGrp="1"/>
          </p:cNvSpPr>
          <p:nvPr/>
        </p:nvSpPr>
        <p:spPr>
          <a:xfrm xmlns:a="http://schemas.openxmlformats.org/drawingml/2006/main">
            <a:off x="800100" y="5158068"/>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16</a:t>
            </a:r>
          </a:p>
        </p:txBody>
      </p:sp>
      <p:sp>
        <p:nvSpPr>
          <p:cNvPr id="54" name="Código editable">
            <a:extLst xmlns:a="http://schemas.openxmlformats.org/drawingml/2006/main">
              <a:ext uri="{FF2B5EF4-FFF2-40B4-BE49-F238E27FC236}">
                <a16:creationId xmlns:a16="http://schemas.microsoft.com/office/drawing/2014/main" id="{79D5AB69-68DF-442A-93F9-711EEDBA998B}"/>
              </a:ext>
            </a:extLst>
          </p:cNvPr>
          <p:cNvSpPr>
            <a:spLocks xmlns:a="http://schemas.openxmlformats.org/drawingml/2006/main" noGrp="1"/>
          </p:cNvSpPr>
          <p:nvPr/>
        </p:nvSpPr>
        <p:spPr>
          <a:xfrm xmlns:a="http://schemas.openxmlformats.org/drawingml/2006/main">
            <a:off x="1171575" y="5158068"/>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55" name="">
            <a:extLst xmlns:a="http://schemas.openxmlformats.org/drawingml/2006/main">
              <a:ext uri="{FF2B5EF4-FFF2-40B4-BE49-F238E27FC236}">
                <a16:creationId xmlns:a16="http://schemas.microsoft.com/office/drawing/2014/main" id="{FAD1B4B8-8511-4350-80FF-1F9A9B68E5A2}"/>
              </a:ext>
            </a:extLst>
          </p:cNvPr>
          <p:cNvSpPr>
            <a:spLocks xmlns:a="http://schemas.openxmlformats.org/drawingml/2006/main" noGrp="1"/>
          </p:cNvSpPr>
          <p:nvPr/>
        </p:nvSpPr>
        <p:spPr>
          <a:xfrm xmlns:a="http://schemas.openxmlformats.org/drawingml/2006/main">
            <a:off x="800100" y="536033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17</a:t>
            </a:r>
          </a:p>
        </p:txBody>
      </p:sp>
      <p:sp>
        <p:nvSpPr>
          <p:cNvPr id="56" name="Código editable">
            <a:extLst xmlns:a="http://schemas.openxmlformats.org/drawingml/2006/main">
              <a:ext uri="{FF2B5EF4-FFF2-40B4-BE49-F238E27FC236}">
                <a16:creationId xmlns:a16="http://schemas.microsoft.com/office/drawing/2014/main" id="{9DDC9DEC-5A4E-4F58-B2F1-F227AEC37AD4}"/>
              </a:ext>
            </a:extLst>
          </p:cNvPr>
          <p:cNvSpPr>
            <a:spLocks xmlns:a="http://schemas.openxmlformats.org/drawingml/2006/main" noGrp="1"/>
          </p:cNvSpPr>
          <p:nvPr/>
        </p:nvSpPr>
        <p:spPr>
          <a:xfrm xmlns:a="http://schemas.openxmlformats.org/drawingml/2006/main">
            <a:off x="1171575" y="536033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a:t>
            </a:r>
          </a:p>
        </p:txBody>
      </p:sp>
      <p:sp>
        <p:nvSpPr>
          <p:cNvPr id="57" name="">
            <a:extLst xmlns:a="http://schemas.openxmlformats.org/drawingml/2006/main">
              <a:ext uri="{FF2B5EF4-FFF2-40B4-BE49-F238E27FC236}">
                <a16:creationId xmlns:a16="http://schemas.microsoft.com/office/drawing/2014/main" id="{47213AD2-7021-42E3-97ED-106EF6B88CC5}"/>
              </a:ext>
            </a:extLst>
          </p:cNvPr>
          <p:cNvSpPr>
            <a:spLocks xmlns:a="http://schemas.openxmlformats.org/drawingml/2006/main" noGrp="1"/>
          </p:cNvSpPr>
          <p:nvPr/>
        </p:nvSpPr>
        <p:spPr>
          <a:xfrm xmlns:a="http://schemas.openxmlformats.org/drawingml/2006/main">
            <a:off x="7858125" y="1781175"/>
            <a:ext cx="32385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58" name="">
            <a:extLst xmlns:a="http://schemas.openxmlformats.org/drawingml/2006/main">
              <a:ext uri="{FF2B5EF4-FFF2-40B4-BE49-F238E27FC236}">
                <a16:creationId xmlns:a16="http://schemas.microsoft.com/office/drawing/2014/main" id="{A1A0E8F1-B912-47E3-B2E9-06B7413060E0}"/>
              </a:ext>
            </a:extLst>
          </p:cNvPr>
          <p:cNvSpPr>
            <a:spLocks xmlns:a="http://schemas.openxmlformats.org/drawingml/2006/main" noGrp="1"/>
          </p:cNvSpPr>
          <p:nvPr/>
        </p:nvSpPr>
        <p:spPr>
          <a:xfrm xmlns:a="http://schemas.openxmlformats.org/drawingml/2006/main">
            <a:off x="7858125" y="1781175"/>
            <a:ext cx="76200" cy="1333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556EFFA-7FBE-495D-A46E-3E87D17E4557}"/>
              </a:ext>
            </a:extLst>
          </p:cNvPr>
          <p:cNvSpPr>
            <a:spLocks xmlns:a="http://schemas.openxmlformats.org/drawingml/2006/main" noGrp="1"/>
          </p:cNvSpPr>
          <p:nvPr/>
        </p:nvSpPr>
        <p:spPr>
          <a:xfrm xmlns:a="http://schemas.openxmlformats.org/drawingml/2006/main">
            <a:off x="8001000" y="190500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2A5CA7D5-1F44-4E9E-BC0A-DF8F8B03972A}"/>
              </a:ext>
            </a:extLst>
          </p:cNvPr>
          <p:cNvSpPr>
            <a:spLocks xmlns:a="http://schemas.openxmlformats.org/drawingml/2006/main" noGrp="1"/>
          </p:cNvSpPr>
          <p:nvPr/>
        </p:nvSpPr>
        <p:spPr>
          <a:xfrm xmlns:a="http://schemas.openxmlformats.org/drawingml/2006/main">
            <a:off x="8001000" y="19050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61" name="">
            <a:extLst xmlns:a="http://schemas.openxmlformats.org/drawingml/2006/main">
              <a:ext uri="{FF2B5EF4-FFF2-40B4-BE49-F238E27FC236}">
                <a16:creationId xmlns:a16="http://schemas.microsoft.com/office/drawing/2014/main" id="{FBDB19A5-8939-49D0-B9B9-4A9A62E0E85C}"/>
              </a:ext>
            </a:extLst>
          </p:cNvPr>
          <p:cNvSpPr>
            <a:spLocks xmlns:a="http://schemas.openxmlformats.org/drawingml/2006/main" noGrp="1"/>
          </p:cNvSpPr>
          <p:nvPr/>
        </p:nvSpPr>
        <p:spPr>
          <a:xfrm xmlns:a="http://schemas.openxmlformats.org/drawingml/2006/main">
            <a:off x="8353425" y="1895475"/>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Emisor</a:t>
            </a:r>
          </a:p>
        </p:txBody>
      </p:sp>
      <p:sp>
        <p:nvSpPr>
          <p:cNvPr id="62" name="">
            <a:extLst xmlns:a="http://schemas.openxmlformats.org/drawingml/2006/main">
              <a:ext uri="{FF2B5EF4-FFF2-40B4-BE49-F238E27FC236}">
                <a16:creationId xmlns:a16="http://schemas.microsoft.com/office/drawing/2014/main" id="{137E8CD6-6575-401F-9432-1B52CA1FB459}"/>
              </a:ext>
            </a:extLst>
          </p:cNvPr>
          <p:cNvSpPr>
            <a:spLocks xmlns:a="http://schemas.openxmlformats.org/drawingml/2006/main" noGrp="1"/>
          </p:cNvSpPr>
          <p:nvPr/>
        </p:nvSpPr>
        <p:spPr>
          <a:xfrm xmlns:a="http://schemas.openxmlformats.org/drawingml/2006/main">
            <a:off x="8067675" y="2257425"/>
            <a:ext cx="2838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emisor guarda la clave privada y crea la firma.</a:t>
            </a:r>
          </a:p>
        </p:txBody>
      </p:sp>
      <p:sp>
        <p:nvSpPr>
          <p:cNvPr id="63" name="">
            <a:extLst xmlns:a="http://schemas.openxmlformats.org/drawingml/2006/main">
              <a:ext uri="{FF2B5EF4-FFF2-40B4-BE49-F238E27FC236}">
                <a16:creationId xmlns:a16="http://schemas.microsoft.com/office/drawing/2014/main" id="{A0F16D79-CBCD-4C49-8F35-573CEABB070E}"/>
              </a:ext>
            </a:extLst>
          </p:cNvPr>
          <p:cNvSpPr>
            <a:spLocks xmlns:a="http://schemas.openxmlformats.org/drawingml/2006/main" noGrp="1"/>
          </p:cNvSpPr>
          <p:nvPr/>
        </p:nvSpPr>
        <p:spPr>
          <a:xfrm xmlns:a="http://schemas.openxmlformats.org/drawingml/2006/main">
            <a:off x="10610850" y="1885950"/>
            <a:ext cx="323850" cy="8744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9BC3A3CC-8CD2-4796-8C49-80560D901B0F}"/>
              </a:ext>
            </a:extLst>
          </p:cNvPr>
          <p:cNvSpPr>
            <a:spLocks xmlns:a="http://schemas.openxmlformats.org/drawingml/2006/main" noGrp="1"/>
          </p:cNvSpPr>
          <p:nvPr/>
        </p:nvSpPr>
        <p:spPr>
          <a:xfrm xmlns:a="http://schemas.openxmlformats.org/drawingml/2006/main">
            <a:off x="10636758" y="1976628"/>
            <a:ext cx="272034" cy="2267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028B67AA-8433-4A83-A238-4DC1E0DA1A30}"/>
              </a:ext>
            </a:extLst>
          </p:cNvPr>
          <p:cNvSpPr>
            <a:spLocks xmlns:a="http://schemas.openxmlformats.org/drawingml/2006/main" noGrp="1"/>
          </p:cNvSpPr>
          <p:nvPr/>
        </p:nvSpPr>
        <p:spPr>
          <a:xfrm xmlns:a="http://schemas.openxmlformats.org/drawingml/2006/main">
            <a:off x="10656189"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6" name="">
            <a:extLst xmlns:a="http://schemas.openxmlformats.org/drawingml/2006/main">
              <a:ext uri="{FF2B5EF4-FFF2-40B4-BE49-F238E27FC236}">
                <a16:creationId xmlns:a16="http://schemas.microsoft.com/office/drawing/2014/main" id="{7FD28C62-7D79-49D8-A349-396267DA9EC2}"/>
              </a:ext>
            </a:extLst>
          </p:cNvPr>
          <p:cNvSpPr>
            <a:spLocks xmlns:a="http://schemas.openxmlformats.org/drawingml/2006/main" noGrp="1"/>
          </p:cNvSpPr>
          <p:nvPr/>
        </p:nvSpPr>
        <p:spPr>
          <a:xfrm xmlns:a="http://schemas.openxmlformats.org/drawingml/2006/main">
            <a:off x="10727436"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7" name="">
            <a:extLst xmlns:a="http://schemas.openxmlformats.org/drawingml/2006/main">
              <a:ext uri="{FF2B5EF4-FFF2-40B4-BE49-F238E27FC236}">
                <a16:creationId xmlns:a16="http://schemas.microsoft.com/office/drawing/2014/main" id="{9AF54D1E-08CD-40CE-AF8E-B5B7CB6BBF08}"/>
              </a:ext>
            </a:extLst>
          </p:cNvPr>
          <p:cNvSpPr>
            <a:spLocks xmlns:a="http://schemas.openxmlformats.org/drawingml/2006/main" noGrp="1"/>
          </p:cNvSpPr>
          <p:nvPr/>
        </p:nvSpPr>
        <p:spPr>
          <a:xfrm xmlns:a="http://schemas.openxmlformats.org/drawingml/2006/main">
            <a:off x="10798683"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8" name="">
            <a:extLst xmlns:a="http://schemas.openxmlformats.org/drawingml/2006/main">
              <a:ext uri="{FF2B5EF4-FFF2-40B4-BE49-F238E27FC236}">
                <a16:creationId xmlns:a16="http://schemas.microsoft.com/office/drawing/2014/main" id="{AA29776E-85D8-4269-81C4-1940B9D62310}"/>
              </a:ext>
            </a:extLst>
          </p:cNvPr>
          <p:cNvSpPr>
            <a:spLocks xmlns:a="http://schemas.openxmlformats.org/drawingml/2006/main" noGrp="1"/>
          </p:cNvSpPr>
          <p:nvPr/>
        </p:nvSpPr>
        <p:spPr>
          <a:xfrm xmlns:a="http://schemas.openxmlformats.org/drawingml/2006/main">
            <a:off x="10869930"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9" name="">
            <a:extLst xmlns:a="http://schemas.openxmlformats.org/drawingml/2006/main">
              <a:ext uri="{FF2B5EF4-FFF2-40B4-BE49-F238E27FC236}">
                <a16:creationId xmlns:a16="http://schemas.microsoft.com/office/drawing/2014/main" id="{54316EE6-8E7C-4860-9864-F1B6627179CB}"/>
              </a:ext>
            </a:extLst>
          </p:cNvPr>
          <p:cNvSpPr>
            <a:spLocks xmlns:a="http://schemas.openxmlformats.org/drawingml/2006/main" noGrp="1"/>
          </p:cNvSpPr>
          <p:nvPr/>
        </p:nvSpPr>
        <p:spPr>
          <a:xfrm xmlns:a="http://schemas.openxmlformats.org/drawingml/2006/main">
            <a:off x="10623804" y="2154746"/>
            <a:ext cx="297942" cy="25908"/>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E11B510A-86F1-437A-B7EF-0293E1441013}"/>
              </a:ext>
            </a:extLst>
          </p:cNvPr>
          <p:cNvSpPr>
            <a:spLocks xmlns:a="http://schemas.openxmlformats.org/drawingml/2006/main" noGrp="1"/>
          </p:cNvSpPr>
          <p:nvPr/>
        </p:nvSpPr>
        <p:spPr>
          <a:xfrm xmlns:a="http://schemas.openxmlformats.org/drawingml/2006/main">
            <a:off x="9172575" y="3190875"/>
            <a:ext cx="457200" cy="400050"/>
          </a:xfrm>
          <a:prstGeom xmlns:a="http://schemas.openxmlformats.org/drawingml/2006/main" prst="downArrow">
            <a:avLst/>
          </a:prstGeom>
          <a:solidFill xmlns:a="http://schemas.openxmlformats.org/drawingml/2006/main">
            <a:srgbClr val="22B8A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4EE70177-FE6C-4E77-9326-AC1B9D9F6E56}"/>
              </a:ext>
            </a:extLst>
          </p:cNvPr>
          <p:cNvSpPr>
            <a:spLocks xmlns:a="http://schemas.openxmlformats.org/drawingml/2006/main" noGrp="1"/>
          </p:cNvSpPr>
          <p:nvPr/>
        </p:nvSpPr>
        <p:spPr>
          <a:xfrm xmlns:a="http://schemas.openxmlformats.org/drawingml/2006/main">
            <a:off x="7858125" y="3762375"/>
            <a:ext cx="32385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72" name="">
            <a:extLst xmlns:a="http://schemas.openxmlformats.org/drawingml/2006/main">
              <a:ext uri="{FF2B5EF4-FFF2-40B4-BE49-F238E27FC236}">
                <a16:creationId xmlns:a16="http://schemas.microsoft.com/office/drawing/2014/main" id="{5C80AD31-A2C4-4790-AC18-459D10D29F32}"/>
              </a:ext>
            </a:extLst>
          </p:cNvPr>
          <p:cNvSpPr>
            <a:spLocks xmlns:a="http://schemas.openxmlformats.org/drawingml/2006/main" noGrp="1"/>
          </p:cNvSpPr>
          <p:nvPr/>
        </p:nvSpPr>
        <p:spPr>
          <a:xfrm xmlns:a="http://schemas.openxmlformats.org/drawingml/2006/main">
            <a:off x="7858125" y="3762375"/>
            <a:ext cx="76200" cy="13335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328CC063-ABC6-46E2-AD44-F2AE588FDB56}"/>
              </a:ext>
            </a:extLst>
          </p:cNvPr>
          <p:cNvSpPr>
            <a:spLocks xmlns:a="http://schemas.openxmlformats.org/drawingml/2006/main" noGrp="1"/>
          </p:cNvSpPr>
          <p:nvPr/>
        </p:nvSpPr>
        <p:spPr>
          <a:xfrm xmlns:a="http://schemas.openxmlformats.org/drawingml/2006/main">
            <a:off x="8001000" y="3886200"/>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A4D523B7-81D3-4A93-853E-D9CAE8A2BAB4}"/>
              </a:ext>
            </a:extLst>
          </p:cNvPr>
          <p:cNvSpPr>
            <a:spLocks xmlns:a="http://schemas.openxmlformats.org/drawingml/2006/main" noGrp="1"/>
          </p:cNvSpPr>
          <p:nvPr/>
        </p:nvSpPr>
        <p:spPr>
          <a:xfrm xmlns:a="http://schemas.openxmlformats.org/drawingml/2006/main">
            <a:off x="8001000" y="3886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75" name="">
            <a:extLst xmlns:a="http://schemas.openxmlformats.org/drawingml/2006/main">
              <a:ext uri="{FF2B5EF4-FFF2-40B4-BE49-F238E27FC236}">
                <a16:creationId xmlns:a16="http://schemas.microsoft.com/office/drawing/2014/main" id="{60257D73-7FE8-4B45-93E1-2F11D7747466}"/>
              </a:ext>
            </a:extLst>
          </p:cNvPr>
          <p:cNvSpPr>
            <a:spLocks xmlns:a="http://schemas.openxmlformats.org/drawingml/2006/main" noGrp="1"/>
          </p:cNvSpPr>
          <p:nvPr/>
        </p:nvSpPr>
        <p:spPr>
          <a:xfrm xmlns:a="http://schemas.openxmlformats.org/drawingml/2006/main">
            <a:off x="8353425" y="3876675"/>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3836E"/>
                </a:solidFill>
                <a:latin typeface="Aptos"/>
                <a:ea typeface="Aptos"/>
                <a:cs typeface="Aptos"/>
              </a:defRPr>
            </a:defPPr>
            <a:lvl1pPr algn="l">
              <a:buNone/>
              <a:defRPr sz="1425" b="1">
                <a:solidFill>
                  <a:srgbClr val="23836E"/>
                </a:solidFill>
                <a:latin typeface="Aptos"/>
                <a:ea typeface="Aptos"/>
                <a:cs typeface="Aptos"/>
              </a:defRPr>
            </a:lvl1pPr>
            <a:lvl2pPr algn="l">
              <a:buNone/>
              <a:defRPr sz="1425" b="1">
                <a:solidFill>
                  <a:srgbClr val="23836E"/>
                </a:solidFill>
                <a:latin typeface="Aptos"/>
                <a:ea typeface="Aptos"/>
                <a:cs typeface="Aptos"/>
              </a:defRPr>
            </a:lvl2pPr>
            <a:lvl3pPr algn="l">
              <a:buNone/>
              <a:defRPr sz="1425" b="1">
                <a:solidFill>
                  <a:srgbClr val="23836E"/>
                </a:solidFill>
                <a:latin typeface="Aptos"/>
                <a:ea typeface="Aptos"/>
                <a:cs typeface="Aptos"/>
              </a:defRPr>
            </a:lvl3pPr>
            <a:lvl4pPr algn="l">
              <a:buNone/>
              <a:defRPr sz="1425" b="1">
                <a:solidFill>
                  <a:srgbClr val="23836E"/>
                </a:solidFill>
                <a:latin typeface="Aptos"/>
                <a:ea typeface="Aptos"/>
                <a:cs typeface="Aptos"/>
              </a:defRPr>
            </a:lvl4pPr>
            <a:lvl5pPr algn="l">
              <a:buNone/>
              <a:defRPr sz="1425" b="1">
                <a:solidFill>
                  <a:srgbClr val="23836E"/>
                </a:solidFill>
                <a:latin typeface="Aptos"/>
                <a:ea typeface="Aptos"/>
                <a:cs typeface="Aptos"/>
              </a:defRPr>
            </a:lvl5pPr>
            <a:lvl6pPr algn="l">
              <a:buNone/>
              <a:defRPr sz="1425" b="1">
                <a:solidFill>
                  <a:srgbClr val="23836E"/>
                </a:solidFill>
                <a:latin typeface="Aptos"/>
                <a:ea typeface="Aptos"/>
                <a:cs typeface="Aptos"/>
              </a:defRPr>
            </a:lvl6pPr>
            <a:lvl7pPr algn="l">
              <a:buNone/>
              <a:defRPr sz="1425" b="1">
                <a:solidFill>
                  <a:srgbClr val="23836E"/>
                </a:solidFill>
                <a:latin typeface="Aptos"/>
                <a:ea typeface="Aptos"/>
                <a:cs typeface="Aptos"/>
              </a:defRPr>
            </a:lvl7pPr>
            <a:lvl8pPr algn="l">
              <a:buNone/>
              <a:defRPr sz="1425" b="1">
                <a:solidFill>
                  <a:srgbClr val="23836E"/>
                </a:solidFill>
                <a:latin typeface="Aptos"/>
                <a:ea typeface="Aptos"/>
                <a:cs typeface="Aptos"/>
              </a:defRPr>
            </a:lvl8pPr>
            <a:lvl9pPr algn="l">
              <a:buNone/>
              <a:defRPr sz="1425" b="1">
                <a:solidFill>
                  <a:srgbClr val="23836E"/>
                </a:solidFill>
                <a:latin typeface="Aptos"/>
                <a:ea typeface="Aptos"/>
                <a:cs typeface="Aptos"/>
              </a:defRPr>
            </a:lvl9pPr>
          </a:lstStyle>
          <a:p xmlns:a="http://schemas.openxmlformats.org/drawingml/2006/main">
            <a:pPr algn="l">
              <a:buNone/>
              <a:defRPr sz="1425" b="1">
                <a:solidFill>
                  <a:srgbClr val="23836E"/>
                </a:solidFill>
                <a:latin typeface="Aptos"/>
                <a:ea typeface="Aptos"/>
                <a:cs typeface="Aptos"/>
              </a:defRPr>
            </a:pPr>
            <a:r>
              <a:rPr sz="1425" b="1">
                <a:solidFill>
                  <a:srgbClr val="23836E"/>
                </a:solidFill>
                <a:latin typeface="Aptos"/>
                <a:ea typeface="Aptos"/>
                <a:cs typeface="Aptos"/>
              </a:rPr>
              <a:t>Verificador</a:t>
            </a:r>
          </a:p>
        </p:txBody>
      </p:sp>
      <p:sp>
        <p:nvSpPr>
          <p:cNvPr id="76" name="">
            <a:extLst xmlns:a="http://schemas.openxmlformats.org/drawingml/2006/main">
              <a:ext uri="{FF2B5EF4-FFF2-40B4-BE49-F238E27FC236}">
                <a16:creationId xmlns:a16="http://schemas.microsoft.com/office/drawing/2014/main" id="{47E7637F-22D6-459C-94FF-69FB3E3001DB}"/>
              </a:ext>
            </a:extLst>
          </p:cNvPr>
          <p:cNvSpPr>
            <a:spLocks xmlns:a="http://schemas.openxmlformats.org/drawingml/2006/main" noGrp="1"/>
          </p:cNvSpPr>
          <p:nvPr/>
        </p:nvSpPr>
        <p:spPr>
          <a:xfrm xmlns:a="http://schemas.openxmlformats.org/drawingml/2006/main">
            <a:off x="8067675" y="4238625"/>
            <a:ext cx="2838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verificador usa la clave pública para comprobar si hubo cambios.</a:t>
            </a:r>
          </a:p>
        </p:txBody>
      </p:sp>
      <p:sp>
        <p:nvSpPr>
          <p:cNvPr id="77" name="">
            <a:extLst xmlns:a="http://schemas.openxmlformats.org/drawingml/2006/main">
              <a:ext uri="{FF2B5EF4-FFF2-40B4-BE49-F238E27FC236}">
                <a16:creationId xmlns:a16="http://schemas.microsoft.com/office/drawing/2014/main" id="{C1D17F71-A912-4AE3-A235-5FCE48DE63E4}"/>
              </a:ext>
            </a:extLst>
          </p:cNvPr>
          <p:cNvSpPr>
            <a:spLocks xmlns:a="http://schemas.openxmlformats.org/drawingml/2006/main" noGrp="1"/>
          </p:cNvSpPr>
          <p:nvPr/>
        </p:nvSpPr>
        <p:spPr>
          <a:xfrm xmlns:a="http://schemas.openxmlformats.org/drawingml/2006/main">
            <a:off x="10623804" y="3876866"/>
            <a:ext cx="200787" cy="200787"/>
          </a:xfrm>
          <a:prstGeom xmlns:a="http://schemas.openxmlformats.org/drawingml/2006/main" prst="ellipse">
            <a:avLst/>
          </a:prstGeom>
          <a:noFill xmlns:a="http://schemas.openxmlformats.org/drawingml/2006/main"/>
          <a:ln xmlns:a="http://schemas.openxmlformats.org/drawingml/2006/main" w="35624">
            <a:solidFill>
              <a:srgbClr val="23836E"/>
            </a:solidFill>
            <a:prstDash val="solid"/>
          </a:ln>
        </p:spPr>
      </p:sp>
      <p:sp>
        <p:nvSpPr>
          <p:cNvPr id="78" name="">
            <a:extLst xmlns:a="http://schemas.openxmlformats.org/drawingml/2006/main">
              <a:ext uri="{FF2B5EF4-FFF2-40B4-BE49-F238E27FC236}">
                <a16:creationId xmlns:a16="http://schemas.microsoft.com/office/drawing/2014/main" id="{6186CEB6-ED62-478A-8DDF-BDF27247B1BE}"/>
              </a:ext>
            </a:extLst>
          </p:cNvPr>
          <p:cNvSpPr>
            <a:spLocks xmlns:a="http://schemas.openxmlformats.org/drawingml/2006/main" noGrp="1"/>
          </p:cNvSpPr>
          <p:nvPr/>
        </p:nvSpPr>
        <p:spPr>
          <a:xfrm xmlns:a="http://schemas.openxmlformats.org/drawingml/2006/main">
            <a:off x="10795445" y="4051745"/>
            <a:ext cx="136017" cy="38862"/>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79" name="">
            <a:extLst xmlns:a="http://schemas.openxmlformats.org/drawingml/2006/main">
              <a:ext uri="{FF2B5EF4-FFF2-40B4-BE49-F238E27FC236}">
                <a16:creationId xmlns:a16="http://schemas.microsoft.com/office/drawing/2014/main" id="{6808B443-5F25-4DE3-A806-70E9A6A92BF4}"/>
              </a:ext>
            </a:extLst>
          </p:cNvPr>
          <p:cNvSpPr>
            <a:spLocks xmlns:a="http://schemas.openxmlformats.org/drawingml/2006/main" noGrp="1"/>
          </p:cNvSpPr>
          <p:nvPr/>
        </p:nvSpPr>
        <p:spPr>
          <a:xfrm xmlns:a="http://schemas.openxmlformats.org/drawingml/2006/main">
            <a:off x="8001000" y="5305425"/>
            <a:ext cx="1238250" cy="285750"/>
          </a:xfrm>
          <a:prstGeom xmlns:a="http://schemas.openxmlformats.org/drawingml/2006/main" prst="roundRect">
            <a:avLst>
              <a:gd name="adj" fmla="val 26667"/>
            </a:avLst>
          </a:prstGeom>
          <a:solidFill xmlns:a="http://schemas.openxmlformats.org/drawingml/2006/main">
            <a:srgbClr val="D9F5F0"/>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4F3A9676-5348-44F2-AC90-E68C739AE758}"/>
              </a:ext>
            </a:extLst>
          </p:cNvPr>
          <p:cNvSpPr>
            <a:spLocks xmlns:a="http://schemas.openxmlformats.org/drawingml/2006/main" noGrp="1"/>
          </p:cNvSpPr>
          <p:nvPr/>
        </p:nvSpPr>
        <p:spPr>
          <a:xfrm xmlns:a="http://schemas.openxmlformats.org/drawingml/2006/main">
            <a:off x="8096250" y="5314950"/>
            <a:ext cx="104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3836E"/>
                </a:solidFill>
                <a:latin typeface="Aptos"/>
                <a:ea typeface="Aptos"/>
                <a:cs typeface="Aptos"/>
              </a:defRPr>
            </a:defPPr>
            <a:lvl1pPr algn="ctr">
              <a:buNone/>
              <a:defRPr sz="975" b="1">
                <a:solidFill>
                  <a:srgbClr val="23836E"/>
                </a:solidFill>
                <a:latin typeface="Aptos"/>
                <a:ea typeface="Aptos"/>
                <a:cs typeface="Aptos"/>
              </a:defRPr>
            </a:lvl1pPr>
            <a:lvl2pPr algn="ctr">
              <a:buNone/>
              <a:defRPr sz="975" b="1">
                <a:solidFill>
                  <a:srgbClr val="23836E"/>
                </a:solidFill>
                <a:latin typeface="Aptos"/>
                <a:ea typeface="Aptos"/>
                <a:cs typeface="Aptos"/>
              </a:defRPr>
            </a:lvl2pPr>
            <a:lvl3pPr algn="ctr">
              <a:buNone/>
              <a:defRPr sz="975" b="1">
                <a:solidFill>
                  <a:srgbClr val="23836E"/>
                </a:solidFill>
                <a:latin typeface="Aptos"/>
                <a:ea typeface="Aptos"/>
                <a:cs typeface="Aptos"/>
              </a:defRPr>
            </a:lvl3pPr>
            <a:lvl4pPr algn="ctr">
              <a:buNone/>
              <a:defRPr sz="975" b="1">
                <a:solidFill>
                  <a:srgbClr val="23836E"/>
                </a:solidFill>
                <a:latin typeface="Aptos"/>
                <a:ea typeface="Aptos"/>
                <a:cs typeface="Aptos"/>
              </a:defRPr>
            </a:lvl4pPr>
            <a:lvl5pPr algn="ctr">
              <a:buNone/>
              <a:defRPr sz="975" b="1">
                <a:solidFill>
                  <a:srgbClr val="23836E"/>
                </a:solidFill>
                <a:latin typeface="Aptos"/>
                <a:ea typeface="Aptos"/>
                <a:cs typeface="Aptos"/>
              </a:defRPr>
            </a:lvl5pPr>
            <a:lvl6pPr algn="ctr">
              <a:buNone/>
              <a:defRPr sz="975" b="1">
                <a:solidFill>
                  <a:srgbClr val="23836E"/>
                </a:solidFill>
                <a:latin typeface="Aptos"/>
                <a:ea typeface="Aptos"/>
                <a:cs typeface="Aptos"/>
              </a:defRPr>
            </a:lvl6pPr>
            <a:lvl7pPr algn="ctr">
              <a:buNone/>
              <a:defRPr sz="975" b="1">
                <a:solidFill>
                  <a:srgbClr val="23836E"/>
                </a:solidFill>
                <a:latin typeface="Aptos"/>
                <a:ea typeface="Aptos"/>
                <a:cs typeface="Aptos"/>
              </a:defRPr>
            </a:lvl7pPr>
            <a:lvl8pPr algn="ctr">
              <a:buNone/>
              <a:defRPr sz="975" b="1">
                <a:solidFill>
                  <a:srgbClr val="23836E"/>
                </a:solidFill>
                <a:latin typeface="Aptos"/>
                <a:ea typeface="Aptos"/>
                <a:cs typeface="Aptos"/>
              </a:defRPr>
            </a:lvl8pPr>
            <a:lvl9pPr algn="ctr">
              <a:buNone/>
              <a:defRPr sz="975" b="1">
                <a:solidFill>
                  <a:srgbClr val="23836E"/>
                </a:solidFill>
                <a:latin typeface="Aptos"/>
                <a:ea typeface="Aptos"/>
                <a:cs typeface="Aptos"/>
              </a:defRPr>
            </a:lvl9pPr>
          </a:lstStyle>
          <a:p xmlns:a="http://schemas.openxmlformats.org/drawingml/2006/main">
            <a:pPr algn="ctr">
              <a:buNone/>
              <a:defRPr sz="975" b="1">
                <a:solidFill>
                  <a:srgbClr val="23836E"/>
                </a:solidFill>
                <a:latin typeface="Aptos"/>
                <a:ea typeface="Aptos"/>
                <a:cs typeface="Aptos"/>
              </a:defRPr>
            </a:pPr>
            <a:r>
              <a:rPr sz="975" b="1">
                <a:solidFill>
                  <a:srgbClr val="23836E"/>
                </a:solidFill>
                <a:latin typeface="Aptos"/>
                <a:ea typeface="Aptos"/>
                <a:cs typeface="Aptos"/>
              </a:rPr>
              <a:t>datos intactos</a:t>
            </a:r>
          </a:p>
        </p:txBody>
      </p:sp>
      <p:sp>
        <p:nvSpPr>
          <p:cNvPr id="81" name="">
            <a:extLst xmlns:a="http://schemas.openxmlformats.org/drawingml/2006/main">
              <a:ext uri="{FF2B5EF4-FFF2-40B4-BE49-F238E27FC236}">
                <a16:creationId xmlns:a16="http://schemas.microsoft.com/office/drawing/2014/main" id="{0B18A9D2-1E26-424A-9A1D-3F2DC734ACF6}"/>
              </a:ext>
            </a:extLst>
          </p:cNvPr>
          <p:cNvSpPr>
            <a:spLocks xmlns:a="http://schemas.openxmlformats.org/drawingml/2006/main" noGrp="1"/>
          </p:cNvSpPr>
          <p:nvPr/>
        </p:nvSpPr>
        <p:spPr>
          <a:xfrm xmlns:a="http://schemas.openxmlformats.org/drawingml/2006/main">
            <a:off x="9448800" y="5305425"/>
            <a:ext cx="109537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430C71DF-87A8-4FF0-BF46-2250F59F4FD8}"/>
              </a:ext>
            </a:extLst>
          </p:cNvPr>
          <p:cNvSpPr>
            <a:spLocks xmlns:a="http://schemas.openxmlformats.org/drawingml/2006/main" noGrp="1"/>
          </p:cNvSpPr>
          <p:nvPr/>
        </p:nvSpPr>
        <p:spPr>
          <a:xfrm xmlns:a="http://schemas.openxmlformats.org/drawingml/2006/main">
            <a:off x="9544050" y="5314950"/>
            <a:ext cx="904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emisor identificado</a:t>
            </a:r>
          </a:p>
        </p:txBody>
      </p:sp>
    </p:spTree>
    <p:extLst>
      <p:ext uri="{BB962C8B-B14F-4D97-AF65-F5344CB8AC3E}">
        <p14:creationId xmlns:p14="http://schemas.microsoft.com/office/powerpoint/2010/main" val="1033776648"/>
      </p:ext>
    </p:extLst>
  </p:cSld>
</p:sld>
</file>

<file path=ppt/slides/slide1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9954F6D2-82BE-4540-B255-1BFB1B0DE444}"/>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EMISIÓN</a:t>
            </a:r>
          </a:p>
        </p:txBody>
      </p:sp>
      <p:sp>
        <p:nvSpPr>
          <p:cNvPr id="2" name="">
            <a:extLst xmlns:a="http://schemas.openxmlformats.org/drawingml/2006/main">
              <a:ext uri="{FF2B5EF4-FFF2-40B4-BE49-F238E27FC236}">
                <a16:creationId xmlns:a16="http://schemas.microsoft.com/office/drawing/2014/main" id="{3EA1DE96-AC12-49A4-8FD3-56202AADA6E0}"/>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FACCEC4F-0E6F-47B3-8245-AB07F009E7D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nota se asocia a un perfil de prueba</a:t>
            </a:r>
          </a:p>
        </p:txBody>
      </p:sp>
      <p:sp>
        <p:nvSpPr>
          <p:cNvPr id="4" name="">
            <a:extLst xmlns:a="http://schemas.openxmlformats.org/drawingml/2006/main">
              <a:ext uri="{FF2B5EF4-FFF2-40B4-BE49-F238E27FC236}">
                <a16:creationId xmlns:a16="http://schemas.microsoft.com/office/drawing/2014/main" id="{7F2175F1-213C-4680-9C6D-A22A8F8EEC92}"/>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4C97E812-93D4-454B-A666-B643B6B88DD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26C1BAD9-4346-4533-931B-1365923F40CA}"/>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17</a:t>
            </a:r>
          </a:p>
        </p:txBody>
      </p:sp>
      <p:sp>
        <p:nvSpPr>
          <p:cNvPr id="7" name="">
            <a:extLst xmlns:a="http://schemas.openxmlformats.org/drawingml/2006/main">
              <a:ext uri="{FF2B5EF4-FFF2-40B4-BE49-F238E27FC236}">
                <a16:creationId xmlns:a16="http://schemas.microsoft.com/office/drawing/2014/main" id="{70BEAAE1-94A4-4C41-BBA0-446845ED5F59}"/>
              </a:ext>
            </a:extLst>
          </p:cNvPr>
          <p:cNvSpPr>
            <a:spLocks xmlns:a="http://schemas.openxmlformats.org/drawingml/2006/main" noGrp="1"/>
          </p:cNvSpPr>
          <p:nvPr/>
        </p:nvSpPr>
        <p:spPr>
          <a:xfrm xmlns:a="http://schemas.openxmlformats.org/drawingml/2006/main">
            <a:off x="685800" y="1714500"/>
            <a:ext cx="6191250" cy="3143250"/>
          </a:xfrm>
          <a:prstGeom xmlns:a="http://schemas.openxmlformats.org/drawingml/2006/main" prst="roundRect">
            <a:avLst>
              <a:gd name="adj" fmla="val 2424"/>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AD481098-3A3A-44ED-9F4A-8C7FD866A8AC}"/>
              </a:ext>
            </a:extLst>
          </p:cNvPr>
          <p:cNvSpPr>
            <a:spLocks xmlns:a="http://schemas.openxmlformats.org/drawingml/2006/main" noGrp="1"/>
          </p:cNvSpPr>
          <p:nvPr/>
        </p:nvSpPr>
        <p:spPr>
          <a:xfrm xmlns:a="http://schemas.openxmlformats.org/drawingml/2006/main">
            <a:off x="685800" y="1714500"/>
            <a:ext cx="6191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8080108-2CD4-453E-93D6-26AA20B0E28C}"/>
              </a:ext>
            </a:extLst>
          </p:cNvPr>
          <p:cNvSpPr>
            <a:spLocks xmlns:a="http://schemas.openxmlformats.org/drawingml/2006/main" noGrp="1"/>
          </p:cNvSpPr>
          <p:nvPr/>
        </p:nvSpPr>
        <p:spPr>
          <a:xfrm xmlns:a="http://schemas.openxmlformats.org/drawingml/2006/main">
            <a:off x="847725" y="184785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3A2835-8DA3-4B67-818E-B1E6F8E75DC6}"/>
              </a:ext>
            </a:extLst>
          </p:cNvPr>
          <p:cNvSpPr>
            <a:spLocks xmlns:a="http://schemas.openxmlformats.org/drawingml/2006/main" noGrp="1"/>
          </p:cNvSpPr>
          <p:nvPr/>
        </p:nvSpPr>
        <p:spPr>
          <a:xfrm xmlns:a="http://schemas.openxmlformats.org/drawingml/2006/main">
            <a:off x="1047750" y="184785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5113F7-7659-4F05-A5B1-AAB62C23F6AF}"/>
              </a:ext>
            </a:extLst>
          </p:cNvPr>
          <p:cNvSpPr>
            <a:spLocks xmlns:a="http://schemas.openxmlformats.org/drawingml/2006/main" noGrp="1"/>
          </p:cNvSpPr>
          <p:nvPr/>
        </p:nvSpPr>
        <p:spPr>
          <a:xfrm xmlns:a="http://schemas.openxmlformats.org/drawingml/2006/main">
            <a:off x="1247775" y="184785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26E440E-3108-4990-B83B-BBFF860B34CF}"/>
              </a:ext>
            </a:extLst>
          </p:cNvPr>
          <p:cNvSpPr>
            <a:spLocks xmlns:a="http://schemas.openxmlformats.org/drawingml/2006/main" noGrp="1"/>
          </p:cNvSpPr>
          <p:nvPr/>
        </p:nvSpPr>
        <p:spPr>
          <a:xfrm xmlns:a="http://schemas.openxmlformats.org/drawingml/2006/main">
            <a:off x="1752600" y="1790700"/>
            <a:ext cx="4057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1C75FCBD-C6CE-4F3D-9E45-174E5C91C6A5}"/>
              </a:ext>
            </a:extLst>
          </p:cNvPr>
          <p:cNvSpPr>
            <a:spLocks xmlns:a="http://schemas.openxmlformats.org/drawingml/2006/main" noGrp="1"/>
          </p:cNvSpPr>
          <p:nvPr/>
        </p:nvSpPr>
        <p:spPr>
          <a:xfrm xmlns:a="http://schemas.openxmlformats.org/drawingml/2006/main">
            <a:off x="6391275" y="179070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9B1221-4823-484F-A919-BB5D73142F3E}"/>
              </a:ext>
            </a:extLst>
          </p:cNvPr>
          <p:cNvSpPr>
            <a:spLocks xmlns:a="http://schemas.openxmlformats.org/drawingml/2006/main" noGrp="1"/>
          </p:cNvSpPr>
          <p:nvPr/>
        </p:nvSpPr>
        <p:spPr>
          <a:xfrm xmlns:a="http://schemas.openxmlformats.org/drawingml/2006/main">
            <a:off x="6391275" y="17907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5F769031-0163-4069-82A0-5609556860D6}"/>
              </a:ext>
            </a:extLst>
          </p:cNvPr>
          <p:cNvSpPr>
            <a:spLocks xmlns:a="http://schemas.openxmlformats.org/drawingml/2006/main" noGrp="1"/>
          </p:cNvSpPr>
          <p:nvPr/>
        </p:nvSpPr>
        <p:spPr>
          <a:xfrm xmlns:a="http://schemas.openxmlformats.org/drawingml/2006/main">
            <a:off x="1123950" y="2209800"/>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6D88743-F258-4BAE-8938-694EA4DFAB90}"/>
              </a:ext>
            </a:extLst>
          </p:cNvPr>
          <p:cNvSpPr>
            <a:spLocks xmlns:a="http://schemas.openxmlformats.org/drawingml/2006/main" noGrp="1"/>
          </p:cNvSpPr>
          <p:nvPr/>
        </p:nvSpPr>
        <p:spPr>
          <a:xfrm xmlns:a="http://schemas.openxmlformats.org/drawingml/2006/main">
            <a:off x="733425" y="2219325"/>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415EA355-2F0E-4CAF-85CC-E3293649394E}"/>
              </a:ext>
            </a:extLst>
          </p:cNvPr>
          <p:cNvSpPr>
            <a:spLocks xmlns:a="http://schemas.openxmlformats.org/drawingml/2006/main" noGrp="1"/>
          </p:cNvSpPr>
          <p:nvPr/>
        </p:nvSpPr>
        <p:spPr>
          <a:xfrm xmlns:a="http://schemas.openxmlformats.org/drawingml/2006/main">
            <a:off x="1123950" y="2209800"/>
            <a:ext cx="28575" cy="211138"/>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6E6DC13-67F2-4C65-8DEF-798016323292}"/>
              </a:ext>
            </a:extLst>
          </p:cNvPr>
          <p:cNvSpPr>
            <a:spLocks xmlns:a="http://schemas.openxmlformats.org/drawingml/2006/main" noGrp="1"/>
          </p:cNvSpPr>
          <p:nvPr/>
        </p:nvSpPr>
        <p:spPr>
          <a:xfrm xmlns:a="http://schemas.openxmlformats.org/drawingml/2006/main">
            <a:off x="962025" y="2234406"/>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6C6DCBE-9336-4CBF-B2B7-B110A0F3E937}"/>
              </a:ext>
            </a:extLst>
          </p:cNvPr>
          <p:cNvSpPr>
            <a:spLocks xmlns:a="http://schemas.openxmlformats.org/drawingml/2006/main" noGrp="1"/>
          </p:cNvSpPr>
          <p:nvPr/>
        </p:nvSpPr>
        <p:spPr>
          <a:xfrm xmlns:a="http://schemas.openxmlformats.org/drawingml/2006/main">
            <a:off x="962025" y="223440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20" name="Código editable">
            <a:extLst xmlns:a="http://schemas.openxmlformats.org/drawingml/2006/main">
              <a:ext uri="{FF2B5EF4-FFF2-40B4-BE49-F238E27FC236}">
                <a16:creationId xmlns:a16="http://schemas.microsoft.com/office/drawing/2014/main" id="{702DEA9F-6060-4DF3-8B6D-4CF1BFDC34C6}"/>
              </a:ext>
            </a:extLst>
          </p:cNvPr>
          <p:cNvSpPr>
            <a:spLocks xmlns:a="http://schemas.openxmlformats.org/drawingml/2006/main" noGrp="1"/>
          </p:cNvSpPr>
          <p:nvPr/>
        </p:nvSpPr>
        <p:spPr>
          <a:xfrm xmlns:a="http://schemas.openxmlformats.org/drawingml/2006/main">
            <a:off x="1171575" y="221932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claims</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p>
        </p:txBody>
      </p:sp>
      <p:sp>
        <p:nvSpPr>
          <p:cNvPr id="21" name="">
            <a:extLst xmlns:a="http://schemas.openxmlformats.org/drawingml/2006/main">
              <a:ext uri="{FF2B5EF4-FFF2-40B4-BE49-F238E27FC236}">
                <a16:creationId xmlns:a16="http://schemas.microsoft.com/office/drawing/2014/main" id="{4196E587-09F0-4169-99C9-FE50BD54D6D4}"/>
              </a:ext>
            </a:extLst>
          </p:cNvPr>
          <p:cNvSpPr>
            <a:spLocks xmlns:a="http://schemas.openxmlformats.org/drawingml/2006/main" noGrp="1"/>
          </p:cNvSpPr>
          <p:nvPr/>
        </p:nvSpPr>
        <p:spPr>
          <a:xfrm xmlns:a="http://schemas.openxmlformats.org/drawingml/2006/main">
            <a:off x="800100" y="243046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94134A72-B680-4C71-B3E3-52A114FF296E}"/>
              </a:ext>
            </a:extLst>
          </p:cNvPr>
          <p:cNvSpPr>
            <a:spLocks xmlns:a="http://schemas.openxmlformats.org/drawingml/2006/main" noGrp="1"/>
          </p:cNvSpPr>
          <p:nvPr/>
        </p:nvSpPr>
        <p:spPr>
          <a:xfrm xmlns:a="http://schemas.openxmlformats.org/drawingml/2006/main">
            <a:off x="1171575" y="243046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titulo</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title</a:t>
            </a:r>
            <a:r>
              <a:rPr sz="1297">
                <a:solidFill>
                  <a:srgbClr val="E6EDF7"/>
                </a:solidFill>
                <a:latin typeface="Menlo"/>
                <a:ea typeface="Menlo"/>
                <a:cs typeface="Menlo"/>
              </a:rPr>
              <a:t>.</a:t>
            </a:r>
            <a:r>
              <a:rPr sz="1297">
                <a:solidFill>
                  <a:srgbClr val="F6C177"/>
                </a:solidFill>
                <a:latin typeface="Menlo"/>
                <a:ea typeface="Menlo"/>
                <a:cs typeface="Menlo"/>
              </a:rPr>
              <a:t>trim</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E5D8AF5F-FE20-4DAB-8C6E-2A0C98EC2C77}"/>
              </a:ext>
            </a:extLst>
          </p:cNvPr>
          <p:cNvSpPr>
            <a:spLocks xmlns:a="http://schemas.openxmlformats.org/drawingml/2006/main" noGrp="1"/>
          </p:cNvSpPr>
          <p:nvPr/>
        </p:nvSpPr>
        <p:spPr>
          <a:xfrm xmlns:a="http://schemas.openxmlformats.org/drawingml/2006/main">
            <a:off x="800100" y="264160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01887F53-D506-45E7-8E99-A82F4D66012D}"/>
              </a:ext>
            </a:extLst>
          </p:cNvPr>
          <p:cNvSpPr>
            <a:spLocks xmlns:a="http://schemas.openxmlformats.org/drawingml/2006/main" noGrp="1"/>
          </p:cNvSpPr>
          <p:nvPr/>
        </p:nvSpPr>
        <p:spPr>
          <a:xfrm xmlns:a="http://schemas.openxmlformats.org/drawingml/2006/main">
            <a:off x="1171575" y="264160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detalle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detail</a:t>
            </a:r>
            <a:r>
              <a:rPr sz="1297">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2ACE958B-FD4E-4EBA-81C9-073268D9328C}"/>
              </a:ext>
            </a:extLst>
          </p:cNvPr>
          <p:cNvSpPr>
            <a:spLocks xmlns:a="http://schemas.openxmlformats.org/drawingml/2006/main" noGrp="1"/>
          </p:cNvSpPr>
          <p:nvPr/>
        </p:nvSpPr>
        <p:spPr>
          <a:xfrm xmlns:a="http://schemas.openxmlformats.org/drawingml/2006/main">
            <a:off x="800100" y="2852738"/>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04</a:t>
            </a:r>
          </a:p>
        </p:txBody>
      </p:sp>
      <p:sp>
        <p:nvSpPr>
          <p:cNvPr id="26" name="Código editable">
            <a:extLst xmlns:a="http://schemas.openxmlformats.org/drawingml/2006/main">
              <a:ext uri="{FF2B5EF4-FFF2-40B4-BE49-F238E27FC236}">
                <a16:creationId xmlns:a16="http://schemas.microsoft.com/office/drawing/2014/main" id="{4BFF51A7-EEA6-4F15-9ECA-5F24D098796E}"/>
              </a:ext>
            </a:extLst>
          </p:cNvPr>
          <p:cNvSpPr>
            <a:spLocks xmlns:a="http://schemas.openxmlformats.org/drawingml/2006/main" noGrp="1"/>
          </p:cNvSpPr>
          <p:nvPr/>
        </p:nvSpPr>
        <p:spPr>
          <a:xfrm xmlns:a="http://schemas.openxmlformats.org/drawingml/2006/main">
            <a:off x="1171575" y="285273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72839B"/>
                </a:solidFill>
                <a:latin typeface="Menlo"/>
                <a:ea typeface="Menlo"/>
                <a:cs typeface="Menlo"/>
              </a:rPr>
              <a:t>// La nota se incluye solo en este tipo</a:t>
            </a:r>
          </a:p>
        </p:txBody>
      </p:sp>
      <p:sp>
        <p:nvSpPr>
          <p:cNvPr id="27" name="">
            <a:extLst xmlns:a="http://schemas.openxmlformats.org/drawingml/2006/main">
              <a:ext uri="{FF2B5EF4-FFF2-40B4-BE49-F238E27FC236}">
                <a16:creationId xmlns:a16="http://schemas.microsoft.com/office/drawing/2014/main" id="{6B36F839-F4A3-4252-B1F4-1B39132BE9BA}"/>
              </a:ext>
            </a:extLst>
          </p:cNvPr>
          <p:cNvSpPr>
            <a:spLocks xmlns:a="http://schemas.openxmlformats.org/drawingml/2006/main" noGrp="1"/>
          </p:cNvSpPr>
          <p:nvPr/>
        </p:nvSpPr>
        <p:spPr>
          <a:xfrm xmlns:a="http://schemas.openxmlformats.org/drawingml/2006/main">
            <a:off x="1123950" y="3054350"/>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0B70429-680A-41CD-9DEC-C01DEA1E8C2C}"/>
              </a:ext>
            </a:extLst>
          </p:cNvPr>
          <p:cNvSpPr>
            <a:spLocks xmlns:a="http://schemas.openxmlformats.org/drawingml/2006/main" noGrp="1"/>
          </p:cNvSpPr>
          <p:nvPr/>
        </p:nvSpPr>
        <p:spPr>
          <a:xfrm xmlns:a="http://schemas.openxmlformats.org/drawingml/2006/main">
            <a:off x="733425" y="3063875"/>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29" name="">
            <a:extLst xmlns:a="http://schemas.openxmlformats.org/drawingml/2006/main">
              <a:ext uri="{FF2B5EF4-FFF2-40B4-BE49-F238E27FC236}">
                <a16:creationId xmlns:a16="http://schemas.microsoft.com/office/drawing/2014/main" id="{E6FC0D1F-7AAF-4BA0-B457-7B6613CF7B96}"/>
              </a:ext>
            </a:extLst>
          </p:cNvPr>
          <p:cNvSpPr>
            <a:spLocks xmlns:a="http://schemas.openxmlformats.org/drawingml/2006/main" noGrp="1"/>
          </p:cNvSpPr>
          <p:nvPr/>
        </p:nvSpPr>
        <p:spPr>
          <a:xfrm xmlns:a="http://schemas.openxmlformats.org/drawingml/2006/main">
            <a:off x="1123950" y="3054350"/>
            <a:ext cx="28575" cy="211138"/>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E94D253-901B-4019-BAAE-E6C46B6541AA}"/>
              </a:ext>
            </a:extLst>
          </p:cNvPr>
          <p:cNvSpPr>
            <a:spLocks xmlns:a="http://schemas.openxmlformats.org/drawingml/2006/main" noGrp="1"/>
          </p:cNvSpPr>
          <p:nvPr/>
        </p:nvSpPr>
        <p:spPr>
          <a:xfrm xmlns:a="http://schemas.openxmlformats.org/drawingml/2006/main">
            <a:off x="962025" y="3078956"/>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5C6AEF5-BEBC-458D-A88B-49182000B401}"/>
              </a:ext>
            </a:extLst>
          </p:cNvPr>
          <p:cNvSpPr>
            <a:spLocks xmlns:a="http://schemas.openxmlformats.org/drawingml/2006/main" noGrp="1"/>
          </p:cNvSpPr>
          <p:nvPr/>
        </p:nvSpPr>
        <p:spPr>
          <a:xfrm xmlns:a="http://schemas.openxmlformats.org/drawingml/2006/main">
            <a:off x="962025" y="307895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32" name="Código editable">
            <a:extLst xmlns:a="http://schemas.openxmlformats.org/drawingml/2006/main">
              <a:ext uri="{FF2B5EF4-FFF2-40B4-BE49-F238E27FC236}">
                <a16:creationId xmlns:a16="http://schemas.microsoft.com/office/drawing/2014/main" id="{51C2E741-DED3-456D-A4E1-F0F7EF8AC3D7}"/>
              </a:ext>
            </a:extLst>
          </p:cNvPr>
          <p:cNvSpPr>
            <a:spLocks xmlns:a="http://schemas.openxmlformats.org/drawingml/2006/main" noGrp="1"/>
          </p:cNvSpPr>
          <p:nvPr/>
        </p:nvSpPr>
        <p:spPr>
          <a:xfrm xmlns:a="http://schemas.openxmlformats.org/drawingml/2006/main">
            <a:off x="1171575" y="306387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F6C177"/>
                </a:solidFill>
                <a:latin typeface="Menlo"/>
                <a:ea typeface="Menlo"/>
                <a:cs typeface="Menlo"/>
              </a:rPr>
              <a:t>.</a:t>
            </a:r>
            <a:r>
              <a:rPr sz="1297">
                <a:solidFill>
                  <a:srgbClr val="F6C177"/>
                </a:solidFill>
                <a:latin typeface="Menlo"/>
                <a:ea typeface="Menlo"/>
                <a:cs typeface="Menlo"/>
              </a:rPr>
              <a:t>.</a:t>
            </a:r>
            <a:r>
              <a:rPr sz="1297">
                <a:solidFill>
                  <a:srgbClr val="F6C177"/>
                </a:solidFill>
                <a:latin typeface="Menlo"/>
                <a:ea typeface="Menlo"/>
                <a:cs typeface="Menlo"/>
              </a:rPr>
              <a:t>(</a:t>
            </a:r>
            <a:r>
              <a:rPr sz="1297">
                <a:solidFill>
                  <a:srgbClr val="E6EDF7"/>
                </a:solidFill>
                <a:latin typeface="Menlo"/>
                <a:ea typeface="Menlo"/>
                <a:cs typeface="Menlo"/>
              </a:rPr>
              <a:t>kind</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A8D88A"/>
                </a:solidFill>
                <a:latin typeface="Menlo"/>
                <a:ea typeface="Menlo"/>
                <a:cs typeface="Menlo"/>
              </a:rPr>
              <a:t>'Nota de materia'</a:t>
            </a:r>
          </a:p>
        </p:txBody>
      </p:sp>
      <p:sp>
        <p:nvSpPr>
          <p:cNvPr id="33" name="">
            <a:extLst xmlns:a="http://schemas.openxmlformats.org/drawingml/2006/main">
              <a:ext uri="{FF2B5EF4-FFF2-40B4-BE49-F238E27FC236}">
                <a16:creationId xmlns:a16="http://schemas.microsoft.com/office/drawing/2014/main" id="{A6694EB2-FF2F-48D1-9554-126576A7E3A8}"/>
              </a:ext>
            </a:extLst>
          </p:cNvPr>
          <p:cNvSpPr>
            <a:spLocks xmlns:a="http://schemas.openxmlformats.org/drawingml/2006/main" noGrp="1"/>
          </p:cNvSpPr>
          <p:nvPr/>
        </p:nvSpPr>
        <p:spPr>
          <a:xfrm xmlns:a="http://schemas.openxmlformats.org/drawingml/2006/main">
            <a:off x="800100" y="327501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06</a:t>
            </a:r>
          </a:p>
        </p:txBody>
      </p:sp>
      <p:sp>
        <p:nvSpPr>
          <p:cNvPr id="34" name="Código editable">
            <a:extLst xmlns:a="http://schemas.openxmlformats.org/drawingml/2006/main">
              <a:ext uri="{FF2B5EF4-FFF2-40B4-BE49-F238E27FC236}">
                <a16:creationId xmlns:a16="http://schemas.microsoft.com/office/drawing/2014/main" id="{5C6B5D8F-EC05-489D-8B39-93896045644C}"/>
              </a:ext>
            </a:extLst>
          </p:cNvPr>
          <p:cNvSpPr>
            <a:spLocks xmlns:a="http://schemas.openxmlformats.org/drawingml/2006/main" noGrp="1"/>
          </p:cNvSpPr>
          <p:nvPr/>
        </p:nvSpPr>
        <p:spPr>
          <a:xfrm xmlns:a="http://schemas.openxmlformats.org/drawingml/2006/main">
            <a:off x="1171575" y="327501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nota</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82D3F2"/>
                </a:solidFill>
                <a:latin typeface="Menlo"/>
                <a:ea typeface="Menlo"/>
                <a:cs typeface="Menlo"/>
              </a:rPr>
              <a:t>String</a:t>
            </a:r>
            <a:r>
              <a:rPr sz="1297">
                <a:solidFill>
                  <a:srgbClr val="E6EDF7"/>
                </a:solidFill>
                <a:latin typeface="Menlo"/>
                <a:ea typeface="Menlo"/>
                <a:cs typeface="Menlo"/>
              </a:rPr>
              <a:t>(</a:t>
            </a:r>
            <a:r>
              <a:rPr sz="1297">
                <a:solidFill>
                  <a:srgbClr val="E6EDF7"/>
                </a:solidFill>
                <a:latin typeface="Menlo"/>
                <a:ea typeface="Menlo"/>
                <a:cs typeface="Menlo"/>
              </a:rPr>
              <a:t>request</a:t>
            </a:r>
            <a:r>
              <a:rPr sz="1297">
                <a:solidFill>
                  <a:srgbClr val="E6EDF7"/>
                </a:solidFill>
                <a:latin typeface="Menlo"/>
                <a:ea typeface="Menlo"/>
                <a:cs typeface="Menlo"/>
              </a:rPr>
              <a:t>.</a:t>
            </a:r>
            <a:r>
              <a:rPr sz="1297">
                <a:solidFill>
                  <a:srgbClr val="F6C177"/>
                </a:solidFill>
                <a:latin typeface="Menlo"/>
                <a:ea typeface="Menlo"/>
                <a:cs typeface="Menlo"/>
              </a:rPr>
              <a:t>body</a:t>
            </a:r>
            <a:r>
              <a:rPr sz="1297">
                <a:solidFill>
                  <a:srgbClr val="E6EDF7"/>
                </a:solidFill>
                <a:latin typeface="Menlo"/>
                <a:ea typeface="Menlo"/>
                <a:cs typeface="Menlo"/>
              </a:rPr>
              <a:t>.</a:t>
            </a:r>
            <a:r>
              <a:rPr sz="1297">
                <a:solidFill>
                  <a:srgbClr val="F6C177"/>
                </a:solidFill>
                <a:latin typeface="Menlo"/>
                <a:ea typeface="Menlo"/>
                <a:cs typeface="Menlo"/>
              </a:rPr>
              <a:t>grade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p>
        </p:txBody>
      </p:sp>
      <p:sp>
        <p:nvSpPr>
          <p:cNvPr id="35" name="">
            <a:extLst xmlns:a="http://schemas.openxmlformats.org/drawingml/2006/main">
              <a:ext uri="{FF2B5EF4-FFF2-40B4-BE49-F238E27FC236}">
                <a16:creationId xmlns:a16="http://schemas.microsoft.com/office/drawing/2014/main" id="{7D28A6DD-0242-4431-9027-A468559C9AA1}"/>
              </a:ext>
            </a:extLst>
          </p:cNvPr>
          <p:cNvSpPr>
            <a:spLocks xmlns:a="http://schemas.openxmlformats.org/drawingml/2006/main" noGrp="1"/>
          </p:cNvSpPr>
          <p:nvPr/>
        </p:nvSpPr>
        <p:spPr>
          <a:xfrm xmlns:a="http://schemas.openxmlformats.org/drawingml/2006/main">
            <a:off x="800100" y="348615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07</a:t>
            </a:r>
          </a:p>
        </p:txBody>
      </p:sp>
      <p:sp>
        <p:nvSpPr>
          <p:cNvPr id="36" name="Código editable">
            <a:extLst xmlns:a="http://schemas.openxmlformats.org/drawingml/2006/main">
              <a:ext uri="{FF2B5EF4-FFF2-40B4-BE49-F238E27FC236}">
                <a16:creationId xmlns:a16="http://schemas.microsoft.com/office/drawing/2014/main" id="{C1F5354B-AA0F-42A3-916C-E4858A533427}"/>
              </a:ext>
            </a:extLst>
          </p:cNvPr>
          <p:cNvSpPr>
            <a:spLocks xmlns:a="http://schemas.openxmlformats.org/drawingml/2006/main" noGrp="1"/>
          </p:cNvSpPr>
          <p:nvPr/>
        </p:nvSpPr>
        <p:spPr>
          <a:xfrm xmlns:a="http://schemas.openxmlformats.org/drawingml/2006/main">
            <a:off x="1171575" y="348615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p>
        </p:txBody>
      </p:sp>
      <p:sp>
        <p:nvSpPr>
          <p:cNvPr id="37" name="">
            <a:extLst xmlns:a="http://schemas.openxmlformats.org/drawingml/2006/main">
              <a:ext uri="{FF2B5EF4-FFF2-40B4-BE49-F238E27FC236}">
                <a16:creationId xmlns:a16="http://schemas.microsoft.com/office/drawing/2014/main" id="{5509B34D-7805-4E4F-A295-03A1C80DD13A}"/>
              </a:ext>
            </a:extLst>
          </p:cNvPr>
          <p:cNvSpPr>
            <a:spLocks xmlns:a="http://schemas.openxmlformats.org/drawingml/2006/main" noGrp="1"/>
          </p:cNvSpPr>
          <p:nvPr/>
        </p:nvSpPr>
        <p:spPr>
          <a:xfrm xmlns:a="http://schemas.openxmlformats.org/drawingml/2006/main">
            <a:off x="1123950" y="3687763"/>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D9FCC0D-1EA2-40F6-A3F4-3476AE6DD1ED}"/>
              </a:ext>
            </a:extLst>
          </p:cNvPr>
          <p:cNvSpPr>
            <a:spLocks xmlns:a="http://schemas.openxmlformats.org/drawingml/2006/main" noGrp="1"/>
          </p:cNvSpPr>
          <p:nvPr/>
        </p:nvSpPr>
        <p:spPr>
          <a:xfrm xmlns:a="http://schemas.openxmlformats.org/drawingml/2006/main">
            <a:off x="733425" y="3697288"/>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08</a:t>
            </a:r>
          </a:p>
        </p:txBody>
      </p:sp>
      <p:sp>
        <p:nvSpPr>
          <p:cNvPr id="39" name="">
            <a:extLst xmlns:a="http://schemas.openxmlformats.org/drawingml/2006/main">
              <a:ext uri="{FF2B5EF4-FFF2-40B4-BE49-F238E27FC236}">
                <a16:creationId xmlns:a16="http://schemas.microsoft.com/office/drawing/2014/main" id="{2E384AB6-843B-4CF3-AA68-0F42D89BAEBC}"/>
              </a:ext>
            </a:extLst>
          </p:cNvPr>
          <p:cNvSpPr>
            <a:spLocks xmlns:a="http://schemas.openxmlformats.org/drawingml/2006/main" noGrp="1"/>
          </p:cNvSpPr>
          <p:nvPr/>
        </p:nvSpPr>
        <p:spPr>
          <a:xfrm xmlns:a="http://schemas.openxmlformats.org/drawingml/2006/main">
            <a:off x="1123950" y="3687763"/>
            <a:ext cx="28575" cy="211138"/>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91B5E858-FCB3-4A4E-99C5-28B3549B16E5}"/>
              </a:ext>
            </a:extLst>
          </p:cNvPr>
          <p:cNvSpPr>
            <a:spLocks xmlns:a="http://schemas.openxmlformats.org/drawingml/2006/main" noGrp="1"/>
          </p:cNvSpPr>
          <p:nvPr/>
        </p:nvSpPr>
        <p:spPr>
          <a:xfrm xmlns:a="http://schemas.openxmlformats.org/drawingml/2006/main">
            <a:off x="962025" y="3712369"/>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09CA18E-3C09-4544-81F0-F99356AC0DF7}"/>
              </a:ext>
            </a:extLst>
          </p:cNvPr>
          <p:cNvSpPr>
            <a:spLocks xmlns:a="http://schemas.openxmlformats.org/drawingml/2006/main" noGrp="1"/>
          </p:cNvSpPr>
          <p:nvPr/>
        </p:nvSpPr>
        <p:spPr>
          <a:xfrm xmlns:a="http://schemas.openxmlformats.org/drawingml/2006/main">
            <a:off x="962025" y="371236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2" name="Código editable">
            <a:extLst xmlns:a="http://schemas.openxmlformats.org/drawingml/2006/main">
              <a:ext uri="{FF2B5EF4-FFF2-40B4-BE49-F238E27FC236}">
                <a16:creationId xmlns:a16="http://schemas.microsoft.com/office/drawing/2014/main" id="{96A82E77-A8C4-40E6-97CE-B22177CE13E6}"/>
              </a:ext>
            </a:extLst>
          </p:cNvPr>
          <p:cNvSpPr>
            <a:spLocks xmlns:a="http://schemas.openxmlformats.org/drawingml/2006/main" noGrp="1"/>
          </p:cNvSpPr>
          <p:nvPr/>
        </p:nvSpPr>
        <p:spPr>
          <a:xfrm xmlns:a="http://schemas.openxmlformats.org/drawingml/2006/main">
            <a:off x="1171575" y="369728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72839B"/>
                </a:solidFill>
                <a:latin typeface="Menlo"/>
                <a:ea typeface="Menlo"/>
                <a:cs typeface="Menlo"/>
              </a:rPr>
              <a:t>// Identidad tomada del registro seleccionado</a:t>
            </a:r>
          </a:p>
        </p:txBody>
      </p:sp>
      <p:sp>
        <p:nvSpPr>
          <p:cNvPr id="43" name="">
            <a:extLst xmlns:a="http://schemas.openxmlformats.org/drawingml/2006/main">
              <a:ext uri="{FF2B5EF4-FFF2-40B4-BE49-F238E27FC236}">
                <a16:creationId xmlns:a16="http://schemas.microsoft.com/office/drawing/2014/main" id="{3C6ACE62-2549-4BD8-A3FF-35A11D400238}"/>
              </a:ext>
            </a:extLst>
          </p:cNvPr>
          <p:cNvSpPr>
            <a:spLocks xmlns:a="http://schemas.openxmlformats.org/drawingml/2006/main" noGrp="1"/>
          </p:cNvSpPr>
          <p:nvPr/>
        </p:nvSpPr>
        <p:spPr>
          <a:xfrm xmlns:a="http://schemas.openxmlformats.org/drawingml/2006/main">
            <a:off x="800100" y="3908425"/>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09</a:t>
            </a:r>
          </a:p>
        </p:txBody>
      </p:sp>
      <p:sp>
        <p:nvSpPr>
          <p:cNvPr id="44" name="Código editable">
            <a:extLst xmlns:a="http://schemas.openxmlformats.org/drawingml/2006/main">
              <a:ext uri="{FF2B5EF4-FFF2-40B4-BE49-F238E27FC236}">
                <a16:creationId xmlns:a16="http://schemas.microsoft.com/office/drawing/2014/main" id="{E787656D-0715-44A5-97DB-2894DE3CC57A}"/>
              </a:ext>
            </a:extLst>
          </p:cNvPr>
          <p:cNvSpPr>
            <a:spLocks xmlns:a="http://schemas.openxmlformats.org/drawingml/2006/main" noGrp="1"/>
          </p:cNvSpPr>
          <p:nvPr/>
        </p:nvSpPr>
        <p:spPr>
          <a:xfrm xmlns:a="http://schemas.openxmlformats.org/drawingml/2006/main">
            <a:off x="1171575" y="390842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estudianteId</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id</a:t>
            </a:r>
            <a:r>
              <a:rPr sz="1297">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7D5E7105-9A8D-431B-83D7-26C495C428D4}"/>
              </a:ext>
            </a:extLst>
          </p:cNvPr>
          <p:cNvSpPr>
            <a:spLocks xmlns:a="http://schemas.openxmlformats.org/drawingml/2006/main" noGrp="1"/>
          </p:cNvSpPr>
          <p:nvPr/>
        </p:nvSpPr>
        <p:spPr>
          <a:xfrm xmlns:a="http://schemas.openxmlformats.org/drawingml/2006/main">
            <a:off x="800100" y="411956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10</a:t>
            </a:r>
          </a:p>
        </p:txBody>
      </p:sp>
      <p:sp>
        <p:nvSpPr>
          <p:cNvPr id="46" name="Código editable">
            <a:extLst xmlns:a="http://schemas.openxmlformats.org/drawingml/2006/main">
              <a:ext uri="{FF2B5EF4-FFF2-40B4-BE49-F238E27FC236}">
                <a16:creationId xmlns:a16="http://schemas.microsoft.com/office/drawing/2014/main" id="{D85A9127-1EA8-4681-9725-7543FB037D13}"/>
              </a:ext>
            </a:extLst>
          </p:cNvPr>
          <p:cNvSpPr>
            <a:spLocks xmlns:a="http://schemas.openxmlformats.org/drawingml/2006/main" noGrp="1"/>
          </p:cNvSpPr>
          <p:nvPr/>
        </p:nvSpPr>
        <p:spPr>
          <a:xfrm xmlns:a="http://schemas.openxmlformats.org/drawingml/2006/main">
            <a:off x="1171575" y="411956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matricula</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enrollmentNumber</a:t>
            </a:r>
            <a:r>
              <a:rPr sz="1297">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F09134A4-0736-4158-AE36-0FF787EDEDA1}"/>
              </a:ext>
            </a:extLst>
          </p:cNvPr>
          <p:cNvSpPr>
            <a:spLocks xmlns:a="http://schemas.openxmlformats.org/drawingml/2006/main" noGrp="1"/>
          </p:cNvSpPr>
          <p:nvPr/>
        </p:nvSpPr>
        <p:spPr>
          <a:xfrm xmlns:a="http://schemas.openxmlformats.org/drawingml/2006/main">
            <a:off x="800100" y="433070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11</a:t>
            </a:r>
          </a:p>
        </p:txBody>
      </p:sp>
      <p:sp>
        <p:nvSpPr>
          <p:cNvPr id="48" name="Código editable">
            <a:extLst xmlns:a="http://schemas.openxmlformats.org/drawingml/2006/main">
              <a:ext uri="{FF2B5EF4-FFF2-40B4-BE49-F238E27FC236}">
                <a16:creationId xmlns:a16="http://schemas.microsoft.com/office/drawing/2014/main" id="{A5FACA2C-3F05-4EB6-BBF4-6D8ABCD5BAFD}"/>
              </a:ext>
            </a:extLst>
          </p:cNvPr>
          <p:cNvSpPr>
            <a:spLocks xmlns:a="http://schemas.openxmlformats.org/drawingml/2006/main" noGrp="1"/>
          </p:cNvSpPr>
          <p:nvPr/>
        </p:nvSpPr>
        <p:spPr>
          <a:xfrm xmlns:a="http://schemas.openxmlformats.org/drawingml/2006/main">
            <a:off x="1171575" y="433070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nombreEstudiante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fullName</a:t>
            </a:r>
          </a:p>
        </p:txBody>
      </p:sp>
      <p:sp>
        <p:nvSpPr>
          <p:cNvPr id="49" name="">
            <a:extLst xmlns:a="http://schemas.openxmlformats.org/drawingml/2006/main">
              <a:ext uri="{FF2B5EF4-FFF2-40B4-BE49-F238E27FC236}">
                <a16:creationId xmlns:a16="http://schemas.microsoft.com/office/drawing/2014/main" id="{08F3988C-3A17-4A8D-BEFE-7376F07FFD70}"/>
              </a:ext>
            </a:extLst>
          </p:cNvPr>
          <p:cNvSpPr>
            <a:spLocks xmlns:a="http://schemas.openxmlformats.org/drawingml/2006/main" noGrp="1"/>
          </p:cNvSpPr>
          <p:nvPr/>
        </p:nvSpPr>
        <p:spPr>
          <a:xfrm xmlns:a="http://schemas.openxmlformats.org/drawingml/2006/main">
            <a:off x="800100" y="4541838"/>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12</a:t>
            </a:r>
          </a:p>
        </p:txBody>
      </p:sp>
      <p:sp>
        <p:nvSpPr>
          <p:cNvPr id="50" name="Código editable">
            <a:extLst xmlns:a="http://schemas.openxmlformats.org/drawingml/2006/main">
              <a:ext uri="{FF2B5EF4-FFF2-40B4-BE49-F238E27FC236}">
                <a16:creationId xmlns:a16="http://schemas.microsoft.com/office/drawing/2014/main" id="{B3B5A50F-2737-4D46-A676-EE08DDB5DB8E}"/>
              </a:ext>
            </a:extLst>
          </p:cNvPr>
          <p:cNvSpPr>
            <a:spLocks xmlns:a="http://schemas.openxmlformats.org/drawingml/2006/main" noGrp="1"/>
          </p:cNvSpPr>
          <p:nvPr/>
        </p:nvSpPr>
        <p:spPr>
          <a:xfrm xmlns:a="http://schemas.openxmlformats.org/drawingml/2006/main">
            <a:off x="1171575" y="454183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a:t>
            </a:r>
          </a:p>
        </p:txBody>
      </p:sp>
      <p:sp>
        <p:nvSpPr>
          <p:cNvPr id="51" name="">
            <a:extLst xmlns:a="http://schemas.openxmlformats.org/drawingml/2006/main">
              <a:ext uri="{FF2B5EF4-FFF2-40B4-BE49-F238E27FC236}">
                <a16:creationId xmlns:a16="http://schemas.microsoft.com/office/drawing/2014/main" id="{2FA1DAD3-5BED-47B7-B81A-2EEA6AB8A1B2}"/>
              </a:ext>
            </a:extLst>
          </p:cNvPr>
          <p:cNvSpPr>
            <a:spLocks xmlns:a="http://schemas.openxmlformats.org/drawingml/2006/main" noGrp="1"/>
          </p:cNvSpPr>
          <p:nvPr/>
        </p:nvSpPr>
        <p:spPr>
          <a:xfrm xmlns:a="http://schemas.openxmlformats.org/drawingml/2006/main">
            <a:off x="7524750" y="1714500"/>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52" name="">
            <a:extLst xmlns:a="http://schemas.openxmlformats.org/drawingml/2006/main">
              <a:ext uri="{FF2B5EF4-FFF2-40B4-BE49-F238E27FC236}">
                <a16:creationId xmlns:a16="http://schemas.microsoft.com/office/drawing/2014/main" id="{1BFBD7CC-4A37-4D89-BF20-67F007F4670C}"/>
              </a:ext>
            </a:extLst>
          </p:cNvPr>
          <p:cNvSpPr>
            <a:spLocks xmlns:a="http://schemas.openxmlformats.org/drawingml/2006/main" noGrp="1"/>
          </p:cNvSpPr>
          <p:nvPr/>
        </p:nvSpPr>
        <p:spPr>
          <a:xfrm xmlns:a="http://schemas.openxmlformats.org/drawingml/2006/main">
            <a:off x="7524750" y="1714500"/>
            <a:ext cx="76200" cy="100012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0052996A-93F6-4AF1-BBE7-158027B54108}"/>
              </a:ext>
            </a:extLst>
          </p:cNvPr>
          <p:cNvSpPr>
            <a:spLocks xmlns:a="http://schemas.openxmlformats.org/drawingml/2006/main" noGrp="1"/>
          </p:cNvSpPr>
          <p:nvPr/>
        </p:nvSpPr>
        <p:spPr>
          <a:xfrm xmlns:a="http://schemas.openxmlformats.org/drawingml/2006/main">
            <a:off x="7667625" y="1838325"/>
            <a:ext cx="266700" cy="2667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E77B95E-5FDA-42C9-8629-880944D4D2F4}"/>
              </a:ext>
            </a:extLst>
          </p:cNvPr>
          <p:cNvSpPr>
            <a:spLocks xmlns:a="http://schemas.openxmlformats.org/drawingml/2006/main" noGrp="1"/>
          </p:cNvSpPr>
          <p:nvPr/>
        </p:nvSpPr>
        <p:spPr>
          <a:xfrm xmlns:a="http://schemas.openxmlformats.org/drawingml/2006/main">
            <a:off x="766762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55" name="">
            <a:extLst xmlns:a="http://schemas.openxmlformats.org/drawingml/2006/main">
              <a:ext uri="{FF2B5EF4-FFF2-40B4-BE49-F238E27FC236}">
                <a16:creationId xmlns:a16="http://schemas.microsoft.com/office/drawing/2014/main" id="{19FCBB1D-D038-487B-9D99-97371AE9BA2D}"/>
              </a:ext>
            </a:extLst>
          </p:cNvPr>
          <p:cNvSpPr>
            <a:spLocks xmlns:a="http://schemas.openxmlformats.org/drawingml/2006/main" noGrp="1"/>
          </p:cNvSpPr>
          <p:nvPr/>
        </p:nvSpPr>
        <p:spPr>
          <a:xfrm xmlns:a="http://schemas.openxmlformats.org/drawingml/2006/main">
            <a:off x="8020050" y="1828800"/>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buNone/>
              <a:defRPr sz="1425" b="1">
                <a:solidFill>
                  <a:srgbClr val="F2B544"/>
                </a:solidFill>
                <a:latin typeface="Aptos"/>
                <a:ea typeface="Aptos"/>
                <a:cs typeface="Aptos"/>
              </a:defRPr>
            </a:lvl1pPr>
            <a:lvl2pPr algn="l">
              <a:buNone/>
              <a:defRPr sz="1425" b="1">
                <a:solidFill>
                  <a:srgbClr val="F2B544"/>
                </a:solidFill>
                <a:latin typeface="Aptos"/>
                <a:ea typeface="Aptos"/>
                <a:cs typeface="Aptos"/>
              </a:defRPr>
            </a:lvl2pPr>
            <a:lvl3pPr algn="l">
              <a:buNone/>
              <a:defRPr sz="1425" b="1">
                <a:solidFill>
                  <a:srgbClr val="F2B544"/>
                </a:solidFill>
                <a:latin typeface="Aptos"/>
                <a:ea typeface="Aptos"/>
                <a:cs typeface="Aptos"/>
              </a:defRPr>
            </a:lvl3pPr>
            <a:lvl4pPr algn="l">
              <a:buNone/>
              <a:defRPr sz="1425" b="1">
                <a:solidFill>
                  <a:srgbClr val="F2B544"/>
                </a:solidFill>
                <a:latin typeface="Aptos"/>
                <a:ea typeface="Aptos"/>
                <a:cs typeface="Aptos"/>
              </a:defRPr>
            </a:lvl4pPr>
            <a:lvl5pPr algn="l">
              <a:buNone/>
              <a:defRPr sz="1425" b="1">
                <a:solidFill>
                  <a:srgbClr val="F2B544"/>
                </a:solidFill>
                <a:latin typeface="Aptos"/>
                <a:ea typeface="Aptos"/>
                <a:cs typeface="Aptos"/>
              </a:defRPr>
            </a:lvl5pPr>
            <a:lvl6pPr algn="l">
              <a:buNone/>
              <a:defRPr sz="1425" b="1">
                <a:solidFill>
                  <a:srgbClr val="F2B544"/>
                </a:solidFill>
                <a:latin typeface="Aptos"/>
                <a:ea typeface="Aptos"/>
                <a:cs typeface="Aptos"/>
              </a:defRPr>
            </a:lvl6pPr>
            <a:lvl7pPr algn="l">
              <a:buNone/>
              <a:defRPr sz="1425" b="1">
                <a:solidFill>
                  <a:srgbClr val="F2B544"/>
                </a:solidFill>
                <a:latin typeface="Aptos"/>
                <a:ea typeface="Aptos"/>
                <a:cs typeface="Aptos"/>
              </a:defRPr>
            </a:lvl7pPr>
            <a:lvl8pPr algn="l">
              <a:buNone/>
              <a:defRPr sz="1425" b="1">
                <a:solidFill>
                  <a:srgbClr val="F2B544"/>
                </a:solidFill>
                <a:latin typeface="Aptos"/>
                <a:ea typeface="Aptos"/>
                <a:cs typeface="Aptos"/>
              </a:defRPr>
            </a:lvl8pPr>
            <a:lvl9pPr algn="l">
              <a:buNone/>
              <a:defRPr sz="1425" b="1">
                <a:solidFill>
                  <a:srgbClr val="F2B544"/>
                </a:solidFill>
                <a:latin typeface="Aptos"/>
                <a:ea typeface="Aptos"/>
                <a:cs typeface="Aptos"/>
              </a:defRPr>
            </a:lvl9pPr>
          </a:lstStyle>
          <a:p xmlns:a="http://schemas.openxmlformats.org/drawingml/2006/main">
            <a:pPr algn="l">
              <a:buNone/>
              <a:defRPr sz="1425" b="1">
                <a:solidFill>
                  <a:srgbClr val="F2B544"/>
                </a:solidFill>
                <a:latin typeface="Aptos"/>
                <a:ea typeface="Aptos"/>
                <a:cs typeface="Aptos"/>
              </a:defRPr>
            </a:pPr>
            <a:r>
              <a:rPr sz="1425" b="1">
                <a:solidFill>
                  <a:srgbClr val="F2B544"/>
                </a:solidFill>
                <a:latin typeface="Aptos"/>
                <a:ea typeface="Aptos"/>
                <a:cs typeface="Aptos"/>
              </a:rPr>
              <a:t>Nota validada</a:t>
            </a:r>
          </a:p>
        </p:txBody>
      </p:sp>
      <p:sp>
        <p:nvSpPr>
          <p:cNvPr id="56" name="">
            <a:extLst xmlns:a="http://schemas.openxmlformats.org/drawingml/2006/main">
              <a:ext uri="{FF2B5EF4-FFF2-40B4-BE49-F238E27FC236}">
                <a16:creationId xmlns:a16="http://schemas.microsoft.com/office/drawing/2014/main" id="{8CECEC48-D5FD-4370-ACA7-68DBB5F8D0F9}"/>
              </a:ext>
            </a:extLst>
          </p:cNvPr>
          <p:cNvSpPr>
            <a:spLocks xmlns:a="http://schemas.openxmlformats.org/drawingml/2006/main" noGrp="1"/>
          </p:cNvSpPr>
          <p:nvPr/>
        </p:nvSpPr>
        <p:spPr>
          <a:xfrm xmlns:a="http://schemas.openxmlformats.org/drawingml/2006/main">
            <a:off x="7734300" y="2190750"/>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Nota dentro del rango</a:t>
            </a:r>
          </a:p>
        </p:txBody>
      </p:sp>
      <p:sp>
        <p:nvSpPr>
          <p:cNvPr id="57" name="">
            <a:extLst xmlns:a="http://schemas.openxmlformats.org/drawingml/2006/main">
              <a:ext uri="{FF2B5EF4-FFF2-40B4-BE49-F238E27FC236}">
                <a16:creationId xmlns:a16="http://schemas.microsoft.com/office/drawing/2014/main" id="{6CF57BCF-DEC2-425A-BFFB-D12EF3047D1A}"/>
              </a:ext>
            </a:extLst>
          </p:cNvPr>
          <p:cNvSpPr>
            <a:spLocks xmlns:a="http://schemas.openxmlformats.org/drawingml/2006/main" noGrp="1"/>
          </p:cNvSpPr>
          <p:nvPr/>
        </p:nvSpPr>
        <p:spPr>
          <a:xfrm xmlns:a="http://schemas.openxmlformats.org/drawingml/2006/main">
            <a:off x="7524750" y="3000375"/>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58" name="">
            <a:extLst xmlns:a="http://schemas.openxmlformats.org/drawingml/2006/main">
              <a:ext uri="{FF2B5EF4-FFF2-40B4-BE49-F238E27FC236}">
                <a16:creationId xmlns:a16="http://schemas.microsoft.com/office/drawing/2014/main" id="{9D303926-91AE-4CB2-A04C-FD4FBC2AB5D9}"/>
              </a:ext>
            </a:extLst>
          </p:cNvPr>
          <p:cNvSpPr>
            <a:spLocks xmlns:a="http://schemas.openxmlformats.org/drawingml/2006/main" noGrp="1"/>
          </p:cNvSpPr>
          <p:nvPr/>
        </p:nvSpPr>
        <p:spPr>
          <a:xfrm xmlns:a="http://schemas.openxmlformats.org/drawingml/2006/main">
            <a:off x="7524750" y="3000375"/>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FB45FB6-DE78-4AA8-8E99-23078BDE523B}"/>
              </a:ext>
            </a:extLst>
          </p:cNvPr>
          <p:cNvSpPr>
            <a:spLocks xmlns:a="http://schemas.openxmlformats.org/drawingml/2006/main" noGrp="1"/>
          </p:cNvSpPr>
          <p:nvPr/>
        </p:nvSpPr>
        <p:spPr>
          <a:xfrm xmlns:a="http://schemas.openxmlformats.org/drawingml/2006/main">
            <a:off x="7667625" y="312420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5BD5B331-D6BD-41EE-8BEE-DF3A32E1073E}"/>
              </a:ext>
            </a:extLst>
          </p:cNvPr>
          <p:cNvSpPr>
            <a:spLocks xmlns:a="http://schemas.openxmlformats.org/drawingml/2006/main" noGrp="1"/>
          </p:cNvSpPr>
          <p:nvPr/>
        </p:nvSpPr>
        <p:spPr>
          <a:xfrm xmlns:a="http://schemas.openxmlformats.org/drawingml/2006/main">
            <a:off x="7667625" y="3124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El servidor acepta valores del 1 al 10.</a:t>
            </a:r>
          </a:p>
        </p:txBody>
      </p:sp>
      <p:sp>
        <p:nvSpPr>
          <p:cNvPr id="61" name="">
            <a:extLst xmlns:a="http://schemas.openxmlformats.org/drawingml/2006/main">
              <a:ext uri="{FF2B5EF4-FFF2-40B4-BE49-F238E27FC236}">
                <a16:creationId xmlns:a16="http://schemas.microsoft.com/office/drawing/2014/main" id="{9D386B5C-1F51-423F-92E3-7874166DA209}"/>
              </a:ext>
            </a:extLst>
          </p:cNvPr>
          <p:cNvSpPr>
            <a:spLocks xmlns:a="http://schemas.openxmlformats.org/drawingml/2006/main" noGrp="1"/>
          </p:cNvSpPr>
          <p:nvPr/>
        </p:nvSpPr>
        <p:spPr>
          <a:xfrm xmlns:a="http://schemas.openxmlformats.org/drawingml/2006/main">
            <a:off x="8020050" y="3114675"/>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Titular asociado</a:t>
            </a:r>
          </a:p>
        </p:txBody>
      </p:sp>
      <p:sp>
        <p:nvSpPr>
          <p:cNvPr id="62" name="">
            <a:extLst xmlns:a="http://schemas.openxmlformats.org/drawingml/2006/main">
              <a:ext uri="{FF2B5EF4-FFF2-40B4-BE49-F238E27FC236}">
                <a16:creationId xmlns:a16="http://schemas.microsoft.com/office/drawing/2014/main" id="{9477A503-BD9C-4706-B9A3-0570CDEF38D0}"/>
              </a:ext>
            </a:extLst>
          </p:cNvPr>
          <p:cNvSpPr>
            <a:spLocks xmlns:a="http://schemas.openxmlformats.org/drawingml/2006/main" noGrp="1"/>
          </p:cNvSpPr>
          <p:nvPr/>
        </p:nvSpPr>
        <p:spPr>
          <a:xfrm xmlns:a="http://schemas.openxmlformats.org/drawingml/2006/main">
            <a:off x="7734300" y="3476625"/>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Perfil seleccionado</a:t>
            </a:r>
          </a:p>
        </p:txBody>
      </p:sp>
      <p:sp>
        <p:nvSpPr>
          <p:cNvPr id="63" name="">
            <a:extLst xmlns:a="http://schemas.openxmlformats.org/drawingml/2006/main">
              <a:ext uri="{FF2B5EF4-FFF2-40B4-BE49-F238E27FC236}">
                <a16:creationId xmlns:a16="http://schemas.microsoft.com/office/drawing/2014/main" id="{CDCB88C7-2539-42F4-BE0A-16E9092706EA}"/>
              </a:ext>
            </a:extLst>
          </p:cNvPr>
          <p:cNvSpPr>
            <a:spLocks xmlns:a="http://schemas.openxmlformats.org/drawingml/2006/main" noGrp="1"/>
          </p:cNvSpPr>
          <p:nvPr/>
        </p:nvSpPr>
        <p:spPr>
          <a:xfrm xmlns:a="http://schemas.openxmlformats.org/drawingml/2006/main">
            <a:off x="10867263" y="3300603"/>
            <a:ext cx="115824" cy="115824"/>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3A9A27E3-F4AE-499E-AF89-988B111C6726}"/>
              </a:ext>
            </a:extLst>
          </p:cNvPr>
          <p:cNvSpPr>
            <a:spLocks xmlns:a="http://schemas.openxmlformats.org/drawingml/2006/main" noGrp="1"/>
          </p:cNvSpPr>
          <p:nvPr/>
        </p:nvSpPr>
        <p:spPr>
          <a:xfrm xmlns:a="http://schemas.openxmlformats.org/drawingml/2006/main">
            <a:off x="10791254" y="3438144"/>
            <a:ext cx="267843" cy="188214"/>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57D0621A-B21E-4FD4-8064-0172AD69CC5F}"/>
              </a:ext>
            </a:extLst>
          </p:cNvPr>
          <p:cNvSpPr>
            <a:spLocks xmlns:a="http://schemas.openxmlformats.org/drawingml/2006/main" noGrp="1"/>
          </p:cNvSpPr>
          <p:nvPr/>
        </p:nvSpPr>
        <p:spPr>
          <a:xfrm xmlns:a="http://schemas.openxmlformats.org/drawingml/2006/main">
            <a:off x="7524750" y="4286250"/>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66" name="">
            <a:extLst xmlns:a="http://schemas.openxmlformats.org/drawingml/2006/main">
              <a:ext uri="{FF2B5EF4-FFF2-40B4-BE49-F238E27FC236}">
                <a16:creationId xmlns:a16="http://schemas.microsoft.com/office/drawing/2014/main" id="{55DB47AC-9108-4B55-A2DC-F6921F58C301}"/>
              </a:ext>
            </a:extLst>
          </p:cNvPr>
          <p:cNvSpPr>
            <a:spLocks xmlns:a="http://schemas.openxmlformats.org/drawingml/2006/main" noGrp="1"/>
          </p:cNvSpPr>
          <p:nvPr/>
        </p:nvSpPr>
        <p:spPr>
          <a:xfrm xmlns:a="http://schemas.openxmlformats.org/drawingml/2006/main">
            <a:off x="7524750" y="4286250"/>
            <a:ext cx="76200" cy="10001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83C8E080-2F8C-46D2-98A4-E64A07A7C2B2}"/>
              </a:ext>
            </a:extLst>
          </p:cNvPr>
          <p:cNvSpPr>
            <a:spLocks xmlns:a="http://schemas.openxmlformats.org/drawingml/2006/main" noGrp="1"/>
          </p:cNvSpPr>
          <p:nvPr/>
        </p:nvSpPr>
        <p:spPr>
          <a:xfrm xmlns:a="http://schemas.openxmlformats.org/drawingml/2006/main">
            <a:off x="7667625" y="441007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0138705C-DCE6-4E38-8B30-0BA030F1E48B}"/>
              </a:ext>
            </a:extLst>
          </p:cNvPr>
          <p:cNvSpPr>
            <a:spLocks xmlns:a="http://schemas.openxmlformats.org/drawingml/2006/main" noGrp="1"/>
          </p:cNvSpPr>
          <p:nvPr/>
        </p:nvSpPr>
        <p:spPr>
          <a:xfrm xmlns:a="http://schemas.openxmlformats.org/drawingml/2006/main">
            <a:off x="7667625" y="44100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El sistema toma nombre e identificación del registro.</a:t>
            </a:r>
          </a:p>
        </p:txBody>
      </p:sp>
      <p:sp>
        <p:nvSpPr>
          <p:cNvPr id="69" name="">
            <a:extLst xmlns:a="http://schemas.openxmlformats.org/drawingml/2006/main">
              <a:ext uri="{FF2B5EF4-FFF2-40B4-BE49-F238E27FC236}">
                <a16:creationId xmlns:a16="http://schemas.microsoft.com/office/drawing/2014/main" id="{D685EB15-D3F4-445F-84F2-FA65878C74F6}"/>
              </a:ext>
            </a:extLst>
          </p:cNvPr>
          <p:cNvSpPr>
            <a:spLocks xmlns:a="http://schemas.openxmlformats.org/drawingml/2006/main" noGrp="1"/>
          </p:cNvSpPr>
          <p:nvPr/>
        </p:nvSpPr>
        <p:spPr>
          <a:xfrm xmlns:a="http://schemas.openxmlformats.org/drawingml/2006/main">
            <a:off x="8020050" y="4400550"/>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Claims firmados</a:t>
            </a:r>
          </a:p>
        </p:txBody>
      </p:sp>
      <p:sp>
        <p:nvSpPr>
          <p:cNvPr id="70" name="">
            <a:extLst xmlns:a="http://schemas.openxmlformats.org/drawingml/2006/main">
              <a:ext uri="{FF2B5EF4-FFF2-40B4-BE49-F238E27FC236}">
                <a16:creationId xmlns:a16="http://schemas.microsoft.com/office/drawing/2014/main" id="{DF02F367-1D6F-413C-8278-420AC7C15740}"/>
              </a:ext>
            </a:extLst>
          </p:cNvPr>
          <p:cNvSpPr>
            <a:spLocks xmlns:a="http://schemas.openxmlformats.org/drawingml/2006/main" noGrp="1"/>
          </p:cNvSpPr>
          <p:nvPr/>
        </p:nvSpPr>
        <p:spPr>
          <a:xfrm xmlns:a="http://schemas.openxmlformats.org/drawingml/2006/main">
            <a:off x="7734300" y="4762500"/>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Datos cubiertos por la firma</a:t>
            </a:r>
          </a:p>
        </p:txBody>
      </p:sp>
      <p:sp>
        <p:nvSpPr>
          <p:cNvPr id="71" name="">
            <a:extLst xmlns:a="http://schemas.openxmlformats.org/drawingml/2006/main">
              <a:ext uri="{FF2B5EF4-FFF2-40B4-BE49-F238E27FC236}">
                <a16:creationId xmlns:a16="http://schemas.microsoft.com/office/drawing/2014/main" id="{D47AFB95-B0E6-4A56-8AB3-4732CC1A06F9}"/>
              </a:ext>
            </a:extLst>
          </p:cNvPr>
          <p:cNvSpPr>
            <a:spLocks xmlns:a="http://schemas.openxmlformats.org/drawingml/2006/main" noGrp="1"/>
          </p:cNvSpPr>
          <p:nvPr/>
        </p:nvSpPr>
        <p:spPr>
          <a:xfrm xmlns:a="http://schemas.openxmlformats.org/drawingml/2006/main">
            <a:off x="857250" y="5381625"/>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D95757"/>
                </a:solidFill>
                <a:latin typeface="Aptos"/>
                <a:ea typeface="Aptos"/>
                <a:cs typeface="Aptos"/>
              </a:defRPr>
            </a:defPPr>
            <a:lvl1pPr algn="ctr">
              <a:buNone/>
              <a:defRPr sz="1650" b="1">
                <a:solidFill>
                  <a:srgbClr val="D95757"/>
                </a:solidFill>
                <a:latin typeface="Aptos"/>
                <a:ea typeface="Aptos"/>
                <a:cs typeface="Aptos"/>
              </a:defRPr>
            </a:lvl1pPr>
            <a:lvl2pPr algn="ctr">
              <a:buNone/>
              <a:defRPr sz="1650" b="1">
                <a:solidFill>
                  <a:srgbClr val="D95757"/>
                </a:solidFill>
                <a:latin typeface="Aptos"/>
                <a:ea typeface="Aptos"/>
                <a:cs typeface="Aptos"/>
              </a:defRPr>
            </a:lvl2pPr>
            <a:lvl3pPr algn="ctr">
              <a:buNone/>
              <a:defRPr sz="1650" b="1">
                <a:solidFill>
                  <a:srgbClr val="D95757"/>
                </a:solidFill>
                <a:latin typeface="Aptos"/>
                <a:ea typeface="Aptos"/>
                <a:cs typeface="Aptos"/>
              </a:defRPr>
            </a:lvl3pPr>
            <a:lvl4pPr algn="ctr">
              <a:buNone/>
              <a:defRPr sz="1650" b="1">
                <a:solidFill>
                  <a:srgbClr val="D95757"/>
                </a:solidFill>
                <a:latin typeface="Aptos"/>
                <a:ea typeface="Aptos"/>
                <a:cs typeface="Aptos"/>
              </a:defRPr>
            </a:lvl4pPr>
            <a:lvl5pPr algn="ctr">
              <a:buNone/>
              <a:defRPr sz="1650" b="1">
                <a:solidFill>
                  <a:srgbClr val="D95757"/>
                </a:solidFill>
                <a:latin typeface="Aptos"/>
                <a:ea typeface="Aptos"/>
                <a:cs typeface="Aptos"/>
              </a:defRPr>
            </a:lvl5pPr>
            <a:lvl6pPr algn="ctr">
              <a:buNone/>
              <a:defRPr sz="1650" b="1">
                <a:solidFill>
                  <a:srgbClr val="D95757"/>
                </a:solidFill>
                <a:latin typeface="Aptos"/>
                <a:ea typeface="Aptos"/>
                <a:cs typeface="Aptos"/>
              </a:defRPr>
            </a:lvl6pPr>
            <a:lvl7pPr algn="ctr">
              <a:buNone/>
              <a:defRPr sz="1650" b="1">
                <a:solidFill>
                  <a:srgbClr val="D95757"/>
                </a:solidFill>
                <a:latin typeface="Aptos"/>
                <a:ea typeface="Aptos"/>
                <a:cs typeface="Aptos"/>
              </a:defRPr>
            </a:lvl7pPr>
            <a:lvl8pPr algn="ctr">
              <a:buNone/>
              <a:defRPr sz="1650" b="1">
                <a:solidFill>
                  <a:srgbClr val="D95757"/>
                </a:solidFill>
                <a:latin typeface="Aptos"/>
                <a:ea typeface="Aptos"/>
                <a:cs typeface="Aptos"/>
              </a:defRPr>
            </a:lvl8pPr>
            <a:lvl9pPr algn="ctr">
              <a:buNone/>
              <a:defRPr sz="1650" b="1">
                <a:solidFill>
                  <a:srgbClr val="D95757"/>
                </a:solidFill>
                <a:latin typeface="Aptos"/>
                <a:ea typeface="Aptos"/>
                <a:cs typeface="Aptos"/>
              </a:defRPr>
            </a:lvl9pPr>
          </a:lstStyle>
          <a:p xmlns:a="http://schemas.openxmlformats.org/drawingml/2006/main">
            <a:pPr algn="ctr">
              <a:buNone/>
              <a:defRPr sz="1650" b="1">
                <a:solidFill>
                  <a:srgbClr val="D95757"/>
                </a:solidFill>
                <a:latin typeface="Aptos"/>
                <a:ea typeface="Aptos"/>
                <a:cs typeface="Aptos"/>
              </a:defRPr>
            </a:pPr>
            <a:r>
              <a:rPr sz="1650" b="1">
                <a:solidFill>
                  <a:srgbClr val="D95757"/>
                </a:solidFill>
                <a:latin typeface="Aptos"/>
                <a:ea typeface="Aptos"/>
                <a:cs typeface="Aptos"/>
              </a:rPr>
              <a:t>La firma protege estos datos frente a cambios.</a:t>
            </a:r>
          </a:p>
        </p:txBody>
      </p:sp>
    </p:spTree>
    <p:extLst>
      <p:ext uri="{BB962C8B-B14F-4D97-AF65-F5344CB8AC3E}">
        <p14:creationId xmlns:p14="http://schemas.microsoft.com/office/powerpoint/2010/main" val="260441486"/>
      </p:ext>
    </p:extLst>
  </p:cSld>
</p:sld>
</file>

<file path=ppt/slides/slide1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F3018775-AAD6-494D-8BC4-D2D2532C12CC}"/>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ENTREGA</a:t>
            </a:r>
          </a:p>
        </p:txBody>
      </p:sp>
      <p:sp>
        <p:nvSpPr>
          <p:cNvPr id="2" name="">
            <a:extLst xmlns:a="http://schemas.openxmlformats.org/drawingml/2006/main">
              <a:ext uri="{FF2B5EF4-FFF2-40B4-BE49-F238E27FC236}">
                <a16:creationId xmlns:a16="http://schemas.microsoft.com/office/drawing/2014/main" id="{23D7BD1D-2C55-4CD6-8F5F-277518081523}"/>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B12F3A6E-8E7E-4896-BFD8-8ADF812BE4DE}"/>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QR de entrega vence y se usa una sola vez</a:t>
            </a:r>
          </a:p>
        </p:txBody>
      </p:sp>
      <p:sp>
        <p:nvSpPr>
          <p:cNvPr id="4" name="">
            <a:extLst xmlns:a="http://schemas.openxmlformats.org/drawingml/2006/main">
              <a:ext uri="{FF2B5EF4-FFF2-40B4-BE49-F238E27FC236}">
                <a16:creationId xmlns:a16="http://schemas.microsoft.com/office/drawing/2014/main" id="{614C639A-497C-49D9-B6CA-51F763726D25}"/>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483C52E0-AEB2-4CEF-9B83-849BCAAF5BEF}"/>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9B7A5482-BA4D-41C6-9755-A708B1961015}"/>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18</a:t>
            </a:r>
          </a:p>
        </p:txBody>
      </p:sp>
      <p:sp>
        <p:nvSpPr>
          <p:cNvPr id="7" name="">
            <a:extLst xmlns:a="http://schemas.openxmlformats.org/drawingml/2006/main">
              <a:ext uri="{FF2B5EF4-FFF2-40B4-BE49-F238E27FC236}">
                <a16:creationId xmlns:a16="http://schemas.microsoft.com/office/drawing/2014/main" id="{D50D5EA9-56B7-4263-A844-731868EA8067}"/>
              </a:ext>
            </a:extLst>
          </p:cNvPr>
          <p:cNvSpPr>
            <a:spLocks xmlns:a="http://schemas.openxmlformats.org/drawingml/2006/main" noGrp="1"/>
          </p:cNvSpPr>
          <p:nvPr/>
        </p:nvSpPr>
        <p:spPr>
          <a:xfrm xmlns:a="http://schemas.openxmlformats.org/drawingml/2006/main">
            <a:off x="1571625" y="1857375"/>
            <a:ext cx="666750" cy="6667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AB5DA0D-4018-4BFA-8D2D-70220D0572C1}"/>
              </a:ext>
            </a:extLst>
          </p:cNvPr>
          <p:cNvSpPr>
            <a:spLocks xmlns:a="http://schemas.openxmlformats.org/drawingml/2006/main" noGrp="1"/>
          </p:cNvSpPr>
          <p:nvPr/>
        </p:nvSpPr>
        <p:spPr>
          <a:xfrm xmlns:a="http://schemas.openxmlformats.org/drawingml/2006/main">
            <a:off x="15716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C6D76B19-85FF-4E5E-83B8-842BEF794EFB}"/>
              </a:ext>
            </a:extLst>
          </p:cNvPr>
          <p:cNvSpPr>
            <a:spLocks xmlns:a="http://schemas.openxmlformats.org/drawingml/2006/main" noGrp="1"/>
          </p:cNvSpPr>
          <p:nvPr/>
        </p:nvSpPr>
        <p:spPr>
          <a:xfrm xmlns:a="http://schemas.openxmlformats.org/drawingml/2006/main">
            <a:off x="8001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Código aleatorio</a:t>
            </a:r>
          </a:p>
        </p:txBody>
      </p:sp>
      <p:sp>
        <p:nvSpPr>
          <p:cNvPr id="10" name="">
            <a:extLst xmlns:a="http://schemas.openxmlformats.org/drawingml/2006/main">
              <a:ext uri="{FF2B5EF4-FFF2-40B4-BE49-F238E27FC236}">
                <a16:creationId xmlns:a16="http://schemas.microsoft.com/office/drawing/2014/main" id="{21C4D190-D18F-46FF-B908-B70B6969EF2A}"/>
              </a:ext>
            </a:extLst>
          </p:cNvPr>
          <p:cNvSpPr>
            <a:spLocks xmlns:a="http://schemas.openxmlformats.org/drawingml/2006/main" noGrp="1"/>
          </p:cNvSpPr>
          <p:nvPr/>
        </p:nvSpPr>
        <p:spPr>
          <a:xfrm xmlns:a="http://schemas.openxmlformats.org/drawingml/2006/main">
            <a:off x="7905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El QR apunta a una entrega; no muestra la credencial.</a:t>
            </a:r>
          </a:p>
        </p:txBody>
      </p:sp>
      <p:sp>
        <p:nvSpPr>
          <p:cNvPr id="11" name="">
            <a:extLst xmlns:a="http://schemas.openxmlformats.org/drawingml/2006/main">
              <a:ext uri="{FF2B5EF4-FFF2-40B4-BE49-F238E27FC236}">
                <a16:creationId xmlns:a16="http://schemas.microsoft.com/office/drawing/2014/main" id="{7EE84ECB-BA90-4F83-8F7A-DCD1BFFBF484}"/>
              </a:ext>
            </a:extLst>
          </p:cNvPr>
          <p:cNvSpPr>
            <a:spLocks xmlns:a="http://schemas.openxmlformats.org/drawingml/2006/main" noGrp="1"/>
          </p:cNvSpPr>
          <p:nvPr/>
        </p:nvSpPr>
        <p:spPr>
          <a:xfrm xmlns:a="http://schemas.openxmlformats.org/drawingml/2006/main">
            <a:off x="4391025" y="1857375"/>
            <a:ext cx="666750" cy="6667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30CEDFD-9008-4C0B-8BC4-EF0D3CD9B2E1}"/>
              </a:ext>
            </a:extLst>
          </p:cNvPr>
          <p:cNvSpPr>
            <a:spLocks xmlns:a="http://schemas.openxmlformats.org/drawingml/2006/main" noGrp="1"/>
          </p:cNvSpPr>
          <p:nvPr/>
        </p:nvSpPr>
        <p:spPr>
          <a:xfrm xmlns:a="http://schemas.openxmlformats.org/drawingml/2006/main">
            <a:off x="43910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BF4CC247-DDE3-48F8-8456-AF3CE9CB87C0}"/>
              </a:ext>
            </a:extLst>
          </p:cNvPr>
          <p:cNvSpPr>
            <a:spLocks xmlns:a="http://schemas.openxmlformats.org/drawingml/2006/main" noGrp="1"/>
          </p:cNvSpPr>
          <p:nvPr/>
        </p:nvSpPr>
        <p:spPr>
          <a:xfrm xmlns:a="http://schemas.openxmlformats.org/drawingml/2006/main">
            <a:off x="36195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Caducidad</a:t>
            </a:r>
          </a:p>
        </p:txBody>
      </p:sp>
      <p:sp>
        <p:nvSpPr>
          <p:cNvPr id="14" name="">
            <a:extLst xmlns:a="http://schemas.openxmlformats.org/drawingml/2006/main">
              <a:ext uri="{FF2B5EF4-FFF2-40B4-BE49-F238E27FC236}">
                <a16:creationId xmlns:a16="http://schemas.microsoft.com/office/drawing/2014/main" id="{33FBB5F0-CD4A-4650-A5B1-2956FBFEA190}"/>
              </a:ext>
            </a:extLst>
          </p:cNvPr>
          <p:cNvSpPr>
            <a:spLocks xmlns:a="http://schemas.openxmlformats.org/drawingml/2006/main" noGrp="1"/>
          </p:cNvSpPr>
          <p:nvPr/>
        </p:nvSpPr>
        <p:spPr>
          <a:xfrm xmlns:a="http://schemas.openxmlformats.org/drawingml/2006/main">
            <a:off x="36099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Vence a los 10 minutos.</a:t>
            </a:r>
          </a:p>
        </p:txBody>
      </p:sp>
      <p:sp>
        <p:nvSpPr>
          <p:cNvPr id="15" name="">
            <a:extLst xmlns:a="http://schemas.openxmlformats.org/drawingml/2006/main">
              <a:ext uri="{FF2B5EF4-FFF2-40B4-BE49-F238E27FC236}">
                <a16:creationId xmlns:a16="http://schemas.microsoft.com/office/drawing/2014/main" id="{17AF74EF-6436-4CED-ABD9-913EBC4E5090}"/>
              </a:ext>
            </a:extLst>
          </p:cNvPr>
          <p:cNvSpPr>
            <a:spLocks xmlns:a="http://schemas.openxmlformats.org/drawingml/2006/main" noGrp="1"/>
          </p:cNvSpPr>
          <p:nvPr/>
        </p:nvSpPr>
        <p:spPr>
          <a:xfrm xmlns:a="http://schemas.openxmlformats.org/drawingml/2006/main">
            <a:off x="7210425" y="1857375"/>
            <a:ext cx="666750" cy="6667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DD8D149-DECE-47F9-94C4-024C5C44D436}"/>
              </a:ext>
            </a:extLst>
          </p:cNvPr>
          <p:cNvSpPr>
            <a:spLocks xmlns:a="http://schemas.openxmlformats.org/drawingml/2006/main" noGrp="1"/>
          </p:cNvSpPr>
          <p:nvPr/>
        </p:nvSpPr>
        <p:spPr>
          <a:xfrm xmlns:a="http://schemas.openxmlformats.org/drawingml/2006/main">
            <a:off x="72104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D215831D-769A-4544-B490-DB1BE61EBB5B}"/>
              </a:ext>
            </a:extLst>
          </p:cNvPr>
          <p:cNvSpPr>
            <a:spLocks xmlns:a="http://schemas.openxmlformats.org/drawingml/2006/main" noGrp="1"/>
          </p:cNvSpPr>
          <p:nvPr/>
        </p:nvSpPr>
        <p:spPr>
          <a:xfrm xmlns:a="http://schemas.openxmlformats.org/drawingml/2006/main">
            <a:off x="64389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Vinculación</a:t>
            </a:r>
          </a:p>
        </p:txBody>
      </p:sp>
      <p:sp>
        <p:nvSpPr>
          <p:cNvPr id="18" name="">
            <a:extLst xmlns:a="http://schemas.openxmlformats.org/drawingml/2006/main">
              <a:ext uri="{FF2B5EF4-FFF2-40B4-BE49-F238E27FC236}">
                <a16:creationId xmlns:a16="http://schemas.microsoft.com/office/drawing/2014/main" id="{4242B646-65F9-492A-BC83-575A0D16A54F}"/>
              </a:ext>
            </a:extLst>
          </p:cNvPr>
          <p:cNvSpPr>
            <a:spLocks xmlns:a="http://schemas.openxmlformats.org/drawingml/2006/main" noGrp="1"/>
          </p:cNvSpPr>
          <p:nvPr/>
        </p:nvSpPr>
        <p:spPr>
          <a:xfrm xmlns:a="http://schemas.openxmlformats.org/drawingml/2006/main">
            <a:off x="64293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La billetera debe demostrar que es la destinataria.</a:t>
            </a:r>
          </a:p>
        </p:txBody>
      </p:sp>
      <p:sp>
        <p:nvSpPr>
          <p:cNvPr id="19" name="">
            <a:extLst xmlns:a="http://schemas.openxmlformats.org/drawingml/2006/main">
              <a:ext uri="{FF2B5EF4-FFF2-40B4-BE49-F238E27FC236}">
                <a16:creationId xmlns:a16="http://schemas.microsoft.com/office/drawing/2014/main" id="{4DEE003D-E301-49AD-B734-C78CE3627DFF}"/>
              </a:ext>
            </a:extLst>
          </p:cNvPr>
          <p:cNvSpPr>
            <a:spLocks xmlns:a="http://schemas.openxmlformats.org/drawingml/2006/main" noGrp="1"/>
          </p:cNvSpPr>
          <p:nvPr/>
        </p:nvSpPr>
        <p:spPr>
          <a:xfrm xmlns:a="http://schemas.openxmlformats.org/drawingml/2006/main">
            <a:off x="10029825" y="1857375"/>
            <a:ext cx="666750" cy="6667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E67ABA-A104-4E62-A857-EEF34D0D549B}"/>
              </a:ext>
            </a:extLst>
          </p:cNvPr>
          <p:cNvSpPr>
            <a:spLocks xmlns:a="http://schemas.openxmlformats.org/drawingml/2006/main" noGrp="1"/>
          </p:cNvSpPr>
          <p:nvPr/>
        </p:nvSpPr>
        <p:spPr>
          <a:xfrm xmlns:a="http://schemas.openxmlformats.org/drawingml/2006/main">
            <a:off x="100298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46A46898-0F6F-42E4-916B-968CF7EF4914}"/>
              </a:ext>
            </a:extLst>
          </p:cNvPr>
          <p:cNvSpPr>
            <a:spLocks xmlns:a="http://schemas.openxmlformats.org/drawingml/2006/main" noGrp="1"/>
          </p:cNvSpPr>
          <p:nvPr/>
        </p:nvSpPr>
        <p:spPr>
          <a:xfrm xmlns:a="http://schemas.openxmlformats.org/drawingml/2006/main">
            <a:off x="92583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Consumo atómico</a:t>
            </a:r>
          </a:p>
        </p:txBody>
      </p:sp>
      <p:sp>
        <p:nvSpPr>
          <p:cNvPr id="22" name="">
            <a:extLst xmlns:a="http://schemas.openxmlformats.org/drawingml/2006/main">
              <a:ext uri="{FF2B5EF4-FFF2-40B4-BE49-F238E27FC236}">
                <a16:creationId xmlns:a16="http://schemas.microsoft.com/office/drawing/2014/main" id="{BC2F484E-37B3-47E3-8EDA-56517478B08B}"/>
              </a:ext>
            </a:extLst>
          </p:cNvPr>
          <p:cNvSpPr>
            <a:spLocks xmlns:a="http://schemas.openxmlformats.org/drawingml/2006/main" noGrp="1"/>
          </p:cNvSpPr>
          <p:nvPr/>
        </p:nvSpPr>
        <p:spPr>
          <a:xfrm xmlns:a="http://schemas.openxmlformats.org/drawingml/2006/main">
            <a:off x="92487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SQLite registra el primer uso y rechaza los siguientes.</a:t>
            </a:r>
          </a:p>
        </p:txBody>
      </p:sp>
      <p:sp>
        <p:nvSpPr>
          <p:cNvPr id="23" name="">
            <a:extLst xmlns:a="http://schemas.openxmlformats.org/drawingml/2006/main">
              <a:ext uri="{FF2B5EF4-FFF2-40B4-BE49-F238E27FC236}">
                <a16:creationId xmlns:a16="http://schemas.microsoft.com/office/drawing/2014/main" id="{960B34C3-BD37-4009-AE59-149AAF00870E}"/>
              </a:ext>
            </a:extLst>
          </p:cNvPr>
          <p:cNvSpPr>
            <a:spLocks xmlns:a="http://schemas.openxmlformats.org/drawingml/2006/main" noGrp="1"/>
          </p:cNvSpPr>
          <p:nvPr/>
        </p:nvSpPr>
        <p:spPr>
          <a:xfrm xmlns:a="http://schemas.openxmlformats.org/drawingml/2006/main">
            <a:off x="904875" y="3810000"/>
            <a:ext cx="10382250" cy="2000250"/>
          </a:xfrm>
          <a:prstGeom xmlns:a="http://schemas.openxmlformats.org/drawingml/2006/main" prst="roundRect">
            <a:avLst>
              <a:gd name="adj" fmla="val 3810"/>
            </a:avLst>
          </a:prstGeom>
          <a:solidFill xmlns:a="http://schemas.openxmlformats.org/drawingml/2006/main">
            <a:srgbClr val="0D1728"/>
          </a:solidFill>
          <a:ln xmlns:a="http://schemas.openxmlformats.org/drawingml/2006/main" w="11430">
            <a:solidFill>
              <a:srgbClr val="26354C"/>
            </a:solidFill>
            <a:prstDash val="solid"/>
          </a:ln>
        </p:spPr>
      </p:sp>
      <p:sp>
        <p:nvSpPr>
          <p:cNvPr id="24" name="">
            <a:extLst xmlns:a="http://schemas.openxmlformats.org/drawingml/2006/main">
              <a:ext uri="{FF2B5EF4-FFF2-40B4-BE49-F238E27FC236}">
                <a16:creationId xmlns:a16="http://schemas.microsoft.com/office/drawing/2014/main" id="{7A0367F6-734C-454F-87AD-597B0D688130}"/>
              </a:ext>
            </a:extLst>
          </p:cNvPr>
          <p:cNvSpPr>
            <a:spLocks xmlns:a="http://schemas.openxmlformats.org/drawingml/2006/main" noGrp="1"/>
          </p:cNvSpPr>
          <p:nvPr/>
        </p:nvSpPr>
        <p:spPr>
          <a:xfrm xmlns:a="http://schemas.openxmlformats.org/drawingml/2006/main">
            <a:off x="904875" y="3810000"/>
            <a:ext cx="10382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9F636A3-7939-4067-8445-00B430809637}"/>
              </a:ext>
            </a:extLst>
          </p:cNvPr>
          <p:cNvSpPr>
            <a:spLocks xmlns:a="http://schemas.openxmlformats.org/drawingml/2006/main" noGrp="1"/>
          </p:cNvSpPr>
          <p:nvPr/>
        </p:nvSpPr>
        <p:spPr>
          <a:xfrm xmlns:a="http://schemas.openxmlformats.org/drawingml/2006/main">
            <a:off x="1066800" y="394335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12CFF89-4F21-4E14-A5A2-381C8D4E4DB5}"/>
              </a:ext>
            </a:extLst>
          </p:cNvPr>
          <p:cNvSpPr>
            <a:spLocks xmlns:a="http://schemas.openxmlformats.org/drawingml/2006/main" noGrp="1"/>
          </p:cNvSpPr>
          <p:nvPr/>
        </p:nvSpPr>
        <p:spPr>
          <a:xfrm xmlns:a="http://schemas.openxmlformats.org/drawingml/2006/main">
            <a:off x="1266825" y="394335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14F1658-3251-4657-94A5-D47C1C7FCA09}"/>
              </a:ext>
            </a:extLst>
          </p:cNvPr>
          <p:cNvSpPr>
            <a:spLocks xmlns:a="http://schemas.openxmlformats.org/drawingml/2006/main" noGrp="1"/>
          </p:cNvSpPr>
          <p:nvPr/>
        </p:nvSpPr>
        <p:spPr>
          <a:xfrm xmlns:a="http://schemas.openxmlformats.org/drawingml/2006/main">
            <a:off x="1466850" y="394335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BCD4775-F090-419A-BB71-3A666F1CA8E6}"/>
              </a:ext>
            </a:extLst>
          </p:cNvPr>
          <p:cNvSpPr>
            <a:spLocks xmlns:a="http://schemas.openxmlformats.org/drawingml/2006/main" noGrp="1"/>
          </p:cNvSpPr>
          <p:nvPr/>
        </p:nvSpPr>
        <p:spPr>
          <a:xfrm xmlns:a="http://schemas.openxmlformats.org/drawingml/2006/main">
            <a:off x="1971675" y="3886200"/>
            <a:ext cx="8248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 · lógica</a:t>
            </a:r>
          </a:p>
        </p:txBody>
      </p:sp>
      <p:sp>
        <p:nvSpPr>
          <p:cNvPr id="29" name="">
            <a:extLst xmlns:a="http://schemas.openxmlformats.org/drawingml/2006/main">
              <a:ext uri="{FF2B5EF4-FFF2-40B4-BE49-F238E27FC236}">
                <a16:creationId xmlns:a16="http://schemas.microsoft.com/office/drawing/2014/main" id="{2875D9F4-2514-4F76-9663-40C4B21D5846}"/>
              </a:ext>
            </a:extLst>
          </p:cNvPr>
          <p:cNvSpPr>
            <a:spLocks xmlns:a="http://schemas.openxmlformats.org/drawingml/2006/main" noGrp="1"/>
          </p:cNvSpPr>
          <p:nvPr/>
        </p:nvSpPr>
        <p:spPr>
          <a:xfrm xmlns:a="http://schemas.openxmlformats.org/drawingml/2006/main">
            <a:off x="10801350" y="388620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46FBBBD-16A4-4EDB-9ACB-F42F2AB8618A}"/>
              </a:ext>
            </a:extLst>
          </p:cNvPr>
          <p:cNvSpPr>
            <a:spLocks xmlns:a="http://schemas.openxmlformats.org/drawingml/2006/main" noGrp="1"/>
          </p:cNvSpPr>
          <p:nvPr/>
        </p:nvSpPr>
        <p:spPr>
          <a:xfrm xmlns:a="http://schemas.openxmlformats.org/drawingml/2006/main">
            <a:off x="10801350" y="3886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31" name="">
            <a:extLst xmlns:a="http://schemas.openxmlformats.org/drawingml/2006/main">
              <a:ext uri="{FF2B5EF4-FFF2-40B4-BE49-F238E27FC236}">
                <a16:creationId xmlns:a16="http://schemas.microsoft.com/office/drawing/2014/main" id="{BB7EC759-90AB-4A27-A7A0-7931E7F77F01}"/>
              </a:ext>
            </a:extLst>
          </p:cNvPr>
          <p:cNvSpPr>
            <a:spLocks xmlns:a="http://schemas.openxmlformats.org/drawingml/2006/main" noGrp="1"/>
          </p:cNvSpPr>
          <p:nvPr/>
        </p:nvSpPr>
        <p:spPr>
          <a:xfrm xmlns:a="http://schemas.openxmlformats.org/drawingml/2006/main">
            <a:off x="1343025" y="4305300"/>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56E8CB9-79F2-4F97-91B4-2AA0159390E0}"/>
              </a:ext>
            </a:extLst>
          </p:cNvPr>
          <p:cNvSpPr>
            <a:spLocks xmlns:a="http://schemas.openxmlformats.org/drawingml/2006/main" noGrp="1"/>
          </p:cNvSpPr>
          <p:nvPr/>
        </p:nvSpPr>
        <p:spPr>
          <a:xfrm xmlns:a="http://schemas.openxmlformats.org/drawingml/2006/main">
            <a:off x="952500" y="4314825"/>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33" name="">
            <a:extLst xmlns:a="http://schemas.openxmlformats.org/drawingml/2006/main">
              <a:ext uri="{FF2B5EF4-FFF2-40B4-BE49-F238E27FC236}">
                <a16:creationId xmlns:a16="http://schemas.microsoft.com/office/drawing/2014/main" id="{1D910086-F0D7-4FBF-AE62-CC335566ED84}"/>
              </a:ext>
            </a:extLst>
          </p:cNvPr>
          <p:cNvSpPr>
            <a:spLocks xmlns:a="http://schemas.openxmlformats.org/drawingml/2006/main" noGrp="1"/>
          </p:cNvSpPr>
          <p:nvPr/>
        </p:nvSpPr>
        <p:spPr>
          <a:xfrm xmlns:a="http://schemas.openxmlformats.org/drawingml/2006/main">
            <a:off x="1343025" y="4305300"/>
            <a:ext cx="28575" cy="173831"/>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90B3289-0FF1-4505-B68F-633DCAE2D230}"/>
              </a:ext>
            </a:extLst>
          </p:cNvPr>
          <p:cNvSpPr>
            <a:spLocks xmlns:a="http://schemas.openxmlformats.org/drawingml/2006/main" noGrp="1"/>
          </p:cNvSpPr>
          <p:nvPr/>
        </p:nvSpPr>
        <p:spPr>
          <a:xfrm xmlns:a="http://schemas.openxmlformats.org/drawingml/2006/main">
            <a:off x="1181100" y="431482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27C6455-094D-464C-B636-D92D7FAFC078}"/>
              </a:ext>
            </a:extLst>
          </p:cNvPr>
          <p:cNvSpPr>
            <a:spLocks xmlns:a="http://schemas.openxmlformats.org/drawingml/2006/main" noGrp="1"/>
          </p:cNvSpPr>
          <p:nvPr/>
        </p:nvSpPr>
        <p:spPr>
          <a:xfrm xmlns:a="http://schemas.openxmlformats.org/drawingml/2006/main">
            <a:off x="1181100" y="43148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36" name="Código editable">
            <a:extLst xmlns:a="http://schemas.openxmlformats.org/drawingml/2006/main">
              <a:ext uri="{FF2B5EF4-FFF2-40B4-BE49-F238E27FC236}">
                <a16:creationId xmlns:a16="http://schemas.microsoft.com/office/drawing/2014/main" id="{BFC37263-D1D9-4FF9-892C-658DCEB386D5}"/>
              </a:ext>
            </a:extLst>
          </p:cNvPr>
          <p:cNvSpPr>
            <a:spLocks xmlns:a="http://schemas.openxmlformats.org/drawingml/2006/main" noGrp="1"/>
          </p:cNvSpPr>
          <p:nvPr/>
        </p:nvSpPr>
        <p:spPr>
          <a:xfrm xmlns:a="http://schemas.openxmlformats.org/drawingml/2006/main">
            <a:off x="1390650" y="4314825"/>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delivery</a:t>
            </a:r>
            <a:r>
              <a:rPr sz="1068">
                <a:solidFill>
                  <a:srgbClr val="E6EDF7"/>
                </a:solidFill>
                <a:latin typeface="Menlo"/>
                <a:ea typeface="Menlo"/>
                <a:cs typeface="Menlo"/>
              </a:rPr>
              <a:t>.</a:t>
            </a:r>
            <a:r>
              <a:rPr sz="1068">
                <a:solidFill>
                  <a:srgbClr val="F6C177"/>
                </a:solidFill>
                <a:latin typeface="Menlo"/>
                <a:ea typeface="Menlo"/>
                <a:cs typeface="Menlo"/>
              </a:rPr>
              <a:t>used_at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conflict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QR ya consumido</a:t>
            </a:r>
          </a:p>
        </p:txBody>
      </p:sp>
      <p:sp>
        <p:nvSpPr>
          <p:cNvPr id="37" name="">
            <a:extLst xmlns:a="http://schemas.openxmlformats.org/drawingml/2006/main">
              <a:ext uri="{FF2B5EF4-FFF2-40B4-BE49-F238E27FC236}">
                <a16:creationId xmlns:a16="http://schemas.microsoft.com/office/drawing/2014/main" id="{C539831B-4AE7-4836-BD48-93119F05684B}"/>
              </a:ext>
            </a:extLst>
          </p:cNvPr>
          <p:cNvSpPr>
            <a:spLocks xmlns:a="http://schemas.openxmlformats.org/drawingml/2006/main" noGrp="1"/>
          </p:cNvSpPr>
          <p:nvPr/>
        </p:nvSpPr>
        <p:spPr>
          <a:xfrm xmlns:a="http://schemas.openxmlformats.org/drawingml/2006/main">
            <a:off x="1343025" y="4479131"/>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5647E3D-C7E1-487F-8F2D-4E2D0E0F522B}"/>
              </a:ext>
            </a:extLst>
          </p:cNvPr>
          <p:cNvSpPr>
            <a:spLocks xmlns:a="http://schemas.openxmlformats.org/drawingml/2006/main" noGrp="1"/>
          </p:cNvSpPr>
          <p:nvPr/>
        </p:nvSpPr>
        <p:spPr>
          <a:xfrm xmlns:a="http://schemas.openxmlformats.org/drawingml/2006/main">
            <a:off x="952500" y="4488656"/>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02</a:t>
            </a:r>
          </a:p>
        </p:txBody>
      </p:sp>
      <p:sp>
        <p:nvSpPr>
          <p:cNvPr id="39" name="">
            <a:extLst xmlns:a="http://schemas.openxmlformats.org/drawingml/2006/main">
              <a:ext uri="{FF2B5EF4-FFF2-40B4-BE49-F238E27FC236}">
                <a16:creationId xmlns:a16="http://schemas.microsoft.com/office/drawing/2014/main" id="{A36B9531-5CE5-42EA-A0B4-6E81CBDF5DA2}"/>
              </a:ext>
            </a:extLst>
          </p:cNvPr>
          <p:cNvSpPr>
            <a:spLocks xmlns:a="http://schemas.openxmlformats.org/drawingml/2006/main" noGrp="1"/>
          </p:cNvSpPr>
          <p:nvPr/>
        </p:nvSpPr>
        <p:spPr>
          <a:xfrm xmlns:a="http://schemas.openxmlformats.org/drawingml/2006/main">
            <a:off x="1343025" y="4479131"/>
            <a:ext cx="28575" cy="173831"/>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6A045FC-2063-4BD2-B419-AE31177C3DCB}"/>
              </a:ext>
            </a:extLst>
          </p:cNvPr>
          <p:cNvSpPr>
            <a:spLocks xmlns:a="http://schemas.openxmlformats.org/drawingml/2006/main" noGrp="1"/>
          </p:cNvSpPr>
          <p:nvPr/>
        </p:nvSpPr>
        <p:spPr>
          <a:xfrm xmlns:a="http://schemas.openxmlformats.org/drawingml/2006/main">
            <a:off x="1181100" y="4488656"/>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13B86B8-2095-49D5-9259-4CF4B89FE949}"/>
              </a:ext>
            </a:extLst>
          </p:cNvPr>
          <p:cNvSpPr>
            <a:spLocks xmlns:a="http://schemas.openxmlformats.org/drawingml/2006/main" noGrp="1"/>
          </p:cNvSpPr>
          <p:nvPr/>
        </p:nvSpPr>
        <p:spPr>
          <a:xfrm xmlns:a="http://schemas.openxmlformats.org/drawingml/2006/main">
            <a:off x="1181100" y="448865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2" name="Código editable">
            <a:extLst xmlns:a="http://schemas.openxmlformats.org/drawingml/2006/main">
              <a:ext uri="{FF2B5EF4-FFF2-40B4-BE49-F238E27FC236}">
                <a16:creationId xmlns:a16="http://schemas.microsoft.com/office/drawing/2014/main" id="{59009E3D-9012-4F8E-8E15-9D1F1C612483}"/>
              </a:ext>
            </a:extLst>
          </p:cNvPr>
          <p:cNvSpPr>
            <a:spLocks xmlns:a="http://schemas.openxmlformats.org/drawingml/2006/main" noGrp="1"/>
          </p:cNvSpPr>
          <p:nvPr/>
        </p:nvSpPr>
        <p:spPr>
          <a:xfrm xmlns:a="http://schemas.openxmlformats.org/drawingml/2006/main">
            <a:off x="1390650" y="4488656"/>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82D3F2"/>
                </a:solidFill>
                <a:latin typeface="Menlo"/>
                <a:ea typeface="Menlo"/>
                <a:cs typeface="Menlo"/>
              </a:rPr>
              <a:t>Date</a:t>
            </a:r>
            <a:r>
              <a:rPr sz="1068">
                <a:solidFill>
                  <a:srgbClr val="E6EDF7"/>
                </a:solidFill>
                <a:latin typeface="Menlo"/>
                <a:ea typeface="Menlo"/>
                <a:cs typeface="Menlo"/>
              </a:rPr>
              <a:t>.</a:t>
            </a:r>
            <a:r>
              <a:rPr sz="1068">
                <a:solidFill>
                  <a:srgbClr val="F6C177"/>
                </a:solidFill>
                <a:latin typeface="Menlo"/>
                <a:ea typeface="Menlo"/>
                <a:cs typeface="Menlo"/>
              </a:rPr>
              <a:t>parse</a:t>
            </a:r>
            <a:r>
              <a:rPr sz="1068">
                <a:solidFill>
                  <a:srgbClr val="E6EDF7"/>
                </a:solidFill>
                <a:latin typeface="Menlo"/>
                <a:ea typeface="Menlo"/>
                <a:cs typeface="Menlo"/>
              </a:rPr>
              <a:t>(</a:t>
            </a:r>
            <a:r>
              <a:rPr sz="1068">
                <a:solidFill>
                  <a:srgbClr val="E6EDF7"/>
                </a:solidFill>
                <a:latin typeface="Menlo"/>
                <a:ea typeface="Menlo"/>
                <a:cs typeface="Menlo"/>
              </a:rPr>
              <a:t>delivery</a:t>
            </a:r>
            <a:r>
              <a:rPr sz="1068">
                <a:solidFill>
                  <a:srgbClr val="E6EDF7"/>
                </a:solidFill>
                <a:latin typeface="Menlo"/>
                <a:ea typeface="Menlo"/>
                <a:cs typeface="Menlo"/>
              </a:rPr>
              <a:t>.</a:t>
            </a:r>
            <a:r>
              <a:rPr sz="1068">
                <a:solidFill>
                  <a:srgbClr val="F6C177"/>
                </a:solidFill>
                <a:latin typeface="Menlo"/>
                <a:ea typeface="Menlo"/>
                <a:cs typeface="Menlo"/>
              </a:rPr>
              <a:t>expires_at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&lt;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82D3F2"/>
                </a:solidFill>
                <a:latin typeface="Menlo"/>
                <a:ea typeface="Menlo"/>
                <a:cs typeface="Menlo"/>
              </a:rPr>
              <a:t>Date</a:t>
            </a:r>
            <a:r>
              <a:rPr sz="1068">
                <a:solidFill>
                  <a:srgbClr val="E6EDF7"/>
                </a:solidFill>
                <a:latin typeface="Menlo"/>
                <a:ea typeface="Menlo"/>
                <a:cs typeface="Menlo"/>
              </a:rPr>
              <a:t>.</a:t>
            </a:r>
            <a:r>
              <a:rPr sz="1068">
                <a:solidFill>
                  <a:srgbClr val="F6C177"/>
                </a:solidFill>
                <a:latin typeface="Menlo"/>
                <a:ea typeface="Menlo"/>
                <a:cs typeface="Menlo"/>
              </a:rPr>
              <a:t>now</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QR por 10 min</a:t>
            </a:r>
          </a:p>
        </p:txBody>
      </p:sp>
      <p:sp>
        <p:nvSpPr>
          <p:cNvPr id="43" name="">
            <a:extLst xmlns:a="http://schemas.openxmlformats.org/drawingml/2006/main">
              <a:ext uri="{FF2B5EF4-FFF2-40B4-BE49-F238E27FC236}">
                <a16:creationId xmlns:a16="http://schemas.microsoft.com/office/drawing/2014/main" id="{05229090-2794-40B7-954E-A4A737CEC17F}"/>
              </a:ext>
            </a:extLst>
          </p:cNvPr>
          <p:cNvSpPr>
            <a:spLocks xmlns:a="http://schemas.openxmlformats.org/drawingml/2006/main" noGrp="1"/>
          </p:cNvSpPr>
          <p:nvPr/>
        </p:nvSpPr>
        <p:spPr>
          <a:xfrm xmlns:a="http://schemas.openxmlformats.org/drawingml/2006/main">
            <a:off x="1019175" y="4662488"/>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03</a:t>
            </a:r>
          </a:p>
        </p:txBody>
      </p:sp>
      <p:sp>
        <p:nvSpPr>
          <p:cNvPr id="44" name="Código editable">
            <a:extLst xmlns:a="http://schemas.openxmlformats.org/drawingml/2006/main">
              <a:ext uri="{FF2B5EF4-FFF2-40B4-BE49-F238E27FC236}">
                <a16:creationId xmlns:a16="http://schemas.microsoft.com/office/drawing/2014/main" id="{2ABE2834-D713-4A08-B468-2E81952CFDE6}"/>
              </a:ext>
            </a:extLst>
          </p:cNvPr>
          <p:cNvSpPr>
            <a:spLocks xmlns:a="http://schemas.openxmlformats.org/drawingml/2006/main" noGrp="1"/>
          </p:cNvSpPr>
          <p:nvPr/>
        </p:nvSpPr>
        <p:spPr>
          <a:xfrm xmlns:a="http://schemas.openxmlformats.org/drawingml/2006/main">
            <a:off x="1390650" y="4662488"/>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expired</a:t>
            </a:r>
            <a:r>
              <a:rPr sz="1068">
                <a:solidFill>
                  <a:srgbClr val="E6EDF7"/>
                </a:solidFill>
                <a:latin typeface="Menlo"/>
                <a:ea typeface="Menlo"/>
                <a:cs typeface="Menlo"/>
              </a:rPr>
              <a:t>(</a:t>
            </a:r>
            <a:r>
              <a:rPr sz="1068">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8BB9039C-DA12-409A-AE45-26B6B1745EDF}"/>
              </a:ext>
            </a:extLst>
          </p:cNvPr>
          <p:cNvSpPr>
            <a:spLocks xmlns:a="http://schemas.openxmlformats.org/drawingml/2006/main" noGrp="1"/>
          </p:cNvSpPr>
          <p:nvPr/>
        </p:nvSpPr>
        <p:spPr>
          <a:xfrm xmlns:a="http://schemas.openxmlformats.org/drawingml/2006/main">
            <a:off x="1343025" y="4826794"/>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E2E4C70E-0C32-46C6-9610-F3762AD823CA}"/>
              </a:ext>
            </a:extLst>
          </p:cNvPr>
          <p:cNvSpPr>
            <a:spLocks xmlns:a="http://schemas.openxmlformats.org/drawingml/2006/main" noGrp="1"/>
          </p:cNvSpPr>
          <p:nvPr/>
        </p:nvSpPr>
        <p:spPr>
          <a:xfrm xmlns:a="http://schemas.openxmlformats.org/drawingml/2006/main">
            <a:off x="952500" y="4836319"/>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47" name="">
            <a:extLst xmlns:a="http://schemas.openxmlformats.org/drawingml/2006/main">
              <a:ext uri="{FF2B5EF4-FFF2-40B4-BE49-F238E27FC236}">
                <a16:creationId xmlns:a16="http://schemas.microsoft.com/office/drawing/2014/main" id="{113324C2-21AB-4891-8A06-0E09E57073EE}"/>
              </a:ext>
            </a:extLst>
          </p:cNvPr>
          <p:cNvSpPr>
            <a:spLocks xmlns:a="http://schemas.openxmlformats.org/drawingml/2006/main" noGrp="1"/>
          </p:cNvSpPr>
          <p:nvPr/>
        </p:nvSpPr>
        <p:spPr>
          <a:xfrm xmlns:a="http://schemas.openxmlformats.org/drawingml/2006/main">
            <a:off x="1343025" y="4826794"/>
            <a:ext cx="28575" cy="173831"/>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45A62A7-1B86-4710-B342-4D7AD606BD9D}"/>
              </a:ext>
            </a:extLst>
          </p:cNvPr>
          <p:cNvSpPr>
            <a:spLocks xmlns:a="http://schemas.openxmlformats.org/drawingml/2006/main" noGrp="1"/>
          </p:cNvSpPr>
          <p:nvPr/>
        </p:nvSpPr>
        <p:spPr>
          <a:xfrm xmlns:a="http://schemas.openxmlformats.org/drawingml/2006/main">
            <a:off x="1181100" y="4836319"/>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82B8BA4-4B87-42D8-8DB6-606747736012}"/>
              </a:ext>
            </a:extLst>
          </p:cNvPr>
          <p:cNvSpPr>
            <a:spLocks xmlns:a="http://schemas.openxmlformats.org/drawingml/2006/main" noGrp="1"/>
          </p:cNvSpPr>
          <p:nvPr/>
        </p:nvSpPr>
        <p:spPr>
          <a:xfrm xmlns:a="http://schemas.openxmlformats.org/drawingml/2006/main">
            <a:off x="1181100" y="483631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50" name="Código editable">
            <a:extLst xmlns:a="http://schemas.openxmlformats.org/drawingml/2006/main">
              <a:ext uri="{FF2B5EF4-FFF2-40B4-BE49-F238E27FC236}">
                <a16:creationId xmlns:a16="http://schemas.microsoft.com/office/drawing/2014/main" id="{17EB7060-5950-4ECE-9E40-6778E4CA89C1}"/>
              </a:ext>
            </a:extLst>
          </p:cNvPr>
          <p:cNvSpPr>
            <a:spLocks xmlns:a="http://schemas.openxmlformats.org/drawingml/2006/main" noGrp="1"/>
          </p:cNvSpPr>
          <p:nvPr/>
        </p:nvSpPr>
        <p:spPr>
          <a:xfrm xmlns:a="http://schemas.openxmlformats.org/drawingml/2006/main">
            <a:off x="1390650" y="4836319"/>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walletProofValid</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reject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clave vinculada</a:t>
            </a:r>
          </a:p>
        </p:txBody>
      </p:sp>
      <p:sp>
        <p:nvSpPr>
          <p:cNvPr id="51" name="">
            <a:extLst xmlns:a="http://schemas.openxmlformats.org/drawingml/2006/main">
              <a:ext uri="{FF2B5EF4-FFF2-40B4-BE49-F238E27FC236}">
                <a16:creationId xmlns:a16="http://schemas.microsoft.com/office/drawing/2014/main" id="{A4CFFE78-1336-4A41-BA6B-CA37F2ECF446}"/>
              </a:ext>
            </a:extLst>
          </p:cNvPr>
          <p:cNvSpPr>
            <a:spLocks xmlns:a="http://schemas.openxmlformats.org/drawingml/2006/main" noGrp="1"/>
          </p:cNvSpPr>
          <p:nvPr/>
        </p:nvSpPr>
        <p:spPr>
          <a:xfrm xmlns:a="http://schemas.openxmlformats.org/drawingml/2006/main">
            <a:off x="1019175" y="5010150"/>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05</a:t>
            </a:r>
          </a:p>
        </p:txBody>
      </p:sp>
      <p:sp>
        <p:nvSpPr>
          <p:cNvPr id="52" name="Código editable">
            <a:extLst xmlns:a="http://schemas.openxmlformats.org/drawingml/2006/main">
              <a:ext uri="{FF2B5EF4-FFF2-40B4-BE49-F238E27FC236}">
                <a16:creationId xmlns:a16="http://schemas.microsoft.com/office/drawing/2014/main" id="{7135C491-58EC-4935-A434-9881A8AB4D84}"/>
              </a:ext>
            </a:extLst>
          </p:cNvPr>
          <p:cNvSpPr>
            <a:spLocks xmlns:a="http://schemas.openxmlformats.org/drawingml/2006/main" noGrp="1"/>
          </p:cNvSpPr>
          <p:nvPr/>
        </p:nvSpPr>
        <p:spPr>
          <a:xfrm xmlns:a="http://schemas.openxmlformats.org/drawingml/2006/main">
            <a:off x="1390650" y="5010150"/>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E6EDF7"/>
                </a:solidFill>
                <a:latin typeface="Menlo"/>
                <a:ea typeface="Menlo"/>
                <a:cs typeface="Menlo"/>
              </a:rPr>
              <a:t> </a:t>
            </a:r>
          </a:p>
        </p:txBody>
      </p:sp>
      <p:sp>
        <p:nvSpPr>
          <p:cNvPr id="53" name="">
            <a:extLst xmlns:a="http://schemas.openxmlformats.org/drawingml/2006/main">
              <a:ext uri="{FF2B5EF4-FFF2-40B4-BE49-F238E27FC236}">
                <a16:creationId xmlns:a16="http://schemas.microsoft.com/office/drawing/2014/main" id="{09DA11B9-3105-4220-A1FE-34BCFEB10F2A}"/>
              </a:ext>
            </a:extLst>
          </p:cNvPr>
          <p:cNvSpPr>
            <a:spLocks xmlns:a="http://schemas.openxmlformats.org/drawingml/2006/main" noGrp="1"/>
          </p:cNvSpPr>
          <p:nvPr/>
        </p:nvSpPr>
        <p:spPr>
          <a:xfrm xmlns:a="http://schemas.openxmlformats.org/drawingml/2006/main">
            <a:off x="1343025" y="5174456"/>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725E6A95-56F6-4EBB-A385-3F9FA544907F}"/>
              </a:ext>
            </a:extLst>
          </p:cNvPr>
          <p:cNvSpPr>
            <a:spLocks xmlns:a="http://schemas.openxmlformats.org/drawingml/2006/main" noGrp="1"/>
          </p:cNvSpPr>
          <p:nvPr/>
        </p:nvSpPr>
        <p:spPr>
          <a:xfrm xmlns:a="http://schemas.openxmlformats.org/drawingml/2006/main">
            <a:off x="952500" y="5183981"/>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06</a:t>
            </a:r>
          </a:p>
        </p:txBody>
      </p:sp>
      <p:sp>
        <p:nvSpPr>
          <p:cNvPr id="55" name="">
            <a:extLst xmlns:a="http://schemas.openxmlformats.org/drawingml/2006/main">
              <a:ext uri="{FF2B5EF4-FFF2-40B4-BE49-F238E27FC236}">
                <a16:creationId xmlns:a16="http://schemas.microsoft.com/office/drawing/2014/main" id="{720FD9D4-C589-4CCA-B674-472FF7698F16}"/>
              </a:ext>
            </a:extLst>
          </p:cNvPr>
          <p:cNvSpPr>
            <a:spLocks xmlns:a="http://schemas.openxmlformats.org/drawingml/2006/main" noGrp="1"/>
          </p:cNvSpPr>
          <p:nvPr/>
        </p:nvSpPr>
        <p:spPr>
          <a:xfrm xmlns:a="http://schemas.openxmlformats.org/drawingml/2006/main">
            <a:off x="1343025" y="5174456"/>
            <a:ext cx="28575" cy="173831"/>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229D85F4-C919-49E3-ACC2-6BD4611841FA}"/>
              </a:ext>
            </a:extLst>
          </p:cNvPr>
          <p:cNvSpPr>
            <a:spLocks xmlns:a="http://schemas.openxmlformats.org/drawingml/2006/main" noGrp="1"/>
          </p:cNvSpPr>
          <p:nvPr/>
        </p:nvSpPr>
        <p:spPr>
          <a:xfrm xmlns:a="http://schemas.openxmlformats.org/drawingml/2006/main">
            <a:off x="1181100" y="5183981"/>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D91EDF32-6A56-4FA0-B058-43530B71E821}"/>
              </a:ext>
            </a:extLst>
          </p:cNvPr>
          <p:cNvSpPr>
            <a:spLocks xmlns:a="http://schemas.openxmlformats.org/drawingml/2006/main" noGrp="1"/>
          </p:cNvSpPr>
          <p:nvPr/>
        </p:nvSpPr>
        <p:spPr>
          <a:xfrm xmlns:a="http://schemas.openxmlformats.org/drawingml/2006/main">
            <a:off x="1181100" y="5183981"/>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4</a:t>
            </a:r>
          </a:p>
        </p:txBody>
      </p:sp>
      <p:sp>
        <p:nvSpPr>
          <p:cNvPr id="58" name="Código editable">
            <a:extLst xmlns:a="http://schemas.openxmlformats.org/drawingml/2006/main">
              <a:ext uri="{FF2B5EF4-FFF2-40B4-BE49-F238E27FC236}">
                <a16:creationId xmlns:a16="http://schemas.microsoft.com/office/drawing/2014/main" id="{609BA342-D1C6-4BD0-9E2E-331B4D36D8F4}"/>
              </a:ext>
            </a:extLst>
          </p:cNvPr>
          <p:cNvSpPr>
            <a:spLocks xmlns:a="http://schemas.openxmlformats.org/drawingml/2006/main" noGrp="1"/>
          </p:cNvSpPr>
          <p:nvPr/>
        </p:nvSpPr>
        <p:spPr>
          <a:xfrm xmlns:a="http://schemas.openxmlformats.org/drawingml/2006/main">
            <a:off x="1390650" y="5183981"/>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UPDATE</a:t>
            </a:r>
            <a:r>
              <a:rPr sz="1068">
                <a:solidFill>
                  <a:srgbClr val="E6EDF7"/>
                </a:solidFill>
                <a:latin typeface="Menlo"/>
                <a:ea typeface="Menlo"/>
                <a:cs typeface="Menlo"/>
              </a:rPr>
              <a:t> </a:t>
            </a:r>
            <a:r>
              <a:rPr sz="1068">
                <a:solidFill>
                  <a:srgbClr val="E6EDF7"/>
                </a:solidFill>
                <a:latin typeface="Menlo"/>
                <a:ea typeface="Menlo"/>
                <a:cs typeface="Menlo"/>
              </a:rPr>
              <a:t>credential_deliveries</a:t>
            </a:r>
            <a:r>
              <a:rPr sz="1068">
                <a:solidFill>
                  <a:srgbClr val="E6EDF7"/>
                </a:solidFill>
                <a:latin typeface="Menlo"/>
                <a:ea typeface="Menlo"/>
                <a:cs typeface="Menlo"/>
              </a:rPr>
              <a:t> </a:t>
            </a:r>
            <a:r>
              <a:rPr sz="1068">
                <a:solidFill>
                  <a:srgbClr val="72839B"/>
                </a:solidFill>
                <a:latin typeface="Menlo"/>
                <a:ea typeface="Menlo"/>
                <a:cs typeface="Menlo"/>
              </a:rPr>
              <a:t>// consumo atómico</a:t>
            </a:r>
          </a:p>
        </p:txBody>
      </p:sp>
      <p:sp>
        <p:nvSpPr>
          <p:cNvPr id="59" name="">
            <a:extLst xmlns:a="http://schemas.openxmlformats.org/drawingml/2006/main">
              <a:ext uri="{FF2B5EF4-FFF2-40B4-BE49-F238E27FC236}">
                <a16:creationId xmlns:a16="http://schemas.microsoft.com/office/drawing/2014/main" id="{8F9FA63A-8AD8-4AD8-9D91-76E79543FB00}"/>
              </a:ext>
            </a:extLst>
          </p:cNvPr>
          <p:cNvSpPr>
            <a:spLocks xmlns:a="http://schemas.openxmlformats.org/drawingml/2006/main" noGrp="1"/>
          </p:cNvSpPr>
          <p:nvPr/>
        </p:nvSpPr>
        <p:spPr>
          <a:xfrm xmlns:a="http://schemas.openxmlformats.org/drawingml/2006/main">
            <a:off x="1019175" y="5357813"/>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07</a:t>
            </a:r>
          </a:p>
        </p:txBody>
      </p:sp>
      <p:sp>
        <p:nvSpPr>
          <p:cNvPr id="60" name="Código editable">
            <a:extLst xmlns:a="http://schemas.openxmlformats.org/drawingml/2006/main">
              <a:ext uri="{FF2B5EF4-FFF2-40B4-BE49-F238E27FC236}">
                <a16:creationId xmlns:a16="http://schemas.microsoft.com/office/drawing/2014/main" id="{070EEAEB-5AEF-40F8-9BF5-0A35B43705DF}"/>
              </a:ext>
            </a:extLst>
          </p:cNvPr>
          <p:cNvSpPr>
            <a:spLocks xmlns:a="http://schemas.openxmlformats.org/drawingml/2006/main" noGrp="1"/>
          </p:cNvSpPr>
          <p:nvPr/>
        </p:nvSpPr>
        <p:spPr>
          <a:xfrm xmlns:a="http://schemas.openxmlformats.org/drawingml/2006/main">
            <a:off x="1390650" y="5357813"/>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SET</a:t>
            </a:r>
            <a:r>
              <a:rPr sz="1068">
                <a:solidFill>
                  <a:srgbClr val="E6EDF7"/>
                </a:solidFill>
                <a:latin typeface="Menlo"/>
                <a:ea typeface="Menlo"/>
                <a:cs typeface="Menlo"/>
              </a:rPr>
              <a:t> </a:t>
            </a:r>
            <a:r>
              <a:rPr sz="1068">
                <a:solidFill>
                  <a:srgbClr val="E6EDF7"/>
                </a:solidFill>
                <a:latin typeface="Menlo"/>
                <a:ea typeface="Menlo"/>
                <a:cs typeface="Menlo"/>
              </a:rPr>
              <a:t>used_at</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a:t>
            </a:r>
          </a:p>
        </p:txBody>
      </p:sp>
      <p:sp>
        <p:nvSpPr>
          <p:cNvPr id="61" name="">
            <a:extLst xmlns:a="http://schemas.openxmlformats.org/drawingml/2006/main">
              <a:ext uri="{FF2B5EF4-FFF2-40B4-BE49-F238E27FC236}">
                <a16:creationId xmlns:a16="http://schemas.microsoft.com/office/drawing/2014/main" id="{18D2C235-5095-448B-90C3-1E391150E47B}"/>
              </a:ext>
            </a:extLst>
          </p:cNvPr>
          <p:cNvSpPr>
            <a:spLocks xmlns:a="http://schemas.openxmlformats.org/drawingml/2006/main" noGrp="1"/>
          </p:cNvSpPr>
          <p:nvPr/>
        </p:nvSpPr>
        <p:spPr>
          <a:xfrm xmlns:a="http://schemas.openxmlformats.org/drawingml/2006/main">
            <a:off x="1019175" y="5531644"/>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08</a:t>
            </a:r>
          </a:p>
        </p:txBody>
      </p:sp>
      <p:sp>
        <p:nvSpPr>
          <p:cNvPr id="62" name="Código editable">
            <a:extLst xmlns:a="http://schemas.openxmlformats.org/drawingml/2006/main">
              <a:ext uri="{FF2B5EF4-FFF2-40B4-BE49-F238E27FC236}">
                <a16:creationId xmlns:a16="http://schemas.microsoft.com/office/drawing/2014/main" id="{A1DD0BA6-F11B-47EE-9444-A5983D6FA314}"/>
              </a:ext>
            </a:extLst>
          </p:cNvPr>
          <p:cNvSpPr>
            <a:spLocks xmlns:a="http://schemas.openxmlformats.org/drawingml/2006/main" noGrp="1"/>
          </p:cNvSpPr>
          <p:nvPr/>
        </p:nvSpPr>
        <p:spPr>
          <a:xfrm xmlns:a="http://schemas.openxmlformats.org/drawingml/2006/main">
            <a:off x="1390650" y="5531644"/>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WHERE</a:t>
            </a:r>
            <a:r>
              <a:rPr sz="1068">
                <a:solidFill>
                  <a:srgbClr val="E6EDF7"/>
                </a:solidFill>
                <a:latin typeface="Menlo"/>
                <a:ea typeface="Menlo"/>
                <a:cs typeface="Menlo"/>
              </a:rPr>
              <a:t> </a:t>
            </a:r>
            <a:r>
              <a:rPr sz="1068">
                <a:solidFill>
                  <a:srgbClr val="E6EDF7"/>
                </a:solidFill>
                <a:latin typeface="Menlo"/>
                <a:ea typeface="Menlo"/>
                <a:cs typeface="Menlo"/>
              </a:rPr>
              <a:t>code</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AND</a:t>
            </a:r>
            <a:r>
              <a:rPr sz="1068">
                <a:solidFill>
                  <a:srgbClr val="E6EDF7"/>
                </a:solidFill>
                <a:latin typeface="Menlo"/>
                <a:ea typeface="Menlo"/>
                <a:cs typeface="Menlo"/>
              </a:rPr>
              <a:t> </a:t>
            </a:r>
            <a:r>
              <a:rPr sz="1068">
                <a:solidFill>
                  <a:srgbClr val="E6EDF7"/>
                </a:solidFill>
                <a:latin typeface="Menlo"/>
                <a:ea typeface="Menlo"/>
                <a:cs typeface="Menlo"/>
              </a:rPr>
              <a:t>used_at</a:t>
            </a:r>
            <a:r>
              <a:rPr sz="1068">
                <a:solidFill>
                  <a:srgbClr val="E6EDF7"/>
                </a:solidFill>
                <a:latin typeface="Menlo"/>
                <a:ea typeface="Menlo"/>
                <a:cs typeface="Menlo"/>
              </a:rPr>
              <a:t> </a:t>
            </a:r>
            <a:r>
              <a:rPr sz="1068">
                <a:solidFill>
                  <a:srgbClr val="82D3F2"/>
                </a:solidFill>
                <a:latin typeface="Menlo"/>
                <a:ea typeface="Menlo"/>
                <a:cs typeface="Menlo"/>
              </a:rPr>
              <a:t>IS</a:t>
            </a:r>
            <a:r>
              <a:rPr sz="1068">
                <a:solidFill>
                  <a:srgbClr val="E6EDF7"/>
                </a:solidFill>
                <a:latin typeface="Menlo"/>
                <a:ea typeface="Menlo"/>
                <a:cs typeface="Menlo"/>
              </a:rPr>
              <a:t> </a:t>
            </a:r>
            <a:r>
              <a:rPr sz="1068">
                <a:solidFill>
                  <a:srgbClr val="82D3F2"/>
                </a:solidFill>
                <a:latin typeface="Menlo"/>
                <a:ea typeface="Menlo"/>
                <a:cs typeface="Menlo"/>
              </a:rPr>
              <a:t>NULL</a:t>
            </a:r>
          </a:p>
        </p:txBody>
      </p:sp>
    </p:spTree>
    <p:extLst>
      <p:ext uri="{BB962C8B-B14F-4D97-AF65-F5344CB8AC3E}">
        <p14:creationId xmlns:p14="http://schemas.microsoft.com/office/powerpoint/2010/main" val="38299779"/>
      </p:ext>
    </p:extLst>
  </p:cSld>
</p:sld>
</file>

<file path=ppt/slides/slide1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E1289AB-F8F0-43C4-B61F-7429452DCB98}"/>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ALMACENAMIENTO</a:t>
            </a:r>
          </a:p>
        </p:txBody>
      </p:sp>
      <p:sp>
        <p:nvSpPr>
          <p:cNvPr id="2" name="">
            <a:extLst xmlns:a="http://schemas.openxmlformats.org/drawingml/2006/main">
              <a:ext uri="{FF2B5EF4-FFF2-40B4-BE49-F238E27FC236}">
                <a16:creationId xmlns:a16="http://schemas.microsoft.com/office/drawing/2014/main" id="{9D2339F7-F2B7-4079-9528-23B5046827F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B85C72D6-AA95-4F03-B374-2C70F780EC9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billetera guarda la credencial y una clave</a:t>
            </a:r>
          </a:p>
        </p:txBody>
      </p:sp>
      <p:sp>
        <p:nvSpPr>
          <p:cNvPr id="4" name="">
            <a:extLst xmlns:a="http://schemas.openxmlformats.org/drawingml/2006/main">
              <a:ext uri="{FF2B5EF4-FFF2-40B4-BE49-F238E27FC236}">
                <a16:creationId xmlns:a16="http://schemas.microsoft.com/office/drawing/2014/main" id="{4960AEA8-2A16-4F2E-8B0D-9527E378C3A6}"/>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94290943-CD4D-4F13-A89A-DB2348A2D19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E3911EEC-B8DC-4C83-924C-273CBF5BE26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19</a:t>
            </a:r>
          </a:p>
        </p:txBody>
      </p:sp>
      <p:sp>
        <p:nvSpPr>
          <p:cNvPr id="7" name="">
            <a:extLst xmlns:a="http://schemas.openxmlformats.org/drawingml/2006/main">
              <a:ext uri="{FF2B5EF4-FFF2-40B4-BE49-F238E27FC236}">
                <a16:creationId xmlns:a16="http://schemas.microsoft.com/office/drawing/2014/main" id="{A563BFE2-45FD-4D94-A20A-6EC69935578B}"/>
              </a:ext>
            </a:extLst>
          </p:cNvPr>
          <p:cNvSpPr>
            <a:spLocks xmlns:a="http://schemas.openxmlformats.org/drawingml/2006/main" noGrp="1"/>
          </p:cNvSpPr>
          <p:nvPr/>
        </p:nvSpPr>
        <p:spPr>
          <a:xfrm xmlns:a="http://schemas.openxmlformats.org/drawingml/2006/main">
            <a:off x="666750" y="1762125"/>
            <a:ext cx="30956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842DF65D-2AFF-4D73-B08B-3536C505A8F8}"/>
              </a:ext>
            </a:extLst>
          </p:cNvPr>
          <p:cNvSpPr>
            <a:spLocks xmlns:a="http://schemas.openxmlformats.org/drawingml/2006/main" noGrp="1"/>
          </p:cNvSpPr>
          <p:nvPr/>
        </p:nvSpPr>
        <p:spPr>
          <a:xfrm xmlns:a="http://schemas.openxmlformats.org/drawingml/2006/main">
            <a:off x="666750" y="1762125"/>
            <a:ext cx="76200" cy="1428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7780F9-F8D0-40C6-AD99-D3B98CD5301E}"/>
              </a:ext>
            </a:extLst>
          </p:cNvPr>
          <p:cNvSpPr>
            <a:spLocks xmlns:a="http://schemas.openxmlformats.org/drawingml/2006/main" noGrp="1"/>
          </p:cNvSpPr>
          <p:nvPr/>
        </p:nvSpPr>
        <p:spPr>
          <a:xfrm xmlns:a="http://schemas.openxmlformats.org/drawingml/2006/main">
            <a:off x="876300" y="1895475"/>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Credencial</a:t>
            </a:r>
          </a:p>
        </p:txBody>
      </p:sp>
      <p:sp>
        <p:nvSpPr>
          <p:cNvPr id="10" name="">
            <a:extLst xmlns:a="http://schemas.openxmlformats.org/drawingml/2006/main">
              <a:ext uri="{FF2B5EF4-FFF2-40B4-BE49-F238E27FC236}">
                <a16:creationId xmlns:a16="http://schemas.microsoft.com/office/drawing/2014/main" id="{05091063-3C65-4251-9E5A-4D0EC520AD46}"/>
              </a:ext>
            </a:extLst>
          </p:cNvPr>
          <p:cNvSpPr>
            <a:spLocks xmlns:a="http://schemas.openxmlformats.org/drawingml/2006/main" noGrp="1"/>
          </p:cNvSpPr>
          <p:nvPr/>
        </p:nvSpPr>
        <p:spPr>
          <a:xfrm xmlns:a="http://schemas.openxmlformats.org/drawingml/2006/main">
            <a:off x="876300" y="2219325"/>
            <a:ext cx="27336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Datos y firma del emisor.</a:t>
            </a:r>
          </a:p>
        </p:txBody>
      </p:sp>
      <p:sp>
        <p:nvSpPr>
          <p:cNvPr id="11" name="">
            <a:extLst xmlns:a="http://schemas.openxmlformats.org/drawingml/2006/main">
              <a:ext uri="{FF2B5EF4-FFF2-40B4-BE49-F238E27FC236}">
                <a16:creationId xmlns:a16="http://schemas.microsoft.com/office/drawing/2014/main" id="{5FC3502A-725A-4B3C-91B8-E53503000FE7}"/>
              </a:ext>
            </a:extLst>
          </p:cNvPr>
          <p:cNvSpPr>
            <a:spLocks xmlns:a="http://schemas.openxmlformats.org/drawingml/2006/main" noGrp="1"/>
          </p:cNvSpPr>
          <p:nvPr/>
        </p:nvSpPr>
        <p:spPr>
          <a:xfrm xmlns:a="http://schemas.openxmlformats.org/drawingml/2006/main">
            <a:off x="666750" y="3857625"/>
            <a:ext cx="30956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BA2D13CD-A25A-4994-9669-448920682E24}"/>
              </a:ext>
            </a:extLst>
          </p:cNvPr>
          <p:cNvSpPr>
            <a:spLocks xmlns:a="http://schemas.openxmlformats.org/drawingml/2006/main" noGrp="1"/>
          </p:cNvSpPr>
          <p:nvPr/>
        </p:nvSpPr>
        <p:spPr>
          <a:xfrm xmlns:a="http://schemas.openxmlformats.org/drawingml/2006/main">
            <a:off x="666750" y="3857625"/>
            <a:ext cx="76200" cy="142875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7F0A7CD-C41E-4088-9416-AF45565DE9EF}"/>
              </a:ext>
            </a:extLst>
          </p:cNvPr>
          <p:cNvSpPr>
            <a:spLocks xmlns:a="http://schemas.openxmlformats.org/drawingml/2006/main" noGrp="1"/>
          </p:cNvSpPr>
          <p:nvPr/>
        </p:nvSpPr>
        <p:spPr>
          <a:xfrm xmlns:a="http://schemas.openxmlformats.org/drawingml/2006/main">
            <a:off x="876300" y="3990975"/>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Par Ed25519</a:t>
            </a:r>
          </a:p>
        </p:txBody>
      </p:sp>
      <p:sp>
        <p:nvSpPr>
          <p:cNvPr id="14" name="">
            <a:extLst xmlns:a="http://schemas.openxmlformats.org/drawingml/2006/main">
              <a:ext uri="{FF2B5EF4-FFF2-40B4-BE49-F238E27FC236}">
                <a16:creationId xmlns:a16="http://schemas.microsoft.com/office/drawing/2014/main" id="{F4D51B74-8067-47ED-8DD5-B8A32B034A5D}"/>
              </a:ext>
            </a:extLst>
          </p:cNvPr>
          <p:cNvSpPr>
            <a:spLocks xmlns:a="http://schemas.openxmlformats.org/drawingml/2006/main" noGrp="1"/>
          </p:cNvSpPr>
          <p:nvPr/>
        </p:nvSpPr>
        <p:spPr>
          <a:xfrm xmlns:a="http://schemas.openxmlformats.org/drawingml/2006/main">
            <a:off x="876300" y="4314825"/>
            <a:ext cx="27336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teléfono crea un par de claves.</a:t>
            </a:r>
          </a:p>
        </p:txBody>
      </p:sp>
      <p:sp>
        <p:nvSpPr>
          <p:cNvPr id="15" name="">
            <a:extLst xmlns:a="http://schemas.openxmlformats.org/drawingml/2006/main">
              <a:ext uri="{FF2B5EF4-FFF2-40B4-BE49-F238E27FC236}">
                <a16:creationId xmlns:a16="http://schemas.microsoft.com/office/drawing/2014/main" id="{56162B6E-36D8-42E1-AF9A-1C4D37402C5C}"/>
              </a:ext>
            </a:extLst>
          </p:cNvPr>
          <p:cNvSpPr>
            <a:spLocks xmlns:a="http://schemas.openxmlformats.org/drawingml/2006/main" noGrp="1"/>
          </p:cNvSpPr>
          <p:nvPr/>
        </p:nvSpPr>
        <p:spPr>
          <a:xfrm xmlns:a="http://schemas.openxmlformats.org/drawingml/2006/main">
            <a:off x="4762500" y="2000250"/>
            <a:ext cx="295275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9050">
            <a:solidFill>
              <a:srgbClr val="DCE3ED"/>
            </a:solidFill>
            <a:prstDash val="solid"/>
          </a:ln>
        </p:spPr>
      </p:sp>
      <p:sp>
        <p:nvSpPr>
          <p:cNvPr id="16" name="">
            <a:extLst xmlns:a="http://schemas.openxmlformats.org/drawingml/2006/main">
              <a:ext uri="{FF2B5EF4-FFF2-40B4-BE49-F238E27FC236}">
                <a16:creationId xmlns:a16="http://schemas.microsoft.com/office/drawing/2014/main" id="{C3679FCA-C44B-4FFC-9FCE-3862BFC7C09E}"/>
              </a:ext>
            </a:extLst>
          </p:cNvPr>
          <p:cNvSpPr>
            <a:spLocks xmlns:a="http://schemas.openxmlformats.org/drawingml/2006/main" noGrp="1"/>
          </p:cNvSpPr>
          <p:nvPr/>
        </p:nvSpPr>
        <p:spPr>
          <a:xfrm xmlns:a="http://schemas.openxmlformats.org/drawingml/2006/main">
            <a:off x="5143500" y="2362200"/>
            <a:ext cx="2190750" cy="2190750"/>
          </a:xfrm>
          <a:prstGeom xmlns:a="http://schemas.openxmlformats.org/drawingml/2006/main" prst="roundRect">
            <a:avLst>
              <a:gd name="adj" fmla="val 3478"/>
            </a:avLst>
          </a:prstGeom>
          <a:solidFill xmlns:a="http://schemas.openxmlformats.org/drawingml/2006/main">
            <a:srgbClr val="E8EDFF"/>
          </a:solidFill>
          <a:ln xmlns:a="http://schemas.openxmlformats.org/drawingml/2006/main" w="0">
            <a:noFill/>
            <a:prstDash val="solid"/>
          </a:ln>
        </p:spPr>
      </p:sp>
      <p:sp>
        <p:nvSpPr>
          <p:cNvPr id="17" name="brand-mark">
            <a:extLst xmlns:a="http://schemas.openxmlformats.org/drawingml/2006/main">
              <a:ext uri="{FF2B5EF4-FFF2-40B4-BE49-F238E27FC236}">
                <a16:creationId xmlns:a16="http://schemas.microsoft.com/office/drawing/2014/main" id="{30EA7205-0E59-431F-82D9-C2C6E2A500CB}"/>
              </a:ext>
            </a:extLst>
          </p:cNvPr>
          <p:cNvSpPr>
            <a:spLocks xmlns:a="http://schemas.openxmlformats.org/drawingml/2006/main" noGrp="1"/>
          </p:cNvSpPr>
          <p:nvPr/>
        </p:nvSpPr>
        <p:spPr>
          <a:xfrm xmlns:a="http://schemas.openxmlformats.org/drawingml/2006/main">
            <a:off x="5905500" y="2619375"/>
            <a:ext cx="666750" cy="666750"/>
          </a:xfrm>
          <a:prstGeom xmlns:a="http://schemas.openxmlformats.org/drawingml/2006/main" prst="roundRect">
            <a:avLst>
              <a:gd name="adj" fmla="val 11429"/>
            </a:avLst>
          </a:prstGeom>
          <a:solidFill xmlns:a="http://schemas.openxmlformats.org/drawingml/2006/main">
            <a:srgbClr val="17255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B7BFF00-B69F-40D2-AB84-F98FDCA2F294}"/>
              </a:ext>
            </a:extLst>
          </p:cNvPr>
          <p:cNvSpPr>
            <a:spLocks xmlns:a="http://schemas.openxmlformats.org/drawingml/2006/main" noGrp="1"/>
          </p:cNvSpPr>
          <p:nvPr/>
        </p:nvSpPr>
        <p:spPr>
          <a:xfrm xmlns:a="http://schemas.openxmlformats.org/drawingml/2006/main">
            <a:off x="6038850" y="2739390"/>
            <a:ext cx="400050" cy="426720"/>
          </a:xfrm>
          <a:prstGeom xmlns:a="http://schemas.openxmlformats.org/drawingml/2006/main" prst="roundRect">
            <a:avLst>
              <a:gd name="adj" fmla="val 19048"/>
            </a:avLst>
          </a:prstGeom>
          <a:noFill xmlns:a="http://schemas.openxmlformats.org/drawingml/2006/main"/>
          <a:ln xmlns:a="http://schemas.openxmlformats.org/drawingml/2006/main" w="21908">
            <a:solidFill>
              <a:srgbClr val="FFFFFF"/>
            </a:solidFill>
            <a:prstDash val="solid"/>
          </a:ln>
        </p:spPr>
      </p:sp>
      <p:sp>
        <p:nvSpPr>
          <p:cNvPr id="19" name="">
            <a:extLst xmlns:a="http://schemas.openxmlformats.org/drawingml/2006/main">
              <a:ext uri="{FF2B5EF4-FFF2-40B4-BE49-F238E27FC236}">
                <a16:creationId xmlns:a16="http://schemas.microsoft.com/office/drawing/2014/main" id="{68BC2B4D-C9C0-4DB1-9BD0-2016723D5B9F}"/>
              </a:ext>
            </a:extLst>
          </p:cNvPr>
          <p:cNvSpPr>
            <a:spLocks xmlns:a="http://schemas.openxmlformats.org/drawingml/2006/main" noGrp="1"/>
          </p:cNvSpPr>
          <p:nvPr/>
        </p:nvSpPr>
        <p:spPr>
          <a:xfrm xmlns:a="http://schemas.openxmlformats.org/drawingml/2006/main" flipV="0">
            <a:off x="6112193" y="2866073"/>
            <a:ext cx="160020" cy="9525"/>
          </a:xfrm>
          <a:prstGeom xmlns:a="http://schemas.openxmlformats.org/drawingml/2006/main" prst="line">
            <a:avLst/>
          </a:prstGeom>
          <a:noFill xmlns:a="http://schemas.openxmlformats.org/drawingml/2006/main"/>
          <a:ln xmlns:a="http://schemas.openxmlformats.org/drawingml/2006/main" w="20003">
            <a:solidFill>
              <a:srgbClr val="FFFFFF"/>
            </a:solidFill>
            <a:prstDash val="solid"/>
          </a:ln>
        </p:spPr>
      </p:sp>
      <p:sp>
        <p:nvSpPr>
          <p:cNvPr id="20" name="">
            <a:extLst xmlns:a="http://schemas.openxmlformats.org/drawingml/2006/main">
              <a:ext uri="{FF2B5EF4-FFF2-40B4-BE49-F238E27FC236}">
                <a16:creationId xmlns:a16="http://schemas.microsoft.com/office/drawing/2014/main" id="{8E2AF14B-838A-4421-B524-F045303F18D0}"/>
              </a:ext>
            </a:extLst>
          </p:cNvPr>
          <p:cNvSpPr>
            <a:spLocks xmlns:a="http://schemas.openxmlformats.org/drawingml/2006/main" noGrp="1"/>
          </p:cNvSpPr>
          <p:nvPr/>
        </p:nvSpPr>
        <p:spPr>
          <a:xfrm xmlns:a="http://schemas.openxmlformats.org/drawingml/2006/main" flipV="0">
            <a:off x="6112193" y="2939415"/>
            <a:ext cx="80010" cy="9525"/>
          </a:xfrm>
          <a:prstGeom xmlns:a="http://schemas.openxmlformats.org/drawingml/2006/main" prst="line">
            <a:avLst/>
          </a:prstGeom>
          <a:noFill xmlns:a="http://schemas.openxmlformats.org/drawingml/2006/main"/>
          <a:ln xmlns:a="http://schemas.openxmlformats.org/drawingml/2006/main" w="20003">
            <a:solidFill>
              <a:srgbClr val="FFFFFF"/>
            </a:solidFill>
            <a:prstDash val="solid"/>
          </a:ln>
        </p:spPr>
      </p:sp>
      <p:sp>
        <p:nvSpPr>
          <p:cNvPr id="21" name="">
            <a:extLst xmlns:a="http://schemas.openxmlformats.org/drawingml/2006/main">
              <a:ext uri="{FF2B5EF4-FFF2-40B4-BE49-F238E27FC236}">
                <a16:creationId xmlns:a16="http://schemas.microsoft.com/office/drawing/2014/main" id="{8108120A-58BE-489E-991D-0B4D5FBE1876}"/>
              </a:ext>
            </a:extLst>
          </p:cNvPr>
          <p:cNvSpPr>
            <a:spLocks xmlns:a="http://schemas.openxmlformats.org/drawingml/2006/main" noGrp="1"/>
          </p:cNvSpPr>
          <p:nvPr/>
        </p:nvSpPr>
        <p:spPr>
          <a:xfrm xmlns:a="http://schemas.openxmlformats.org/drawingml/2006/main" flipV="0">
            <a:off x="6238875" y="3032760"/>
            <a:ext cx="60007" cy="53340"/>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2" name="">
            <a:extLst xmlns:a="http://schemas.openxmlformats.org/drawingml/2006/main">
              <a:ext uri="{FF2B5EF4-FFF2-40B4-BE49-F238E27FC236}">
                <a16:creationId xmlns:a16="http://schemas.microsoft.com/office/drawing/2014/main" id="{58D20935-4934-4F38-A8B8-91C49BB67D2A}"/>
              </a:ext>
            </a:extLst>
          </p:cNvPr>
          <p:cNvSpPr>
            <a:spLocks xmlns:a="http://schemas.openxmlformats.org/drawingml/2006/main" noGrp="1"/>
          </p:cNvSpPr>
          <p:nvPr/>
        </p:nvSpPr>
        <p:spPr>
          <a:xfrm xmlns:a="http://schemas.openxmlformats.org/drawingml/2006/main" flipV="1">
            <a:off x="6298883" y="2966085"/>
            <a:ext cx="100013" cy="120015"/>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3" name="">
            <a:extLst xmlns:a="http://schemas.openxmlformats.org/drawingml/2006/main">
              <a:ext uri="{FF2B5EF4-FFF2-40B4-BE49-F238E27FC236}">
                <a16:creationId xmlns:a16="http://schemas.microsoft.com/office/drawing/2014/main" id="{5324BE7E-4D7C-4729-85DE-EDFC2817FCC5}"/>
              </a:ext>
            </a:extLst>
          </p:cNvPr>
          <p:cNvSpPr>
            <a:spLocks xmlns:a="http://schemas.openxmlformats.org/drawingml/2006/main" noGrp="1"/>
          </p:cNvSpPr>
          <p:nvPr/>
        </p:nvSpPr>
        <p:spPr>
          <a:xfrm xmlns:a="http://schemas.openxmlformats.org/drawingml/2006/main">
            <a:off x="5191125" y="35623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00" b="1">
                <a:solidFill>
                  <a:srgbClr val="172554"/>
                </a:solidFill>
                <a:latin typeface="Aptos"/>
                <a:ea typeface="Aptos"/>
                <a:cs typeface="Aptos"/>
              </a:defRPr>
            </a:defPPr>
            <a:lvl1pPr algn="ctr">
              <a:buNone/>
              <a:defRPr sz="1800" b="1">
                <a:solidFill>
                  <a:srgbClr val="172554"/>
                </a:solidFill>
                <a:latin typeface="Aptos"/>
                <a:ea typeface="Aptos"/>
                <a:cs typeface="Aptos"/>
              </a:defRPr>
            </a:lvl1pPr>
            <a:lvl2pPr algn="ctr">
              <a:buNone/>
              <a:defRPr sz="1800" b="1">
                <a:solidFill>
                  <a:srgbClr val="172554"/>
                </a:solidFill>
                <a:latin typeface="Aptos"/>
                <a:ea typeface="Aptos"/>
                <a:cs typeface="Aptos"/>
              </a:defRPr>
            </a:lvl2pPr>
            <a:lvl3pPr algn="ctr">
              <a:buNone/>
              <a:defRPr sz="1800" b="1">
                <a:solidFill>
                  <a:srgbClr val="172554"/>
                </a:solidFill>
                <a:latin typeface="Aptos"/>
                <a:ea typeface="Aptos"/>
                <a:cs typeface="Aptos"/>
              </a:defRPr>
            </a:lvl3pPr>
            <a:lvl4pPr algn="ctr">
              <a:buNone/>
              <a:defRPr sz="1800" b="1">
                <a:solidFill>
                  <a:srgbClr val="172554"/>
                </a:solidFill>
                <a:latin typeface="Aptos"/>
                <a:ea typeface="Aptos"/>
                <a:cs typeface="Aptos"/>
              </a:defRPr>
            </a:lvl4pPr>
            <a:lvl5pPr algn="ctr">
              <a:buNone/>
              <a:defRPr sz="1800" b="1">
                <a:solidFill>
                  <a:srgbClr val="172554"/>
                </a:solidFill>
                <a:latin typeface="Aptos"/>
                <a:ea typeface="Aptos"/>
                <a:cs typeface="Aptos"/>
              </a:defRPr>
            </a:lvl5pPr>
            <a:lvl6pPr algn="ctr">
              <a:buNone/>
              <a:defRPr sz="1800" b="1">
                <a:solidFill>
                  <a:srgbClr val="172554"/>
                </a:solidFill>
                <a:latin typeface="Aptos"/>
                <a:ea typeface="Aptos"/>
                <a:cs typeface="Aptos"/>
              </a:defRPr>
            </a:lvl6pPr>
            <a:lvl7pPr algn="ctr">
              <a:buNone/>
              <a:defRPr sz="1800" b="1">
                <a:solidFill>
                  <a:srgbClr val="172554"/>
                </a:solidFill>
                <a:latin typeface="Aptos"/>
                <a:ea typeface="Aptos"/>
                <a:cs typeface="Aptos"/>
              </a:defRPr>
            </a:lvl7pPr>
            <a:lvl8pPr algn="ctr">
              <a:buNone/>
              <a:defRPr sz="1800" b="1">
                <a:solidFill>
                  <a:srgbClr val="172554"/>
                </a:solidFill>
                <a:latin typeface="Aptos"/>
                <a:ea typeface="Aptos"/>
                <a:cs typeface="Aptos"/>
              </a:defRPr>
            </a:lvl8pPr>
            <a:lvl9pPr algn="ctr">
              <a:buNone/>
              <a:defRPr sz="1800" b="1">
                <a:solidFill>
                  <a:srgbClr val="172554"/>
                </a:solidFill>
                <a:latin typeface="Aptos"/>
                <a:ea typeface="Aptos"/>
                <a:cs typeface="Aptos"/>
              </a:defRPr>
            </a:lvl9pPr>
          </a:lstStyle>
          <a:p xmlns:a="http://schemas.openxmlformats.org/drawingml/2006/main">
            <a:pPr algn="ctr">
              <a:buNone/>
              <a:defRPr sz="1800" b="1">
                <a:solidFill>
                  <a:srgbClr val="172554"/>
                </a:solidFill>
                <a:latin typeface="Aptos"/>
                <a:ea typeface="Aptos"/>
                <a:cs typeface="Aptos"/>
              </a:defRPr>
            </a:pPr>
            <a:r>
              <a:rPr sz="1800" b="1">
                <a:solidFill>
                  <a:srgbClr val="172554"/>
                </a:solidFill>
                <a:latin typeface="Aptos"/>
                <a:ea typeface="Aptos"/>
                <a:cs typeface="Aptos"/>
              </a:rPr>
              <a:t>IndexedDB</a:t>
            </a:r>
          </a:p>
        </p:txBody>
      </p:sp>
      <p:sp>
        <p:nvSpPr>
          <p:cNvPr id="24" name="">
            <a:extLst xmlns:a="http://schemas.openxmlformats.org/drawingml/2006/main">
              <a:ext uri="{FF2B5EF4-FFF2-40B4-BE49-F238E27FC236}">
                <a16:creationId xmlns:a16="http://schemas.microsoft.com/office/drawing/2014/main" id="{AA317437-CF8C-4F4F-9A7F-DD037B5ACC08}"/>
              </a:ext>
            </a:extLst>
          </p:cNvPr>
          <p:cNvSpPr>
            <a:spLocks xmlns:a="http://schemas.openxmlformats.org/drawingml/2006/main" noGrp="1"/>
          </p:cNvSpPr>
          <p:nvPr/>
        </p:nvSpPr>
        <p:spPr>
          <a:xfrm xmlns:a="http://schemas.openxmlformats.org/drawingml/2006/main">
            <a:off x="5191125" y="4029075"/>
            <a:ext cx="209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Almacenamiento del navegador</a:t>
            </a:r>
          </a:p>
        </p:txBody>
      </p:sp>
      <p:sp>
        <p:nvSpPr>
          <p:cNvPr id="25" name="">
            <a:extLst xmlns:a="http://schemas.openxmlformats.org/drawingml/2006/main">
              <a:ext uri="{FF2B5EF4-FFF2-40B4-BE49-F238E27FC236}">
                <a16:creationId xmlns:a16="http://schemas.microsoft.com/office/drawing/2014/main" id="{3782BB2A-E135-4C27-8177-D5908D030D53}"/>
              </a:ext>
            </a:extLst>
          </p:cNvPr>
          <p:cNvSpPr>
            <a:spLocks xmlns:a="http://schemas.openxmlformats.org/drawingml/2006/main" noGrp="1"/>
          </p:cNvSpPr>
          <p:nvPr/>
        </p:nvSpPr>
        <p:spPr>
          <a:xfrm xmlns:a="http://schemas.openxmlformats.org/drawingml/2006/main">
            <a:off x="7953375" y="3048000"/>
            <a:ext cx="857250" cy="428625"/>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535FA61-ACE3-4163-860C-5EEADF5A8527}"/>
              </a:ext>
            </a:extLst>
          </p:cNvPr>
          <p:cNvSpPr>
            <a:spLocks xmlns:a="http://schemas.openxmlformats.org/drawingml/2006/main" noGrp="1"/>
          </p:cNvSpPr>
          <p:nvPr/>
        </p:nvSpPr>
        <p:spPr>
          <a:xfrm xmlns:a="http://schemas.openxmlformats.org/drawingml/2006/main">
            <a:off x="9144000" y="2381250"/>
            <a:ext cx="238125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962891B6-7903-4FB2-A06F-297F0887F40F}"/>
              </a:ext>
            </a:extLst>
          </p:cNvPr>
          <p:cNvSpPr>
            <a:spLocks xmlns:a="http://schemas.openxmlformats.org/drawingml/2006/main" noGrp="1"/>
          </p:cNvSpPr>
          <p:nvPr/>
        </p:nvSpPr>
        <p:spPr>
          <a:xfrm xmlns:a="http://schemas.openxmlformats.org/drawingml/2006/main">
            <a:off x="9144000" y="2381250"/>
            <a:ext cx="76200" cy="200025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E1CE746-3B2A-41F4-9FC6-0BF1640C7223}"/>
              </a:ext>
            </a:extLst>
          </p:cNvPr>
          <p:cNvSpPr>
            <a:spLocks xmlns:a="http://schemas.openxmlformats.org/drawingml/2006/main" noGrp="1"/>
          </p:cNvSpPr>
          <p:nvPr/>
        </p:nvSpPr>
        <p:spPr>
          <a:xfrm xmlns:a="http://schemas.openxmlformats.org/drawingml/2006/main">
            <a:off x="9353550" y="2514600"/>
            <a:ext cx="2019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Presentación</a:t>
            </a:r>
          </a:p>
        </p:txBody>
      </p:sp>
      <p:sp>
        <p:nvSpPr>
          <p:cNvPr id="29" name="">
            <a:extLst xmlns:a="http://schemas.openxmlformats.org/drawingml/2006/main">
              <a:ext uri="{FF2B5EF4-FFF2-40B4-BE49-F238E27FC236}">
                <a16:creationId xmlns:a16="http://schemas.microsoft.com/office/drawing/2014/main" id="{ADBFCE03-2B2E-48CF-88CF-6D9983448351}"/>
              </a:ext>
            </a:extLst>
          </p:cNvPr>
          <p:cNvSpPr>
            <a:spLocks xmlns:a="http://schemas.openxmlformats.org/drawingml/2006/main" noGrp="1"/>
          </p:cNvSpPr>
          <p:nvPr/>
        </p:nvSpPr>
        <p:spPr>
          <a:xfrm xmlns:a="http://schemas.openxmlformats.org/drawingml/2006/main">
            <a:off x="9353550" y="2838450"/>
            <a:ext cx="2019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Firma una respuesta para cada solicitud aprobada.</a:t>
            </a:r>
          </a:p>
        </p:txBody>
      </p:sp>
      <p:sp>
        <p:nvSpPr>
          <p:cNvPr id="30" name="">
            <a:extLst xmlns:a="http://schemas.openxmlformats.org/drawingml/2006/main">
              <a:ext uri="{FF2B5EF4-FFF2-40B4-BE49-F238E27FC236}">
                <a16:creationId xmlns:a16="http://schemas.microsoft.com/office/drawing/2014/main" id="{072587E4-5570-4D82-B721-7C82790F5978}"/>
              </a:ext>
            </a:extLst>
          </p:cNvPr>
          <p:cNvSpPr>
            <a:spLocks xmlns:a="http://schemas.openxmlformats.org/drawingml/2006/main" noGrp="1"/>
          </p:cNvSpPr>
          <p:nvPr/>
        </p:nvSpPr>
        <p:spPr>
          <a:xfrm xmlns:a="http://schemas.openxmlformats.org/drawingml/2006/main">
            <a:off x="876300" y="5572125"/>
            <a:ext cx="1038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Copiar la credencial no copia la clave privada guardada por el navegador.</a:t>
            </a:r>
          </a:p>
        </p:txBody>
      </p:sp>
    </p:spTree>
    <p:extLst>
      <p:ext uri="{BB962C8B-B14F-4D97-AF65-F5344CB8AC3E}">
        <p14:creationId xmlns:p14="http://schemas.microsoft.com/office/powerpoint/2010/main" val="722704491"/>
      </p:ext>
    </p:extLst>
  </p:cSld>
</p:sld>
</file>

<file path=ppt/slides/slide2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51D30081-7BEA-4B68-B1BE-BE6560BB0957}"/>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INTERACCIÓN</a:t>
            </a:r>
          </a:p>
        </p:txBody>
      </p:sp>
      <p:sp>
        <p:nvSpPr>
          <p:cNvPr id="2" name="">
            <a:extLst xmlns:a="http://schemas.openxmlformats.org/drawingml/2006/main">
              <a:ext uri="{FF2B5EF4-FFF2-40B4-BE49-F238E27FC236}">
                <a16:creationId xmlns:a16="http://schemas.microsoft.com/office/drawing/2014/main" id="{E1638110-72DC-47A9-A434-A8823B57339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64A8A541-26A6-40DA-8B90-620488F93012}"/>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cámara lee el QR y la aplicación muestra qué se pide</a:t>
            </a:r>
          </a:p>
        </p:txBody>
      </p:sp>
      <p:sp>
        <p:nvSpPr>
          <p:cNvPr id="4" name="">
            <a:extLst xmlns:a="http://schemas.openxmlformats.org/drawingml/2006/main">
              <a:ext uri="{FF2B5EF4-FFF2-40B4-BE49-F238E27FC236}">
                <a16:creationId xmlns:a16="http://schemas.microsoft.com/office/drawing/2014/main" id="{0458BE9E-5CDF-4F67-B826-B9FB736D4DB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94D949A3-937F-460A-9579-18D1E6B8BB3E}"/>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2CBC2C4-E49D-4857-8263-2FBE3B6A5D4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20</a:t>
            </a:r>
          </a:p>
        </p:txBody>
      </p:sp>
      <p:sp>
        <p:nvSpPr>
          <p:cNvPr id="7" name="">
            <a:extLst xmlns:a="http://schemas.openxmlformats.org/drawingml/2006/main">
              <a:ext uri="{FF2B5EF4-FFF2-40B4-BE49-F238E27FC236}">
                <a16:creationId xmlns:a16="http://schemas.microsoft.com/office/drawing/2014/main" id="{CB059F02-8C21-44D1-B7DF-44C7E9E19C97}"/>
              </a:ext>
            </a:extLst>
          </p:cNvPr>
          <p:cNvSpPr>
            <a:spLocks xmlns:a="http://schemas.openxmlformats.org/drawingml/2006/main" noGrp="1"/>
          </p:cNvSpPr>
          <p:nvPr/>
        </p:nvSpPr>
        <p:spPr>
          <a:xfrm xmlns:a="http://schemas.openxmlformats.org/drawingml/2006/main">
            <a:off x="704850" y="1762125"/>
            <a:ext cx="5953125" cy="2381250"/>
          </a:xfrm>
          <a:prstGeom xmlns:a="http://schemas.openxmlformats.org/drawingml/2006/main" prst="roundRect">
            <a:avLst>
              <a:gd name="adj" fmla="val 3200"/>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9D535EBB-9CB8-4775-B1C4-0B9155D97C0B}"/>
              </a:ext>
            </a:extLst>
          </p:cNvPr>
          <p:cNvSpPr>
            <a:spLocks xmlns:a="http://schemas.openxmlformats.org/drawingml/2006/main" noGrp="1"/>
          </p:cNvSpPr>
          <p:nvPr/>
        </p:nvSpPr>
        <p:spPr>
          <a:xfrm xmlns:a="http://schemas.openxmlformats.org/drawingml/2006/main">
            <a:off x="704850" y="1762125"/>
            <a:ext cx="5953125"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8D43036-F39D-4FEC-A4E8-C645CE7C2469}"/>
              </a:ext>
            </a:extLst>
          </p:cNvPr>
          <p:cNvSpPr>
            <a:spLocks xmlns:a="http://schemas.openxmlformats.org/drawingml/2006/main" noGrp="1"/>
          </p:cNvSpPr>
          <p:nvPr/>
        </p:nvSpPr>
        <p:spPr>
          <a:xfrm xmlns:a="http://schemas.openxmlformats.org/drawingml/2006/main">
            <a:off x="866775" y="189547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B65625A-D1BE-415D-BB67-C6A37F46A154}"/>
              </a:ext>
            </a:extLst>
          </p:cNvPr>
          <p:cNvSpPr>
            <a:spLocks xmlns:a="http://schemas.openxmlformats.org/drawingml/2006/main" noGrp="1"/>
          </p:cNvSpPr>
          <p:nvPr/>
        </p:nvSpPr>
        <p:spPr>
          <a:xfrm xmlns:a="http://schemas.openxmlformats.org/drawingml/2006/main">
            <a:off x="1066800" y="189547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27FEE0-16C0-4AC7-924F-C611793FB1B6}"/>
              </a:ext>
            </a:extLst>
          </p:cNvPr>
          <p:cNvSpPr>
            <a:spLocks xmlns:a="http://schemas.openxmlformats.org/drawingml/2006/main" noGrp="1"/>
          </p:cNvSpPr>
          <p:nvPr/>
        </p:nvSpPr>
        <p:spPr>
          <a:xfrm xmlns:a="http://schemas.openxmlformats.org/drawingml/2006/main">
            <a:off x="1266825" y="189547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D0CDEA-F0C3-4FF2-8EB6-AD210F4E7F1F}"/>
              </a:ext>
            </a:extLst>
          </p:cNvPr>
          <p:cNvSpPr>
            <a:spLocks xmlns:a="http://schemas.openxmlformats.org/drawingml/2006/main" noGrp="1"/>
          </p:cNvSpPr>
          <p:nvPr/>
        </p:nvSpPr>
        <p:spPr>
          <a:xfrm xmlns:a="http://schemas.openxmlformats.org/drawingml/2006/main">
            <a:off x="1771650" y="1838325"/>
            <a:ext cx="3819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src/App.tsx</a:t>
            </a:r>
          </a:p>
        </p:txBody>
      </p:sp>
      <p:sp>
        <p:nvSpPr>
          <p:cNvPr id="13" name="">
            <a:extLst xmlns:a="http://schemas.openxmlformats.org/drawingml/2006/main">
              <a:ext uri="{FF2B5EF4-FFF2-40B4-BE49-F238E27FC236}">
                <a16:creationId xmlns:a16="http://schemas.microsoft.com/office/drawing/2014/main" id="{6E011035-58D0-4751-B2E7-578D0A5A1FB3}"/>
              </a:ext>
            </a:extLst>
          </p:cNvPr>
          <p:cNvSpPr>
            <a:spLocks xmlns:a="http://schemas.openxmlformats.org/drawingml/2006/main" noGrp="1"/>
          </p:cNvSpPr>
          <p:nvPr/>
        </p:nvSpPr>
        <p:spPr>
          <a:xfrm xmlns:a="http://schemas.openxmlformats.org/drawingml/2006/main">
            <a:off x="6172200" y="183832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AFB8194-A832-40DB-91DA-BBD09870A3EB}"/>
              </a:ext>
            </a:extLst>
          </p:cNvPr>
          <p:cNvSpPr>
            <a:spLocks xmlns:a="http://schemas.openxmlformats.org/drawingml/2006/main" noGrp="1"/>
          </p:cNvSpPr>
          <p:nvPr/>
        </p:nvSpPr>
        <p:spPr>
          <a:xfrm xmlns:a="http://schemas.openxmlformats.org/drawingml/2006/main">
            <a:off x="6172200" y="183832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66F91358-18D7-40E4-A6A6-0FA1088BD5A6}"/>
              </a:ext>
            </a:extLst>
          </p:cNvPr>
          <p:cNvSpPr>
            <a:spLocks xmlns:a="http://schemas.openxmlformats.org/drawingml/2006/main" noGrp="1"/>
          </p:cNvSpPr>
          <p:nvPr/>
        </p:nvSpPr>
        <p:spPr>
          <a:xfrm xmlns:a="http://schemas.openxmlformats.org/drawingml/2006/main">
            <a:off x="1143000" y="2257425"/>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AC6ABCA-E807-4D13-98DE-997175B7CE7C}"/>
              </a:ext>
            </a:extLst>
          </p:cNvPr>
          <p:cNvSpPr>
            <a:spLocks xmlns:a="http://schemas.openxmlformats.org/drawingml/2006/main" noGrp="1"/>
          </p:cNvSpPr>
          <p:nvPr/>
        </p:nvSpPr>
        <p:spPr>
          <a:xfrm xmlns:a="http://schemas.openxmlformats.org/drawingml/2006/main">
            <a:off x="752475" y="2266950"/>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77C4FB65-8FD9-4B2E-977D-67BB488339D4}"/>
              </a:ext>
            </a:extLst>
          </p:cNvPr>
          <p:cNvSpPr>
            <a:spLocks xmlns:a="http://schemas.openxmlformats.org/drawingml/2006/main" noGrp="1"/>
          </p:cNvSpPr>
          <p:nvPr/>
        </p:nvSpPr>
        <p:spPr>
          <a:xfrm xmlns:a="http://schemas.openxmlformats.org/drawingml/2006/main">
            <a:off x="1143000" y="2257425"/>
            <a:ext cx="28575" cy="219075"/>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8EA872-FACE-41F0-84A4-A7AE6FFD7A2E}"/>
              </a:ext>
            </a:extLst>
          </p:cNvPr>
          <p:cNvSpPr>
            <a:spLocks xmlns:a="http://schemas.openxmlformats.org/drawingml/2006/main" noGrp="1"/>
          </p:cNvSpPr>
          <p:nvPr/>
        </p:nvSpPr>
        <p:spPr>
          <a:xfrm xmlns:a="http://schemas.openxmlformats.org/drawingml/2006/main">
            <a:off x="981075" y="2286000"/>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1A1375B-25CB-4FF3-A4FE-0CA3242CBF2F}"/>
              </a:ext>
            </a:extLst>
          </p:cNvPr>
          <p:cNvSpPr>
            <a:spLocks xmlns:a="http://schemas.openxmlformats.org/drawingml/2006/main" noGrp="1"/>
          </p:cNvSpPr>
          <p:nvPr/>
        </p:nvSpPr>
        <p:spPr>
          <a:xfrm xmlns:a="http://schemas.openxmlformats.org/drawingml/2006/main">
            <a:off x="981075" y="22860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0" name="Código editable">
            <a:extLst xmlns:a="http://schemas.openxmlformats.org/drawingml/2006/main">
              <a:ext uri="{FF2B5EF4-FFF2-40B4-BE49-F238E27FC236}">
                <a16:creationId xmlns:a16="http://schemas.microsoft.com/office/drawing/2014/main" id="{01D5EA9D-14F0-46FE-BA66-C90FCC836E55}"/>
              </a:ext>
            </a:extLst>
          </p:cNvPr>
          <p:cNvSpPr>
            <a:spLocks xmlns:a="http://schemas.openxmlformats.org/drawingml/2006/main" noGrp="1"/>
          </p:cNvSpPr>
          <p:nvPr/>
        </p:nvSpPr>
        <p:spPr>
          <a:xfrm xmlns:a="http://schemas.openxmlformats.org/drawingml/2006/main">
            <a:off x="1190625" y="226695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C792EA"/>
                </a:solidFill>
                <a:latin typeface="Menlo"/>
                <a:ea typeface="Menlo"/>
                <a:cs typeface="Menlo"/>
              </a:rPr>
              <a:t>new</a:t>
            </a:r>
            <a:r>
              <a:rPr sz="1288">
                <a:solidFill>
                  <a:srgbClr val="E6EDF7"/>
                </a:solidFill>
                <a:latin typeface="Menlo"/>
                <a:ea typeface="Menlo"/>
                <a:cs typeface="Menlo"/>
              </a:rPr>
              <a:t> </a:t>
            </a:r>
            <a:r>
              <a:rPr sz="1288">
                <a:solidFill>
                  <a:srgbClr val="82D3F2"/>
                </a:solidFill>
                <a:latin typeface="Menlo"/>
                <a:ea typeface="Menlo"/>
                <a:cs typeface="Menlo"/>
              </a:rPr>
              <a:t>BrowserQRCodeReader</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ZXing inicia lectura</a:t>
            </a:r>
          </a:p>
        </p:txBody>
      </p:sp>
      <p:sp>
        <p:nvSpPr>
          <p:cNvPr id="21" name="">
            <a:extLst xmlns:a="http://schemas.openxmlformats.org/drawingml/2006/main">
              <a:ext uri="{FF2B5EF4-FFF2-40B4-BE49-F238E27FC236}">
                <a16:creationId xmlns:a16="http://schemas.microsoft.com/office/drawing/2014/main" id="{EE3ADD08-7241-4BCE-849D-EE98B81C2C4E}"/>
              </a:ext>
            </a:extLst>
          </p:cNvPr>
          <p:cNvSpPr>
            <a:spLocks xmlns:a="http://schemas.openxmlformats.org/drawingml/2006/main" noGrp="1"/>
          </p:cNvSpPr>
          <p:nvPr/>
        </p:nvSpPr>
        <p:spPr>
          <a:xfrm xmlns:a="http://schemas.openxmlformats.org/drawingml/2006/main">
            <a:off x="819150" y="24860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8ECA521E-56B0-48D8-BF8D-F39BCF8ED178}"/>
              </a:ext>
            </a:extLst>
          </p:cNvPr>
          <p:cNvSpPr>
            <a:spLocks xmlns:a="http://schemas.openxmlformats.org/drawingml/2006/main" noGrp="1"/>
          </p:cNvSpPr>
          <p:nvPr/>
        </p:nvSpPr>
        <p:spPr>
          <a:xfrm xmlns:a="http://schemas.openxmlformats.org/drawingml/2006/main">
            <a:off x="1190625" y="248602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F6C177"/>
                </a:solidFill>
                <a:latin typeface="Menlo"/>
                <a:ea typeface="Menlo"/>
                <a:cs typeface="Menlo"/>
              </a:rPr>
              <a:t>decodeFromVideoDevice</a:t>
            </a:r>
            <a:r>
              <a:rPr sz="1288">
                <a:solidFill>
                  <a:srgbClr val="E6EDF7"/>
                </a:solidFill>
                <a:latin typeface="Menlo"/>
                <a:ea typeface="Menlo"/>
                <a:cs typeface="Menlo"/>
              </a:rPr>
              <a:t>(</a:t>
            </a:r>
            <a:r>
              <a:rPr sz="1288">
                <a:solidFill>
                  <a:srgbClr val="E6EDF7"/>
                </a:solidFill>
                <a:latin typeface="Menlo"/>
                <a:ea typeface="Menlo"/>
                <a:cs typeface="Menlo"/>
              </a:rPr>
              <a:t>undefined</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video</a:t>
            </a:r>
            <a:r>
              <a:rPr sz="1288">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D11C7D7D-0921-44BF-B052-C299F102292F}"/>
              </a:ext>
            </a:extLst>
          </p:cNvPr>
          <p:cNvSpPr>
            <a:spLocks xmlns:a="http://schemas.openxmlformats.org/drawingml/2006/main" noGrp="1"/>
          </p:cNvSpPr>
          <p:nvPr/>
        </p:nvSpPr>
        <p:spPr>
          <a:xfrm xmlns:a="http://schemas.openxmlformats.org/drawingml/2006/main">
            <a:off x="819150" y="27051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D2DB4234-9F48-43D2-BE27-B987C4AB81D5}"/>
              </a:ext>
            </a:extLst>
          </p:cNvPr>
          <p:cNvSpPr>
            <a:spLocks xmlns:a="http://schemas.openxmlformats.org/drawingml/2006/main" noGrp="1"/>
          </p:cNvSpPr>
          <p:nvPr/>
        </p:nvSpPr>
        <p:spPr>
          <a:xfrm xmlns:a="http://schemas.openxmlformats.org/drawingml/2006/main">
            <a:off x="1190625" y="270510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_error</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controls</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&gt;</a:t>
            </a: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7AB705FC-E9D1-4BE9-8FDA-AB37E4C79600}"/>
              </a:ext>
            </a:extLst>
          </p:cNvPr>
          <p:cNvSpPr>
            <a:spLocks xmlns:a="http://schemas.openxmlformats.org/drawingml/2006/main" noGrp="1"/>
          </p:cNvSpPr>
          <p:nvPr/>
        </p:nvSpPr>
        <p:spPr>
          <a:xfrm xmlns:a="http://schemas.openxmlformats.org/drawingml/2006/main">
            <a:off x="1143000" y="2914650"/>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99A044F-62FB-4CEB-A71F-127A5C85D497}"/>
              </a:ext>
            </a:extLst>
          </p:cNvPr>
          <p:cNvSpPr>
            <a:spLocks xmlns:a="http://schemas.openxmlformats.org/drawingml/2006/main" noGrp="1"/>
          </p:cNvSpPr>
          <p:nvPr/>
        </p:nvSpPr>
        <p:spPr>
          <a:xfrm xmlns:a="http://schemas.openxmlformats.org/drawingml/2006/main">
            <a:off x="752475" y="292417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27" name="">
            <a:extLst xmlns:a="http://schemas.openxmlformats.org/drawingml/2006/main">
              <a:ext uri="{FF2B5EF4-FFF2-40B4-BE49-F238E27FC236}">
                <a16:creationId xmlns:a16="http://schemas.microsoft.com/office/drawing/2014/main" id="{2CF1AFFF-8896-49EF-9F52-838B11C8D146}"/>
              </a:ext>
            </a:extLst>
          </p:cNvPr>
          <p:cNvSpPr>
            <a:spLocks xmlns:a="http://schemas.openxmlformats.org/drawingml/2006/main" noGrp="1"/>
          </p:cNvSpPr>
          <p:nvPr/>
        </p:nvSpPr>
        <p:spPr>
          <a:xfrm xmlns:a="http://schemas.openxmlformats.org/drawingml/2006/main">
            <a:off x="1143000" y="2914650"/>
            <a:ext cx="28575" cy="21907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69A04EC-7D61-46F5-A02E-89E234CD2336}"/>
              </a:ext>
            </a:extLst>
          </p:cNvPr>
          <p:cNvSpPr>
            <a:spLocks xmlns:a="http://schemas.openxmlformats.org/drawingml/2006/main" noGrp="1"/>
          </p:cNvSpPr>
          <p:nvPr/>
        </p:nvSpPr>
        <p:spPr>
          <a:xfrm xmlns:a="http://schemas.openxmlformats.org/drawingml/2006/main">
            <a:off x="981075" y="294322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4636A3B-E963-43DA-A1D9-66C5EB2A7653}"/>
              </a:ext>
            </a:extLst>
          </p:cNvPr>
          <p:cNvSpPr>
            <a:spLocks xmlns:a="http://schemas.openxmlformats.org/drawingml/2006/main" noGrp="1"/>
          </p:cNvSpPr>
          <p:nvPr/>
        </p:nvSpPr>
        <p:spPr>
          <a:xfrm xmlns:a="http://schemas.openxmlformats.org/drawingml/2006/main">
            <a:off x="981075" y="29432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30" name="Código editable">
            <a:extLst xmlns:a="http://schemas.openxmlformats.org/drawingml/2006/main">
              <a:ext uri="{FF2B5EF4-FFF2-40B4-BE49-F238E27FC236}">
                <a16:creationId xmlns:a16="http://schemas.microsoft.com/office/drawing/2014/main" id="{5611E9FF-378C-4FB5-B21F-04003C38E20B}"/>
              </a:ext>
            </a:extLst>
          </p:cNvPr>
          <p:cNvSpPr>
            <a:spLocks xmlns:a="http://schemas.openxmlformats.org/drawingml/2006/main" noGrp="1"/>
          </p:cNvSpPr>
          <p:nvPr/>
        </p:nvSpPr>
        <p:spPr>
          <a:xfrm xmlns:a="http://schemas.openxmlformats.org/drawingml/2006/main">
            <a:off x="1190625" y="292417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C792EA"/>
                </a:solidFill>
                <a:latin typeface="Menlo"/>
                <a:ea typeface="Menlo"/>
                <a:cs typeface="Menlo"/>
              </a:rPr>
              <a:t>if</a:t>
            </a: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31" name="">
            <a:extLst xmlns:a="http://schemas.openxmlformats.org/drawingml/2006/main">
              <a:ext uri="{FF2B5EF4-FFF2-40B4-BE49-F238E27FC236}">
                <a16:creationId xmlns:a16="http://schemas.microsoft.com/office/drawing/2014/main" id="{4595A5CC-CA0E-4CEB-A2F5-45C0376705EC}"/>
              </a:ext>
            </a:extLst>
          </p:cNvPr>
          <p:cNvSpPr>
            <a:spLocks xmlns:a="http://schemas.openxmlformats.org/drawingml/2006/main" noGrp="1"/>
          </p:cNvSpPr>
          <p:nvPr/>
        </p:nvSpPr>
        <p:spPr>
          <a:xfrm xmlns:a="http://schemas.openxmlformats.org/drawingml/2006/main">
            <a:off x="1143000" y="3133725"/>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26D031C-2D80-4F40-98A8-BEE2769FF1E1}"/>
              </a:ext>
            </a:extLst>
          </p:cNvPr>
          <p:cNvSpPr>
            <a:spLocks xmlns:a="http://schemas.openxmlformats.org/drawingml/2006/main" noGrp="1"/>
          </p:cNvSpPr>
          <p:nvPr/>
        </p:nvSpPr>
        <p:spPr>
          <a:xfrm xmlns:a="http://schemas.openxmlformats.org/drawingml/2006/main">
            <a:off x="752475" y="3143250"/>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33" name="">
            <a:extLst xmlns:a="http://schemas.openxmlformats.org/drawingml/2006/main">
              <a:ext uri="{FF2B5EF4-FFF2-40B4-BE49-F238E27FC236}">
                <a16:creationId xmlns:a16="http://schemas.microsoft.com/office/drawing/2014/main" id="{CFDA0F13-6A70-44F3-9E0E-6C39E5AFC717}"/>
              </a:ext>
            </a:extLst>
          </p:cNvPr>
          <p:cNvSpPr>
            <a:spLocks xmlns:a="http://schemas.openxmlformats.org/drawingml/2006/main" noGrp="1"/>
          </p:cNvSpPr>
          <p:nvPr/>
        </p:nvSpPr>
        <p:spPr>
          <a:xfrm xmlns:a="http://schemas.openxmlformats.org/drawingml/2006/main">
            <a:off x="1143000" y="3133725"/>
            <a:ext cx="28575" cy="219075"/>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37792BD-0E4C-4F98-B759-D94804E0C665}"/>
              </a:ext>
            </a:extLst>
          </p:cNvPr>
          <p:cNvSpPr>
            <a:spLocks xmlns:a="http://schemas.openxmlformats.org/drawingml/2006/main" noGrp="1"/>
          </p:cNvSpPr>
          <p:nvPr/>
        </p:nvSpPr>
        <p:spPr>
          <a:xfrm xmlns:a="http://schemas.openxmlformats.org/drawingml/2006/main">
            <a:off x="981075" y="3162300"/>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16BBE36-32CB-46C3-8051-F324CD9C58CC}"/>
              </a:ext>
            </a:extLst>
          </p:cNvPr>
          <p:cNvSpPr>
            <a:spLocks xmlns:a="http://schemas.openxmlformats.org/drawingml/2006/main" noGrp="1"/>
          </p:cNvSpPr>
          <p:nvPr/>
        </p:nvSpPr>
        <p:spPr>
          <a:xfrm xmlns:a="http://schemas.openxmlformats.org/drawingml/2006/main">
            <a:off x="981075" y="31623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36" name="Código editable">
            <a:extLst xmlns:a="http://schemas.openxmlformats.org/drawingml/2006/main">
              <a:ext uri="{FF2B5EF4-FFF2-40B4-BE49-F238E27FC236}">
                <a16:creationId xmlns:a16="http://schemas.microsoft.com/office/drawing/2014/main" id="{98679195-5F1C-4DF0-AB85-127B210F2C4D}"/>
              </a:ext>
            </a:extLst>
          </p:cNvPr>
          <p:cNvSpPr>
            <a:spLocks xmlns:a="http://schemas.openxmlformats.org/drawingml/2006/main" noGrp="1"/>
          </p:cNvSpPr>
          <p:nvPr/>
        </p:nvSpPr>
        <p:spPr>
          <a:xfrm xmlns:a="http://schemas.openxmlformats.org/drawingml/2006/main">
            <a:off x="1190625" y="314325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controls</a:t>
            </a:r>
            <a:r>
              <a:rPr sz="1288">
                <a:solidFill>
                  <a:srgbClr val="E6EDF7"/>
                </a:solidFill>
                <a:latin typeface="Menlo"/>
                <a:ea typeface="Menlo"/>
                <a:cs typeface="Menlo"/>
              </a:rPr>
              <a:t>.</a:t>
            </a:r>
            <a:r>
              <a:rPr sz="1288">
                <a:solidFill>
                  <a:srgbClr val="F6C177"/>
                </a:solidFill>
                <a:latin typeface="Menlo"/>
                <a:ea typeface="Menlo"/>
                <a:cs typeface="Menlo"/>
              </a:rPr>
              <a:t>stop</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libera la cámara</a:t>
            </a:r>
          </a:p>
        </p:txBody>
      </p:sp>
      <p:sp>
        <p:nvSpPr>
          <p:cNvPr id="37" name="">
            <a:extLst xmlns:a="http://schemas.openxmlformats.org/drawingml/2006/main">
              <a:ext uri="{FF2B5EF4-FFF2-40B4-BE49-F238E27FC236}">
                <a16:creationId xmlns:a16="http://schemas.microsoft.com/office/drawing/2014/main" id="{0B3C70B6-F0A3-45DB-AD7E-80460DE369A8}"/>
              </a:ext>
            </a:extLst>
          </p:cNvPr>
          <p:cNvSpPr>
            <a:spLocks xmlns:a="http://schemas.openxmlformats.org/drawingml/2006/main" noGrp="1"/>
          </p:cNvSpPr>
          <p:nvPr/>
        </p:nvSpPr>
        <p:spPr>
          <a:xfrm xmlns:a="http://schemas.openxmlformats.org/drawingml/2006/main">
            <a:off x="1143000" y="3352800"/>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43E3B8D-C7C2-4AF1-B888-48479F04ABEE}"/>
              </a:ext>
            </a:extLst>
          </p:cNvPr>
          <p:cNvSpPr>
            <a:spLocks xmlns:a="http://schemas.openxmlformats.org/drawingml/2006/main" noGrp="1"/>
          </p:cNvSpPr>
          <p:nvPr/>
        </p:nvSpPr>
        <p:spPr>
          <a:xfrm xmlns:a="http://schemas.openxmlformats.org/drawingml/2006/main">
            <a:off x="752475" y="336232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06</a:t>
            </a:r>
          </a:p>
        </p:txBody>
      </p:sp>
      <p:sp>
        <p:nvSpPr>
          <p:cNvPr id="39" name="">
            <a:extLst xmlns:a="http://schemas.openxmlformats.org/drawingml/2006/main">
              <a:ext uri="{FF2B5EF4-FFF2-40B4-BE49-F238E27FC236}">
                <a16:creationId xmlns:a16="http://schemas.microsoft.com/office/drawing/2014/main" id="{F502272F-805C-4B74-8734-F13D936DD83B}"/>
              </a:ext>
            </a:extLst>
          </p:cNvPr>
          <p:cNvSpPr>
            <a:spLocks xmlns:a="http://schemas.openxmlformats.org/drawingml/2006/main" noGrp="1"/>
          </p:cNvSpPr>
          <p:nvPr/>
        </p:nvSpPr>
        <p:spPr>
          <a:xfrm xmlns:a="http://schemas.openxmlformats.org/drawingml/2006/main">
            <a:off x="1143000" y="3352800"/>
            <a:ext cx="28575" cy="219075"/>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E020212-830B-48B3-A931-C7B431D17536}"/>
              </a:ext>
            </a:extLst>
          </p:cNvPr>
          <p:cNvSpPr>
            <a:spLocks xmlns:a="http://schemas.openxmlformats.org/drawingml/2006/main" noGrp="1"/>
          </p:cNvSpPr>
          <p:nvPr/>
        </p:nvSpPr>
        <p:spPr>
          <a:xfrm xmlns:a="http://schemas.openxmlformats.org/drawingml/2006/main">
            <a:off x="981075" y="3381375"/>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B806B91-DBCC-4594-BAF0-40282C0B09F7}"/>
              </a:ext>
            </a:extLst>
          </p:cNvPr>
          <p:cNvSpPr>
            <a:spLocks xmlns:a="http://schemas.openxmlformats.org/drawingml/2006/main" noGrp="1"/>
          </p:cNvSpPr>
          <p:nvPr/>
        </p:nvSpPr>
        <p:spPr>
          <a:xfrm xmlns:a="http://schemas.openxmlformats.org/drawingml/2006/main">
            <a:off x="981075" y="33813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4</a:t>
            </a:r>
          </a:p>
        </p:txBody>
      </p:sp>
      <p:sp>
        <p:nvSpPr>
          <p:cNvPr id="42" name="Código editable">
            <a:extLst xmlns:a="http://schemas.openxmlformats.org/drawingml/2006/main">
              <a:ext uri="{FF2B5EF4-FFF2-40B4-BE49-F238E27FC236}">
                <a16:creationId xmlns:a16="http://schemas.microsoft.com/office/drawing/2014/main" id="{F0FD0F73-7666-47E6-9B82-98803A9D18C9}"/>
              </a:ext>
            </a:extLst>
          </p:cNvPr>
          <p:cNvSpPr>
            <a:spLocks xmlns:a="http://schemas.openxmlformats.org/drawingml/2006/main" noGrp="1"/>
          </p:cNvSpPr>
          <p:nvPr/>
        </p:nvSpPr>
        <p:spPr>
          <a:xfrm xmlns:a="http://schemas.openxmlformats.org/drawingml/2006/main">
            <a:off x="1190625" y="336232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onScan</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F6C177"/>
                </a:solidFill>
                <a:latin typeface="Menlo"/>
                <a:ea typeface="Menlo"/>
                <a:cs typeface="Menlo"/>
              </a:rPr>
              <a:t>getText</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deriva el flujo</a:t>
            </a:r>
          </a:p>
        </p:txBody>
      </p:sp>
      <p:sp>
        <p:nvSpPr>
          <p:cNvPr id="43" name="">
            <a:extLst xmlns:a="http://schemas.openxmlformats.org/drawingml/2006/main">
              <a:ext uri="{FF2B5EF4-FFF2-40B4-BE49-F238E27FC236}">
                <a16:creationId xmlns:a16="http://schemas.microsoft.com/office/drawing/2014/main" id="{E81BE418-D425-43AF-8C37-EFCA1FABE324}"/>
              </a:ext>
            </a:extLst>
          </p:cNvPr>
          <p:cNvSpPr>
            <a:spLocks xmlns:a="http://schemas.openxmlformats.org/drawingml/2006/main" noGrp="1"/>
          </p:cNvSpPr>
          <p:nvPr/>
        </p:nvSpPr>
        <p:spPr>
          <a:xfrm xmlns:a="http://schemas.openxmlformats.org/drawingml/2006/main">
            <a:off x="819150" y="35814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07</a:t>
            </a:r>
          </a:p>
        </p:txBody>
      </p:sp>
      <p:sp>
        <p:nvSpPr>
          <p:cNvPr id="44" name="Código editable">
            <a:extLst xmlns:a="http://schemas.openxmlformats.org/drawingml/2006/main">
              <a:ext uri="{FF2B5EF4-FFF2-40B4-BE49-F238E27FC236}">
                <a16:creationId xmlns:a16="http://schemas.microsoft.com/office/drawing/2014/main" id="{6BDA96FB-1417-4CCF-8B6C-EF8C410ED8DD}"/>
              </a:ext>
            </a:extLst>
          </p:cNvPr>
          <p:cNvSpPr>
            <a:spLocks xmlns:a="http://schemas.openxmlformats.org/drawingml/2006/main" noGrp="1"/>
          </p:cNvSpPr>
          <p:nvPr/>
        </p:nvSpPr>
        <p:spPr>
          <a:xfrm xmlns:a="http://schemas.openxmlformats.org/drawingml/2006/main">
            <a:off x="1190625" y="358140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469295A8-C898-44A6-990C-58D808EC2AE5}"/>
              </a:ext>
            </a:extLst>
          </p:cNvPr>
          <p:cNvSpPr>
            <a:spLocks xmlns:a="http://schemas.openxmlformats.org/drawingml/2006/main" noGrp="1"/>
          </p:cNvSpPr>
          <p:nvPr/>
        </p:nvSpPr>
        <p:spPr>
          <a:xfrm xmlns:a="http://schemas.openxmlformats.org/drawingml/2006/main">
            <a:off x="819150" y="38004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08</a:t>
            </a:r>
          </a:p>
        </p:txBody>
      </p:sp>
      <p:sp>
        <p:nvSpPr>
          <p:cNvPr id="46" name="Código editable">
            <a:extLst xmlns:a="http://schemas.openxmlformats.org/drawingml/2006/main">
              <a:ext uri="{FF2B5EF4-FFF2-40B4-BE49-F238E27FC236}">
                <a16:creationId xmlns:a16="http://schemas.microsoft.com/office/drawing/2014/main" id="{B7C3C4BC-0BE8-462F-94D0-2B9B799F4C2B}"/>
              </a:ext>
            </a:extLst>
          </p:cNvPr>
          <p:cNvSpPr>
            <a:spLocks xmlns:a="http://schemas.openxmlformats.org/drawingml/2006/main" noGrp="1"/>
          </p:cNvSpPr>
          <p:nvPr/>
        </p:nvSpPr>
        <p:spPr>
          <a:xfrm xmlns:a="http://schemas.openxmlformats.org/drawingml/2006/main">
            <a:off x="1190625" y="380047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EA0D3B18-01E9-446F-9E05-3A592BAE11CC}"/>
              </a:ext>
            </a:extLst>
          </p:cNvPr>
          <p:cNvSpPr>
            <a:spLocks xmlns:a="http://schemas.openxmlformats.org/drawingml/2006/main" noGrp="1"/>
          </p:cNvSpPr>
          <p:nvPr/>
        </p:nvSpPr>
        <p:spPr>
          <a:xfrm xmlns:a="http://schemas.openxmlformats.org/drawingml/2006/main">
            <a:off x="7334250" y="1771650"/>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A61D6C5-825E-4748-ADFA-6BB0BDCB6889}"/>
              </a:ext>
            </a:extLst>
          </p:cNvPr>
          <p:cNvSpPr>
            <a:spLocks xmlns:a="http://schemas.openxmlformats.org/drawingml/2006/main" noGrp="1"/>
          </p:cNvSpPr>
          <p:nvPr/>
        </p:nvSpPr>
        <p:spPr>
          <a:xfrm xmlns:a="http://schemas.openxmlformats.org/drawingml/2006/main">
            <a:off x="7334250" y="17716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1</a:t>
            </a:r>
          </a:p>
        </p:txBody>
      </p:sp>
      <p:sp>
        <p:nvSpPr>
          <p:cNvPr id="49" name="">
            <a:extLst xmlns:a="http://schemas.openxmlformats.org/drawingml/2006/main">
              <a:ext uri="{FF2B5EF4-FFF2-40B4-BE49-F238E27FC236}">
                <a16:creationId xmlns:a16="http://schemas.microsoft.com/office/drawing/2014/main" id="{86FBEEF3-789C-4F48-9AFD-7E811846FB52}"/>
              </a:ext>
            </a:extLst>
          </p:cNvPr>
          <p:cNvSpPr>
            <a:spLocks xmlns:a="http://schemas.openxmlformats.org/drawingml/2006/main" noGrp="1"/>
          </p:cNvSpPr>
          <p:nvPr/>
        </p:nvSpPr>
        <p:spPr>
          <a:xfrm xmlns:a="http://schemas.openxmlformats.org/drawingml/2006/main">
            <a:off x="7905750" y="1714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Escanear</a:t>
            </a:r>
          </a:p>
        </p:txBody>
      </p:sp>
      <p:sp>
        <p:nvSpPr>
          <p:cNvPr id="50" name="">
            <a:extLst xmlns:a="http://schemas.openxmlformats.org/drawingml/2006/main">
              <a:ext uri="{FF2B5EF4-FFF2-40B4-BE49-F238E27FC236}">
                <a16:creationId xmlns:a16="http://schemas.microsoft.com/office/drawing/2014/main" id="{EE8464C7-F14D-4F1A-8593-E6796775447B}"/>
              </a:ext>
            </a:extLst>
          </p:cNvPr>
          <p:cNvSpPr>
            <a:spLocks xmlns:a="http://schemas.openxmlformats.org/drawingml/2006/main" noGrp="1"/>
          </p:cNvSpPr>
          <p:nvPr/>
        </p:nvSpPr>
        <p:spPr>
          <a:xfrm xmlns:a="http://schemas.openxmlformats.org/drawingml/2006/main">
            <a:off x="7905750" y="2038350"/>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La cámara lee el código.</a:t>
            </a:r>
          </a:p>
        </p:txBody>
      </p:sp>
      <p:sp>
        <p:nvSpPr>
          <p:cNvPr id="51" name="">
            <a:extLst xmlns:a="http://schemas.openxmlformats.org/drawingml/2006/main">
              <a:ext uri="{FF2B5EF4-FFF2-40B4-BE49-F238E27FC236}">
                <a16:creationId xmlns:a16="http://schemas.microsoft.com/office/drawing/2014/main" id="{C1AC70C7-717B-435D-802F-9DEA5CE0F54A}"/>
              </a:ext>
            </a:extLst>
          </p:cNvPr>
          <p:cNvSpPr>
            <a:spLocks xmlns:a="http://schemas.openxmlformats.org/drawingml/2006/main" noGrp="1"/>
          </p:cNvSpPr>
          <p:nvPr/>
        </p:nvSpPr>
        <p:spPr>
          <a:xfrm xmlns:a="http://schemas.openxmlformats.org/drawingml/2006/main" flipV="0">
            <a:off x="7515225" y="2171700"/>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52" name="">
            <a:extLst xmlns:a="http://schemas.openxmlformats.org/drawingml/2006/main">
              <a:ext uri="{FF2B5EF4-FFF2-40B4-BE49-F238E27FC236}">
                <a16:creationId xmlns:a16="http://schemas.microsoft.com/office/drawing/2014/main" id="{545239FC-1152-4DF1-9120-F8CA329E9C18}"/>
              </a:ext>
            </a:extLst>
          </p:cNvPr>
          <p:cNvSpPr>
            <a:spLocks xmlns:a="http://schemas.openxmlformats.org/drawingml/2006/main" noGrp="1"/>
          </p:cNvSpPr>
          <p:nvPr/>
        </p:nvSpPr>
        <p:spPr>
          <a:xfrm xmlns:a="http://schemas.openxmlformats.org/drawingml/2006/main">
            <a:off x="7334250" y="2771775"/>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40D09484-4DD9-4EB1-A926-E2ABDEB49B7A}"/>
              </a:ext>
            </a:extLst>
          </p:cNvPr>
          <p:cNvSpPr>
            <a:spLocks xmlns:a="http://schemas.openxmlformats.org/drawingml/2006/main" noGrp="1"/>
          </p:cNvSpPr>
          <p:nvPr/>
        </p:nvSpPr>
        <p:spPr>
          <a:xfrm xmlns:a="http://schemas.openxmlformats.org/drawingml/2006/main">
            <a:off x="7334250" y="2771775"/>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2</a:t>
            </a:r>
          </a:p>
        </p:txBody>
      </p:sp>
      <p:sp>
        <p:nvSpPr>
          <p:cNvPr id="54" name="">
            <a:extLst xmlns:a="http://schemas.openxmlformats.org/drawingml/2006/main">
              <a:ext uri="{FF2B5EF4-FFF2-40B4-BE49-F238E27FC236}">
                <a16:creationId xmlns:a16="http://schemas.microsoft.com/office/drawing/2014/main" id="{9C1E0CE0-8772-4685-95F7-3A20B2DBD858}"/>
              </a:ext>
            </a:extLst>
          </p:cNvPr>
          <p:cNvSpPr>
            <a:spLocks xmlns:a="http://schemas.openxmlformats.org/drawingml/2006/main" noGrp="1"/>
          </p:cNvSpPr>
          <p:nvPr/>
        </p:nvSpPr>
        <p:spPr>
          <a:xfrm xmlns:a="http://schemas.openxmlformats.org/drawingml/2006/main">
            <a:off x="7905750" y="27146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Clasificar</a:t>
            </a:r>
          </a:p>
        </p:txBody>
      </p:sp>
      <p:sp>
        <p:nvSpPr>
          <p:cNvPr id="55" name="">
            <a:extLst xmlns:a="http://schemas.openxmlformats.org/drawingml/2006/main">
              <a:ext uri="{FF2B5EF4-FFF2-40B4-BE49-F238E27FC236}">
                <a16:creationId xmlns:a16="http://schemas.microsoft.com/office/drawing/2014/main" id="{85747485-29CD-4A1A-A734-62B1211D2C85}"/>
              </a:ext>
            </a:extLst>
          </p:cNvPr>
          <p:cNvSpPr>
            <a:spLocks xmlns:a="http://schemas.openxmlformats.org/drawingml/2006/main" noGrp="1"/>
          </p:cNvSpPr>
          <p:nvPr/>
        </p:nvSpPr>
        <p:spPr>
          <a:xfrm xmlns:a="http://schemas.openxmlformats.org/drawingml/2006/main">
            <a:off x="7905750" y="303847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La aplicación reconoce para qué sirve.</a:t>
            </a:r>
          </a:p>
        </p:txBody>
      </p:sp>
      <p:sp>
        <p:nvSpPr>
          <p:cNvPr id="56" name="">
            <a:extLst xmlns:a="http://schemas.openxmlformats.org/drawingml/2006/main">
              <a:ext uri="{FF2B5EF4-FFF2-40B4-BE49-F238E27FC236}">
                <a16:creationId xmlns:a16="http://schemas.microsoft.com/office/drawing/2014/main" id="{4AE32ACC-EA31-41C9-83C8-83787C1AD47E}"/>
              </a:ext>
            </a:extLst>
          </p:cNvPr>
          <p:cNvSpPr>
            <a:spLocks xmlns:a="http://schemas.openxmlformats.org/drawingml/2006/main" noGrp="1"/>
          </p:cNvSpPr>
          <p:nvPr/>
        </p:nvSpPr>
        <p:spPr>
          <a:xfrm xmlns:a="http://schemas.openxmlformats.org/drawingml/2006/main" flipV="0">
            <a:off x="7515225" y="3171825"/>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57" name="">
            <a:extLst xmlns:a="http://schemas.openxmlformats.org/drawingml/2006/main">
              <a:ext uri="{FF2B5EF4-FFF2-40B4-BE49-F238E27FC236}">
                <a16:creationId xmlns:a16="http://schemas.microsoft.com/office/drawing/2014/main" id="{CE48483B-A842-4881-BD4E-03F1BDD6C54A}"/>
              </a:ext>
            </a:extLst>
          </p:cNvPr>
          <p:cNvSpPr>
            <a:spLocks xmlns:a="http://schemas.openxmlformats.org/drawingml/2006/main" noGrp="1"/>
          </p:cNvSpPr>
          <p:nvPr/>
        </p:nvSpPr>
        <p:spPr>
          <a:xfrm xmlns:a="http://schemas.openxmlformats.org/drawingml/2006/main">
            <a:off x="7334250" y="3771900"/>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0026BC91-F297-4CFD-95AE-C20F50432092}"/>
              </a:ext>
            </a:extLst>
          </p:cNvPr>
          <p:cNvSpPr>
            <a:spLocks xmlns:a="http://schemas.openxmlformats.org/drawingml/2006/main" noGrp="1"/>
          </p:cNvSpPr>
          <p:nvPr/>
        </p:nvSpPr>
        <p:spPr>
          <a:xfrm xmlns:a="http://schemas.openxmlformats.org/drawingml/2006/main">
            <a:off x="7334250" y="37719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3</a:t>
            </a:r>
          </a:p>
        </p:txBody>
      </p:sp>
      <p:sp>
        <p:nvSpPr>
          <p:cNvPr id="59" name="">
            <a:extLst xmlns:a="http://schemas.openxmlformats.org/drawingml/2006/main">
              <a:ext uri="{FF2B5EF4-FFF2-40B4-BE49-F238E27FC236}">
                <a16:creationId xmlns:a16="http://schemas.microsoft.com/office/drawing/2014/main" id="{9CA86FAA-BB7D-4AF1-BAE2-B6939646DB03}"/>
              </a:ext>
            </a:extLst>
          </p:cNvPr>
          <p:cNvSpPr>
            <a:spLocks xmlns:a="http://schemas.openxmlformats.org/drawingml/2006/main" noGrp="1"/>
          </p:cNvSpPr>
          <p:nvPr/>
        </p:nvSpPr>
        <p:spPr>
          <a:xfrm xmlns:a="http://schemas.openxmlformats.org/drawingml/2006/main">
            <a:off x="7905750"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Mostrar</a:t>
            </a:r>
          </a:p>
        </p:txBody>
      </p:sp>
      <p:sp>
        <p:nvSpPr>
          <p:cNvPr id="60" name="">
            <a:extLst xmlns:a="http://schemas.openxmlformats.org/drawingml/2006/main">
              <a:ext uri="{FF2B5EF4-FFF2-40B4-BE49-F238E27FC236}">
                <a16:creationId xmlns:a16="http://schemas.microsoft.com/office/drawing/2014/main" id="{DDAA2C80-9624-4D3B-B325-A26F4F0A683F}"/>
              </a:ext>
            </a:extLst>
          </p:cNvPr>
          <p:cNvSpPr>
            <a:spLocks xmlns:a="http://schemas.openxmlformats.org/drawingml/2006/main" noGrp="1"/>
          </p:cNvSpPr>
          <p:nvPr/>
        </p:nvSpPr>
        <p:spPr>
          <a:xfrm xmlns:a="http://schemas.openxmlformats.org/drawingml/2006/main">
            <a:off x="7905750" y="4038600"/>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Muestra el dato solicitado y cuándo vence.</a:t>
            </a:r>
          </a:p>
        </p:txBody>
      </p:sp>
      <p:sp>
        <p:nvSpPr>
          <p:cNvPr id="61" name="">
            <a:extLst xmlns:a="http://schemas.openxmlformats.org/drawingml/2006/main">
              <a:ext uri="{FF2B5EF4-FFF2-40B4-BE49-F238E27FC236}">
                <a16:creationId xmlns:a16="http://schemas.microsoft.com/office/drawing/2014/main" id="{6E8B2A9D-552F-4CE5-B53B-DB45A5A6EBED}"/>
              </a:ext>
            </a:extLst>
          </p:cNvPr>
          <p:cNvSpPr>
            <a:spLocks xmlns:a="http://schemas.openxmlformats.org/drawingml/2006/main" noGrp="1"/>
          </p:cNvSpPr>
          <p:nvPr/>
        </p:nvSpPr>
        <p:spPr>
          <a:xfrm xmlns:a="http://schemas.openxmlformats.org/drawingml/2006/main" flipV="0">
            <a:off x="7515225" y="4171950"/>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62" name="">
            <a:extLst xmlns:a="http://schemas.openxmlformats.org/drawingml/2006/main">
              <a:ext uri="{FF2B5EF4-FFF2-40B4-BE49-F238E27FC236}">
                <a16:creationId xmlns:a16="http://schemas.microsoft.com/office/drawing/2014/main" id="{A8D3221A-8A7B-4B3D-BF4F-C72011381F52}"/>
              </a:ext>
            </a:extLst>
          </p:cNvPr>
          <p:cNvSpPr>
            <a:spLocks xmlns:a="http://schemas.openxmlformats.org/drawingml/2006/main" noGrp="1"/>
          </p:cNvSpPr>
          <p:nvPr/>
        </p:nvSpPr>
        <p:spPr>
          <a:xfrm xmlns:a="http://schemas.openxmlformats.org/drawingml/2006/main">
            <a:off x="7334250" y="4772025"/>
            <a:ext cx="361950" cy="3619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3885E22E-2829-47B7-BB6A-05D0CC8CA822}"/>
              </a:ext>
            </a:extLst>
          </p:cNvPr>
          <p:cNvSpPr>
            <a:spLocks xmlns:a="http://schemas.openxmlformats.org/drawingml/2006/main" noGrp="1"/>
          </p:cNvSpPr>
          <p:nvPr/>
        </p:nvSpPr>
        <p:spPr>
          <a:xfrm xmlns:a="http://schemas.openxmlformats.org/drawingml/2006/main">
            <a:off x="7334250" y="4772025"/>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4</a:t>
            </a:r>
          </a:p>
        </p:txBody>
      </p:sp>
      <p:sp>
        <p:nvSpPr>
          <p:cNvPr id="64" name="">
            <a:extLst xmlns:a="http://schemas.openxmlformats.org/drawingml/2006/main">
              <a:ext uri="{FF2B5EF4-FFF2-40B4-BE49-F238E27FC236}">
                <a16:creationId xmlns:a16="http://schemas.microsoft.com/office/drawing/2014/main" id="{58247D4C-C786-4B14-AD12-0354FC72B866}"/>
              </a:ext>
            </a:extLst>
          </p:cNvPr>
          <p:cNvSpPr>
            <a:spLocks xmlns:a="http://schemas.openxmlformats.org/drawingml/2006/main" noGrp="1"/>
          </p:cNvSpPr>
          <p:nvPr/>
        </p:nvSpPr>
        <p:spPr>
          <a:xfrm xmlns:a="http://schemas.openxmlformats.org/drawingml/2006/main">
            <a:off x="7905750" y="47148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Decidir</a:t>
            </a:r>
          </a:p>
        </p:txBody>
      </p:sp>
      <p:sp>
        <p:nvSpPr>
          <p:cNvPr id="65" name="">
            <a:extLst xmlns:a="http://schemas.openxmlformats.org/drawingml/2006/main">
              <a:ext uri="{FF2B5EF4-FFF2-40B4-BE49-F238E27FC236}">
                <a16:creationId xmlns:a16="http://schemas.microsoft.com/office/drawing/2014/main" id="{0D42D255-E84A-4F2E-943B-552AF86B6725}"/>
              </a:ext>
            </a:extLst>
          </p:cNvPr>
          <p:cNvSpPr>
            <a:spLocks xmlns:a="http://schemas.openxmlformats.org/drawingml/2006/main" noGrp="1"/>
          </p:cNvSpPr>
          <p:nvPr/>
        </p:nvSpPr>
        <p:spPr>
          <a:xfrm xmlns:a="http://schemas.openxmlformats.org/drawingml/2006/main">
            <a:off x="7905750" y="503872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El estudiante acepta o rechaza.</a:t>
            </a:r>
          </a:p>
        </p:txBody>
      </p:sp>
      <p:sp>
        <p:nvSpPr>
          <p:cNvPr id="66" name="">
            <a:extLst xmlns:a="http://schemas.openxmlformats.org/drawingml/2006/main">
              <a:ext uri="{FF2B5EF4-FFF2-40B4-BE49-F238E27FC236}">
                <a16:creationId xmlns:a16="http://schemas.microsoft.com/office/drawing/2014/main" id="{E285343E-7B88-4627-B905-816CEF10A6EA}"/>
              </a:ext>
            </a:extLst>
          </p:cNvPr>
          <p:cNvSpPr>
            <a:spLocks xmlns:a="http://schemas.openxmlformats.org/drawingml/2006/main" noGrp="1"/>
          </p:cNvSpPr>
          <p:nvPr/>
        </p:nvSpPr>
        <p:spPr>
          <a:xfrm xmlns:a="http://schemas.openxmlformats.org/drawingml/2006/main">
            <a:off x="10933557" y="4727067"/>
            <a:ext cx="97536" cy="97536"/>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F296206E-AFF7-4A5A-8E15-A380DFC8F671}"/>
              </a:ext>
            </a:extLst>
          </p:cNvPr>
          <p:cNvSpPr>
            <a:spLocks xmlns:a="http://schemas.openxmlformats.org/drawingml/2006/main" noGrp="1"/>
          </p:cNvSpPr>
          <p:nvPr/>
        </p:nvSpPr>
        <p:spPr>
          <a:xfrm xmlns:a="http://schemas.openxmlformats.org/drawingml/2006/main">
            <a:off x="10869549" y="4842891"/>
            <a:ext cx="225552" cy="158496"/>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6D8ED207-3D49-4213-9658-C03DE25082F7}"/>
              </a:ext>
            </a:extLst>
          </p:cNvPr>
          <p:cNvSpPr>
            <a:spLocks xmlns:a="http://schemas.openxmlformats.org/drawingml/2006/main" noGrp="1"/>
          </p:cNvSpPr>
          <p:nvPr/>
        </p:nvSpPr>
        <p:spPr>
          <a:xfrm xmlns:a="http://schemas.openxmlformats.org/drawingml/2006/main">
            <a:off x="819150" y="4762500"/>
            <a:ext cx="5810250" cy="876300"/>
          </a:xfrm>
          <a:prstGeom xmlns:a="http://schemas.openxmlformats.org/drawingml/2006/main" prst="roundRect">
            <a:avLst>
              <a:gd name="adj" fmla="val 8696"/>
            </a:avLst>
          </a:prstGeom>
          <a:solidFill xmlns:a="http://schemas.openxmlformats.org/drawingml/2006/main">
            <a:srgbClr val="E8EDFF"/>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B6F97724-99C2-4DB5-BFB2-35ABD377B159}"/>
              </a:ext>
            </a:extLst>
          </p:cNvPr>
          <p:cNvSpPr>
            <a:spLocks xmlns:a="http://schemas.openxmlformats.org/drawingml/2006/main" noGrp="1"/>
          </p:cNvSpPr>
          <p:nvPr/>
        </p:nvSpPr>
        <p:spPr>
          <a:xfrm xmlns:a="http://schemas.openxmlformats.org/drawingml/2006/main">
            <a:off x="1047750" y="4914900"/>
            <a:ext cx="5381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2846A0"/>
                </a:solidFill>
                <a:latin typeface="Aptos"/>
                <a:ea typeface="Aptos"/>
                <a:cs typeface="Aptos"/>
              </a:defRPr>
            </a:defPPr>
            <a:lvl1pPr algn="ctr">
              <a:buNone/>
              <a:defRPr sz="1350" b="1">
                <a:solidFill>
                  <a:srgbClr val="2846A0"/>
                </a:solidFill>
                <a:latin typeface="Aptos"/>
                <a:ea typeface="Aptos"/>
                <a:cs typeface="Aptos"/>
              </a:defRPr>
            </a:lvl1pPr>
            <a:lvl2pPr algn="ctr">
              <a:buNone/>
              <a:defRPr sz="1350" b="1">
                <a:solidFill>
                  <a:srgbClr val="2846A0"/>
                </a:solidFill>
                <a:latin typeface="Aptos"/>
                <a:ea typeface="Aptos"/>
                <a:cs typeface="Aptos"/>
              </a:defRPr>
            </a:lvl2pPr>
            <a:lvl3pPr algn="ctr">
              <a:buNone/>
              <a:defRPr sz="1350" b="1">
                <a:solidFill>
                  <a:srgbClr val="2846A0"/>
                </a:solidFill>
                <a:latin typeface="Aptos"/>
                <a:ea typeface="Aptos"/>
                <a:cs typeface="Aptos"/>
              </a:defRPr>
            </a:lvl3pPr>
            <a:lvl4pPr algn="ctr">
              <a:buNone/>
              <a:defRPr sz="1350" b="1">
                <a:solidFill>
                  <a:srgbClr val="2846A0"/>
                </a:solidFill>
                <a:latin typeface="Aptos"/>
                <a:ea typeface="Aptos"/>
                <a:cs typeface="Aptos"/>
              </a:defRPr>
            </a:lvl4pPr>
            <a:lvl5pPr algn="ctr">
              <a:buNone/>
              <a:defRPr sz="1350" b="1">
                <a:solidFill>
                  <a:srgbClr val="2846A0"/>
                </a:solidFill>
                <a:latin typeface="Aptos"/>
                <a:ea typeface="Aptos"/>
                <a:cs typeface="Aptos"/>
              </a:defRPr>
            </a:lvl5pPr>
            <a:lvl6pPr algn="ctr">
              <a:buNone/>
              <a:defRPr sz="1350" b="1">
                <a:solidFill>
                  <a:srgbClr val="2846A0"/>
                </a:solidFill>
                <a:latin typeface="Aptos"/>
                <a:ea typeface="Aptos"/>
                <a:cs typeface="Aptos"/>
              </a:defRPr>
            </a:lvl6pPr>
            <a:lvl7pPr algn="ctr">
              <a:buNone/>
              <a:defRPr sz="1350" b="1">
                <a:solidFill>
                  <a:srgbClr val="2846A0"/>
                </a:solidFill>
                <a:latin typeface="Aptos"/>
                <a:ea typeface="Aptos"/>
                <a:cs typeface="Aptos"/>
              </a:defRPr>
            </a:lvl7pPr>
            <a:lvl8pPr algn="ctr">
              <a:buNone/>
              <a:defRPr sz="1350" b="1">
                <a:solidFill>
                  <a:srgbClr val="2846A0"/>
                </a:solidFill>
                <a:latin typeface="Aptos"/>
                <a:ea typeface="Aptos"/>
                <a:cs typeface="Aptos"/>
              </a:defRPr>
            </a:lvl8pPr>
            <a:lvl9pPr algn="ctr">
              <a:buNone/>
              <a:defRPr sz="1350" b="1">
                <a:solidFill>
                  <a:srgbClr val="2846A0"/>
                </a:solidFill>
                <a:latin typeface="Aptos"/>
                <a:ea typeface="Aptos"/>
                <a:cs typeface="Aptos"/>
              </a:defRPr>
            </a:lvl9pPr>
          </a:lstStyle>
          <a:p xmlns:a="http://schemas.openxmlformats.org/drawingml/2006/main">
            <a:pPr algn="ctr">
              <a:buNone/>
              <a:defRPr sz="1350" b="1">
                <a:solidFill>
                  <a:srgbClr val="2846A0"/>
                </a:solidFill>
                <a:latin typeface="Aptos"/>
                <a:ea typeface="Aptos"/>
                <a:cs typeface="Aptos"/>
              </a:defRPr>
            </a:pPr>
            <a:r>
              <a:rPr sz="1350" b="1">
                <a:solidFill>
                  <a:srgbClr val="2846A0"/>
                </a:solidFill>
                <a:latin typeface="Aptos"/>
                <a:ea typeface="Aptos"/>
                <a:cs typeface="Aptos"/>
              </a:rPr>
              <a:t>En Android, la cámara necesita una conexión segura para funcionar.</a:t>
            </a:r>
          </a:p>
        </p:txBody>
      </p:sp>
    </p:spTree>
    <p:extLst>
      <p:ext uri="{BB962C8B-B14F-4D97-AF65-F5344CB8AC3E}">
        <p14:creationId xmlns:p14="http://schemas.microsoft.com/office/powerpoint/2010/main" val="1907787184"/>
      </p:ext>
    </p:extLst>
  </p:cSld>
</p:sld>
</file>

<file path=ppt/slides/slide2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3BE624B-6363-477E-8209-5A382E9579AD}"/>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VALIDACIÓN</a:t>
            </a:r>
          </a:p>
        </p:txBody>
      </p:sp>
      <p:sp>
        <p:nvSpPr>
          <p:cNvPr id="2" name="">
            <a:extLst xmlns:a="http://schemas.openxmlformats.org/drawingml/2006/main">
              <a:ext uri="{FF2B5EF4-FFF2-40B4-BE49-F238E27FC236}">
                <a16:creationId xmlns:a16="http://schemas.microsoft.com/office/drawing/2014/main" id="{26CD356C-6304-4388-9198-E0421B306558}"/>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C67E67E0-DB95-4120-9F73-61D9A2913D2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API revisa siete cosas antes de aceptar</a:t>
            </a:r>
          </a:p>
        </p:txBody>
      </p:sp>
      <p:sp>
        <p:nvSpPr>
          <p:cNvPr id="4" name="">
            <a:extLst xmlns:a="http://schemas.openxmlformats.org/drawingml/2006/main">
              <a:ext uri="{FF2B5EF4-FFF2-40B4-BE49-F238E27FC236}">
                <a16:creationId xmlns:a16="http://schemas.microsoft.com/office/drawing/2014/main" id="{3E53E13D-E958-48CF-AEE4-2EB923C6C70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1D294715-6512-4903-99CB-A6A17A140C2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D3C93D4F-67C6-493E-86FB-4B09367CCF4E}"/>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21</a:t>
            </a:r>
          </a:p>
        </p:txBody>
      </p:sp>
      <p:sp>
        <p:nvSpPr>
          <p:cNvPr id="7" name="">
            <a:extLst xmlns:a="http://schemas.openxmlformats.org/drawingml/2006/main">
              <a:ext uri="{FF2B5EF4-FFF2-40B4-BE49-F238E27FC236}">
                <a16:creationId xmlns:a16="http://schemas.microsoft.com/office/drawing/2014/main" id="{5E17536B-F03A-4471-AEE5-E88AE6DE8C7D}"/>
              </a:ext>
            </a:extLst>
          </p:cNvPr>
          <p:cNvSpPr>
            <a:spLocks xmlns:a="http://schemas.openxmlformats.org/drawingml/2006/main" noGrp="1"/>
          </p:cNvSpPr>
          <p:nvPr/>
        </p:nvSpPr>
        <p:spPr>
          <a:xfrm xmlns:a="http://schemas.openxmlformats.org/drawingml/2006/main">
            <a:off x="809625" y="166687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37054FC-D346-4131-A0AB-96E3070C044D}"/>
              </a:ext>
            </a:extLst>
          </p:cNvPr>
          <p:cNvSpPr>
            <a:spLocks xmlns:a="http://schemas.openxmlformats.org/drawingml/2006/main" noGrp="1"/>
          </p:cNvSpPr>
          <p:nvPr/>
        </p:nvSpPr>
        <p:spPr>
          <a:xfrm xmlns:a="http://schemas.openxmlformats.org/drawingml/2006/main">
            <a:off x="809625" y="16668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3BA7B9C4-2A8A-4A4F-A9DD-B84BECB692CE}"/>
              </a:ext>
            </a:extLst>
          </p:cNvPr>
          <p:cNvSpPr>
            <a:spLocks xmlns:a="http://schemas.openxmlformats.org/drawingml/2006/main" noGrp="1"/>
          </p:cNvSpPr>
          <p:nvPr/>
        </p:nvSpPr>
        <p:spPr>
          <a:xfrm xmlns:a="http://schemas.openxmlformats.org/drawingml/2006/main">
            <a:off x="1362075" y="167640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solicitud sigue activa.</a:t>
            </a:r>
          </a:p>
        </p:txBody>
      </p:sp>
      <p:sp>
        <p:nvSpPr>
          <p:cNvPr id="10" name="">
            <a:extLst xmlns:a="http://schemas.openxmlformats.org/drawingml/2006/main">
              <a:ext uri="{FF2B5EF4-FFF2-40B4-BE49-F238E27FC236}">
                <a16:creationId xmlns:a16="http://schemas.microsoft.com/office/drawing/2014/main" id="{78665BFC-2F63-43B5-8100-901AFE15087E}"/>
              </a:ext>
            </a:extLst>
          </p:cNvPr>
          <p:cNvSpPr>
            <a:spLocks xmlns:a="http://schemas.openxmlformats.org/drawingml/2006/main" noGrp="1"/>
          </p:cNvSpPr>
          <p:nvPr/>
        </p:nvSpPr>
        <p:spPr>
          <a:xfrm xmlns:a="http://schemas.openxmlformats.org/drawingml/2006/main">
            <a:off x="809625" y="266700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2622C5-93D4-44EF-8C98-91E0AD5BA833}"/>
              </a:ext>
            </a:extLst>
          </p:cNvPr>
          <p:cNvSpPr>
            <a:spLocks xmlns:a="http://schemas.openxmlformats.org/drawingml/2006/main" noGrp="1"/>
          </p:cNvSpPr>
          <p:nvPr/>
        </p:nvSpPr>
        <p:spPr>
          <a:xfrm xmlns:a="http://schemas.openxmlformats.org/drawingml/2006/main">
            <a:off x="8096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30CEED86-60AB-4410-983B-37EB2359594C}"/>
              </a:ext>
            </a:extLst>
          </p:cNvPr>
          <p:cNvSpPr>
            <a:spLocks xmlns:a="http://schemas.openxmlformats.org/drawingml/2006/main" noGrp="1"/>
          </p:cNvSpPr>
          <p:nvPr/>
        </p:nvSpPr>
        <p:spPr>
          <a:xfrm xmlns:a="http://schemas.openxmlformats.org/drawingml/2006/main">
            <a:off x="1362075" y="2676525"/>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El pedido es del tipo correcto.</a:t>
            </a:r>
          </a:p>
        </p:txBody>
      </p:sp>
      <p:sp>
        <p:nvSpPr>
          <p:cNvPr id="13" name="">
            <a:extLst xmlns:a="http://schemas.openxmlformats.org/drawingml/2006/main">
              <a:ext uri="{FF2B5EF4-FFF2-40B4-BE49-F238E27FC236}">
                <a16:creationId xmlns:a16="http://schemas.microsoft.com/office/drawing/2014/main" id="{BF25C89F-7636-42FF-9DDD-87C1DF9026C1}"/>
              </a:ext>
            </a:extLst>
          </p:cNvPr>
          <p:cNvSpPr>
            <a:spLocks xmlns:a="http://schemas.openxmlformats.org/drawingml/2006/main" noGrp="1"/>
          </p:cNvSpPr>
          <p:nvPr/>
        </p:nvSpPr>
        <p:spPr>
          <a:xfrm xmlns:a="http://schemas.openxmlformats.org/drawingml/2006/main">
            <a:off x="809625" y="366712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59F2A17-47F3-46E0-B4BC-02C06BCAA1E5}"/>
              </a:ext>
            </a:extLst>
          </p:cNvPr>
          <p:cNvSpPr>
            <a:spLocks xmlns:a="http://schemas.openxmlformats.org/drawingml/2006/main" noGrp="1"/>
          </p:cNvSpPr>
          <p:nvPr/>
        </p:nvSpPr>
        <p:spPr>
          <a:xfrm xmlns:a="http://schemas.openxmlformats.org/drawingml/2006/main">
            <a:off x="809625" y="3667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9AF8A20B-1C30-405C-86BF-D7728D806335}"/>
              </a:ext>
            </a:extLst>
          </p:cNvPr>
          <p:cNvSpPr>
            <a:spLocks xmlns:a="http://schemas.openxmlformats.org/drawingml/2006/main" noGrp="1"/>
          </p:cNvSpPr>
          <p:nvPr/>
        </p:nvSpPr>
        <p:spPr>
          <a:xfrm xmlns:a="http://schemas.openxmlformats.org/drawingml/2006/main">
            <a:off x="1362075" y="3676650"/>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credencial corresponde a este estudiante.</a:t>
            </a:r>
          </a:p>
        </p:txBody>
      </p:sp>
      <p:sp>
        <p:nvSpPr>
          <p:cNvPr id="16" name="">
            <a:extLst xmlns:a="http://schemas.openxmlformats.org/drawingml/2006/main">
              <a:ext uri="{FF2B5EF4-FFF2-40B4-BE49-F238E27FC236}">
                <a16:creationId xmlns:a16="http://schemas.microsoft.com/office/drawing/2014/main" id="{9784F9EA-E660-486B-A024-52A2DD285A90}"/>
              </a:ext>
            </a:extLst>
          </p:cNvPr>
          <p:cNvSpPr>
            <a:spLocks xmlns:a="http://schemas.openxmlformats.org/drawingml/2006/main" noGrp="1"/>
          </p:cNvSpPr>
          <p:nvPr/>
        </p:nvSpPr>
        <p:spPr>
          <a:xfrm xmlns:a="http://schemas.openxmlformats.org/drawingml/2006/main">
            <a:off x="5342382" y="3707892"/>
            <a:ext cx="97536" cy="9753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300FAAD-7522-4800-A003-C8F6482C3937}"/>
              </a:ext>
            </a:extLst>
          </p:cNvPr>
          <p:cNvSpPr>
            <a:spLocks xmlns:a="http://schemas.openxmlformats.org/drawingml/2006/main" noGrp="1"/>
          </p:cNvSpPr>
          <p:nvPr/>
        </p:nvSpPr>
        <p:spPr>
          <a:xfrm xmlns:a="http://schemas.openxmlformats.org/drawingml/2006/main">
            <a:off x="5278374" y="3823716"/>
            <a:ext cx="225552"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DC905CC-EE2A-4006-9DEE-22FDAA36AF82}"/>
              </a:ext>
            </a:extLst>
          </p:cNvPr>
          <p:cNvSpPr>
            <a:spLocks xmlns:a="http://schemas.openxmlformats.org/drawingml/2006/main" noGrp="1"/>
          </p:cNvSpPr>
          <p:nvPr/>
        </p:nvSpPr>
        <p:spPr>
          <a:xfrm xmlns:a="http://schemas.openxmlformats.org/drawingml/2006/main">
            <a:off x="809625" y="466725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C973A8B-8C43-4848-B1F9-145CF4FB19C3}"/>
              </a:ext>
            </a:extLst>
          </p:cNvPr>
          <p:cNvSpPr>
            <a:spLocks xmlns:a="http://schemas.openxmlformats.org/drawingml/2006/main" noGrp="1"/>
          </p:cNvSpPr>
          <p:nvPr/>
        </p:nvSpPr>
        <p:spPr>
          <a:xfrm xmlns:a="http://schemas.openxmlformats.org/drawingml/2006/main">
            <a:off x="809625" y="46672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999A02E0-46B6-40BA-B2B1-EBA9F5A94A5E}"/>
              </a:ext>
            </a:extLst>
          </p:cNvPr>
          <p:cNvSpPr>
            <a:spLocks xmlns:a="http://schemas.openxmlformats.org/drawingml/2006/main" noGrp="1"/>
          </p:cNvSpPr>
          <p:nvPr/>
        </p:nvSpPr>
        <p:spPr>
          <a:xfrm xmlns:a="http://schemas.openxmlformats.org/drawingml/2006/main">
            <a:off x="1362075" y="46767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firma del emisor es válida.</a:t>
            </a:r>
          </a:p>
        </p:txBody>
      </p:sp>
      <p:sp>
        <p:nvSpPr>
          <p:cNvPr id="21" name="">
            <a:extLst xmlns:a="http://schemas.openxmlformats.org/drawingml/2006/main">
              <a:ext uri="{FF2B5EF4-FFF2-40B4-BE49-F238E27FC236}">
                <a16:creationId xmlns:a16="http://schemas.microsoft.com/office/drawing/2014/main" id="{91DD81BB-DBE4-4588-AD5E-CBE57D9B7BDB}"/>
              </a:ext>
            </a:extLst>
          </p:cNvPr>
          <p:cNvSpPr>
            <a:spLocks xmlns:a="http://schemas.openxmlformats.org/drawingml/2006/main" noGrp="1"/>
          </p:cNvSpPr>
          <p:nvPr/>
        </p:nvSpPr>
        <p:spPr>
          <a:xfrm xmlns:a="http://schemas.openxmlformats.org/drawingml/2006/main">
            <a:off x="5238750" y="4695825"/>
            <a:ext cx="304800" cy="82296"/>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DD14504-BFF8-4401-B7FE-0979D9E7624F}"/>
              </a:ext>
            </a:extLst>
          </p:cNvPr>
          <p:cNvSpPr>
            <a:spLocks xmlns:a="http://schemas.openxmlformats.org/drawingml/2006/main" noGrp="1"/>
          </p:cNvSpPr>
          <p:nvPr/>
        </p:nvSpPr>
        <p:spPr>
          <a:xfrm xmlns:a="http://schemas.openxmlformats.org/drawingml/2006/main">
            <a:off x="5263134" y="4781169"/>
            <a:ext cx="256032" cy="21336"/>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526E452-E3D8-4381-B09C-73D5ACD2DD2F}"/>
              </a:ext>
            </a:extLst>
          </p:cNvPr>
          <p:cNvSpPr>
            <a:spLocks xmlns:a="http://schemas.openxmlformats.org/drawingml/2006/main" noGrp="1"/>
          </p:cNvSpPr>
          <p:nvPr/>
        </p:nvSpPr>
        <p:spPr>
          <a:xfrm xmlns:a="http://schemas.openxmlformats.org/drawingml/2006/main">
            <a:off x="5281422"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EEAA62DD-134F-46E0-AE5C-17CFE2320990}"/>
              </a:ext>
            </a:extLst>
          </p:cNvPr>
          <p:cNvSpPr>
            <a:spLocks xmlns:a="http://schemas.openxmlformats.org/drawingml/2006/main" noGrp="1"/>
          </p:cNvSpPr>
          <p:nvPr/>
        </p:nvSpPr>
        <p:spPr>
          <a:xfrm xmlns:a="http://schemas.openxmlformats.org/drawingml/2006/main">
            <a:off x="5348478"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938F4ACB-FB0A-4A69-ACA3-A3FB51BB98A0}"/>
              </a:ext>
            </a:extLst>
          </p:cNvPr>
          <p:cNvSpPr>
            <a:spLocks xmlns:a="http://schemas.openxmlformats.org/drawingml/2006/main" noGrp="1"/>
          </p:cNvSpPr>
          <p:nvPr/>
        </p:nvSpPr>
        <p:spPr>
          <a:xfrm xmlns:a="http://schemas.openxmlformats.org/drawingml/2006/main">
            <a:off x="5415534"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E88CAE17-DB76-4078-9FBC-7BD41129644E}"/>
              </a:ext>
            </a:extLst>
          </p:cNvPr>
          <p:cNvSpPr>
            <a:spLocks xmlns:a="http://schemas.openxmlformats.org/drawingml/2006/main" noGrp="1"/>
          </p:cNvSpPr>
          <p:nvPr/>
        </p:nvSpPr>
        <p:spPr>
          <a:xfrm xmlns:a="http://schemas.openxmlformats.org/drawingml/2006/main">
            <a:off x="5482590"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9C1DDD6B-3A75-4A5B-B6A1-D2048543F609}"/>
              </a:ext>
            </a:extLst>
          </p:cNvPr>
          <p:cNvSpPr>
            <a:spLocks xmlns:a="http://schemas.openxmlformats.org/drawingml/2006/main" noGrp="1"/>
          </p:cNvSpPr>
          <p:nvPr/>
        </p:nvSpPr>
        <p:spPr>
          <a:xfrm xmlns:a="http://schemas.openxmlformats.org/drawingml/2006/main">
            <a:off x="5250942" y="4948809"/>
            <a:ext cx="280416" cy="24384"/>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17A9489-E2DD-45F8-BEDC-CB5F0410DCD5}"/>
              </a:ext>
            </a:extLst>
          </p:cNvPr>
          <p:cNvSpPr>
            <a:spLocks xmlns:a="http://schemas.openxmlformats.org/drawingml/2006/main" noGrp="1"/>
          </p:cNvSpPr>
          <p:nvPr/>
        </p:nvSpPr>
        <p:spPr>
          <a:xfrm xmlns:a="http://schemas.openxmlformats.org/drawingml/2006/main">
            <a:off x="6334125" y="1666875"/>
            <a:ext cx="400050" cy="4000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3B80B7A-D30B-481E-AE7F-C066C5E57BAA}"/>
              </a:ext>
            </a:extLst>
          </p:cNvPr>
          <p:cNvSpPr>
            <a:spLocks xmlns:a="http://schemas.openxmlformats.org/drawingml/2006/main" noGrp="1"/>
          </p:cNvSpPr>
          <p:nvPr/>
        </p:nvSpPr>
        <p:spPr>
          <a:xfrm xmlns:a="http://schemas.openxmlformats.org/drawingml/2006/main">
            <a:off x="6334125" y="16668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05</a:t>
            </a:r>
          </a:p>
        </p:txBody>
      </p:sp>
      <p:sp>
        <p:nvSpPr>
          <p:cNvPr id="30" name="">
            <a:extLst xmlns:a="http://schemas.openxmlformats.org/drawingml/2006/main">
              <a:ext uri="{FF2B5EF4-FFF2-40B4-BE49-F238E27FC236}">
                <a16:creationId xmlns:a16="http://schemas.microsoft.com/office/drawing/2014/main" id="{9675C7CD-2DD9-4608-8578-BF4EE8EB349A}"/>
              </a:ext>
            </a:extLst>
          </p:cNvPr>
          <p:cNvSpPr>
            <a:spLocks xmlns:a="http://schemas.openxmlformats.org/drawingml/2006/main" noGrp="1"/>
          </p:cNvSpPr>
          <p:nvPr/>
        </p:nvSpPr>
        <p:spPr>
          <a:xfrm xmlns:a="http://schemas.openxmlformats.org/drawingml/2006/main">
            <a:off x="6886575" y="167640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credencial sigue vigente.</a:t>
            </a:r>
          </a:p>
        </p:txBody>
      </p:sp>
      <p:sp>
        <p:nvSpPr>
          <p:cNvPr id="31" name="">
            <a:extLst xmlns:a="http://schemas.openxmlformats.org/drawingml/2006/main">
              <a:ext uri="{FF2B5EF4-FFF2-40B4-BE49-F238E27FC236}">
                <a16:creationId xmlns:a16="http://schemas.microsoft.com/office/drawing/2014/main" id="{50ED8AA1-F50B-41A7-A179-F12401108A34}"/>
              </a:ext>
            </a:extLst>
          </p:cNvPr>
          <p:cNvSpPr>
            <a:spLocks xmlns:a="http://schemas.openxmlformats.org/drawingml/2006/main" noGrp="1"/>
          </p:cNvSpPr>
          <p:nvPr/>
        </p:nvSpPr>
        <p:spPr>
          <a:xfrm xmlns:a="http://schemas.openxmlformats.org/drawingml/2006/main">
            <a:off x="6334125" y="266700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B29D7CF-85DE-4D5F-99A2-6E2D94EBDF68}"/>
              </a:ext>
            </a:extLst>
          </p:cNvPr>
          <p:cNvSpPr>
            <a:spLocks xmlns:a="http://schemas.openxmlformats.org/drawingml/2006/main" noGrp="1"/>
          </p:cNvSpPr>
          <p:nvPr/>
        </p:nvSpPr>
        <p:spPr>
          <a:xfrm xmlns:a="http://schemas.openxmlformats.org/drawingml/2006/main">
            <a:off x="63341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06</a:t>
            </a:r>
          </a:p>
        </p:txBody>
      </p:sp>
      <p:sp>
        <p:nvSpPr>
          <p:cNvPr id="33" name="">
            <a:extLst xmlns:a="http://schemas.openxmlformats.org/drawingml/2006/main">
              <a:ext uri="{FF2B5EF4-FFF2-40B4-BE49-F238E27FC236}">
                <a16:creationId xmlns:a16="http://schemas.microsoft.com/office/drawing/2014/main" id="{9D694366-5CEE-4F02-80E5-7B6E1C7469CC}"/>
              </a:ext>
            </a:extLst>
          </p:cNvPr>
          <p:cNvSpPr>
            <a:spLocks xmlns:a="http://schemas.openxmlformats.org/drawingml/2006/main" noGrp="1"/>
          </p:cNvSpPr>
          <p:nvPr/>
        </p:nvSpPr>
        <p:spPr>
          <a:xfrm xmlns:a="http://schemas.openxmlformats.org/drawingml/2006/main">
            <a:off x="6886575" y="2676525"/>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billetera demuestra que tiene su clave.</a:t>
            </a:r>
          </a:p>
        </p:txBody>
      </p:sp>
      <p:sp>
        <p:nvSpPr>
          <p:cNvPr id="34" name="">
            <a:extLst xmlns:a="http://schemas.openxmlformats.org/drawingml/2006/main">
              <a:ext uri="{FF2B5EF4-FFF2-40B4-BE49-F238E27FC236}">
                <a16:creationId xmlns:a16="http://schemas.microsoft.com/office/drawing/2014/main" id="{8EA79793-711E-4850-9921-C323A1073320}"/>
              </a:ext>
            </a:extLst>
          </p:cNvPr>
          <p:cNvSpPr>
            <a:spLocks xmlns:a="http://schemas.openxmlformats.org/drawingml/2006/main" noGrp="1"/>
          </p:cNvSpPr>
          <p:nvPr/>
        </p:nvSpPr>
        <p:spPr>
          <a:xfrm xmlns:a="http://schemas.openxmlformats.org/drawingml/2006/main">
            <a:off x="6334125" y="366712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7B1707F-2118-4FF3-93AD-330B214B362B}"/>
              </a:ext>
            </a:extLst>
          </p:cNvPr>
          <p:cNvSpPr>
            <a:spLocks xmlns:a="http://schemas.openxmlformats.org/drawingml/2006/main" noGrp="1"/>
          </p:cNvSpPr>
          <p:nvPr/>
        </p:nvSpPr>
        <p:spPr>
          <a:xfrm xmlns:a="http://schemas.openxmlformats.org/drawingml/2006/main">
            <a:off x="6334125" y="3667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07</a:t>
            </a:r>
          </a:p>
        </p:txBody>
      </p:sp>
      <p:sp>
        <p:nvSpPr>
          <p:cNvPr id="36" name="">
            <a:extLst xmlns:a="http://schemas.openxmlformats.org/drawingml/2006/main">
              <a:ext uri="{FF2B5EF4-FFF2-40B4-BE49-F238E27FC236}">
                <a16:creationId xmlns:a16="http://schemas.microsoft.com/office/drawing/2014/main" id="{6A293350-AFE2-49D1-ADA0-208119D3D31C}"/>
              </a:ext>
            </a:extLst>
          </p:cNvPr>
          <p:cNvSpPr>
            <a:spLocks xmlns:a="http://schemas.openxmlformats.org/drawingml/2006/main" noGrp="1"/>
          </p:cNvSpPr>
          <p:nvPr/>
        </p:nvSpPr>
        <p:spPr>
          <a:xfrm xmlns:a="http://schemas.openxmlformats.org/drawingml/2006/main">
            <a:off x="6886575" y="367665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solicitud no se usó antes.</a:t>
            </a:r>
          </a:p>
        </p:txBody>
      </p:sp>
      <p:sp>
        <p:nvSpPr>
          <p:cNvPr id="37" name="">
            <a:extLst xmlns:a="http://schemas.openxmlformats.org/drawingml/2006/main">
              <a:ext uri="{FF2B5EF4-FFF2-40B4-BE49-F238E27FC236}">
                <a16:creationId xmlns:a16="http://schemas.microsoft.com/office/drawing/2014/main" id="{AC7803FB-58AE-489C-B58B-FAED9209A97A}"/>
              </a:ext>
            </a:extLst>
          </p:cNvPr>
          <p:cNvSpPr>
            <a:spLocks xmlns:a="http://schemas.openxmlformats.org/drawingml/2006/main" noGrp="1"/>
          </p:cNvSpPr>
          <p:nvPr/>
        </p:nvSpPr>
        <p:spPr>
          <a:xfrm xmlns:a="http://schemas.openxmlformats.org/drawingml/2006/main">
            <a:off x="6667500" y="4810125"/>
            <a:ext cx="4333875" cy="876300"/>
          </a:xfrm>
          <a:prstGeom xmlns:a="http://schemas.openxmlformats.org/drawingml/2006/main" prst="roundRect">
            <a:avLst>
              <a:gd name="adj" fmla="val 8696"/>
            </a:avLst>
          </a:prstGeom>
          <a:solidFill xmlns:a="http://schemas.openxmlformats.org/drawingml/2006/main">
            <a:srgbClr val="FFF2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CF2B904-03CA-46AE-84F8-A2AE802F5C66}"/>
              </a:ext>
            </a:extLst>
          </p:cNvPr>
          <p:cNvSpPr>
            <a:spLocks xmlns:a="http://schemas.openxmlformats.org/drawingml/2006/main" noGrp="1"/>
          </p:cNvSpPr>
          <p:nvPr/>
        </p:nvSpPr>
        <p:spPr>
          <a:xfrm xmlns:a="http://schemas.openxmlformats.org/drawingml/2006/main">
            <a:off x="6905625" y="49530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775109"/>
                </a:solidFill>
                <a:latin typeface="Aptos"/>
                <a:ea typeface="Aptos"/>
                <a:cs typeface="Aptos"/>
              </a:defRPr>
            </a:defPPr>
            <a:lvl1pPr algn="ctr">
              <a:buNone/>
              <a:defRPr sz="1500" b="1">
                <a:solidFill>
                  <a:srgbClr val="775109"/>
                </a:solidFill>
                <a:latin typeface="Aptos"/>
                <a:ea typeface="Aptos"/>
                <a:cs typeface="Aptos"/>
              </a:defRPr>
            </a:lvl1pPr>
            <a:lvl2pPr algn="ctr">
              <a:buNone/>
              <a:defRPr sz="1500" b="1">
                <a:solidFill>
                  <a:srgbClr val="775109"/>
                </a:solidFill>
                <a:latin typeface="Aptos"/>
                <a:ea typeface="Aptos"/>
                <a:cs typeface="Aptos"/>
              </a:defRPr>
            </a:lvl2pPr>
            <a:lvl3pPr algn="ctr">
              <a:buNone/>
              <a:defRPr sz="1500" b="1">
                <a:solidFill>
                  <a:srgbClr val="775109"/>
                </a:solidFill>
                <a:latin typeface="Aptos"/>
                <a:ea typeface="Aptos"/>
                <a:cs typeface="Aptos"/>
              </a:defRPr>
            </a:lvl3pPr>
            <a:lvl4pPr algn="ctr">
              <a:buNone/>
              <a:defRPr sz="1500" b="1">
                <a:solidFill>
                  <a:srgbClr val="775109"/>
                </a:solidFill>
                <a:latin typeface="Aptos"/>
                <a:ea typeface="Aptos"/>
                <a:cs typeface="Aptos"/>
              </a:defRPr>
            </a:lvl4pPr>
            <a:lvl5pPr algn="ctr">
              <a:buNone/>
              <a:defRPr sz="1500" b="1">
                <a:solidFill>
                  <a:srgbClr val="775109"/>
                </a:solidFill>
                <a:latin typeface="Aptos"/>
                <a:ea typeface="Aptos"/>
                <a:cs typeface="Aptos"/>
              </a:defRPr>
            </a:lvl5pPr>
            <a:lvl6pPr algn="ctr">
              <a:buNone/>
              <a:defRPr sz="1500" b="1">
                <a:solidFill>
                  <a:srgbClr val="775109"/>
                </a:solidFill>
                <a:latin typeface="Aptos"/>
                <a:ea typeface="Aptos"/>
                <a:cs typeface="Aptos"/>
              </a:defRPr>
            </a:lvl6pPr>
            <a:lvl7pPr algn="ctr">
              <a:buNone/>
              <a:defRPr sz="1500" b="1">
                <a:solidFill>
                  <a:srgbClr val="775109"/>
                </a:solidFill>
                <a:latin typeface="Aptos"/>
                <a:ea typeface="Aptos"/>
                <a:cs typeface="Aptos"/>
              </a:defRPr>
            </a:lvl7pPr>
            <a:lvl8pPr algn="ctr">
              <a:buNone/>
              <a:defRPr sz="1500" b="1">
                <a:solidFill>
                  <a:srgbClr val="775109"/>
                </a:solidFill>
                <a:latin typeface="Aptos"/>
                <a:ea typeface="Aptos"/>
                <a:cs typeface="Aptos"/>
              </a:defRPr>
            </a:lvl8pPr>
            <a:lvl9pPr algn="ctr">
              <a:buNone/>
              <a:defRPr sz="1500" b="1">
                <a:solidFill>
                  <a:srgbClr val="775109"/>
                </a:solidFill>
                <a:latin typeface="Aptos"/>
                <a:ea typeface="Aptos"/>
                <a:cs typeface="Aptos"/>
              </a:defRPr>
            </a:lvl9pPr>
          </a:lstStyle>
          <a:p xmlns:a="http://schemas.openxmlformats.org/drawingml/2006/main">
            <a:pPr algn="ctr">
              <a:buNone/>
              <a:defRPr sz="1500" b="1">
                <a:solidFill>
                  <a:srgbClr val="775109"/>
                </a:solidFill>
                <a:latin typeface="Aptos"/>
                <a:ea typeface="Aptos"/>
                <a:cs typeface="Aptos"/>
              </a:defRPr>
            </a:pPr>
            <a:r>
              <a:rPr sz="1500" b="1">
                <a:solidFill>
                  <a:srgbClr val="775109"/>
                </a:solidFill>
                <a:latin typeface="Aptos"/>
                <a:ea typeface="Aptos"/>
                <a:cs typeface="Aptos"/>
              </a:rPr>
              <a:t>La firma puede ser válida aunque la credencial haya sido revocada.</a:t>
            </a:r>
          </a:p>
        </p:txBody>
      </p:sp>
    </p:spTree>
    <p:extLst>
      <p:ext uri="{BB962C8B-B14F-4D97-AF65-F5344CB8AC3E}">
        <p14:creationId xmlns:p14="http://schemas.microsoft.com/office/powerpoint/2010/main" val="883628507"/>
      </p:ext>
    </p:extLst>
  </p:cSld>
</p:sld>
</file>

<file path=ppt/slides/slide2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1564019-B8E9-4987-BB78-CD33403AB0E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AUTORIZACIÓN</a:t>
            </a:r>
          </a:p>
        </p:txBody>
      </p:sp>
      <p:sp>
        <p:nvSpPr>
          <p:cNvPr id="2" name="">
            <a:extLst xmlns:a="http://schemas.openxmlformats.org/drawingml/2006/main">
              <a:ext uri="{FF2B5EF4-FFF2-40B4-BE49-F238E27FC236}">
                <a16:creationId xmlns:a16="http://schemas.microsoft.com/office/drawing/2014/main" id="{DCA12065-97C9-4F47-9CEC-80B2F408D09C}"/>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BF5F4272-4A55-4E7E-A7D1-B6EEFDB31FE6}"/>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Cada rol puede realizar acciones distintas</a:t>
            </a:r>
          </a:p>
        </p:txBody>
      </p:sp>
      <p:sp>
        <p:nvSpPr>
          <p:cNvPr id="4" name="">
            <a:extLst xmlns:a="http://schemas.openxmlformats.org/drawingml/2006/main">
              <a:ext uri="{FF2B5EF4-FFF2-40B4-BE49-F238E27FC236}">
                <a16:creationId xmlns:a16="http://schemas.microsoft.com/office/drawing/2014/main" id="{5855A6CE-95E1-42A5-A4BE-9F06CF3FC43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2E5F1CB-0A4A-4DD3-87BA-E7A1977A1833}"/>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7D4DF30E-0A83-4B9D-9487-BA0F209699C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22</a:t>
            </a:r>
          </a:p>
        </p:txBody>
      </p:sp>
      <p:sp>
        <p:nvSpPr>
          <p:cNvPr id="7" name="">
            <a:extLst xmlns:a="http://schemas.openxmlformats.org/drawingml/2006/main">
              <a:ext uri="{FF2B5EF4-FFF2-40B4-BE49-F238E27FC236}">
                <a16:creationId xmlns:a16="http://schemas.microsoft.com/office/drawing/2014/main" id="{42E6B118-591F-43EA-B42B-28B367F19C94}"/>
              </a:ext>
            </a:extLst>
          </p:cNvPr>
          <p:cNvSpPr>
            <a:spLocks xmlns:a="http://schemas.openxmlformats.org/drawingml/2006/main" noGrp="1"/>
          </p:cNvSpPr>
          <p:nvPr/>
        </p:nvSpPr>
        <p:spPr>
          <a:xfrm xmlns:a="http://schemas.openxmlformats.org/drawingml/2006/main">
            <a:off x="714375"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B6B3D68A-0EE6-4B8C-BA39-01815428C179}"/>
              </a:ext>
            </a:extLst>
          </p:cNvPr>
          <p:cNvSpPr>
            <a:spLocks xmlns:a="http://schemas.openxmlformats.org/drawingml/2006/main" noGrp="1"/>
          </p:cNvSpPr>
          <p:nvPr/>
        </p:nvSpPr>
        <p:spPr>
          <a:xfrm xmlns:a="http://schemas.openxmlformats.org/drawingml/2006/main">
            <a:off x="714375" y="1857375"/>
            <a:ext cx="3286125" cy="14287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81F37B5-397A-4575-9FE3-ED000854A97A}"/>
              </a:ext>
            </a:extLst>
          </p:cNvPr>
          <p:cNvSpPr>
            <a:spLocks xmlns:a="http://schemas.openxmlformats.org/drawingml/2006/main" noGrp="1"/>
          </p:cNvSpPr>
          <p:nvPr/>
        </p:nvSpPr>
        <p:spPr>
          <a:xfrm xmlns:a="http://schemas.openxmlformats.org/drawingml/2006/main">
            <a:off x="1072896" y="2198751"/>
            <a:ext cx="140208" cy="140208"/>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E44EBB6-31CA-4DFC-9967-515C2E703969}"/>
              </a:ext>
            </a:extLst>
          </p:cNvPr>
          <p:cNvSpPr>
            <a:spLocks xmlns:a="http://schemas.openxmlformats.org/drawingml/2006/main" noGrp="1"/>
          </p:cNvSpPr>
          <p:nvPr/>
        </p:nvSpPr>
        <p:spPr>
          <a:xfrm xmlns:a="http://schemas.openxmlformats.org/drawingml/2006/main">
            <a:off x="980885" y="2365248"/>
            <a:ext cx="324231" cy="227838"/>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76B005-2D6C-4591-B211-F86F1AFC223F}"/>
              </a:ext>
            </a:extLst>
          </p:cNvPr>
          <p:cNvSpPr>
            <a:spLocks xmlns:a="http://schemas.openxmlformats.org/drawingml/2006/main" noGrp="1"/>
          </p:cNvSpPr>
          <p:nvPr/>
        </p:nvSpPr>
        <p:spPr>
          <a:xfrm xmlns:a="http://schemas.openxmlformats.org/drawingml/2006/main">
            <a:off x="1533525"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ESTUDIANTE</a:t>
            </a:r>
          </a:p>
        </p:txBody>
      </p:sp>
      <p:sp>
        <p:nvSpPr>
          <p:cNvPr id="12" name="">
            <a:extLst xmlns:a="http://schemas.openxmlformats.org/drawingml/2006/main">
              <a:ext uri="{FF2B5EF4-FFF2-40B4-BE49-F238E27FC236}">
                <a16:creationId xmlns:a16="http://schemas.microsoft.com/office/drawing/2014/main" id="{F30FCE26-581F-4660-8B2E-1664A017832A}"/>
              </a:ext>
            </a:extLst>
          </p:cNvPr>
          <p:cNvSpPr>
            <a:spLocks xmlns:a="http://schemas.openxmlformats.org/drawingml/2006/main" noGrp="1"/>
          </p:cNvSpPr>
          <p:nvPr/>
        </p:nvSpPr>
        <p:spPr>
          <a:xfrm xmlns:a="http://schemas.openxmlformats.org/drawingml/2006/main">
            <a:off x="923925"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Recibir credenciales</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Compartirlas si acepta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Registrar asistencia</a:t>
            </a:r>
          </a:p>
        </p:txBody>
      </p:sp>
      <p:sp>
        <p:nvSpPr>
          <p:cNvPr id="13" name="">
            <a:extLst xmlns:a="http://schemas.openxmlformats.org/drawingml/2006/main">
              <a:ext uri="{FF2B5EF4-FFF2-40B4-BE49-F238E27FC236}">
                <a16:creationId xmlns:a16="http://schemas.microsoft.com/office/drawing/2014/main" id="{4FA87E04-DD6D-46FD-8C24-FB47D9CA1B40}"/>
              </a:ext>
            </a:extLst>
          </p:cNvPr>
          <p:cNvSpPr>
            <a:spLocks xmlns:a="http://schemas.openxmlformats.org/drawingml/2006/main" noGrp="1"/>
          </p:cNvSpPr>
          <p:nvPr/>
        </p:nvSpPr>
        <p:spPr>
          <a:xfrm xmlns:a="http://schemas.openxmlformats.org/drawingml/2006/main">
            <a:off x="4476750"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14" name="">
            <a:extLst xmlns:a="http://schemas.openxmlformats.org/drawingml/2006/main">
              <a:ext uri="{FF2B5EF4-FFF2-40B4-BE49-F238E27FC236}">
                <a16:creationId xmlns:a16="http://schemas.microsoft.com/office/drawing/2014/main" id="{CD127526-90B6-4382-87ED-E6857BA0A60C}"/>
              </a:ext>
            </a:extLst>
          </p:cNvPr>
          <p:cNvSpPr>
            <a:spLocks xmlns:a="http://schemas.openxmlformats.org/drawingml/2006/main" noGrp="1"/>
          </p:cNvSpPr>
          <p:nvPr/>
        </p:nvSpPr>
        <p:spPr>
          <a:xfrm xmlns:a="http://schemas.openxmlformats.org/drawingml/2006/main">
            <a:off x="4476750" y="1857375"/>
            <a:ext cx="3286125" cy="1428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ED6DB62-6E8E-445F-923E-D3C7E3A396E2}"/>
              </a:ext>
            </a:extLst>
          </p:cNvPr>
          <p:cNvSpPr>
            <a:spLocks xmlns:a="http://schemas.openxmlformats.org/drawingml/2006/main" noGrp="1"/>
          </p:cNvSpPr>
          <p:nvPr/>
        </p:nvSpPr>
        <p:spPr>
          <a:xfrm xmlns:a="http://schemas.openxmlformats.org/drawingml/2006/main">
            <a:off x="4835271" y="2198751"/>
            <a:ext cx="140208" cy="140208"/>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CCD3C4D-7D99-46D6-A94C-3021AAEA6F73}"/>
              </a:ext>
            </a:extLst>
          </p:cNvPr>
          <p:cNvSpPr>
            <a:spLocks xmlns:a="http://schemas.openxmlformats.org/drawingml/2006/main" noGrp="1"/>
          </p:cNvSpPr>
          <p:nvPr/>
        </p:nvSpPr>
        <p:spPr>
          <a:xfrm xmlns:a="http://schemas.openxmlformats.org/drawingml/2006/main">
            <a:off x="4743260" y="2365248"/>
            <a:ext cx="324231" cy="227838"/>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2542AA4-CB4D-447F-962E-F5FC00E00072}"/>
              </a:ext>
            </a:extLst>
          </p:cNvPr>
          <p:cNvSpPr>
            <a:spLocks xmlns:a="http://schemas.openxmlformats.org/drawingml/2006/main" noGrp="1"/>
          </p:cNvSpPr>
          <p:nvPr/>
        </p:nvSpPr>
        <p:spPr>
          <a:xfrm xmlns:a="http://schemas.openxmlformats.org/drawingml/2006/main">
            <a:off x="5295900"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DOCENTE</a:t>
            </a:r>
          </a:p>
        </p:txBody>
      </p:sp>
      <p:sp>
        <p:nvSpPr>
          <p:cNvPr id="18" name="">
            <a:extLst xmlns:a="http://schemas.openxmlformats.org/drawingml/2006/main">
              <a:ext uri="{FF2B5EF4-FFF2-40B4-BE49-F238E27FC236}">
                <a16:creationId xmlns:a16="http://schemas.microsoft.com/office/drawing/2014/main" id="{ED3A8AE9-598E-41D5-8482-DCE586CAE984}"/>
              </a:ext>
            </a:extLst>
          </p:cNvPr>
          <p:cNvSpPr>
            <a:spLocks xmlns:a="http://schemas.openxmlformats.org/drawingml/2006/main" noGrp="1"/>
          </p:cNvSpPr>
          <p:nvPr/>
        </p:nvSpPr>
        <p:spPr>
          <a:xfrm xmlns:a="http://schemas.openxmlformats.org/drawingml/2006/main">
            <a:off x="4686300"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Pedir una verificación</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Abrir y cerrar asistencia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Ver quién asistió</a:t>
            </a:r>
          </a:p>
        </p:txBody>
      </p:sp>
      <p:sp>
        <p:nvSpPr>
          <p:cNvPr id="19" name="">
            <a:extLst xmlns:a="http://schemas.openxmlformats.org/drawingml/2006/main">
              <a:ext uri="{FF2B5EF4-FFF2-40B4-BE49-F238E27FC236}">
                <a16:creationId xmlns:a16="http://schemas.microsoft.com/office/drawing/2014/main" id="{9F1E808E-C902-484E-B872-4D7C26C9396A}"/>
              </a:ext>
            </a:extLst>
          </p:cNvPr>
          <p:cNvSpPr>
            <a:spLocks xmlns:a="http://schemas.openxmlformats.org/drawingml/2006/main" noGrp="1"/>
          </p:cNvSpPr>
          <p:nvPr/>
        </p:nvSpPr>
        <p:spPr>
          <a:xfrm xmlns:a="http://schemas.openxmlformats.org/drawingml/2006/main">
            <a:off x="8239125"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1788A76F-B30C-43EB-BA5C-289463F61CDF}"/>
              </a:ext>
            </a:extLst>
          </p:cNvPr>
          <p:cNvSpPr>
            <a:spLocks xmlns:a="http://schemas.openxmlformats.org/drawingml/2006/main" noGrp="1"/>
          </p:cNvSpPr>
          <p:nvPr/>
        </p:nvSpPr>
        <p:spPr>
          <a:xfrm xmlns:a="http://schemas.openxmlformats.org/drawingml/2006/main">
            <a:off x="8239125" y="1857375"/>
            <a:ext cx="3286125" cy="14287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9299EEC-4333-4ED8-94BD-788351409294}"/>
              </a:ext>
            </a:extLst>
          </p:cNvPr>
          <p:cNvSpPr>
            <a:spLocks xmlns:a="http://schemas.openxmlformats.org/drawingml/2006/main" noGrp="1"/>
          </p:cNvSpPr>
          <p:nvPr/>
        </p:nvSpPr>
        <p:spPr>
          <a:xfrm xmlns:a="http://schemas.openxmlformats.org/drawingml/2006/main">
            <a:off x="8448675" y="2181225"/>
            <a:ext cx="438150" cy="118301"/>
          </a:xfrm>
          <a:prstGeom xmlns:a="http://schemas.openxmlformats.org/drawingml/2006/main" prst="triangle">
            <a:avLst/>
          </a:prstGeom>
          <a:solidFill xmlns:a="http://schemas.openxmlformats.org/drawingml/2006/main">
            <a:srgbClr val="F2B54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315B9B1-34BD-48F3-AE4A-4BCF4B215051}"/>
              </a:ext>
            </a:extLst>
          </p:cNvPr>
          <p:cNvSpPr>
            <a:spLocks xmlns:a="http://schemas.openxmlformats.org/drawingml/2006/main" noGrp="1"/>
          </p:cNvSpPr>
          <p:nvPr/>
        </p:nvSpPr>
        <p:spPr>
          <a:xfrm xmlns:a="http://schemas.openxmlformats.org/drawingml/2006/main">
            <a:off x="8483727" y="2303907"/>
            <a:ext cx="368046" cy="30671"/>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A9BE6A1-C3AF-4AD2-8442-5A7D4F3D5B2A}"/>
              </a:ext>
            </a:extLst>
          </p:cNvPr>
          <p:cNvSpPr>
            <a:spLocks xmlns:a="http://schemas.openxmlformats.org/drawingml/2006/main" noGrp="1"/>
          </p:cNvSpPr>
          <p:nvPr/>
        </p:nvSpPr>
        <p:spPr>
          <a:xfrm xmlns:a="http://schemas.openxmlformats.org/drawingml/2006/main">
            <a:off x="8510016"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10BA613C-B964-440F-9047-5BD54C3C1760}"/>
              </a:ext>
            </a:extLst>
          </p:cNvPr>
          <p:cNvSpPr>
            <a:spLocks xmlns:a="http://schemas.openxmlformats.org/drawingml/2006/main" noGrp="1"/>
          </p:cNvSpPr>
          <p:nvPr/>
        </p:nvSpPr>
        <p:spPr>
          <a:xfrm xmlns:a="http://schemas.openxmlformats.org/drawingml/2006/main">
            <a:off x="8606409"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D5B06CDB-0D64-4BFB-831C-E9FB225A0FEA}"/>
              </a:ext>
            </a:extLst>
          </p:cNvPr>
          <p:cNvSpPr>
            <a:spLocks xmlns:a="http://schemas.openxmlformats.org/drawingml/2006/main" noGrp="1"/>
          </p:cNvSpPr>
          <p:nvPr/>
        </p:nvSpPr>
        <p:spPr>
          <a:xfrm xmlns:a="http://schemas.openxmlformats.org/drawingml/2006/main">
            <a:off x="8702802"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E7F57B1B-D28A-4F2B-A17C-0B36BC5216C6}"/>
              </a:ext>
            </a:extLst>
          </p:cNvPr>
          <p:cNvSpPr>
            <a:spLocks xmlns:a="http://schemas.openxmlformats.org/drawingml/2006/main" noGrp="1"/>
          </p:cNvSpPr>
          <p:nvPr/>
        </p:nvSpPr>
        <p:spPr>
          <a:xfrm xmlns:a="http://schemas.openxmlformats.org/drawingml/2006/main">
            <a:off x="8799195"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B4F7FC19-9DCE-492D-8338-199B99934D3C}"/>
              </a:ext>
            </a:extLst>
          </p:cNvPr>
          <p:cNvSpPr>
            <a:spLocks xmlns:a="http://schemas.openxmlformats.org/drawingml/2006/main" noGrp="1"/>
          </p:cNvSpPr>
          <p:nvPr/>
        </p:nvSpPr>
        <p:spPr>
          <a:xfrm xmlns:a="http://schemas.openxmlformats.org/drawingml/2006/main">
            <a:off x="8466201" y="2544890"/>
            <a:ext cx="403098" cy="35052"/>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51B3203-C930-494D-A662-3A662EB50581}"/>
              </a:ext>
            </a:extLst>
          </p:cNvPr>
          <p:cNvSpPr>
            <a:spLocks xmlns:a="http://schemas.openxmlformats.org/drawingml/2006/main" noGrp="1"/>
          </p:cNvSpPr>
          <p:nvPr/>
        </p:nvSpPr>
        <p:spPr>
          <a:xfrm xmlns:a="http://schemas.openxmlformats.org/drawingml/2006/main">
            <a:off x="9058275"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buNone/>
              <a:defRPr sz="1425" b="1">
                <a:solidFill>
                  <a:srgbClr val="F2B544"/>
                </a:solidFill>
                <a:latin typeface="Aptos"/>
                <a:ea typeface="Aptos"/>
                <a:cs typeface="Aptos"/>
              </a:defRPr>
            </a:lvl1pPr>
            <a:lvl2pPr algn="l">
              <a:buNone/>
              <a:defRPr sz="1425" b="1">
                <a:solidFill>
                  <a:srgbClr val="F2B544"/>
                </a:solidFill>
                <a:latin typeface="Aptos"/>
                <a:ea typeface="Aptos"/>
                <a:cs typeface="Aptos"/>
              </a:defRPr>
            </a:lvl2pPr>
            <a:lvl3pPr algn="l">
              <a:buNone/>
              <a:defRPr sz="1425" b="1">
                <a:solidFill>
                  <a:srgbClr val="F2B544"/>
                </a:solidFill>
                <a:latin typeface="Aptos"/>
                <a:ea typeface="Aptos"/>
                <a:cs typeface="Aptos"/>
              </a:defRPr>
            </a:lvl3pPr>
            <a:lvl4pPr algn="l">
              <a:buNone/>
              <a:defRPr sz="1425" b="1">
                <a:solidFill>
                  <a:srgbClr val="F2B544"/>
                </a:solidFill>
                <a:latin typeface="Aptos"/>
                <a:ea typeface="Aptos"/>
                <a:cs typeface="Aptos"/>
              </a:defRPr>
            </a:lvl4pPr>
            <a:lvl5pPr algn="l">
              <a:buNone/>
              <a:defRPr sz="1425" b="1">
                <a:solidFill>
                  <a:srgbClr val="F2B544"/>
                </a:solidFill>
                <a:latin typeface="Aptos"/>
                <a:ea typeface="Aptos"/>
                <a:cs typeface="Aptos"/>
              </a:defRPr>
            </a:lvl5pPr>
            <a:lvl6pPr algn="l">
              <a:buNone/>
              <a:defRPr sz="1425" b="1">
                <a:solidFill>
                  <a:srgbClr val="F2B544"/>
                </a:solidFill>
                <a:latin typeface="Aptos"/>
                <a:ea typeface="Aptos"/>
                <a:cs typeface="Aptos"/>
              </a:defRPr>
            </a:lvl6pPr>
            <a:lvl7pPr algn="l">
              <a:buNone/>
              <a:defRPr sz="1425" b="1">
                <a:solidFill>
                  <a:srgbClr val="F2B544"/>
                </a:solidFill>
                <a:latin typeface="Aptos"/>
                <a:ea typeface="Aptos"/>
                <a:cs typeface="Aptos"/>
              </a:defRPr>
            </a:lvl7pPr>
            <a:lvl8pPr algn="l">
              <a:buNone/>
              <a:defRPr sz="1425" b="1">
                <a:solidFill>
                  <a:srgbClr val="F2B544"/>
                </a:solidFill>
                <a:latin typeface="Aptos"/>
                <a:ea typeface="Aptos"/>
                <a:cs typeface="Aptos"/>
              </a:defRPr>
            </a:lvl8pPr>
            <a:lvl9pPr algn="l">
              <a:buNone/>
              <a:defRPr sz="1425" b="1">
                <a:solidFill>
                  <a:srgbClr val="F2B544"/>
                </a:solidFill>
                <a:latin typeface="Aptos"/>
                <a:ea typeface="Aptos"/>
                <a:cs typeface="Aptos"/>
              </a:defRPr>
            </a:lvl9pPr>
          </a:lstStyle>
          <a:p xmlns:a="http://schemas.openxmlformats.org/drawingml/2006/main">
            <a:pPr algn="l">
              <a:buNone/>
              <a:defRPr sz="1425" b="1">
                <a:solidFill>
                  <a:srgbClr val="F2B544"/>
                </a:solidFill>
                <a:latin typeface="Aptos"/>
                <a:ea typeface="Aptos"/>
                <a:cs typeface="Aptos"/>
              </a:defRPr>
            </a:pPr>
            <a:r>
              <a:rPr sz="1425" b="1">
                <a:solidFill>
                  <a:srgbClr val="F2B544"/>
                </a:solidFill>
                <a:latin typeface="Aptos"/>
                <a:ea typeface="Aptos"/>
                <a:cs typeface="Aptos"/>
              </a:rPr>
              <a:t>INSTITUCIÓN</a:t>
            </a:r>
          </a:p>
        </p:txBody>
      </p:sp>
      <p:sp>
        <p:nvSpPr>
          <p:cNvPr id="29" name="">
            <a:extLst xmlns:a="http://schemas.openxmlformats.org/drawingml/2006/main">
              <a:ext uri="{FF2B5EF4-FFF2-40B4-BE49-F238E27FC236}">
                <a16:creationId xmlns:a16="http://schemas.microsoft.com/office/drawing/2014/main" id="{F22330F1-06E3-49F1-8317-379823CFE9F3}"/>
              </a:ext>
            </a:extLst>
          </p:cNvPr>
          <p:cNvSpPr>
            <a:spLocks xmlns:a="http://schemas.openxmlformats.org/drawingml/2006/main" noGrp="1"/>
          </p:cNvSpPr>
          <p:nvPr/>
        </p:nvSpPr>
        <p:spPr>
          <a:xfrm xmlns:a="http://schemas.openxmlformats.org/drawingml/2006/main">
            <a:off x="8448675"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Emitir según su área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Revocar credenciales de su área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Gestionar constancias</a:t>
            </a:r>
          </a:p>
        </p:txBody>
      </p:sp>
      <p:sp>
        <p:nvSpPr>
          <p:cNvPr id="30" name="">
            <a:extLst xmlns:a="http://schemas.openxmlformats.org/drawingml/2006/main">
              <a:ext uri="{FF2B5EF4-FFF2-40B4-BE49-F238E27FC236}">
                <a16:creationId xmlns:a16="http://schemas.microsoft.com/office/drawing/2014/main" id="{FA4C0B1C-8492-4545-B1E4-B79F9B316E9B}"/>
              </a:ext>
            </a:extLst>
          </p:cNvPr>
          <p:cNvSpPr>
            <a:spLocks xmlns:a="http://schemas.openxmlformats.org/drawingml/2006/main" noGrp="1"/>
          </p:cNvSpPr>
          <p:nvPr/>
        </p:nvSpPr>
        <p:spPr>
          <a:xfrm xmlns:a="http://schemas.openxmlformats.org/drawingml/2006/main">
            <a:off x="914400" y="4857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72554"/>
                </a:solidFill>
                <a:latin typeface="Aptos"/>
                <a:ea typeface="Aptos"/>
                <a:cs typeface="Aptos"/>
              </a:defRPr>
            </a:defPPr>
            <a:lvl1pPr algn="l">
              <a:buNone/>
              <a:defRPr sz="1350" b="1">
                <a:solidFill>
                  <a:srgbClr val="172554"/>
                </a:solidFill>
                <a:latin typeface="Aptos"/>
                <a:ea typeface="Aptos"/>
                <a:cs typeface="Aptos"/>
              </a:defRPr>
            </a:lvl1pPr>
            <a:lvl2pPr algn="l">
              <a:buNone/>
              <a:defRPr sz="1350" b="1">
                <a:solidFill>
                  <a:srgbClr val="172554"/>
                </a:solidFill>
                <a:latin typeface="Aptos"/>
                <a:ea typeface="Aptos"/>
                <a:cs typeface="Aptos"/>
              </a:defRPr>
            </a:lvl2pPr>
            <a:lvl3pPr algn="l">
              <a:buNone/>
              <a:defRPr sz="1350" b="1">
                <a:solidFill>
                  <a:srgbClr val="172554"/>
                </a:solidFill>
                <a:latin typeface="Aptos"/>
                <a:ea typeface="Aptos"/>
                <a:cs typeface="Aptos"/>
              </a:defRPr>
            </a:lvl3pPr>
            <a:lvl4pPr algn="l">
              <a:buNone/>
              <a:defRPr sz="1350" b="1">
                <a:solidFill>
                  <a:srgbClr val="172554"/>
                </a:solidFill>
                <a:latin typeface="Aptos"/>
                <a:ea typeface="Aptos"/>
                <a:cs typeface="Aptos"/>
              </a:defRPr>
            </a:lvl4pPr>
            <a:lvl5pPr algn="l">
              <a:buNone/>
              <a:defRPr sz="1350" b="1">
                <a:solidFill>
                  <a:srgbClr val="172554"/>
                </a:solidFill>
                <a:latin typeface="Aptos"/>
                <a:ea typeface="Aptos"/>
                <a:cs typeface="Aptos"/>
              </a:defRPr>
            </a:lvl5pPr>
            <a:lvl6pPr algn="l">
              <a:buNone/>
              <a:defRPr sz="1350" b="1">
                <a:solidFill>
                  <a:srgbClr val="172554"/>
                </a:solidFill>
                <a:latin typeface="Aptos"/>
                <a:ea typeface="Aptos"/>
                <a:cs typeface="Aptos"/>
              </a:defRPr>
            </a:lvl6pPr>
            <a:lvl7pPr algn="l">
              <a:buNone/>
              <a:defRPr sz="1350" b="1">
                <a:solidFill>
                  <a:srgbClr val="172554"/>
                </a:solidFill>
                <a:latin typeface="Aptos"/>
                <a:ea typeface="Aptos"/>
                <a:cs typeface="Aptos"/>
              </a:defRPr>
            </a:lvl7pPr>
            <a:lvl8pPr algn="l">
              <a:buNone/>
              <a:defRPr sz="1350" b="1">
                <a:solidFill>
                  <a:srgbClr val="172554"/>
                </a:solidFill>
                <a:latin typeface="Aptos"/>
                <a:ea typeface="Aptos"/>
                <a:cs typeface="Aptos"/>
              </a:defRPr>
            </a:lvl8pPr>
            <a:lvl9pPr algn="l">
              <a:buNone/>
              <a:defRPr sz="1350" b="1">
                <a:solidFill>
                  <a:srgbClr val="172554"/>
                </a:solidFill>
                <a:latin typeface="Aptos"/>
                <a:ea typeface="Aptos"/>
                <a:cs typeface="Aptos"/>
              </a:defRPr>
            </a:lvl9pPr>
          </a:lstStyle>
          <a:p xmlns:a="http://schemas.openxmlformats.org/drawingml/2006/main">
            <a:pPr algn="l">
              <a:buNone/>
              <a:defRPr sz="1350" b="1">
                <a:solidFill>
                  <a:srgbClr val="172554"/>
                </a:solidFill>
                <a:latin typeface="Aptos"/>
                <a:ea typeface="Aptos"/>
                <a:cs typeface="Aptos"/>
              </a:defRPr>
            </a:pPr>
            <a:r>
              <a:rPr sz="1350" b="1">
                <a:solidFill>
                  <a:srgbClr val="172554"/>
                </a:solidFill>
                <a:latin typeface="Aptos"/>
                <a:ea typeface="Aptos"/>
                <a:cs typeface="Aptos"/>
              </a:rPr>
              <a:t>Cada área gestiona sus propios datos</a:t>
            </a:r>
          </a:p>
        </p:txBody>
      </p:sp>
      <p:sp>
        <p:nvSpPr>
          <p:cNvPr id="31" name="">
            <a:extLst xmlns:a="http://schemas.openxmlformats.org/drawingml/2006/main">
              <a:ext uri="{FF2B5EF4-FFF2-40B4-BE49-F238E27FC236}">
                <a16:creationId xmlns:a16="http://schemas.microsoft.com/office/drawing/2014/main" id="{4BAF6C19-2005-474C-BC8B-FABB53D09627}"/>
              </a:ext>
            </a:extLst>
          </p:cNvPr>
          <p:cNvSpPr>
            <a:spLocks xmlns:a="http://schemas.openxmlformats.org/drawingml/2006/main" noGrp="1"/>
          </p:cNvSpPr>
          <p:nvPr/>
        </p:nvSpPr>
        <p:spPr>
          <a:xfrm xmlns:a="http://schemas.openxmlformats.org/drawingml/2006/main">
            <a:off x="2952750" y="4819650"/>
            <a:ext cx="809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536276"/>
                </a:solidFill>
                <a:latin typeface="Aptos"/>
                <a:ea typeface="Aptos"/>
                <a:cs typeface="Aptos"/>
              </a:defRPr>
            </a:defPPr>
            <a:lvl1pPr algn="l">
              <a:buNone/>
              <a:defRPr sz="1500" b="0">
                <a:solidFill>
                  <a:srgbClr val="536276"/>
                </a:solidFill>
                <a:latin typeface="Aptos"/>
                <a:ea typeface="Aptos"/>
                <a:cs typeface="Aptos"/>
              </a:defRPr>
            </a:lvl1pPr>
            <a:lvl2pPr algn="l">
              <a:buNone/>
              <a:defRPr sz="1500" b="0">
                <a:solidFill>
                  <a:srgbClr val="536276"/>
                </a:solidFill>
                <a:latin typeface="Aptos"/>
                <a:ea typeface="Aptos"/>
                <a:cs typeface="Aptos"/>
              </a:defRPr>
            </a:lvl2pPr>
            <a:lvl3pPr algn="l">
              <a:buNone/>
              <a:defRPr sz="1500" b="0">
                <a:solidFill>
                  <a:srgbClr val="536276"/>
                </a:solidFill>
                <a:latin typeface="Aptos"/>
                <a:ea typeface="Aptos"/>
                <a:cs typeface="Aptos"/>
              </a:defRPr>
            </a:lvl3pPr>
            <a:lvl4pPr algn="l">
              <a:buNone/>
              <a:defRPr sz="1500" b="0">
                <a:solidFill>
                  <a:srgbClr val="536276"/>
                </a:solidFill>
                <a:latin typeface="Aptos"/>
                <a:ea typeface="Aptos"/>
                <a:cs typeface="Aptos"/>
              </a:defRPr>
            </a:lvl4pPr>
            <a:lvl5pPr algn="l">
              <a:buNone/>
              <a:defRPr sz="1500" b="0">
                <a:solidFill>
                  <a:srgbClr val="536276"/>
                </a:solidFill>
                <a:latin typeface="Aptos"/>
                <a:ea typeface="Aptos"/>
                <a:cs typeface="Aptos"/>
              </a:defRPr>
            </a:lvl5pPr>
            <a:lvl6pPr algn="l">
              <a:buNone/>
              <a:defRPr sz="1500" b="0">
                <a:solidFill>
                  <a:srgbClr val="536276"/>
                </a:solidFill>
                <a:latin typeface="Aptos"/>
                <a:ea typeface="Aptos"/>
                <a:cs typeface="Aptos"/>
              </a:defRPr>
            </a:lvl6pPr>
            <a:lvl7pPr algn="l">
              <a:buNone/>
              <a:defRPr sz="1500" b="0">
                <a:solidFill>
                  <a:srgbClr val="536276"/>
                </a:solidFill>
                <a:latin typeface="Aptos"/>
                <a:ea typeface="Aptos"/>
                <a:cs typeface="Aptos"/>
              </a:defRPr>
            </a:lvl7pPr>
            <a:lvl8pPr algn="l">
              <a:buNone/>
              <a:defRPr sz="1500" b="0">
                <a:solidFill>
                  <a:srgbClr val="536276"/>
                </a:solidFill>
                <a:latin typeface="Aptos"/>
                <a:ea typeface="Aptos"/>
                <a:cs typeface="Aptos"/>
              </a:defRPr>
            </a:lvl8pPr>
            <a:lvl9pPr algn="l">
              <a:buNone/>
              <a:defRPr sz="1500" b="0">
                <a:solidFill>
                  <a:srgbClr val="536276"/>
                </a:solidFill>
                <a:latin typeface="Aptos"/>
                <a:ea typeface="Aptos"/>
                <a:cs typeface="Aptos"/>
              </a:defRPr>
            </a:lvl9pPr>
          </a:lstStyle>
          <a:p xmlns:a="http://schemas.openxmlformats.org/drawingml/2006/main">
            <a:pPr algn="l">
              <a:buNone/>
              <a:defRPr sz="1500" b="0">
                <a:solidFill>
                  <a:srgbClr val="536276"/>
                </a:solidFill>
                <a:latin typeface="Aptos"/>
                <a:ea typeface="Aptos"/>
                <a:cs typeface="Aptos"/>
              </a:defRPr>
            </a:pPr>
            <a:r>
              <a:rPr sz="1500" b="0">
                <a:solidFill>
                  <a:srgbClr val="536276"/>
                </a:solidFill>
                <a:latin typeface="Aptos"/>
                <a:ea typeface="Aptos"/>
                <a:cs typeface="Aptos"/>
              </a:rPr>
              <a:t>El área académica emite notas y regularidad; biblioteca y gimnasio emiten sus propias constancias.</a:t>
            </a:r>
          </a:p>
        </p:txBody>
      </p:sp>
    </p:spTree>
    <p:extLst>
      <p:ext uri="{BB962C8B-B14F-4D97-AF65-F5344CB8AC3E}">
        <p14:creationId xmlns:p14="http://schemas.microsoft.com/office/powerpoint/2010/main" val="852537071"/>
      </p:ext>
    </p:extLst>
  </p:cSld>
</p:sld>
</file>

<file path=ppt/slides/slide2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9" name="">
            <a:extLst xmlns:a="http://schemas.openxmlformats.org/drawingml/2006/main">
              <a:ext uri="{FF2B5EF4-FFF2-40B4-BE49-F238E27FC236}">
                <a16:creationId xmlns:a16="http://schemas.microsoft.com/office/drawing/2014/main" id="{DAFCA6B0-59A7-4FCD-85D3-3FB1B58D2DD6}"/>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ASISTENCIA</a:t>
            </a:r>
          </a:p>
        </p:txBody>
      </p:sp>
      <p:sp>
        <p:nvSpPr>
          <p:cNvPr id="2" name="">
            <a:extLst xmlns:a="http://schemas.openxmlformats.org/drawingml/2006/main">
              <a:ext uri="{FF2B5EF4-FFF2-40B4-BE49-F238E27FC236}">
                <a16:creationId xmlns:a16="http://schemas.microsoft.com/office/drawing/2014/main" id="{9D3A161A-BCBB-4E24-A58A-7C18497F441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4918976A-AD15-4616-9C57-997C95EC3FA7}"/>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asistencia se registra una vez por estudiante</a:t>
            </a:r>
          </a:p>
        </p:txBody>
      </p:sp>
      <p:sp>
        <p:nvSpPr>
          <p:cNvPr id="4" name="">
            <a:extLst xmlns:a="http://schemas.openxmlformats.org/drawingml/2006/main">
              <a:ext uri="{FF2B5EF4-FFF2-40B4-BE49-F238E27FC236}">
                <a16:creationId xmlns:a16="http://schemas.microsoft.com/office/drawing/2014/main" id="{279C8599-3E40-4C6D-AF28-52AFFF5744A4}"/>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B7ACD10-3A12-45A6-AB44-C72FFF63EF9D}"/>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936844EE-7CF8-4416-83F5-99CE4330EEA2}"/>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23</a:t>
            </a:r>
          </a:p>
        </p:txBody>
      </p:sp>
      <p:sp>
        <p:nvSpPr>
          <p:cNvPr id="7" name="">
            <a:extLst xmlns:a="http://schemas.openxmlformats.org/drawingml/2006/main">
              <a:ext uri="{FF2B5EF4-FFF2-40B4-BE49-F238E27FC236}">
                <a16:creationId xmlns:a16="http://schemas.microsoft.com/office/drawing/2014/main" id="{B429CE54-6156-49BA-A001-AA95D1E22303}"/>
              </a:ext>
            </a:extLst>
          </p:cNvPr>
          <p:cNvSpPr>
            <a:spLocks xmlns:a="http://schemas.openxmlformats.org/drawingml/2006/main" noGrp="1"/>
          </p:cNvSpPr>
          <p:nvPr/>
        </p:nvSpPr>
        <p:spPr>
          <a:xfrm xmlns:a="http://schemas.openxmlformats.org/drawingml/2006/main">
            <a:off x="5524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9869A52E-82DC-41C1-951F-68282A4F3F6F}"/>
              </a:ext>
            </a:extLst>
          </p:cNvPr>
          <p:cNvSpPr>
            <a:spLocks xmlns:a="http://schemas.openxmlformats.org/drawingml/2006/main" noGrp="1"/>
          </p:cNvSpPr>
          <p:nvPr/>
        </p:nvSpPr>
        <p:spPr>
          <a:xfrm xmlns:a="http://schemas.openxmlformats.org/drawingml/2006/main">
            <a:off x="552450" y="1714500"/>
            <a:ext cx="76200" cy="10953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26E4AB4-8688-44F1-AAE7-55007978B06B}"/>
              </a:ext>
            </a:extLst>
          </p:cNvPr>
          <p:cNvSpPr>
            <a:spLocks xmlns:a="http://schemas.openxmlformats.org/drawingml/2006/main" noGrp="1"/>
          </p:cNvSpPr>
          <p:nvPr/>
        </p:nvSpPr>
        <p:spPr>
          <a:xfrm xmlns:a="http://schemas.openxmlformats.org/drawingml/2006/main">
            <a:off x="76200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Docente</a:t>
            </a:r>
          </a:p>
        </p:txBody>
      </p:sp>
      <p:sp>
        <p:nvSpPr>
          <p:cNvPr id="10" name="">
            <a:extLst xmlns:a="http://schemas.openxmlformats.org/drawingml/2006/main">
              <a:ext uri="{FF2B5EF4-FFF2-40B4-BE49-F238E27FC236}">
                <a16:creationId xmlns:a16="http://schemas.microsoft.com/office/drawing/2014/main" id="{E48F39C1-5BE1-4536-BFD3-A45D7CD87B4E}"/>
              </a:ext>
            </a:extLst>
          </p:cNvPr>
          <p:cNvSpPr>
            <a:spLocks xmlns:a="http://schemas.openxmlformats.org/drawingml/2006/main" noGrp="1"/>
          </p:cNvSpPr>
          <p:nvPr/>
        </p:nvSpPr>
        <p:spPr>
          <a:xfrm xmlns:a="http://schemas.openxmlformats.org/drawingml/2006/main">
            <a:off x="76200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abre la sesión</a:t>
            </a:r>
          </a:p>
        </p:txBody>
      </p:sp>
      <p:sp>
        <p:nvSpPr>
          <p:cNvPr id="11" name="">
            <a:extLst xmlns:a="http://schemas.openxmlformats.org/drawingml/2006/main">
              <a:ext uri="{FF2B5EF4-FFF2-40B4-BE49-F238E27FC236}">
                <a16:creationId xmlns:a16="http://schemas.microsoft.com/office/drawing/2014/main" id="{00B91B2A-51AD-4963-89D5-A9AD5022D4AB}"/>
              </a:ext>
            </a:extLst>
          </p:cNvPr>
          <p:cNvSpPr>
            <a:spLocks xmlns:a="http://schemas.openxmlformats.org/drawingml/2006/main" noGrp="1"/>
          </p:cNvSpPr>
          <p:nvPr/>
        </p:nvSpPr>
        <p:spPr>
          <a:xfrm xmlns:a="http://schemas.openxmlformats.org/drawingml/2006/main">
            <a:off x="1475232" y="1364742"/>
            <a:ext cx="97536" cy="97536"/>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D133B1A-B9A8-4CD4-BA8F-00EA6144B094}"/>
              </a:ext>
            </a:extLst>
          </p:cNvPr>
          <p:cNvSpPr>
            <a:spLocks xmlns:a="http://schemas.openxmlformats.org/drawingml/2006/main" noGrp="1"/>
          </p:cNvSpPr>
          <p:nvPr/>
        </p:nvSpPr>
        <p:spPr>
          <a:xfrm xmlns:a="http://schemas.openxmlformats.org/drawingml/2006/main">
            <a:off x="1411224" y="1480566"/>
            <a:ext cx="225552" cy="158496"/>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09E42D7-CF46-45B4-A9E9-2FFEA047FC3F}"/>
              </a:ext>
            </a:extLst>
          </p:cNvPr>
          <p:cNvSpPr>
            <a:spLocks xmlns:a="http://schemas.openxmlformats.org/drawingml/2006/main" noGrp="1"/>
          </p:cNvSpPr>
          <p:nvPr/>
        </p:nvSpPr>
        <p:spPr>
          <a:xfrm xmlns:a="http://schemas.openxmlformats.org/drawingml/2006/main">
            <a:off x="252412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2E9AC9-B6BB-4ADB-AE2B-B889A3AD5BF2}"/>
              </a:ext>
            </a:extLst>
          </p:cNvPr>
          <p:cNvSpPr>
            <a:spLocks xmlns:a="http://schemas.openxmlformats.org/drawingml/2006/main" noGrp="1"/>
          </p:cNvSpPr>
          <p:nvPr/>
        </p:nvSpPr>
        <p:spPr>
          <a:xfrm xmlns:a="http://schemas.openxmlformats.org/drawingml/2006/main">
            <a:off x="285750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15" name="">
            <a:extLst xmlns:a="http://schemas.openxmlformats.org/drawingml/2006/main">
              <a:ext uri="{FF2B5EF4-FFF2-40B4-BE49-F238E27FC236}">
                <a16:creationId xmlns:a16="http://schemas.microsoft.com/office/drawing/2014/main" id="{801D389E-4818-45AF-AC46-2BF1803A26B6}"/>
              </a:ext>
            </a:extLst>
          </p:cNvPr>
          <p:cNvSpPr>
            <a:spLocks xmlns:a="http://schemas.openxmlformats.org/drawingml/2006/main" noGrp="1"/>
          </p:cNvSpPr>
          <p:nvPr/>
        </p:nvSpPr>
        <p:spPr>
          <a:xfrm xmlns:a="http://schemas.openxmlformats.org/drawingml/2006/main">
            <a:off x="2857500" y="1714500"/>
            <a:ext cx="76200" cy="109537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84C2DC9-34CC-47A9-8BCE-C7A90BB6F386}"/>
              </a:ext>
            </a:extLst>
          </p:cNvPr>
          <p:cNvSpPr>
            <a:spLocks xmlns:a="http://schemas.openxmlformats.org/drawingml/2006/main" noGrp="1"/>
          </p:cNvSpPr>
          <p:nvPr/>
        </p:nvSpPr>
        <p:spPr>
          <a:xfrm xmlns:a="http://schemas.openxmlformats.org/drawingml/2006/main">
            <a:off x="306705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2B544"/>
                </a:solidFill>
                <a:latin typeface="Aptos"/>
                <a:ea typeface="Aptos"/>
                <a:cs typeface="Aptos"/>
              </a:defRPr>
            </a:defPPr>
            <a:lvl1pPr algn="l">
              <a:buNone/>
              <a:defRPr sz="1500" b="1">
                <a:solidFill>
                  <a:srgbClr val="F2B544"/>
                </a:solidFill>
                <a:latin typeface="Aptos"/>
                <a:ea typeface="Aptos"/>
                <a:cs typeface="Aptos"/>
              </a:defRPr>
            </a:lvl1pPr>
            <a:lvl2pPr algn="l">
              <a:buNone/>
              <a:defRPr sz="1500" b="1">
                <a:solidFill>
                  <a:srgbClr val="F2B544"/>
                </a:solidFill>
                <a:latin typeface="Aptos"/>
                <a:ea typeface="Aptos"/>
                <a:cs typeface="Aptos"/>
              </a:defRPr>
            </a:lvl2pPr>
            <a:lvl3pPr algn="l">
              <a:buNone/>
              <a:defRPr sz="1500" b="1">
                <a:solidFill>
                  <a:srgbClr val="F2B544"/>
                </a:solidFill>
                <a:latin typeface="Aptos"/>
                <a:ea typeface="Aptos"/>
                <a:cs typeface="Aptos"/>
              </a:defRPr>
            </a:lvl3pPr>
            <a:lvl4pPr algn="l">
              <a:buNone/>
              <a:defRPr sz="1500" b="1">
                <a:solidFill>
                  <a:srgbClr val="F2B544"/>
                </a:solidFill>
                <a:latin typeface="Aptos"/>
                <a:ea typeface="Aptos"/>
                <a:cs typeface="Aptos"/>
              </a:defRPr>
            </a:lvl4pPr>
            <a:lvl5pPr algn="l">
              <a:buNone/>
              <a:defRPr sz="1500" b="1">
                <a:solidFill>
                  <a:srgbClr val="F2B544"/>
                </a:solidFill>
                <a:latin typeface="Aptos"/>
                <a:ea typeface="Aptos"/>
                <a:cs typeface="Aptos"/>
              </a:defRPr>
            </a:lvl5pPr>
            <a:lvl6pPr algn="l">
              <a:buNone/>
              <a:defRPr sz="1500" b="1">
                <a:solidFill>
                  <a:srgbClr val="F2B544"/>
                </a:solidFill>
                <a:latin typeface="Aptos"/>
                <a:ea typeface="Aptos"/>
                <a:cs typeface="Aptos"/>
              </a:defRPr>
            </a:lvl6pPr>
            <a:lvl7pPr algn="l">
              <a:buNone/>
              <a:defRPr sz="1500" b="1">
                <a:solidFill>
                  <a:srgbClr val="F2B544"/>
                </a:solidFill>
                <a:latin typeface="Aptos"/>
                <a:ea typeface="Aptos"/>
                <a:cs typeface="Aptos"/>
              </a:defRPr>
            </a:lvl7pPr>
            <a:lvl8pPr algn="l">
              <a:buNone/>
              <a:defRPr sz="1500" b="1">
                <a:solidFill>
                  <a:srgbClr val="F2B544"/>
                </a:solidFill>
                <a:latin typeface="Aptos"/>
                <a:ea typeface="Aptos"/>
                <a:cs typeface="Aptos"/>
              </a:defRPr>
            </a:lvl8pPr>
            <a:lvl9pPr algn="l">
              <a:buNone/>
              <a:defRPr sz="1500" b="1">
                <a:solidFill>
                  <a:srgbClr val="F2B544"/>
                </a:solidFill>
                <a:latin typeface="Aptos"/>
                <a:ea typeface="Aptos"/>
                <a:cs typeface="Aptos"/>
              </a:defRPr>
            </a:lvl9pPr>
          </a:lstStyle>
          <a:p xmlns:a="http://schemas.openxmlformats.org/drawingml/2006/main">
            <a:pPr algn="l">
              <a:buNone/>
              <a:defRPr sz="1500" b="1">
                <a:solidFill>
                  <a:srgbClr val="F2B544"/>
                </a:solidFill>
                <a:latin typeface="Aptos"/>
                <a:ea typeface="Aptos"/>
                <a:cs typeface="Aptos"/>
              </a:defRPr>
            </a:pPr>
            <a:r>
              <a:rPr sz="1500" b="1">
                <a:solidFill>
                  <a:srgbClr val="F2B544"/>
                </a:solidFill>
                <a:latin typeface="Aptos"/>
                <a:ea typeface="Aptos"/>
                <a:cs typeface="Aptos"/>
              </a:rPr>
              <a:t>QR</a:t>
            </a:r>
          </a:p>
        </p:txBody>
      </p:sp>
      <p:sp>
        <p:nvSpPr>
          <p:cNvPr id="17" name="">
            <a:extLst xmlns:a="http://schemas.openxmlformats.org/drawingml/2006/main">
              <a:ext uri="{FF2B5EF4-FFF2-40B4-BE49-F238E27FC236}">
                <a16:creationId xmlns:a16="http://schemas.microsoft.com/office/drawing/2014/main" id="{EDD32593-4FAC-4413-9E2D-46CC80960C95}"/>
              </a:ext>
            </a:extLst>
          </p:cNvPr>
          <p:cNvSpPr>
            <a:spLocks xmlns:a="http://schemas.openxmlformats.org/drawingml/2006/main" noGrp="1"/>
          </p:cNvSpPr>
          <p:nvPr/>
        </p:nvSpPr>
        <p:spPr>
          <a:xfrm xmlns:a="http://schemas.openxmlformats.org/drawingml/2006/main">
            <a:off x="306705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vence en 1 minuto</a:t>
            </a:r>
          </a:p>
        </p:txBody>
      </p:sp>
      <p:sp>
        <p:nvSpPr>
          <p:cNvPr id="18" name="">
            <a:extLst xmlns:a="http://schemas.openxmlformats.org/drawingml/2006/main">
              <a:ext uri="{FF2B5EF4-FFF2-40B4-BE49-F238E27FC236}">
                <a16:creationId xmlns:a16="http://schemas.microsoft.com/office/drawing/2014/main" id="{04EA88CB-1072-41C6-AEA5-0523C19DB9C8}"/>
              </a:ext>
            </a:extLst>
          </p:cNvPr>
          <p:cNvSpPr>
            <a:spLocks xmlns:a="http://schemas.openxmlformats.org/drawingml/2006/main" noGrp="1"/>
          </p:cNvSpPr>
          <p:nvPr/>
        </p:nvSpPr>
        <p:spPr>
          <a:xfrm xmlns:a="http://schemas.openxmlformats.org/drawingml/2006/main">
            <a:off x="482917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EB94F0A-379F-4F08-BA5B-16AEB1BD41DB}"/>
              </a:ext>
            </a:extLst>
          </p:cNvPr>
          <p:cNvSpPr>
            <a:spLocks xmlns:a="http://schemas.openxmlformats.org/drawingml/2006/main" noGrp="1"/>
          </p:cNvSpPr>
          <p:nvPr/>
        </p:nvSpPr>
        <p:spPr>
          <a:xfrm xmlns:a="http://schemas.openxmlformats.org/drawingml/2006/main">
            <a:off x="51625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2AA76BC4-6110-4C13-B78B-02D5E0DF0814}"/>
              </a:ext>
            </a:extLst>
          </p:cNvPr>
          <p:cNvSpPr>
            <a:spLocks xmlns:a="http://schemas.openxmlformats.org/drawingml/2006/main" noGrp="1"/>
          </p:cNvSpPr>
          <p:nvPr/>
        </p:nvSpPr>
        <p:spPr>
          <a:xfrm xmlns:a="http://schemas.openxmlformats.org/drawingml/2006/main">
            <a:off x="5162550" y="1714500"/>
            <a:ext cx="76200" cy="109537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16C0C99-EBD4-4E24-8F62-122E012A360F}"/>
              </a:ext>
            </a:extLst>
          </p:cNvPr>
          <p:cNvSpPr>
            <a:spLocks xmlns:a="http://schemas.openxmlformats.org/drawingml/2006/main" noGrp="1"/>
          </p:cNvSpPr>
          <p:nvPr/>
        </p:nvSpPr>
        <p:spPr>
          <a:xfrm xmlns:a="http://schemas.openxmlformats.org/drawingml/2006/main">
            <a:off x="5305425" y="183832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547E661-048B-4231-B3B9-1E147E98810E}"/>
              </a:ext>
            </a:extLst>
          </p:cNvPr>
          <p:cNvSpPr>
            <a:spLocks xmlns:a="http://schemas.openxmlformats.org/drawingml/2006/main" noGrp="1"/>
          </p:cNvSpPr>
          <p:nvPr/>
        </p:nvSpPr>
        <p:spPr>
          <a:xfrm xmlns:a="http://schemas.openxmlformats.org/drawingml/2006/main">
            <a:off x="530542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23" name="">
            <a:extLst xmlns:a="http://schemas.openxmlformats.org/drawingml/2006/main">
              <a:ext uri="{FF2B5EF4-FFF2-40B4-BE49-F238E27FC236}">
                <a16:creationId xmlns:a16="http://schemas.microsoft.com/office/drawing/2014/main" id="{B082DF1D-46D6-4AE6-8B2C-77964EC1D699}"/>
              </a:ext>
            </a:extLst>
          </p:cNvPr>
          <p:cNvSpPr>
            <a:spLocks xmlns:a="http://schemas.openxmlformats.org/drawingml/2006/main" noGrp="1"/>
          </p:cNvSpPr>
          <p:nvPr/>
        </p:nvSpPr>
        <p:spPr>
          <a:xfrm xmlns:a="http://schemas.openxmlformats.org/drawingml/2006/main">
            <a:off x="5657850" y="1828800"/>
            <a:ext cx="13239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Alumno</a:t>
            </a:r>
          </a:p>
        </p:txBody>
      </p:sp>
      <p:sp>
        <p:nvSpPr>
          <p:cNvPr id="24" name="">
            <a:extLst xmlns:a="http://schemas.openxmlformats.org/drawingml/2006/main">
              <a:ext uri="{FF2B5EF4-FFF2-40B4-BE49-F238E27FC236}">
                <a16:creationId xmlns:a16="http://schemas.microsoft.com/office/drawing/2014/main" id="{BBECDC5F-27BD-44B4-8403-C6A3C924682C}"/>
              </a:ext>
            </a:extLst>
          </p:cNvPr>
          <p:cNvSpPr>
            <a:spLocks xmlns:a="http://schemas.openxmlformats.org/drawingml/2006/main" noGrp="1"/>
          </p:cNvSpPr>
          <p:nvPr/>
        </p:nvSpPr>
        <p:spPr>
          <a:xfrm xmlns:a="http://schemas.openxmlformats.org/drawingml/2006/main">
            <a:off x="5372100" y="2190750"/>
            <a:ext cx="1552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firma una prueba</a:t>
            </a:r>
          </a:p>
        </p:txBody>
      </p:sp>
      <p:sp>
        <p:nvSpPr>
          <p:cNvPr id="25" name="">
            <a:extLst xmlns:a="http://schemas.openxmlformats.org/drawingml/2006/main">
              <a:ext uri="{FF2B5EF4-FFF2-40B4-BE49-F238E27FC236}">
                <a16:creationId xmlns:a16="http://schemas.microsoft.com/office/drawing/2014/main" id="{4B709AD0-925C-4126-849C-73E8A730A8FC}"/>
              </a:ext>
            </a:extLst>
          </p:cNvPr>
          <p:cNvSpPr>
            <a:spLocks xmlns:a="http://schemas.openxmlformats.org/drawingml/2006/main" noGrp="1"/>
          </p:cNvSpPr>
          <p:nvPr/>
        </p:nvSpPr>
        <p:spPr>
          <a:xfrm xmlns:a="http://schemas.openxmlformats.org/drawingml/2006/main">
            <a:off x="6085332" y="1364742"/>
            <a:ext cx="97536" cy="9753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075D535-8C4A-412F-A707-0006771DFA1B}"/>
              </a:ext>
            </a:extLst>
          </p:cNvPr>
          <p:cNvSpPr>
            <a:spLocks xmlns:a="http://schemas.openxmlformats.org/drawingml/2006/main" noGrp="1"/>
          </p:cNvSpPr>
          <p:nvPr/>
        </p:nvSpPr>
        <p:spPr>
          <a:xfrm xmlns:a="http://schemas.openxmlformats.org/drawingml/2006/main">
            <a:off x="6021324" y="1480566"/>
            <a:ext cx="225552"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C67693C-CEDF-4C9D-BE79-75705FD924B4}"/>
              </a:ext>
            </a:extLst>
          </p:cNvPr>
          <p:cNvSpPr>
            <a:spLocks xmlns:a="http://schemas.openxmlformats.org/drawingml/2006/main" noGrp="1"/>
          </p:cNvSpPr>
          <p:nvPr/>
        </p:nvSpPr>
        <p:spPr>
          <a:xfrm xmlns:a="http://schemas.openxmlformats.org/drawingml/2006/main">
            <a:off x="713422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E7B7B05-42EC-4942-A01C-88165B727961}"/>
              </a:ext>
            </a:extLst>
          </p:cNvPr>
          <p:cNvSpPr>
            <a:spLocks xmlns:a="http://schemas.openxmlformats.org/drawingml/2006/main" noGrp="1"/>
          </p:cNvSpPr>
          <p:nvPr/>
        </p:nvSpPr>
        <p:spPr>
          <a:xfrm xmlns:a="http://schemas.openxmlformats.org/drawingml/2006/main">
            <a:off x="746760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29" name="">
            <a:extLst xmlns:a="http://schemas.openxmlformats.org/drawingml/2006/main">
              <a:ext uri="{FF2B5EF4-FFF2-40B4-BE49-F238E27FC236}">
                <a16:creationId xmlns:a16="http://schemas.microsoft.com/office/drawing/2014/main" id="{D6C9B537-DB73-4D08-B186-C20A9C720952}"/>
              </a:ext>
            </a:extLst>
          </p:cNvPr>
          <p:cNvSpPr>
            <a:spLocks xmlns:a="http://schemas.openxmlformats.org/drawingml/2006/main" noGrp="1"/>
          </p:cNvSpPr>
          <p:nvPr/>
        </p:nvSpPr>
        <p:spPr>
          <a:xfrm xmlns:a="http://schemas.openxmlformats.org/drawingml/2006/main">
            <a:off x="7467600" y="1714500"/>
            <a:ext cx="76200" cy="109537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3DC9B76-4CFA-4E7D-B6FB-C5A736424C65}"/>
              </a:ext>
            </a:extLst>
          </p:cNvPr>
          <p:cNvSpPr>
            <a:spLocks xmlns:a="http://schemas.openxmlformats.org/drawingml/2006/main" noGrp="1"/>
          </p:cNvSpPr>
          <p:nvPr/>
        </p:nvSpPr>
        <p:spPr>
          <a:xfrm xmlns:a="http://schemas.openxmlformats.org/drawingml/2006/main">
            <a:off x="7610475" y="1838325"/>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37CD80B-0020-441F-BC05-CB0FE8907720}"/>
              </a:ext>
            </a:extLst>
          </p:cNvPr>
          <p:cNvSpPr>
            <a:spLocks xmlns:a="http://schemas.openxmlformats.org/drawingml/2006/main" noGrp="1"/>
          </p:cNvSpPr>
          <p:nvPr/>
        </p:nvSpPr>
        <p:spPr>
          <a:xfrm xmlns:a="http://schemas.openxmlformats.org/drawingml/2006/main">
            <a:off x="761047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32" name="">
            <a:extLst xmlns:a="http://schemas.openxmlformats.org/drawingml/2006/main">
              <a:ext uri="{FF2B5EF4-FFF2-40B4-BE49-F238E27FC236}">
                <a16:creationId xmlns:a16="http://schemas.microsoft.com/office/drawing/2014/main" id="{BAC5E4FF-F15F-4072-8F35-6FFD96338F6D}"/>
              </a:ext>
            </a:extLst>
          </p:cNvPr>
          <p:cNvSpPr>
            <a:spLocks xmlns:a="http://schemas.openxmlformats.org/drawingml/2006/main" noGrp="1"/>
          </p:cNvSpPr>
          <p:nvPr/>
        </p:nvSpPr>
        <p:spPr>
          <a:xfrm xmlns:a="http://schemas.openxmlformats.org/drawingml/2006/main">
            <a:off x="7962900" y="1828800"/>
            <a:ext cx="13239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3836E"/>
                </a:solidFill>
                <a:latin typeface="Aptos"/>
                <a:ea typeface="Aptos"/>
                <a:cs typeface="Aptos"/>
              </a:defRPr>
            </a:defPPr>
            <a:lvl1pPr algn="l">
              <a:buNone/>
              <a:defRPr sz="1425" b="1">
                <a:solidFill>
                  <a:srgbClr val="23836E"/>
                </a:solidFill>
                <a:latin typeface="Aptos"/>
                <a:ea typeface="Aptos"/>
                <a:cs typeface="Aptos"/>
              </a:defRPr>
            </a:lvl1pPr>
            <a:lvl2pPr algn="l">
              <a:buNone/>
              <a:defRPr sz="1425" b="1">
                <a:solidFill>
                  <a:srgbClr val="23836E"/>
                </a:solidFill>
                <a:latin typeface="Aptos"/>
                <a:ea typeface="Aptos"/>
                <a:cs typeface="Aptos"/>
              </a:defRPr>
            </a:lvl2pPr>
            <a:lvl3pPr algn="l">
              <a:buNone/>
              <a:defRPr sz="1425" b="1">
                <a:solidFill>
                  <a:srgbClr val="23836E"/>
                </a:solidFill>
                <a:latin typeface="Aptos"/>
                <a:ea typeface="Aptos"/>
                <a:cs typeface="Aptos"/>
              </a:defRPr>
            </a:lvl3pPr>
            <a:lvl4pPr algn="l">
              <a:buNone/>
              <a:defRPr sz="1425" b="1">
                <a:solidFill>
                  <a:srgbClr val="23836E"/>
                </a:solidFill>
                <a:latin typeface="Aptos"/>
                <a:ea typeface="Aptos"/>
                <a:cs typeface="Aptos"/>
              </a:defRPr>
            </a:lvl4pPr>
            <a:lvl5pPr algn="l">
              <a:buNone/>
              <a:defRPr sz="1425" b="1">
                <a:solidFill>
                  <a:srgbClr val="23836E"/>
                </a:solidFill>
                <a:latin typeface="Aptos"/>
                <a:ea typeface="Aptos"/>
                <a:cs typeface="Aptos"/>
              </a:defRPr>
            </a:lvl5pPr>
            <a:lvl6pPr algn="l">
              <a:buNone/>
              <a:defRPr sz="1425" b="1">
                <a:solidFill>
                  <a:srgbClr val="23836E"/>
                </a:solidFill>
                <a:latin typeface="Aptos"/>
                <a:ea typeface="Aptos"/>
                <a:cs typeface="Aptos"/>
              </a:defRPr>
            </a:lvl6pPr>
            <a:lvl7pPr algn="l">
              <a:buNone/>
              <a:defRPr sz="1425" b="1">
                <a:solidFill>
                  <a:srgbClr val="23836E"/>
                </a:solidFill>
                <a:latin typeface="Aptos"/>
                <a:ea typeface="Aptos"/>
                <a:cs typeface="Aptos"/>
              </a:defRPr>
            </a:lvl7pPr>
            <a:lvl8pPr algn="l">
              <a:buNone/>
              <a:defRPr sz="1425" b="1">
                <a:solidFill>
                  <a:srgbClr val="23836E"/>
                </a:solidFill>
                <a:latin typeface="Aptos"/>
                <a:ea typeface="Aptos"/>
                <a:cs typeface="Aptos"/>
              </a:defRPr>
            </a:lvl8pPr>
            <a:lvl9pPr algn="l">
              <a:buNone/>
              <a:defRPr sz="1425" b="1">
                <a:solidFill>
                  <a:srgbClr val="23836E"/>
                </a:solidFill>
                <a:latin typeface="Aptos"/>
                <a:ea typeface="Aptos"/>
                <a:cs typeface="Aptos"/>
              </a:defRPr>
            </a:lvl9pPr>
          </a:lstStyle>
          <a:p xmlns:a="http://schemas.openxmlformats.org/drawingml/2006/main">
            <a:pPr algn="l">
              <a:buNone/>
              <a:defRPr sz="1425" b="1">
                <a:solidFill>
                  <a:srgbClr val="23836E"/>
                </a:solidFill>
                <a:latin typeface="Aptos"/>
                <a:ea typeface="Aptos"/>
                <a:cs typeface="Aptos"/>
              </a:defRPr>
            </a:pPr>
            <a:r>
              <a:rPr sz="1425" b="1">
                <a:solidFill>
                  <a:srgbClr val="23836E"/>
                </a:solidFill>
                <a:latin typeface="Aptos"/>
                <a:ea typeface="Aptos"/>
                <a:cs typeface="Aptos"/>
              </a:rPr>
              <a:t>API</a:t>
            </a:r>
          </a:p>
        </p:txBody>
      </p:sp>
      <p:sp>
        <p:nvSpPr>
          <p:cNvPr id="33" name="">
            <a:extLst xmlns:a="http://schemas.openxmlformats.org/drawingml/2006/main">
              <a:ext uri="{FF2B5EF4-FFF2-40B4-BE49-F238E27FC236}">
                <a16:creationId xmlns:a16="http://schemas.microsoft.com/office/drawing/2014/main" id="{70293319-EE73-4EC2-9517-F7F65617F126}"/>
              </a:ext>
            </a:extLst>
          </p:cNvPr>
          <p:cNvSpPr>
            <a:spLocks xmlns:a="http://schemas.openxmlformats.org/drawingml/2006/main" noGrp="1"/>
          </p:cNvSpPr>
          <p:nvPr/>
        </p:nvSpPr>
        <p:spPr>
          <a:xfrm xmlns:a="http://schemas.openxmlformats.org/drawingml/2006/main">
            <a:off x="7677150" y="2190750"/>
            <a:ext cx="1552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comprueba y registra</a:t>
            </a:r>
          </a:p>
        </p:txBody>
      </p:sp>
      <p:sp>
        <p:nvSpPr>
          <p:cNvPr id="34" name="">
            <a:extLst xmlns:a="http://schemas.openxmlformats.org/drawingml/2006/main">
              <a:ext uri="{FF2B5EF4-FFF2-40B4-BE49-F238E27FC236}">
                <a16:creationId xmlns:a16="http://schemas.microsoft.com/office/drawing/2014/main" id="{7B7F3BA5-C5C6-4CFA-9490-90EFA34C6C82}"/>
              </a:ext>
            </a:extLst>
          </p:cNvPr>
          <p:cNvSpPr>
            <a:spLocks xmlns:a="http://schemas.openxmlformats.org/drawingml/2006/main" noGrp="1"/>
          </p:cNvSpPr>
          <p:nvPr/>
        </p:nvSpPr>
        <p:spPr>
          <a:xfrm xmlns:a="http://schemas.openxmlformats.org/drawingml/2006/main">
            <a:off x="943927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B9651E3-7A3A-4D42-BC14-C154A1FBA77E}"/>
              </a:ext>
            </a:extLst>
          </p:cNvPr>
          <p:cNvSpPr>
            <a:spLocks xmlns:a="http://schemas.openxmlformats.org/drawingml/2006/main" noGrp="1"/>
          </p:cNvSpPr>
          <p:nvPr/>
        </p:nvSpPr>
        <p:spPr>
          <a:xfrm xmlns:a="http://schemas.openxmlformats.org/drawingml/2006/main">
            <a:off x="97726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36" name="">
            <a:extLst xmlns:a="http://schemas.openxmlformats.org/drawingml/2006/main">
              <a:ext uri="{FF2B5EF4-FFF2-40B4-BE49-F238E27FC236}">
                <a16:creationId xmlns:a16="http://schemas.microsoft.com/office/drawing/2014/main" id="{DD548F21-C7B3-4145-8A47-618CF34EAAB5}"/>
              </a:ext>
            </a:extLst>
          </p:cNvPr>
          <p:cNvSpPr>
            <a:spLocks xmlns:a="http://schemas.openxmlformats.org/drawingml/2006/main" noGrp="1"/>
          </p:cNvSpPr>
          <p:nvPr/>
        </p:nvSpPr>
        <p:spPr>
          <a:xfrm xmlns:a="http://schemas.openxmlformats.org/drawingml/2006/main">
            <a:off x="9772650" y="1714500"/>
            <a:ext cx="76200" cy="1095375"/>
          </a:xfrm>
          <a:prstGeom xmlns:a="http://schemas.openxmlformats.org/drawingml/2006/main" prst="roundRect">
            <a:avLst>
              <a:gd name="adj" fmla="val 50000"/>
            </a:avLst>
          </a:prstGeom>
          <a:solidFill xmlns:a="http://schemas.openxmlformats.org/drawingml/2006/main">
            <a:srgbClr val="17255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D9DB6DB-50FD-49E5-82F2-3E1088FE3154}"/>
              </a:ext>
            </a:extLst>
          </p:cNvPr>
          <p:cNvSpPr>
            <a:spLocks xmlns:a="http://schemas.openxmlformats.org/drawingml/2006/main" noGrp="1"/>
          </p:cNvSpPr>
          <p:nvPr/>
        </p:nvSpPr>
        <p:spPr>
          <a:xfrm xmlns:a="http://schemas.openxmlformats.org/drawingml/2006/main">
            <a:off x="998220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72554"/>
                </a:solidFill>
                <a:latin typeface="Aptos"/>
                <a:ea typeface="Aptos"/>
                <a:cs typeface="Aptos"/>
              </a:defRPr>
            </a:defPPr>
            <a:lvl1pPr algn="l">
              <a:buNone/>
              <a:defRPr sz="1500" b="1">
                <a:solidFill>
                  <a:srgbClr val="172554"/>
                </a:solidFill>
                <a:latin typeface="Aptos"/>
                <a:ea typeface="Aptos"/>
                <a:cs typeface="Aptos"/>
              </a:defRPr>
            </a:lvl1pPr>
            <a:lvl2pPr algn="l">
              <a:buNone/>
              <a:defRPr sz="1500" b="1">
                <a:solidFill>
                  <a:srgbClr val="172554"/>
                </a:solidFill>
                <a:latin typeface="Aptos"/>
                <a:ea typeface="Aptos"/>
                <a:cs typeface="Aptos"/>
              </a:defRPr>
            </a:lvl2pPr>
            <a:lvl3pPr algn="l">
              <a:buNone/>
              <a:defRPr sz="1500" b="1">
                <a:solidFill>
                  <a:srgbClr val="172554"/>
                </a:solidFill>
                <a:latin typeface="Aptos"/>
                <a:ea typeface="Aptos"/>
                <a:cs typeface="Aptos"/>
              </a:defRPr>
            </a:lvl3pPr>
            <a:lvl4pPr algn="l">
              <a:buNone/>
              <a:defRPr sz="1500" b="1">
                <a:solidFill>
                  <a:srgbClr val="172554"/>
                </a:solidFill>
                <a:latin typeface="Aptos"/>
                <a:ea typeface="Aptos"/>
                <a:cs typeface="Aptos"/>
              </a:defRPr>
            </a:lvl4pPr>
            <a:lvl5pPr algn="l">
              <a:buNone/>
              <a:defRPr sz="1500" b="1">
                <a:solidFill>
                  <a:srgbClr val="172554"/>
                </a:solidFill>
                <a:latin typeface="Aptos"/>
                <a:ea typeface="Aptos"/>
                <a:cs typeface="Aptos"/>
              </a:defRPr>
            </a:lvl5pPr>
            <a:lvl6pPr algn="l">
              <a:buNone/>
              <a:defRPr sz="1500" b="1">
                <a:solidFill>
                  <a:srgbClr val="172554"/>
                </a:solidFill>
                <a:latin typeface="Aptos"/>
                <a:ea typeface="Aptos"/>
                <a:cs typeface="Aptos"/>
              </a:defRPr>
            </a:lvl6pPr>
            <a:lvl7pPr algn="l">
              <a:buNone/>
              <a:defRPr sz="1500" b="1">
                <a:solidFill>
                  <a:srgbClr val="172554"/>
                </a:solidFill>
                <a:latin typeface="Aptos"/>
                <a:ea typeface="Aptos"/>
                <a:cs typeface="Aptos"/>
              </a:defRPr>
            </a:lvl7pPr>
            <a:lvl8pPr algn="l">
              <a:buNone/>
              <a:defRPr sz="1500" b="1">
                <a:solidFill>
                  <a:srgbClr val="172554"/>
                </a:solidFill>
                <a:latin typeface="Aptos"/>
                <a:ea typeface="Aptos"/>
                <a:cs typeface="Aptos"/>
              </a:defRPr>
            </a:lvl8pPr>
            <a:lvl9pPr algn="l">
              <a:buNone/>
              <a:defRPr sz="1500" b="1">
                <a:solidFill>
                  <a:srgbClr val="172554"/>
                </a:solidFill>
                <a:latin typeface="Aptos"/>
                <a:ea typeface="Aptos"/>
                <a:cs typeface="Aptos"/>
              </a:defRPr>
            </a:lvl9pPr>
          </a:lstStyle>
          <a:p xmlns:a="http://schemas.openxmlformats.org/drawingml/2006/main">
            <a:pPr algn="l">
              <a:buNone/>
              <a:defRPr sz="1500" b="1">
                <a:solidFill>
                  <a:srgbClr val="172554"/>
                </a:solidFill>
                <a:latin typeface="Aptos"/>
                <a:ea typeface="Aptos"/>
                <a:cs typeface="Aptos"/>
              </a:defRPr>
            </a:pPr>
            <a:r>
              <a:rPr sz="1500" b="1">
                <a:solidFill>
                  <a:srgbClr val="172554"/>
                </a:solidFill>
                <a:latin typeface="Aptos"/>
                <a:ea typeface="Aptos"/>
                <a:cs typeface="Aptos"/>
              </a:rPr>
              <a:t>CSV</a:t>
            </a:r>
          </a:p>
        </p:txBody>
      </p:sp>
      <p:sp>
        <p:nvSpPr>
          <p:cNvPr id="38" name="">
            <a:extLst xmlns:a="http://schemas.openxmlformats.org/drawingml/2006/main">
              <a:ext uri="{FF2B5EF4-FFF2-40B4-BE49-F238E27FC236}">
                <a16:creationId xmlns:a16="http://schemas.microsoft.com/office/drawing/2014/main" id="{2D67642C-141D-498C-9476-98EF15DCD37D}"/>
              </a:ext>
            </a:extLst>
          </p:cNvPr>
          <p:cNvSpPr>
            <a:spLocks xmlns:a="http://schemas.openxmlformats.org/drawingml/2006/main" noGrp="1"/>
          </p:cNvSpPr>
          <p:nvPr/>
        </p:nvSpPr>
        <p:spPr>
          <a:xfrm xmlns:a="http://schemas.openxmlformats.org/drawingml/2006/main">
            <a:off x="998220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actualiza presente / ausente</a:t>
            </a:r>
          </a:p>
        </p:txBody>
      </p:sp>
      <p:sp>
        <p:nvSpPr>
          <p:cNvPr id="39" name="">
            <a:extLst xmlns:a="http://schemas.openxmlformats.org/drawingml/2006/main">
              <a:ext uri="{FF2B5EF4-FFF2-40B4-BE49-F238E27FC236}">
                <a16:creationId xmlns:a16="http://schemas.microsoft.com/office/drawing/2014/main" id="{12B24F31-2289-4A0D-AE3B-9BE52B1C3FB2}"/>
              </a:ext>
            </a:extLst>
          </p:cNvPr>
          <p:cNvSpPr>
            <a:spLocks xmlns:a="http://schemas.openxmlformats.org/drawingml/2006/main" noGrp="1"/>
          </p:cNvSpPr>
          <p:nvPr/>
        </p:nvSpPr>
        <p:spPr>
          <a:xfrm xmlns:a="http://schemas.openxmlformats.org/drawingml/2006/main">
            <a:off x="857250" y="3476625"/>
            <a:ext cx="6048375" cy="2143125"/>
          </a:xfrm>
          <a:prstGeom xmlns:a="http://schemas.openxmlformats.org/drawingml/2006/main" prst="roundRect">
            <a:avLst>
              <a:gd name="adj" fmla="val 3556"/>
            </a:avLst>
          </a:prstGeom>
          <a:solidFill xmlns:a="http://schemas.openxmlformats.org/drawingml/2006/main">
            <a:srgbClr val="0D1728"/>
          </a:solidFill>
          <a:ln xmlns:a="http://schemas.openxmlformats.org/drawingml/2006/main" w="11430">
            <a:solidFill>
              <a:srgbClr val="26354C"/>
            </a:solidFill>
            <a:prstDash val="solid"/>
          </a:ln>
        </p:spPr>
      </p:sp>
      <p:sp>
        <p:nvSpPr>
          <p:cNvPr id="40" name="">
            <a:extLst xmlns:a="http://schemas.openxmlformats.org/drawingml/2006/main">
              <a:ext uri="{FF2B5EF4-FFF2-40B4-BE49-F238E27FC236}">
                <a16:creationId xmlns:a16="http://schemas.microsoft.com/office/drawing/2014/main" id="{7D9DBB19-CD43-4443-8848-16F475D3DC27}"/>
              </a:ext>
            </a:extLst>
          </p:cNvPr>
          <p:cNvSpPr>
            <a:spLocks xmlns:a="http://schemas.openxmlformats.org/drawingml/2006/main" noGrp="1"/>
          </p:cNvSpPr>
          <p:nvPr/>
        </p:nvSpPr>
        <p:spPr>
          <a:xfrm xmlns:a="http://schemas.openxmlformats.org/drawingml/2006/main">
            <a:off x="857250" y="3476625"/>
            <a:ext cx="6048375"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544395B-7F1F-4EE1-B0CF-293D78645428}"/>
              </a:ext>
            </a:extLst>
          </p:cNvPr>
          <p:cNvSpPr>
            <a:spLocks xmlns:a="http://schemas.openxmlformats.org/drawingml/2006/main" noGrp="1"/>
          </p:cNvSpPr>
          <p:nvPr/>
        </p:nvSpPr>
        <p:spPr>
          <a:xfrm xmlns:a="http://schemas.openxmlformats.org/drawingml/2006/main">
            <a:off x="1019175" y="360997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0752FA8-949E-4964-8587-55B2BB728B6E}"/>
              </a:ext>
            </a:extLst>
          </p:cNvPr>
          <p:cNvSpPr>
            <a:spLocks xmlns:a="http://schemas.openxmlformats.org/drawingml/2006/main" noGrp="1"/>
          </p:cNvSpPr>
          <p:nvPr/>
        </p:nvSpPr>
        <p:spPr>
          <a:xfrm xmlns:a="http://schemas.openxmlformats.org/drawingml/2006/main">
            <a:off x="1219200" y="360997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355E8A81-2BED-4E79-887E-A261255EEC1B}"/>
              </a:ext>
            </a:extLst>
          </p:cNvPr>
          <p:cNvSpPr>
            <a:spLocks xmlns:a="http://schemas.openxmlformats.org/drawingml/2006/main" noGrp="1"/>
          </p:cNvSpPr>
          <p:nvPr/>
        </p:nvSpPr>
        <p:spPr>
          <a:xfrm xmlns:a="http://schemas.openxmlformats.org/drawingml/2006/main">
            <a:off x="1419225" y="360997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358C0CD-733F-4D49-941C-19988A5BAEFF}"/>
              </a:ext>
            </a:extLst>
          </p:cNvPr>
          <p:cNvSpPr>
            <a:spLocks xmlns:a="http://schemas.openxmlformats.org/drawingml/2006/main" noGrp="1"/>
          </p:cNvSpPr>
          <p:nvPr/>
        </p:nvSpPr>
        <p:spPr>
          <a:xfrm xmlns:a="http://schemas.openxmlformats.org/drawingml/2006/main">
            <a:off x="1924050" y="3552825"/>
            <a:ext cx="39147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45" name="">
            <a:extLst xmlns:a="http://schemas.openxmlformats.org/drawingml/2006/main">
              <a:ext uri="{FF2B5EF4-FFF2-40B4-BE49-F238E27FC236}">
                <a16:creationId xmlns:a16="http://schemas.microsoft.com/office/drawing/2014/main" id="{AB22F18E-8462-4FAC-B8FF-D53222F11519}"/>
              </a:ext>
            </a:extLst>
          </p:cNvPr>
          <p:cNvSpPr>
            <a:spLocks xmlns:a="http://schemas.openxmlformats.org/drawingml/2006/main" noGrp="1"/>
          </p:cNvSpPr>
          <p:nvPr/>
        </p:nvSpPr>
        <p:spPr>
          <a:xfrm xmlns:a="http://schemas.openxmlformats.org/drawingml/2006/main">
            <a:off x="6419850" y="355282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F485E8F-4A76-4F2E-BEF5-AD41F67EAE9C}"/>
              </a:ext>
            </a:extLst>
          </p:cNvPr>
          <p:cNvSpPr>
            <a:spLocks xmlns:a="http://schemas.openxmlformats.org/drawingml/2006/main" noGrp="1"/>
          </p:cNvSpPr>
          <p:nvPr/>
        </p:nvSpPr>
        <p:spPr>
          <a:xfrm xmlns:a="http://schemas.openxmlformats.org/drawingml/2006/main">
            <a:off x="6419850" y="355282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47" name="">
            <a:extLst xmlns:a="http://schemas.openxmlformats.org/drawingml/2006/main">
              <a:ext uri="{FF2B5EF4-FFF2-40B4-BE49-F238E27FC236}">
                <a16:creationId xmlns:a16="http://schemas.microsoft.com/office/drawing/2014/main" id="{09412968-E032-489B-BBBB-8A0886D6DBEA}"/>
              </a:ext>
            </a:extLst>
          </p:cNvPr>
          <p:cNvSpPr>
            <a:spLocks xmlns:a="http://schemas.openxmlformats.org/drawingml/2006/main" noGrp="1"/>
          </p:cNvSpPr>
          <p:nvPr/>
        </p:nvSpPr>
        <p:spPr>
          <a:xfrm xmlns:a="http://schemas.openxmlformats.org/drawingml/2006/main">
            <a:off x="1295400" y="3971925"/>
            <a:ext cx="5495925" cy="19169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D8C81A2-E16A-42A0-9F5A-68F07B58BA61}"/>
              </a:ext>
            </a:extLst>
          </p:cNvPr>
          <p:cNvSpPr>
            <a:spLocks xmlns:a="http://schemas.openxmlformats.org/drawingml/2006/main" noGrp="1"/>
          </p:cNvSpPr>
          <p:nvPr/>
        </p:nvSpPr>
        <p:spPr>
          <a:xfrm xmlns:a="http://schemas.openxmlformats.org/drawingml/2006/main">
            <a:off x="904875" y="3981450"/>
            <a:ext cx="19050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49" name="">
            <a:extLst xmlns:a="http://schemas.openxmlformats.org/drawingml/2006/main">
              <a:ext uri="{FF2B5EF4-FFF2-40B4-BE49-F238E27FC236}">
                <a16:creationId xmlns:a16="http://schemas.microsoft.com/office/drawing/2014/main" id="{A7A16D60-7B8B-4B70-BE7A-D38F9350DF9A}"/>
              </a:ext>
            </a:extLst>
          </p:cNvPr>
          <p:cNvSpPr>
            <a:spLocks xmlns:a="http://schemas.openxmlformats.org/drawingml/2006/main" noGrp="1"/>
          </p:cNvSpPr>
          <p:nvPr/>
        </p:nvSpPr>
        <p:spPr>
          <a:xfrm xmlns:a="http://schemas.openxmlformats.org/drawingml/2006/main">
            <a:off x="1295400" y="3971925"/>
            <a:ext cx="28575" cy="191691"/>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4708C9C-3BA4-4802-9656-D7C9369F1412}"/>
              </a:ext>
            </a:extLst>
          </p:cNvPr>
          <p:cNvSpPr>
            <a:spLocks xmlns:a="http://schemas.openxmlformats.org/drawingml/2006/main" noGrp="1"/>
          </p:cNvSpPr>
          <p:nvPr/>
        </p:nvSpPr>
        <p:spPr>
          <a:xfrm xmlns:a="http://schemas.openxmlformats.org/drawingml/2006/main">
            <a:off x="1133475" y="3986808"/>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703E2EE-FB00-4CEE-82A9-36737C214487}"/>
              </a:ext>
            </a:extLst>
          </p:cNvPr>
          <p:cNvSpPr>
            <a:spLocks xmlns:a="http://schemas.openxmlformats.org/drawingml/2006/main" noGrp="1"/>
          </p:cNvSpPr>
          <p:nvPr/>
        </p:nvSpPr>
        <p:spPr>
          <a:xfrm xmlns:a="http://schemas.openxmlformats.org/drawingml/2006/main">
            <a:off x="1133475" y="3986808"/>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52" name="Código editable">
            <a:extLst xmlns:a="http://schemas.openxmlformats.org/drawingml/2006/main">
              <a:ext uri="{FF2B5EF4-FFF2-40B4-BE49-F238E27FC236}">
                <a16:creationId xmlns:a16="http://schemas.microsoft.com/office/drawing/2014/main" id="{9F743B84-FB13-4E97-BCA6-23D25D0706CE}"/>
              </a:ext>
            </a:extLst>
          </p:cNvPr>
          <p:cNvSpPr>
            <a:spLocks xmlns:a="http://schemas.openxmlformats.org/drawingml/2006/main" noGrp="1"/>
          </p:cNvSpPr>
          <p:nvPr/>
        </p:nvSpPr>
        <p:spPr>
          <a:xfrm xmlns:a="http://schemas.openxmlformats.org/drawingml/2006/main">
            <a:off x="1343025" y="3981450"/>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72839B"/>
                </a:solidFill>
                <a:latin typeface="Menlo"/>
                <a:ea typeface="Menlo"/>
                <a:cs typeface="Menlo"/>
              </a:rPr>
              <a:t>// El desafío vincula sesión y estudiante</a:t>
            </a:r>
          </a:p>
        </p:txBody>
      </p:sp>
      <p:sp>
        <p:nvSpPr>
          <p:cNvPr id="53" name="">
            <a:extLst xmlns:a="http://schemas.openxmlformats.org/drawingml/2006/main">
              <a:ext uri="{FF2B5EF4-FFF2-40B4-BE49-F238E27FC236}">
                <a16:creationId xmlns:a16="http://schemas.microsoft.com/office/drawing/2014/main" id="{A5894A2C-1C10-460C-99D4-AF1C07CAD92D}"/>
              </a:ext>
            </a:extLst>
          </p:cNvPr>
          <p:cNvSpPr>
            <a:spLocks xmlns:a="http://schemas.openxmlformats.org/drawingml/2006/main" noGrp="1"/>
          </p:cNvSpPr>
          <p:nvPr/>
        </p:nvSpPr>
        <p:spPr>
          <a:xfrm xmlns:a="http://schemas.openxmlformats.org/drawingml/2006/main">
            <a:off x="971550" y="4173141"/>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02</a:t>
            </a:r>
          </a:p>
        </p:txBody>
      </p:sp>
      <p:sp>
        <p:nvSpPr>
          <p:cNvPr id="54" name="Código editable">
            <a:extLst xmlns:a="http://schemas.openxmlformats.org/drawingml/2006/main">
              <a:ext uri="{FF2B5EF4-FFF2-40B4-BE49-F238E27FC236}">
                <a16:creationId xmlns:a16="http://schemas.microsoft.com/office/drawing/2014/main" id="{5DD1AACB-E69D-4291-B745-68A88404F96C}"/>
              </a:ext>
            </a:extLst>
          </p:cNvPr>
          <p:cNvSpPr>
            <a:spLocks xmlns:a="http://schemas.openxmlformats.org/drawingml/2006/main" noGrp="1"/>
          </p:cNvSpPr>
          <p:nvPr/>
        </p:nvSpPr>
        <p:spPr>
          <a:xfrm xmlns:a="http://schemas.openxmlformats.org/drawingml/2006/main">
            <a:off x="1343025" y="4173141"/>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C792EA"/>
                </a:solidFill>
                <a:latin typeface="Menlo"/>
                <a:ea typeface="Menlo"/>
                <a:cs typeface="Menlo"/>
              </a:rPr>
              <a:t>const</a:t>
            </a:r>
            <a:r>
              <a:rPr sz="1177">
                <a:solidFill>
                  <a:srgbClr val="E6EDF7"/>
                </a:solidFill>
                <a:latin typeface="Menlo"/>
                <a:ea typeface="Menlo"/>
                <a:cs typeface="Menlo"/>
              </a:rPr>
              <a:t> </a:t>
            </a:r>
            <a:r>
              <a:rPr sz="1177">
                <a:solidFill>
                  <a:srgbClr val="E6EDF7"/>
                </a:solidFill>
                <a:latin typeface="Menlo"/>
                <a:ea typeface="Menlo"/>
                <a:cs typeface="Menlo"/>
              </a:rPr>
              <a:t>proofMessage</a:t>
            </a:r>
            <a:r>
              <a:rPr sz="1177">
                <a:solidFill>
                  <a:srgbClr val="E6EDF7"/>
                </a:solidFill>
                <a:latin typeface="Menlo"/>
                <a:ea typeface="Menlo"/>
                <a:cs typeface="Menlo"/>
              </a:rPr>
              <a:t> </a:t>
            </a:r>
            <a:r>
              <a:rPr sz="1177">
                <a:solidFill>
                  <a:srgbClr val="E6EDF7"/>
                </a:solidFill>
                <a:latin typeface="Menlo"/>
                <a:ea typeface="Menlo"/>
                <a:cs typeface="Menlo"/>
              </a:rPr>
              <a:t>=</a:t>
            </a:r>
          </a:p>
        </p:txBody>
      </p:sp>
      <p:sp>
        <p:nvSpPr>
          <p:cNvPr id="55" name="">
            <a:extLst xmlns:a="http://schemas.openxmlformats.org/drawingml/2006/main">
              <a:ext uri="{FF2B5EF4-FFF2-40B4-BE49-F238E27FC236}">
                <a16:creationId xmlns:a16="http://schemas.microsoft.com/office/drawing/2014/main" id="{BD3283B1-13A4-4B4A-8AF0-E124A326CE18}"/>
              </a:ext>
            </a:extLst>
          </p:cNvPr>
          <p:cNvSpPr>
            <a:spLocks xmlns:a="http://schemas.openxmlformats.org/drawingml/2006/main" noGrp="1"/>
          </p:cNvSpPr>
          <p:nvPr/>
        </p:nvSpPr>
        <p:spPr>
          <a:xfrm xmlns:a="http://schemas.openxmlformats.org/drawingml/2006/main">
            <a:off x="971550" y="4364831"/>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03</a:t>
            </a:r>
          </a:p>
        </p:txBody>
      </p:sp>
      <p:sp>
        <p:nvSpPr>
          <p:cNvPr id="56" name="Código editable">
            <a:extLst xmlns:a="http://schemas.openxmlformats.org/drawingml/2006/main">
              <a:ext uri="{FF2B5EF4-FFF2-40B4-BE49-F238E27FC236}">
                <a16:creationId xmlns:a16="http://schemas.microsoft.com/office/drawing/2014/main" id="{AF63AEB4-9191-4186-9607-1C942B0AC766}"/>
              </a:ext>
            </a:extLst>
          </p:cNvPr>
          <p:cNvSpPr>
            <a:spLocks xmlns:a="http://schemas.openxmlformats.org/drawingml/2006/main" noGrp="1"/>
          </p:cNvSpPr>
          <p:nvPr/>
        </p:nvSpPr>
        <p:spPr>
          <a:xfrm xmlns:a="http://schemas.openxmlformats.org/drawingml/2006/main">
            <a:off x="1343025" y="4364831"/>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A8D88A"/>
                </a:solidFill>
                <a:latin typeface="Menlo"/>
                <a:ea typeface="Menlo"/>
                <a:cs typeface="Menlo"/>
              </a:rPr>
              <a:t>`attendance.${request.params.id}.${student.id}`</a:t>
            </a:r>
          </a:p>
        </p:txBody>
      </p:sp>
      <p:sp>
        <p:nvSpPr>
          <p:cNvPr id="57" name="">
            <a:extLst xmlns:a="http://schemas.openxmlformats.org/drawingml/2006/main">
              <a:ext uri="{FF2B5EF4-FFF2-40B4-BE49-F238E27FC236}">
                <a16:creationId xmlns:a16="http://schemas.microsoft.com/office/drawing/2014/main" id="{33D6A2A0-4A29-4981-89E8-F5C8D444D648}"/>
              </a:ext>
            </a:extLst>
          </p:cNvPr>
          <p:cNvSpPr>
            <a:spLocks xmlns:a="http://schemas.openxmlformats.org/drawingml/2006/main" noGrp="1"/>
          </p:cNvSpPr>
          <p:nvPr/>
        </p:nvSpPr>
        <p:spPr>
          <a:xfrm xmlns:a="http://schemas.openxmlformats.org/drawingml/2006/main">
            <a:off x="971550" y="4556522"/>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04</a:t>
            </a:r>
          </a:p>
        </p:txBody>
      </p:sp>
      <p:sp>
        <p:nvSpPr>
          <p:cNvPr id="58" name="Código editable">
            <a:extLst xmlns:a="http://schemas.openxmlformats.org/drawingml/2006/main">
              <a:ext uri="{FF2B5EF4-FFF2-40B4-BE49-F238E27FC236}">
                <a16:creationId xmlns:a16="http://schemas.microsoft.com/office/drawing/2014/main" id="{FA57730E-AE27-430E-B4E5-27D92B7A7C64}"/>
              </a:ext>
            </a:extLst>
          </p:cNvPr>
          <p:cNvSpPr>
            <a:spLocks xmlns:a="http://schemas.openxmlformats.org/drawingml/2006/main" noGrp="1"/>
          </p:cNvSpPr>
          <p:nvPr/>
        </p:nvSpPr>
        <p:spPr>
          <a:xfrm xmlns:a="http://schemas.openxmlformats.org/drawingml/2006/main">
            <a:off x="1343025" y="4556522"/>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C792EA"/>
                </a:solidFill>
                <a:latin typeface="Menlo"/>
                <a:ea typeface="Menlo"/>
                <a:cs typeface="Menlo"/>
              </a:rPr>
              <a:t>if</a:t>
            </a:r>
            <a:r>
              <a:rPr sz="1177">
                <a:solidFill>
                  <a:srgbClr val="E6EDF7"/>
                </a:solidFill>
                <a:latin typeface="Menlo"/>
                <a:ea typeface="Menlo"/>
                <a:cs typeface="Menlo"/>
              </a:rPr>
              <a:t> </a:t>
            </a:r>
            <a:r>
              <a:rPr sz="1177">
                <a:solidFill>
                  <a:srgbClr val="E6EDF7"/>
                </a:solidFill>
                <a:latin typeface="Menlo"/>
                <a:ea typeface="Menlo"/>
                <a:cs typeface="Menlo"/>
              </a:rPr>
              <a:t>(</a:t>
            </a:r>
            <a:r>
              <a:rPr sz="1177">
                <a:solidFill>
                  <a:srgbClr val="E6EDF7"/>
                </a:solidFill>
                <a:latin typeface="Menlo"/>
                <a:ea typeface="Menlo"/>
                <a:cs typeface="Menlo"/>
              </a:rPr>
              <a:t>!</a:t>
            </a:r>
            <a:r>
              <a:rPr sz="1177">
                <a:solidFill>
                  <a:srgbClr val="E6EDF7"/>
                </a:solidFill>
                <a:latin typeface="Menlo"/>
                <a:ea typeface="Menlo"/>
                <a:cs typeface="Menlo"/>
              </a:rPr>
              <a:t>verify</a:t>
            </a:r>
            <a:r>
              <a:rPr sz="1177">
                <a:solidFill>
                  <a:srgbClr val="E6EDF7"/>
                </a:solidFill>
                <a:latin typeface="Menlo"/>
                <a:ea typeface="Menlo"/>
                <a:cs typeface="Menlo"/>
              </a:rPr>
              <a:t>(</a:t>
            </a:r>
            <a:r>
              <a:rPr sz="1177">
                <a:solidFill>
                  <a:srgbClr val="C792EA"/>
                </a:solidFill>
                <a:latin typeface="Menlo"/>
                <a:ea typeface="Menlo"/>
                <a:cs typeface="Menlo"/>
              </a:rPr>
              <a:t>null</a:t>
            </a:r>
            <a:r>
              <a:rPr sz="1177">
                <a:solidFill>
                  <a:srgbClr val="E6EDF7"/>
                </a:solidFill>
                <a:latin typeface="Menlo"/>
                <a:ea typeface="Menlo"/>
                <a:cs typeface="Menlo"/>
              </a:rPr>
              <a:t>,</a:t>
            </a:r>
            <a:r>
              <a:rPr sz="1177">
                <a:solidFill>
                  <a:srgbClr val="E6EDF7"/>
                </a:solidFill>
                <a:latin typeface="Menlo"/>
                <a:ea typeface="Menlo"/>
                <a:cs typeface="Menlo"/>
              </a:rPr>
              <a:t> </a:t>
            </a:r>
            <a:r>
              <a:rPr sz="1177">
                <a:solidFill>
                  <a:srgbClr val="72839B"/>
                </a:solidFill>
                <a:latin typeface="Menlo"/>
                <a:ea typeface="Menlo"/>
                <a:cs typeface="Menlo"/>
              </a:rPr>
              <a:t>// valida la firma Ed25519</a:t>
            </a:r>
          </a:p>
        </p:txBody>
      </p:sp>
      <p:sp>
        <p:nvSpPr>
          <p:cNvPr id="59" name="">
            <a:extLst xmlns:a="http://schemas.openxmlformats.org/drawingml/2006/main">
              <a:ext uri="{FF2B5EF4-FFF2-40B4-BE49-F238E27FC236}">
                <a16:creationId xmlns:a16="http://schemas.microsoft.com/office/drawing/2014/main" id="{E178BDB2-91B1-44F8-B3FA-BB35EC4827D0}"/>
              </a:ext>
            </a:extLst>
          </p:cNvPr>
          <p:cNvSpPr>
            <a:spLocks xmlns:a="http://schemas.openxmlformats.org/drawingml/2006/main" noGrp="1"/>
          </p:cNvSpPr>
          <p:nvPr/>
        </p:nvSpPr>
        <p:spPr>
          <a:xfrm xmlns:a="http://schemas.openxmlformats.org/drawingml/2006/main">
            <a:off x="1295400" y="4738688"/>
            <a:ext cx="5495925" cy="19169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D496744C-3F85-49CA-ACB1-571063140B37}"/>
              </a:ext>
            </a:extLst>
          </p:cNvPr>
          <p:cNvSpPr>
            <a:spLocks xmlns:a="http://schemas.openxmlformats.org/drawingml/2006/main" noGrp="1"/>
          </p:cNvSpPr>
          <p:nvPr/>
        </p:nvSpPr>
        <p:spPr>
          <a:xfrm xmlns:a="http://schemas.openxmlformats.org/drawingml/2006/main">
            <a:off x="904875" y="4748213"/>
            <a:ext cx="19050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61" name="">
            <a:extLst xmlns:a="http://schemas.openxmlformats.org/drawingml/2006/main">
              <a:ext uri="{FF2B5EF4-FFF2-40B4-BE49-F238E27FC236}">
                <a16:creationId xmlns:a16="http://schemas.microsoft.com/office/drawing/2014/main" id="{C4F7907F-C8FC-45FC-98FA-B13472F20DF7}"/>
              </a:ext>
            </a:extLst>
          </p:cNvPr>
          <p:cNvSpPr>
            <a:spLocks xmlns:a="http://schemas.openxmlformats.org/drawingml/2006/main" noGrp="1"/>
          </p:cNvSpPr>
          <p:nvPr/>
        </p:nvSpPr>
        <p:spPr>
          <a:xfrm xmlns:a="http://schemas.openxmlformats.org/drawingml/2006/main">
            <a:off x="1295400" y="4738688"/>
            <a:ext cx="28575" cy="191691"/>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5C6AD67A-D61E-4C63-8CEC-DC61F0970497}"/>
              </a:ext>
            </a:extLst>
          </p:cNvPr>
          <p:cNvSpPr>
            <a:spLocks xmlns:a="http://schemas.openxmlformats.org/drawingml/2006/main" noGrp="1"/>
          </p:cNvSpPr>
          <p:nvPr/>
        </p:nvSpPr>
        <p:spPr>
          <a:xfrm xmlns:a="http://schemas.openxmlformats.org/drawingml/2006/main">
            <a:off x="1133475" y="4753570"/>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E7B3A8E4-50DE-410D-BE1A-A67F76E57024}"/>
              </a:ext>
            </a:extLst>
          </p:cNvPr>
          <p:cNvSpPr>
            <a:spLocks xmlns:a="http://schemas.openxmlformats.org/drawingml/2006/main" noGrp="1"/>
          </p:cNvSpPr>
          <p:nvPr/>
        </p:nvSpPr>
        <p:spPr>
          <a:xfrm xmlns:a="http://schemas.openxmlformats.org/drawingml/2006/main">
            <a:off x="1133475" y="475357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64" name="Código editable">
            <a:extLst xmlns:a="http://schemas.openxmlformats.org/drawingml/2006/main">
              <a:ext uri="{FF2B5EF4-FFF2-40B4-BE49-F238E27FC236}">
                <a16:creationId xmlns:a16="http://schemas.microsoft.com/office/drawing/2014/main" id="{0FFC302B-9FF5-4896-BD1B-549DEE0A1F16}"/>
              </a:ext>
            </a:extLst>
          </p:cNvPr>
          <p:cNvSpPr>
            <a:spLocks xmlns:a="http://schemas.openxmlformats.org/drawingml/2006/main" noGrp="1"/>
          </p:cNvSpPr>
          <p:nvPr/>
        </p:nvSpPr>
        <p:spPr>
          <a:xfrm xmlns:a="http://schemas.openxmlformats.org/drawingml/2006/main">
            <a:off x="1343025" y="4748213"/>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82D3F2"/>
                </a:solidFill>
                <a:latin typeface="Menlo"/>
                <a:ea typeface="Menlo"/>
                <a:cs typeface="Menlo"/>
              </a:rPr>
              <a:t>Buffer</a:t>
            </a:r>
            <a:r>
              <a:rPr sz="1177">
                <a:solidFill>
                  <a:srgbClr val="E6EDF7"/>
                </a:solidFill>
                <a:latin typeface="Menlo"/>
                <a:ea typeface="Menlo"/>
                <a:cs typeface="Menlo"/>
              </a:rPr>
              <a:t>.</a:t>
            </a:r>
            <a:r>
              <a:rPr sz="1177">
                <a:solidFill>
                  <a:srgbClr val="C792EA"/>
                </a:solidFill>
                <a:latin typeface="Menlo"/>
                <a:ea typeface="Menlo"/>
                <a:cs typeface="Menlo"/>
              </a:rPr>
              <a:t>from</a:t>
            </a:r>
            <a:r>
              <a:rPr sz="1177">
                <a:solidFill>
                  <a:srgbClr val="E6EDF7"/>
                </a:solidFill>
                <a:latin typeface="Menlo"/>
                <a:ea typeface="Menlo"/>
                <a:cs typeface="Menlo"/>
              </a:rPr>
              <a:t>(</a:t>
            </a:r>
            <a:r>
              <a:rPr sz="1177">
                <a:solidFill>
                  <a:srgbClr val="E6EDF7"/>
                </a:solidFill>
                <a:latin typeface="Menlo"/>
                <a:ea typeface="Menlo"/>
                <a:cs typeface="Menlo"/>
              </a:rPr>
              <a:t>proofMessage</a:t>
            </a:r>
            <a:r>
              <a:rPr sz="1177">
                <a:solidFill>
                  <a:srgbClr val="E6EDF7"/>
                </a:solidFill>
                <a:latin typeface="Menlo"/>
                <a:ea typeface="Menlo"/>
                <a:cs typeface="Menlo"/>
              </a:rPr>
              <a:t>)</a:t>
            </a:r>
            <a:r>
              <a:rPr sz="1177">
                <a:solidFill>
                  <a:srgbClr val="E6EDF7"/>
                </a:solidFill>
                <a:latin typeface="Menlo"/>
                <a:ea typeface="Menlo"/>
                <a:cs typeface="Menlo"/>
              </a:rPr>
              <a:t>,</a:t>
            </a:r>
          </a:p>
        </p:txBody>
      </p:sp>
      <p:sp>
        <p:nvSpPr>
          <p:cNvPr id="65" name="">
            <a:extLst xmlns:a="http://schemas.openxmlformats.org/drawingml/2006/main">
              <a:ext uri="{FF2B5EF4-FFF2-40B4-BE49-F238E27FC236}">
                <a16:creationId xmlns:a16="http://schemas.microsoft.com/office/drawing/2014/main" id="{440B5E32-47F6-4181-9564-B8B5540DBCE1}"/>
              </a:ext>
            </a:extLst>
          </p:cNvPr>
          <p:cNvSpPr>
            <a:spLocks xmlns:a="http://schemas.openxmlformats.org/drawingml/2006/main" noGrp="1"/>
          </p:cNvSpPr>
          <p:nvPr/>
        </p:nvSpPr>
        <p:spPr>
          <a:xfrm xmlns:a="http://schemas.openxmlformats.org/drawingml/2006/main">
            <a:off x="971550" y="4939903"/>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06</a:t>
            </a:r>
          </a:p>
        </p:txBody>
      </p:sp>
      <p:sp>
        <p:nvSpPr>
          <p:cNvPr id="66" name="Código editable">
            <a:extLst xmlns:a="http://schemas.openxmlformats.org/drawingml/2006/main">
              <a:ext uri="{FF2B5EF4-FFF2-40B4-BE49-F238E27FC236}">
                <a16:creationId xmlns:a16="http://schemas.microsoft.com/office/drawing/2014/main" id="{B4022D55-77CF-4738-BC0B-AA060DAF808F}"/>
              </a:ext>
            </a:extLst>
          </p:cNvPr>
          <p:cNvSpPr>
            <a:spLocks xmlns:a="http://schemas.openxmlformats.org/drawingml/2006/main" noGrp="1"/>
          </p:cNvSpPr>
          <p:nvPr/>
        </p:nvSpPr>
        <p:spPr>
          <a:xfrm xmlns:a="http://schemas.openxmlformats.org/drawingml/2006/main">
            <a:off x="1343025" y="4939903"/>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E6EDF7"/>
                </a:solidFill>
                <a:latin typeface="Menlo"/>
                <a:ea typeface="Menlo"/>
                <a:cs typeface="Menlo"/>
              </a:rPr>
              <a:t>proofKey</a:t>
            </a:r>
            <a:r>
              <a:rPr sz="1177">
                <a:solidFill>
                  <a:srgbClr val="E6EDF7"/>
                </a:solidFill>
                <a:latin typeface="Menlo"/>
                <a:ea typeface="Menlo"/>
                <a:cs typeface="Menlo"/>
              </a:rPr>
              <a:t>,</a:t>
            </a:r>
          </a:p>
        </p:txBody>
      </p:sp>
      <p:sp>
        <p:nvSpPr>
          <p:cNvPr id="67" name="">
            <a:extLst xmlns:a="http://schemas.openxmlformats.org/drawingml/2006/main">
              <a:ext uri="{FF2B5EF4-FFF2-40B4-BE49-F238E27FC236}">
                <a16:creationId xmlns:a16="http://schemas.microsoft.com/office/drawing/2014/main" id="{3411A955-130F-4440-9BB1-4B3A7E36AA95}"/>
              </a:ext>
            </a:extLst>
          </p:cNvPr>
          <p:cNvSpPr>
            <a:spLocks xmlns:a="http://schemas.openxmlformats.org/drawingml/2006/main" noGrp="1"/>
          </p:cNvSpPr>
          <p:nvPr/>
        </p:nvSpPr>
        <p:spPr>
          <a:xfrm xmlns:a="http://schemas.openxmlformats.org/drawingml/2006/main">
            <a:off x="971550" y="5131594"/>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07</a:t>
            </a:r>
          </a:p>
        </p:txBody>
      </p:sp>
      <p:sp>
        <p:nvSpPr>
          <p:cNvPr id="68" name="Código editable">
            <a:extLst xmlns:a="http://schemas.openxmlformats.org/drawingml/2006/main">
              <a:ext uri="{FF2B5EF4-FFF2-40B4-BE49-F238E27FC236}">
                <a16:creationId xmlns:a16="http://schemas.microsoft.com/office/drawing/2014/main" id="{01D51C30-9B5C-4481-841F-49E232981D05}"/>
              </a:ext>
            </a:extLst>
          </p:cNvPr>
          <p:cNvSpPr>
            <a:spLocks xmlns:a="http://schemas.openxmlformats.org/drawingml/2006/main" noGrp="1"/>
          </p:cNvSpPr>
          <p:nvPr/>
        </p:nvSpPr>
        <p:spPr>
          <a:xfrm xmlns:a="http://schemas.openxmlformats.org/drawingml/2006/main">
            <a:off x="1343025" y="5131594"/>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E6EDF7"/>
                </a:solidFill>
                <a:latin typeface="Menlo"/>
                <a:ea typeface="Menlo"/>
                <a:cs typeface="Menlo"/>
              </a:rPr>
              <a:t>holderSignature</a:t>
            </a:r>
          </a:p>
        </p:txBody>
      </p:sp>
      <p:sp>
        <p:nvSpPr>
          <p:cNvPr id="69" name="">
            <a:extLst xmlns:a="http://schemas.openxmlformats.org/drawingml/2006/main">
              <a:ext uri="{FF2B5EF4-FFF2-40B4-BE49-F238E27FC236}">
                <a16:creationId xmlns:a16="http://schemas.microsoft.com/office/drawing/2014/main" id="{F2221676-4B11-4CC3-8C6E-B52DD739712E}"/>
              </a:ext>
            </a:extLst>
          </p:cNvPr>
          <p:cNvSpPr>
            <a:spLocks xmlns:a="http://schemas.openxmlformats.org/drawingml/2006/main" noGrp="1"/>
          </p:cNvSpPr>
          <p:nvPr/>
        </p:nvSpPr>
        <p:spPr>
          <a:xfrm xmlns:a="http://schemas.openxmlformats.org/drawingml/2006/main">
            <a:off x="971550" y="5323284"/>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08</a:t>
            </a:r>
          </a:p>
        </p:txBody>
      </p:sp>
      <p:sp>
        <p:nvSpPr>
          <p:cNvPr id="70" name="Código editable">
            <a:extLst xmlns:a="http://schemas.openxmlformats.org/drawingml/2006/main">
              <a:ext uri="{FF2B5EF4-FFF2-40B4-BE49-F238E27FC236}">
                <a16:creationId xmlns:a16="http://schemas.microsoft.com/office/drawing/2014/main" id="{91C92390-238D-4366-98A5-228703427971}"/>
              </a:ext>
            </a:extLst>
          </p:cNvPr>
          <p:cNvSpPr>
            <a:spLocks xmlns:a="http://schemas.openxmlformats.org/drawingml/2006/main" noGrp="1"/>
          </p:cNvSpPr>
          <p:nvPr/>
        </p:nvSpPr>
        <p:spPr>
          <a:xfrm xmlns:a="http://schemas.openxmlformats.org/drawingml/2006/main">
            <a:off x="1343025" y="5323284"/>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a:t>
            </a:r>
            <a:r>
              <a:rPr sz="1177">
                <a:solidFill>
                  <a:srgbClr val="E6EDF7"/>
                </a:solidFill>
                <a:latin typeface="Menlo"/>
                <a:ea typeface="Menlo"/>
                <a:cs typeface="Menlo"/>
              </a:rPr>
              <a:t>)</a:t>
            </a:r>
            <a:r>
              <a:rPr sz="1177">
                <a:solidFill>
                  <a:srgbClr val="E6EDF7"/>
                </a:solidFill>
                <a:latin typeface="Menlo"/>
                <a:ea typeface="Menlo"/>
                <a:cs typeface="Menlo"/>
              </a:rPr>
              <a:t> </a:t>
            </a:r>
            <a:r>
              <a:rPr sz="1177">
                <a:solidFill>
                  <a:srgbClr val="E6EDF7"/>
                </a:solidFill>
                <a:latin typeface="Menlo"/>
                <a:ea typeface="Menlo"/>
                <a:cs typeface="Menlo"/>
              </a:rPr>
              <a:t>reject</a:t>
            </a:r>
            <a:r>
              <a:rPr sz="1177">
                <a:solidFill>
                  <a:srgbClr val="E6EDF7"/>
                </a:solidFill>
                <a:latin typeface="Menlo"/>
                <a:ea typeface="Menlo"/>
                <a:cs typeface="Menlo"/>
              </a:rPr>
              <a:t>(</a:t>
            </a:r>
            <a:r>
              <a:rPr sz="1177">
                <a:solidFill>
                  <a:srgbClr val="E6EDF7"/>
                </a:solidFill>
                <a:latin typeface="Menlo"/>
                <a:ea typeface="Menlo"/>
                <a:cs typeface="Menlo"/>
              </a:rPr>
              <a:t>)</a:t>
            </a:r>
          </a:p>
        </p:txBody>
      </p:sp>
      <p:sp>
        <p:nvSpPr>
          <p:cNvPr id="71" name="">
            <a:extLst xmlns:a="http://schemas.openxmlformats.org/drawingml/2006/main">
              <a:ext uri="{FF2B5EF4-FFF2-40B4-BE49-F238E27FC236}">
                <a16:creationId xmlns:a16="http://schemas.microsoft.com/office/drawing/2014/main" id="{15BF3480-0162-44F0-BA70-86FCF1175288}"/>
              </a:ext>
            </a:extLst>
          </p:cNvPr>
          <p:cNvSpPr>
            <a:spLocks xmlns:a="http://schemas.openxmlformats.org/drawingml/2006/main" noGrp="1"/>
          </p:cNvSpPr>
          <p:nvPr/>
        </p:nvSpPr>
        <p:spPr>
          <a:xfrm xmlns:a="http://schemas.openxmlformats.org/drawingml/2006/main">
            <a:off x="7524750" y="3476625"/>
            <a:ext cx="3667125" cy="2143125"/>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CE3ED"/>
            </a:solidFill>
            <a:prstDash val="solid"/>
          </a:ln>
        </p:spPr>
      </p:sp>
      <p:sp>
        <p:nvSpPr>
          <p:cNvPr id="72" name="">
            <a:extLst xmlns:a="http://schemas.openxmlformats.org/drawingml/2006/main">
              <a:ext uri="{FF2B5EF4-FFF2-40B4-BE49-F238E27FC236}">
                <a16:creationId xmlns:a16="http://schemas.microsoft.com/office/drawing/2014/main" id="{21DE3422-879C-4A11-97EC-2770803E03EC}"/>
              </a:ext>
            </a:extLst>
          </p:cNvPr>
          <p:cNvSpPr>
            <a:spLocks xmlns:a="http://schemas.openxmlformats.org/drawingml/2006/main" noGrp="1"/>
          </p:cNvSpPr>
          <p:nvPr/>
        </p:nvSpPr>
        <p:spPr>
          <a:xfrm xmlns:a="http://schemas.openxmlformats.org/drawingml/2006/main">
            <a:off x="7810500" y="3686175"/>
            <a:ext cx="3095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Asistencia · comisión A</a:t>
            </a:r>
          </a:p>
        </p:txBody>
      </p:sp>
      <p:sp>
        <p:nvSpPr>
          <p:cNvPr id="73" name="">
            <a:extLst xmlns:a="http://schemas.openxmlformats.org/drawingml/2006/main">
              <a:ext uri="{FF2B5EF4-FFF2-40B4-BE49-F238E27FC236}">
                <a16:creationId xmlns:a16="http://schemas.microsoft.com/office/drawing/2014/main" id="{BD28F3D2-DDD7-4C3E-BFC9-39A718C94685}"/>
              </a:ext>
            </a:extLst>
          </p:cNvPr>
          <p:cNvSpPr>
            <a:spLocks xmlns:a="http://schemas.openxmlformats.org/drawingml/2006/main" noGrp="1"/>
          </p:cNvSpPr>
          <p:nvPr/>
        </p:nvSpPr>
        <p:spPr>
          <a:xfrm xmlns:a="http://schemas.openxmlformats.org/drawingml/2006/main">
            <a:off x="7810500" y="41433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536276"/>
                </a:solidFill>
                <a:latin typeface="Aptos"/>
                <a:ea typeface="Aptos"/>
                <a:cs typeface="Aptos"/>
              </a:defRPr>
            </a:defPPr>
            <a:lvl1pPr algn="l">
              <a:buNone/>
              <a:defRPr sz="1125" b="1">
                <a:solidFill>
                  <a:srgbClr val="536276"/>
                </a:solidFill>
                <a:latin typeface="Aptos"/>
                <a:ea typeface="Aptos"/>
                <a:cs typeface="Aptos"/>
              </a:defRPr>
            </a:lvl1pPr>
            <a:lvl2pPr algn="l">
              <a:buNone/>
              <a:defRPr sz="1125" b="1">
                <a:solidFill>
                  <a:srgbClr val="536276"/>
                </a:solidFill>
                <a:latin typeface="Aptos"/>
                <a:ea typeface="Aptos"/>
                <a:cs typeface="Aptos"/>
              </a:defRPr>
            </a:lvl2pPr>
            <a:lvl3pPr algn="l">
              <a:buNone/>
              <a:defRPr sz="1125" b="1">
                <a:solidFill>
                  <a:srgbClr val="536276"/>
                </a:solidFill>
                <a:latin typeface="Aptos"/>
                <a:ea typeface="Aptos"/>
                <a:cs typeface="Aptos"/>
              </a:defRPr>
            </a:lvl3pPr>
            <a:lvl4pPr algn="l">
              <a:buNone/>
              <a:defRPr sz="1125" b="1">
                <a:solidFill>
                  <a:srgbClr val="536276"/>
                </a:solidFill>
                <a:latin typeface="Aptos"/>
                <a:ea typeface="Aptos"/>
                <a:cs typeface="Aptos"/>
              </a:defRPr>
            </a:lvl4pPr>
            <a:lvl5pPr algn="l">
              <a:buNone/>
              <a:defRPr sz="1125" b="1">
                <a:solidFill>
                  <a:srgbClr val="536276"/>
                </a:solidFill>
                <a:latin typeface="Aptos"/>
                <a:ea typeface="Aptos"/>
                <a:cs typeface="Aptos"/>
              </a:defRPr>
            </a:lvl5pPr>
            <a:lvl6pPr algn="l">
              <a:buNone/>
              <a:defRPr sz="1125" b="1">
                <a:solidFill>
                  <a:srgbClr val="536276"/>
                </a:solidFill>
                <a:latin typeface="Aptos"/>
                <a:ea typeface="Aptos"/>
                <a:cs typeface="Aptos"/>
              </a:defRPr>
            </a:lvl6pPr>
            <a:lvl7pPr algn="l">
              <a:buNone/>
              <a:defRPr sz="1125" b="1">
                <a:solidFill>
                  <a:srgbClr val="536276"/>
                </a:solidFill>
                <a:latin typeface="Aptos"/>
                <a:ea typeface="Aptos"/>
                <a:cs typeface="Aptos"/>
              </a:defRPr>
            </a:lvl7pPr>
            <a:lvl8pPr algn="l">
              <a:buNone/>
              <a:defRPr sz="1125" b="1">
                <a:solidFill>
                  <a:srgbClr val="536276"/>
                </a:solidFill>
                <a:latin typeface="Aptos"/>
                <a:ea typeface="Aptos"/>
                <a:cs typeface="Aptos"/>
              </a:defRPr>
            </a:lvl8pPr>
            <a:lvl9pPr algn="l">
              <a:buNone/>
              <a:defRPr sz="1125" b="1">
                <a:solidFill>
                  <a:srgbClr val="536276"/>
                </a:solidFill>
                <a:latin typeface="Aptos"/>
                <a:ea typeface="Aptos"/>
                <a:cs typeface="Aptos"/>
              </a:defRPr>
            </a:lvl9pPr>
          </a:lstStyle>
          <a:p xmlns:a="http://schemas.openxmlformats.org/drawingml/2006/main">
            <a:pPr algn="l">
              <a:buNone/>
              <a:defRPr sz="1125" b="1">
                <a:solidFill>
                  <a:srgbClr val="536276"/>
                </a:solidFill>
                <a:latin typeface="Aptos"/>
                <a:ea typeface="Aptos"/>
                <a:cs typeface="Aptos"/>
              </a:defRPr>
            </a:pPr>
            <a:r>
              <a:rPr sz="1125" b="1">
                <a:solidFill>
                  <a:srgbClr val="536276"/>
                </a:solidFill>
                <a:latin typeface="Aptos"/>
                <a:ea typeface="Aptos"/>
                <a:cs typeface="Aptos"/>
              </a:rPr>
              <a:t>Estudiante                         Estado</a:t>
            </a:r>
          </a:p>
        </p:txBody>
      </p:sp>
      <p:sp>
        <p:nvSpPr>
          <p:cNvPr id="74" name="">
            <a:extLst xmlns:a="http://schemas.openxmlformats.org/drawingml/2006/main">
              <a:ext uri="{FF2B5EF4-FFF2-40B4-BE49-F238E27FC236}">
                <a16:creationId xmlns:a16="http://schemas.microsoft.com/office/drawing/2014/main" id="{32B847E3-BAB6-4840-8025-9905C03DE8FC}"/>
              </a:ext>
            </a:extLst>
          </p:cNvPr>
          <p:cNvSpPr>
            <a:spLocks xmlns:a="http://schemas.openxmlformats.org/drawingml/2006/main" noGrp="1"/>
          </p:cNvSpPr>
          <p:nvPr/>
        </p:nvSpPr>
        <p:spPr>
          <a:xfrm xmlns:a="http://schemas.openxmlformats.org/drawingml/2006/main" flipV="0">
            <a:off x="7810500" y="4476750"/>
            <a:ext cx="30861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75" name="">
            <a:extLst xmlns:a="http://schemas.openxmlformats.org/drawingml/2006/main">
              <a:ext uri="{FF2B5EF4-FFF2-40B4-BE49-F238E27FC236}">
                <a16:creationId xmlns:a16="http://schemas.microsoft.com/office/drawing/2014/main" id="{271CC2F9-9745-4057-A4E0-E33E52779DA8}"/>
              </a:ext>
            </a:extLst>
          </p:cNvPr>
          <p:cNvSpPr>
            <a:spLocks xmlns:a="http://schemas.openxmlformats.org/drawingml/2006/main" noGrp="1"/>
          </p:cNvSpPr>
          <p:nvPr/>
        </p:nvSpPr>
        <p:spPr>
          <a:xfrm xmlns:a="http://schemas.openxmlformats.org/drawingml/2006/main">
            <a:off x="7810500" y="46005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3836E"/>
                </a:solidFill>
                <a:latin typeface="Aptos"/>
                <a:ea typeface="Aptos"/>
                <a:cs typeface="Aptos"/>
              </a:defRPr>
            </a:defPPr>
            <a:lvl1pPr algn="l">
              <a:buNone/>
              <a:defRPr sz="1200" b="1">
                <a:solidFill>
                  <a:srgbClr val="23836E"/>
                </a:solidFill>
                <a:latin typeface="Aptos"/>
                <a:ea typeface="Aptos"/>
                <a:cs typeface="Aptos"/>
              </a:defRPr>
            </a:lvl1pPr>
            <a:lvl2pPr algn="l">
              <a:buNone/>
              <a:defRPr sz="1200" b="1">
                <a:solidFill>
                  <a:srgbClr val="23836E"/>
                </a:solidFill>
                <a:latin typeface="Aptos"/>
                <a:ea typeface="Aptos"/>
                <a:cs typeface="Aptos"/>
              </a:defRPr>
            </a:lvl2pPr>
            <a:lvl3pPr algn="l">
              <a:buNone/>
              <a:defRPr sz="1200" b="1">
                <a:solidFill>
                  <a:srgbClr val="23836E"/>
                </a:solidFill>
                <a:latin typeface="Aptos"/>
                <a:ea typeface="Aptos"/>
                <a:cs typeface="Aptos"/>
              </a:defRPr>
            </a:lvl3pPr>
            <a:lvl4pPr algn="l">
              <a:buNone/>
              <a:defRPr sz="1200" b="1">
                <a:solidFill>
                  <a:srgbClr val="23836E"/>
                </a:solidFill>
                <a:latin typeface="Aptos"/>
                <a:ea typeface="Aptos"/>
                <a:cs typeface="Aptos"/>
              </a:defRPr>
            </a:lvl4pPr>
            <a:lvl5pPr algn="l">
              <a:buNone/>
              <a:defRPr sz="1200" b="1">
                <a:solidFill>
                  <a:srgbClr val="23836E"/>
                </a:solidFill>
                <a:latin typeface="Aptos"/>
                <a:ea typeface="Aptos"/>
                <a:cs typeface="Aptos"/>
              </a:defRPr>
            </a:lvl5pPr>
            <a:lvl6pPr algn="l">
              <a:buNone/>
              <a:defRPr sz="1200" b="1">
                <a:solidFill>
                  <a:srgbClr val="23836E"/>
                </a:solidFill>
                <a:latin typeface="Aptos"/>
                <a:ea typeface="Aptos"/>
                <a:cs typeface="Aptos"/>
              </a:defRPr>
            </a:lvl6pPr>
            <a:lvl7pPr algn="l">
              <a:buNone/>
              <a:defRPr sz="1200" b="1">
                <a:solidFill>
                  <a:srgbClr val="23836E"/>
                </a:solidFill>
                <a:latin typeface="Aptos"/>
                <a:ea typeface="Aptos"/>
                <a:cs typeface="Aptos"/>
              </a:defRPr>
            </a:lvl7pPr>
            <a:lvl8pPr algn="l">
              <a:buNone/>
              <a:defRPr sz="1200" b="1">
                <a:solidFill>
                  <a:srgbClr val="23836E"/>
                </a:solidFill>
                <a:latin typeface="Aptos"/>
                <a:ea typeface="Aptos"/>
                <a:cs typeface="Aptos"/>
              </a:defRPr>
            </a:lvl8pPr>
            <a:lvl9pPr algn="l">
              <a:buNone/>
              <a:defRPr sz="1200" b="1">
                <a:solidFill>
                  <a:srgbClr val="23836E"/>
                </a:solidFill>
                <a:latin typeface="Aptos"/>
                <a:ea typeface="Aptos"/>
                <a:cs typeface="Aptos"/>
              </a:defRPr>
            </a:lvl9pPr>
          </a:lstStyle>
          <a:p xmlns:a="http://schemas.openxmlformats.org/drawingml/2006/main">
            <a:pPr algn="l">
              <a:buNone/>
              <a:defRPr sz="1200" b="1">
                <a:solidFill>
                  <a:srgbClr val="23836E"/>
                </a:solidFill>
                <a:latin typeface="Aptos"/>
                <a:ea typeface="Aptos"/>
                <a:cs typeface="Aptos"/>
              </a:defRPr>
            </a:pPr>
            <a:r>
              <a:rPr sz="1200" b="1">
                <a:solidFill>
                  <a:srgbClr val="23836E"/>
                </a:solidFill>
                <a:latin typeface="Aptos"/>
                <a:ea typeface="Aptos"/>
                <a:cs typeface="Aptos"/>
              </a:rPr>
              <a:t>Mariano Arias Simone        P</a:t>
            </a:r>
          </a:p>
        </p:txBody>
      </p:sp>
      <p:sp>
        <p:nvSpPr>
          <p:cNvPr id="76" name="">
            <a:extLst xmlns:a="http://schemas.openxmlformats.org/drawingml/2006/main">
              <a:ext uri="{FF2B5EF4-FFF2-40B4-BE49-F238E27FC236}">
                <a16:creationId xmlns:a16="http://schemas.microsoft.com/office/drawing/2014/main" id="{F8BFA471-0294-43B9-BE91-4A81A8E923EE}"/>
              </a:ext>
            </a:extLst>
          </p:cNvPr>
          <p:cNvSpPr>
            <a:spLocks xmlns:a="http://schemas.openxmlformats.org/drawingml/2006/main" noGrp="1"/>
          </p:cNvSpPr>
          <p:nvPr/>
        </p:nvSpPr>
        <p:spPr>
          <a:xfrm xmlns:a="http://schemas.openxmlformats.org/drawingml/2006/main">
            <a:off x="7810500" y="50196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D95757"/>
                </a:solidFill>
                <a:latin typeface="Aptos"/>
                <a:ea typeface="Aptos"/>
                <a:cs typeface="Aptos"/>
              </a:defRPr>
            </a:defPPr>
            <a:lvl1pPr algn="l">
              <a:buNone/>
              <a:defRPr sz="1200" b="1">
                <a:solidFill>
                  <a:srgbClr val="D95757"/>
                </a:solidFill>
                <a:latin typeface="Aptos"/>
                <a:ea typeface="Aptos"/>
                <a:cs typeface="Aptos"/>
              </a:defRPr>
            </a:lvl1pPr>
            <a:lvl2pPr algn="l">
              <a:buNone/>
              <a:defRPr sz="1200" b="1">
                <a:solidFill>
                  <a:srgbClr val="D95757"/>
                </a:solidFill>
                <a:latin typeface="Aptos"/>
                <a:ea typeface="Aptos"/>
                <a:cs typeface="Aptos"/>
              </a:defRPr>
            </a:lvl2pPr>
            <a:lvl3pPr algn="l">
              <a:buNone/>
              <a:defRPr sz="1200" b="1">
                <a:solidFill>
                  <a:srgbClr val="D95757"/>
                </a:solidFill>
                <a:latin typeface="Aptos"/>
                <a:ea typeface="Aptos"/>
                <a:cs typeface="Aptos"/>
              </a:defRPr>
            </a:lvl3pPr>
            <a:lvl4pPr algn="l">
              <a:buNone/>
              <a:defRPr sz="1200" b="1">
                <a:solidFill>
                  <a:srgbClr val="D95757"/>
                </a:solidFill>
                <a:latin typeface="Aptos"/>
                <a:ea typeface="Aptos"/>
                <a:cs typeface="Aptos"/>
              </a:defRPr>
            </a:lvl4pPr>
            <a:lvl5pPr algn="l">
              <a:buNone/>
              <a:defRPr sz="1200" b="1">
                <a:solidFill>
                  <a:srgbClr val="D95757"/>
                </a:solidFill>
                <a:latin typeface="Aptos"/>
                <a:ea typeface="Aptos"/>
                <a:cs typeface="Aptos"/>
              </a:defRPr>
            </a:lvl5pPr>
            <a:lvl6pPr algn="l">
              <a:buNone/>
              <a:defRPr sz="1200" b="1">
                <a:solidFill>
                  <a:srgbClr val="D95757"/>
                </a:solidFill>
                <a:latin typeface="Aptos"/>
                <a:ea typeface="Aptos"/>
                <a:cs typeface="Aptos"/>
              </a:defRPr>
            </a:lvl6pPr>
            <a:lvl7pPr algn="l">
              <a:buNone/>
              <a:defRPr sz="1200" b="1">
                <a:solidFill>
                  <a:srgbClr val="D95757"/>
                </a:solidFill>
                <a:latin typeface="Aptos"/>
                <a:ea typeface="Aptos"/>
                <a:cs typeface="Aptos"/>
              </a:defRPr>
            </a:lvl7pPr>
            <a:lvl8pPr algn="l">
              <a:buNone/>
              <a:defRPr sz="1200" b="1">
                <a:solidFill>
                  <a:srgbClr val="D95757"/>
                </a:solidFill>
                <a:latin typeface="Aptos"/>
                <a:ea typeface="Aptos"/>
                <a:cs typeface="Aptos"/>
              </a:defRPr>
            </a:lvl8pPr>
            <a:lvl9pPr algn="l">
              <a:buNone/>
              <a:defRPr sz="1200" b="1">
                <a:solidFill>
                  <a:srgbClr val="D95757"/>
                </a:solidFill>
                <a:latin typeface="Aptos"/>
                <a:ea typeface="Aptos"/>
                <a:cs typeface="Aptos"/>
              </a:defRPr>
            </a:lvl9pPr>
          </a:lstStyle>
          <a:p xmlns:a="http://schemas.openxmlformats.org/drawingml/2006/main">
            <a:pPr algn="l">
              <a:buNone/>
              <a:defRPr sz="1200" b="1">
                <a:solidFill>
                  <a:srgbClr val="D95757"/>
                </a:solidFill>
                <a:latin typeface="Aptos"/>
                <a:ea typeface="Aptos"/>
                <a:cs typeface="Aptos"/>
              </a:defRPr>
            </a:pPr>
            <a:r>
              <a:rPr sz="1200" b="1">
                <a:solidFill>
                  <a:srgbClr val="D95757"/>
                </a:solidFill>
                <a:latin typeface="Aptos"/>
                <a:ea typeface="Aptos"/>
                <a:cs typeface="Aptos"/>
              </a:rPr>
              <a:t>Peralta Herrera Nahuel    A</a:t>
            </a:r>
          </a:p>
        </p:txBody>
      </p:sp>
      <p:sp>
        <p:nvSpPr>
          <p:cNvPr id="77" name="">
            <a:extLst xmlns:a="http://schemas.openxmlformats.org/drawingml/2006/main">
              <a:ext uri="{FF2B5EF4-FFF2-40B4-BE49-F238E27FC236}">
                <a16:creationId xmlns:a16="http://schemas.microsoft.com/office/drawing/2014/main" id="{0C18AE69-4B43-4F93-9702-4E8250028D48}"/>
              </a:ext>
            </a:extLst>
          </p:cNvPr>
          <p:cNvSpPr>
            <a:spLocks xmlns:a="http://schemas.openxmlformats.org/drawingml/2006/main" noGrp="1"/>
          </p:cNvSpPr>
          <p:nvPr/>
        </p:nvSpPr>
        <p:spPr>
          <a:xfrm xmlns:a="http://schemas.openxmlformats.org/drawingml/2006/main">
            <a:off x="7810500" y="5314950"/>
            <a:ext cx="242887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FA3C7406-F4FC-4E8E-9561-5B6E98D92D92}"/>
              </a:ext>
            </a:extLst>
          </p:cNvPr>
          <p:cNvSpPr>
            <a:spLocks xmlns:a="http://schemas.openxmlformats.org/drawingml/2006/main" noGrp="1"/>
          </p:cNvSpPr>
          <p:nvPr/>
        </p:nvSpPr>
        <p:spPr>
          <a:xfrm xmlns:a="http://schemas.openxmlformats.org/drawingml/2006/main">
            <a:off x="7905750" y="5324475"/>
            <a:ext cx="2238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Un estudiante solo puede quedar registrado una vez por sesión.</a:t>
            </a:r>
          </a:p>
        </p:txBody>
      </p:sp>
    </p:spTree>
    <p:extLst>
      <p:ext uri="{BB962C8B-B14F-4D97-AF65-F5344CB8AC3E}">
        <p14:creationId xmlns:p14="http://schemas.microsoft.com/office/powerpoint/2010/main" val="329316395"/>
      </p:ext>
    </p:extLst>
  </p:cSld>
</p:sld>
</file>

<file path=ppt/slides/slide2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9F0D1E8-9439-444E-B579-2FB48A46A05C}"/>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SEGURIDAD Y LÍMITES</a:t>
            </a:r>
          </a:p>
        </p:txBody>
      </p:sp>
      <p:sp>
        <p:nvSpPr>
          <p:cNvPr id="2" name="">
            <a:extLst xmlns:a="http://schemas.openxmlformats.org/drawingml/2006/main">
              <a:ext uri="{FF2B5EF4-FFF2-40B4-BE49-F238E27FC236}">
                <a16:creationId xmlns:a16="http://schemas.microsoft.com/office/drawing/2014/main" id="{DB4F4F47-DBFF-49E9-AC17-E4AD3799DC6A}"/>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A65AA170-DAC4-4DF8-8F48-F8F9BCF041E8}"/>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Una firma válida no garantiza que siga vigente</a:t>
            </a:r>
          </a:p>
        </p:txBody>
      </p:sp>
      <p:sp>
        <p:nvSpPr>
          <p:cNvPr id="4" name="">
            <a:extLst xmlns:a="http://schemas.openxmlformats.org/drawingml/2006/main">
              <a:ext uri="{FF2B5EF4-FFF2-40B4-BE49-F238E27FC236}">
                <a16:creationId xmlns:a16="http://schemas.microsoft.com/office/drawing/2014/main" id="{23CAF87A-598A-4D42-8878-3D54C135D21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7D38247C-4A54-4AB0-B807-2F04BEB8786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2893094E-85BA-49C5-AD69-555A9D47153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24</a:t>
            </a:r>
          </a:p>
        </p:txBody>
      </p:sp>
      <p:sp>
        <p:nvSpPr>
          <p:cNvPr id="7" name="">
            <a:extLst xmlns:a="http://schemas.openxmlformats.org/drawingml/2006/main">
              <a:ext uri="{FF2B5EF4-FFF2-40B4-BE49-F238E27FC236}">
                <a16:creationId xmlns:a16="http://schemas.microsoft.com/office/drawing/2014/main" id="{D8FC4564-8CE6-45C8-A3A0-FD15FE400E02}"/>
              </a:ext>
            </a:extLst>
          </p:cNvPr>
          <p:cNvSpPr>
            <a:spLocks xmlns:a="http://schemas.openxmlformats.org/drawingml/2006/main" noGrp="1"/>
          </p:cNvSpPr>
          <p:nvPr/>
        </p:nvSpPr>
        <p:spPr>
          <a:xfrm xmlns:a="http://schemas.openxmlformats.org/drawingml/2006/main">
            <a:off x="714375" y="1714500"/>
            <a:ext cx="4857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0F456396-832B-4F65-85B8-90B1EB529FB5}"/>
              </a:ext>
            </a:extLst>
          </p:cNvPr>
          <p:cNvSpPr>
            <a:spLocks xmlns:a="http://schemas.openxmlformats.org/drawingml/2006/main" noGrp="1"/>
          </p:cNvSpPr>
          <p:nvPr/>
        </p:nvSpPr>
        <p:spPr>
          <a:xfrm xmlns:a="http://schemas.openxmlformats.org/drawingml/2006/main">
            <a:off x="1028700" y="19431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2846A0"/>
                </a:solidFill>
                <a:latin typeface="Aptos"/>
                <a:ea typeface="Aptos"/>
                <a:cs typeface="Aptos"/>
              </a:defRPr>
            </a:defPPr>
            <a:lvl1pPr algn="l">
              <a:buNone/>
              <a:defRPr sz="1575" b="1">
                <a:solidFill>
                  <a:srgbClr val="2846A0"/>
                </a:solidFill>
                <a:latin typeface="Aptos"/>
                <a:ea typeface="Aptos"/>
                <a:cs typeface="Aptos"/>
              </a:defRPr>
            </a:lvl1pPr>
            <a:lvl2pPr algn="l">
              <a:buNone/>
              <a:defRPr sz="1575" b="1">
                <a:solidFill>
                  <a:srgbClr val="2846A0"/>
                </a:solidFill>
                <a:latin typeface="Aptos"/>
                <a:ea typeface="Aptos"/>
                <a:cs typeface="Aptos"/>
              </a:defRPr>
            </a:lvl2pPr>
            <a:lvl3pPr algn="l">
              <a:buNone/>
              <a:defRPr sz="1575" b="1">
                <a:solidFill>
                  <a:srgbClr val="2846A0"/>
                </a:solidFill>
                <a:latin typeface="Aptos"/>
                <a:ea typeface="Aptos"/>
                <a:cs typeface="Aptos"/>
              </a:defRPr>
            </a:lvl3pPr>
            <a:lvl4pPr algn="l">
              <a:buNone/>
              <a:defRPr sz="1575" b="1">
                <a:solidFill>
                  <a:srgbClr val="2846A0"/>
                </a:solidFill>
                <a:latin typeface="Aptos"/>
                <a:ea typeface="Aptos"/>
                <a:cs typeface="Aptos"/>
              </a:defRPr>
            </a:lvl4pPr>
            <a:lvl5pPr algn="l">
              <a:buNone/>
              <a:defRPr sz="1575" b="1">
                <a:solidFill>
                  <a:srgbClr val="2846A0"/>
                </a:solidFill>
                <a:latin typeface="Aptos"/>
                <a:ea typeface="Aptos"/>
                <a:cs typeface="Aptos"/>
              </a:defRPr>
            </a:lvl5pPr>
            <a:lvl6pPr algn="l">
              <a:buNone/>
              <a:defRPr sz="1575" b="1">
                <a:solidFill>
                  <a:srgbClr val="2846A0"/>
                </a:solidFill>
                <a:latin typeface="Aptos"/>
                <a:ea typeface="Aptos"/>
                <a:cs typeface="Aptos"/>
              </a:defRPr>
            </a:lvl6pPr>
            <a:lvl7pPr algn="l">
              <a:buNone/>
              <a:defRPr sz="1575" b="1">
                <a:solidFill>
                  <a:srgbClr val="2846A0"/>
                </a:solidFill>
                <a:latin typeface="Aptos"/>
                <a:ea typeface="Aptos"/>
                <a:cs typeface="Aptos"/>
              </a:defRPr>
            </a:lvl7pPr>
            <a:lvl8pPr algn="l">
              <a:buNone/>
              <a:defRPr sz="1575" b="1">
                <a:solidFill>
                  <a:srgbClr val="2846A0"/>
                </a:solidFill>
                <a:latin typeface="Aptos"/>
                <a:ea typeface="Aptos"/>
                <a:cs typeface="Aptos"/>
              </a:defRPr>
            </a:lvl8pPr>
            <a:lvl9pPr algn="l">
              <a:buNone/>
              <a:defRPr sz="1575" b="1">
                <a:solidFill>
                  <a:srgbClr val="2846A0"/>
                </a:solidFill>
                <a:latin typeface="Aptos"/>
                <a:ea typeface="Aptos"/>
                <a:cs typeface="Aptos"/>
              </a:defRPr>
            </a:lvl9pPr>
          </a:lstStyle>
          <a:p xmlns:a="http://schemas.openxmlformats.org/drawingml/2006/main">
            <a:pPr algn="l">
              <a:buNone/>
              <a:defRPr sz="1575" b="1">
                <a:solidFill>
                  <a:srgbClr val="2846A0"/>
                </a:solidFill>
                <a:latin typeface="Aptos"/>
                <a:ea typeface="Aptos"/>
                <a:cs typeface="Aptos"/>
              </a:defRPr>
            </a:pPr>
            <a:r>
              <a:rPr sz="1575" b="1">
                <a:solidFill>
                  <a:srgbClr val="2846A0"/>
                </a:solidFill>
                <a:latin typeface="Aptos"/>
                <a:ea typeface="Aptos"/>
                <a:cs typeface="Aptos"/>
              </a:rPr>
              <a:t>Cómo funciona hoy · API local</a:t>
            </a:r>
          </a:p>
        </p:txBody>
      </p:sp>
      <p:sp>
        <p:nvSpPr>
          <p:cNvPr id="9" name="">
            <a:extLst xmlns:a="http://schemas.openxmlformats.org/drawingml/2006/main">
              <a:ext uri="{FF2B5EF4-FFF2-40B4-BE49-F238E27FC236}">
                <a16:creationId xmlns:a16="http://schemas.microsoft.com/office/drawing/2014/main" id="{7E6C49C7-983F-459F-B749-92B58CEC4225}"/>
              </a:ext>
            </a:extLst>
          </p:cNvPr>
          <p:cNvSpPr>
            <a:spLocks xmlns:a="http://schemas.openxmlformats.org/drawingml/2006/main" noGrp="1"/>
          </p:cNvSpPr>
          <p:nvPr/>
        </p:nvSpPr>
        <p:spPr>
          <a:xfrm xmlns:a="http://schemas.openxmlformats.org/drawingml/2006/main">
            <a:off x="1028700" y="25241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E856012-FB14-4846-962C-10976C49ADB6}"/>
              </a:ext>
            </a:extLst>
          </p:cNvPr>
          <p:cNvSpPr>
            <a:spLocks xmlns:a="http://schemas.openxmlformats.org/drawingml/2006/main" noGrp="1"/>
          </p:cNvSpPr>
          <p:nvPr/>
        </p:nvSpPr>
        <p:spPr>
          <a:xfrm xmlns:a="http://schemas.openxmlformats.org/drawingml/2006/main">
            <a:off x="1295400" y="2447925"/>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La API consulta si la credencial fue revocada.</a:t>
            </a:r>
          </a:p>
        </p:txBody>
      </p:sp>
      <p:sp>
        <p:nvSpPr>
          <p:cNvPr id="11" name="">
            <a:extLst xmlns:a="http://schemas.openxmlformats.org/drawingml/2006/main">
              <a:ext uri="{FF2B5EF4-FFF2-40B4-BE49-F238E27FC236}">
                <a16:creationId xmlns:a16="http://schemas.microsoft.com/office/drawing/2014/main" id="{41C6066F-B24C-45F5-9850-E2320A30EF8F}"/>
              </a:ext>
            </a:extLst>
          </p:cNvPr>
          <p:cNvSpPr>
            <a:spLocks xmlns:a="http://schemas.openxmlformats.org/drawingml/2006/main" noGrp="1"/>
          </p:cNvSpPr>
          <p:nvPr/>
        </p:nvSpPr>
        <p:spPr>
          <a:xfrm xmlns:a="http://schemas.openxmlformats.org/drawingml/2006/main">
            <a:off x="1028700" y="306705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3EDE172-36E1-4015-9427-C5185B2CD13D}"/>
              </a:ext>
            </a:extLst>
          </p:cNvPr>
          <p:cNvSpPr>
            <a:spLocks xmlns:a="http://schemas.openxmlformats.org/drawingml/2006/main" noGrp="1"/>
          </p:cNvSpPr>
          <p:nvPr/>
        </p:nvSpPr>
        <p:spPr>
          <a:xfrm xmlns:a="http://schemas.openxmlformats.org/drawingml/2006/main">
            <a:off x="1295400" y="2990850"/>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El QR vence y no se puede volver a usar.</a:t>
            </a:r>
          </a:p>
        </p:txBody>
      </p:sp>
      <p:sp>
        <p:nvSpPr>
          <p:cNvPr id="13" name="">
            <a:extLst xmlns:a="http://schemas.openxmlformats.org/drawingml/2006/main">
              <a:ext uri="{FF2B5EF4-FFF2-40B4-BE49-F238E27FC236}">
                <a16:creationId xmlns:a16="http://schemas.microsoft.com/office/drawing/2014/main" id="{A3059EFC-487A-4DDB-85AD-8484882C1B60}"/>
              </a:ext>
            </a:extLst>
          </p:cNvPr>
          <p:cNvSpPr>
            <a:spLocks xmlns:a="http://schemas.openxmlformats.org/drawingml/2006/main" noGrp="1"/>
          </p:cNvSpPr>
          <p:nvPr/>
        </p:nvSpPr>
        <p:spPr>
          <a:xfrm xmlns:a="http://schemas.openxmlformats.org/drawingml/2006/main">
            <a:off x="1028700" y="36099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12FE68B-2387-4F4F-8576-712C732AB208}"/>
              </a:ext>
            </a:extLst>
          </p:cNvPr>
          <p:cNvSpPr>
            <a:spLocks xmlns:a="http://schemas.openxmlformats.org/drawingml/2006/main" noGrp="1"/>
          </p:cNvSpPr>
          <p:nvPr/>
        </p:nvSpPr>
        <p:spPr>
          <a:xfrm xmlns:a="http://schemas.openxmlformats.org/drawingml/2006/main">
            <a:off x="1295400" y="3533775"/>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La firma del teléfono se liga a la solicitud.</a:t>
            </a:r>
          </a:p>
        </p:txBody>
      </p:sp>
      <p:sp>
        <p:nvSpPr>
          <p:cNvPr id="15" name="">
            <a:extLst xmlns:a="http://schemas.openxmlformats.org/drawingml/2006/main">
              <a:ext uri="{FF2B5EF4-FFF2-40B4-BE49-F238E27FC236}">
                <a16:creationId xmlns:a16="http://schemas.microsoft.com/office/drawing/2014/main" id="{BBA0C2E4-18FC-46A9-BEC6-5090DE660D48}"/>
              </a:ext>
            </a:extLst>
          </p:cNvPr>
          <p:cNvSpPr>
            <a:spLocks xmlns:a="http://schemas.openxmlformats.org/drawingml/2006/main" noGrp="1"/>
          </p:cNvSpPr>
          <p:nvPr/>
        </p:nvSpPr>
        <p:spPr>
          <a:xfrm xmlns:a="http://schemas.openxmlformats.org/drawingml/2006/main">
            <a:off x="1028700" y="415290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9070067-C0AB-40C6-B10A-26DCBF90EEE4}"/>
              </a:ext>
            </a:extLst>
          </p:cNvPr>
          <p:cNvSpPr>
            <a:spLocks xmlns:a="http://schemas.openxmlformats.org/drawingml/2006/main" noGrp="1"/>
          </p:cNvSpPr>
          <p:nvPr/>
        </p:nvSpPr>
        <p:spPr>
          <a:xfrm xmlns:a="http://schemas.openxmlformats.org/drawingml/2006/main">
            <a:off x="1295400" y="4076700"/>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Puede funcionar sin Internet si la red local está activa.</a:t>
            </a:r>
          </a:p>
        </p:txBody>
      </p:sp>
      <p:sp>
        <p:nvSpPr>
          <p:cNvPr id="17" name="">
            <a:extLst xmlns:a="http://schemas.openxmlformats.org/drawingml/2006/main">
              <a:ext uri="{FF2B5EF4-FFF2-40B4-BE49-F238E27FC236}">
                <a16:creationId xmlns:a16="http://schemas.microsoft.com/office/drawing/2014/main" id="{2BD2C38E-5821-4BBD-98F7-9B707200A11C}"/>
              </a:ext>
            </a:extLst>
          </p:cNvPr>
          <p:cNvSpPr>
            <a:spLocks xmlns:a="http://schemas.openxmlformats.org/drawingml/2006/main" noGrp="1"/>
          </p:cNvSpPr>
          <p:nvPr/>
        </p:nvSpPr>
        <p:spPr>
          <a:xfrm xmlns:a="http://schemas.openxmlformats.org/drawingml/2006/main">
            <a:off x="6619875" y="1714500"/>
            <a:ext cx="4857750" cy="3143250"/>
          </a:xfrm>
          <a:prstGeom xmlns:a="http://schemas.openxmlformats.org/drawingml/2006/main" prst="roundRect">
            <a:avLst>
              <a:gd name="adj" fmla="val 2424"/>
            </a:avLst>
          </a:prstGeom>
          <a:solidFill xmlns:a="http://schemas.openxmlformats.org/drawingml/2006/main">
            <a:srgbClr val="17255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FE2D34B-8B80-4F2C-8225-0B3736FCE3F4}"/>
              </a:ext>
            </a:extLst>
          </p:cNvPr>
          <p:cNvSpPr>
            <a:spLocks xmlns:a="http://schemas.openxmlformats.org/drawingml/2006/main" noGrp="1"/>
          </p:cNvSpPr>
          <p:nvPr/>
        </p:nvSpPr>
        <p:spPr>
          <a:xfrm xmlns:a="http://schemas.openxmlformats.org/drawingml/2006/main">
            <a:off x="6924675" y="1943100"/>
            <a:ext cx="4238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Qué haría falta para validar sin servidor</a:t>
            </a:r>
          </a:p>
        </p:txBody>
      </p:sp>
      <p:sp>
        <p:nvSpPr>
          <p:cNvPr id="19" name="">
            <a:extLst xmlns:a="http://schemas.openxmlformats.org/drawingml/2006/main">
              <a:ext uri="{FF2B5EF4-FFF2-40B4-BE49-F238E27FC236}">
                <a16:creationId xmlns:a16="http://schemas.microsoft.com/office/drawing/2014/main" id="{D8F4847F-3530-475E-BDAD-D7A1C1A67C05}"/>
              </a:ext>
            </a:extLst>
          </p:cNvPr>
          <p:cNvSpPr>
            <a:spLocks xmlns:a="http://schemas.openxmlformats.org/drawingml/2006/main" noGrp="1"/>
          </p:cNvSpPr>
          <p:nvPr/>
        </p:nvSpPr>
        <p:spPr>
          <a:xfrm xmlns:a="http://schemas.openxmlformats.org/drawingml/2006/main">
            <a:off x="6924675" y="25241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51ADA7A-4708-41F8-B1CB-005D668CF3A0}"/>
              </a:ext>
            </a:extLst>
          </p:cNvPr>
          <p:cNvSpPr>
            <a:spLocks xmlns:a="http://schemas.openxmlformats.org/drawingml/2006/main" noGrp="1"/>
          </p:cNvSpPr>
          <p:nvPr/>
        </p:nvSpPr>
        <p:spPr>
          <a:xfrm xmlns:a="http://schemas.openxmlformats.org/drawingml/2006/main">
            <a:off x="7191375" y="2447925"/>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Guardar una clave pública confiable.</a:t>
            </a:r>
          </a:p>
        </p:txBody>
      </p:sp>
      <p:sp>
        <p:nvSpPr>
          <p:cNvPr id="21" name="">
            <a:extLst xmlns:a="http://schemas.openxmlformats.org/drawingml/2006/main">
              <a:ext uri="{FF2B5EF4-FFF2-40B4-BE49-F238E27FC236}">
                <a16:creationId xmlns:a16="http://schemas.microsoft.com/office/drawing/2014/main" id="{8B1CCA61-1128-43D8-AE0F-876124001E6C}"/>
              </a:ext>
            </a:extLst>
          </p:cNvPr>
          <p:cNvSpPr>
            <a:spLocks xmlns:a="http://schemas.openxmlformats.org/drawingml/2006/main" noGrp="1"/>
          </p:cNvSpPr>
          <p:nvPr/>
        </p:nvSpPr>
        <p:spPr>
          <a:xfrm xmlns:a="http://schemas.openxmlformats.org/drawingml/2006/main">
            <a:off x="6924675" y="306705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E803496-90E5-4FE9-A5BA-75D5039C2BBC}"/>
              </a:ext>
            </a:extLst>
          </p:cNvPr>
          <p:cNvSpPr>
            <a:spLocks xmlns:a="http://schemas.openxmlformats.org/drawingml/2006/main" noGrp="1"/>
          </p:cNvSpPr>
          <p:nvPr/>
        </p:nvSpPr>
        <p:spPr>
          <a:xfrm xmlns:a="http://schemas.openxmlformats.org/drawingml/2006/main">
            <a:off x="7191375" y="2990850"/>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Usar una lista de revocación firmada y con fecha.</a:t>
            </a:r>
          </a:p>
        </p:txBody>
      </p:sp>
      <p:sp>
        <p:nvSpPr>
          <p:cNvPr id="23" name="">
            <a:extLst xmlns:a="http://schemas.openxmlformats.org/drawingml/2006/main">
              <a:ext uri="{FF2B5EF4-FFF2-40B4-BE49-F238E27FC236}">
                <a16:creationId xmlns:a16="http://schemas.microsoft.com/office/drawing/2014/main" id="{5AD4ED04-4401-4AC3-A5C9-08EAA698C5A8}"/>
              </a:ext>
            </a:extLst>
          </p:cNvPr>
          <p:cNvSpPr>
            <a:spLocks xmlns:a="http://schemas.openxmlformats.org/drawingml/2006/main" noGrp="1"/>
          </p:cNvSpPr>
          <p:nvPr/>
        </p:nvSpPr>
        <p:spPr>
          <a:xfrm xmlns:a="http://schemas.openxmlformats.org/drawingml/2006/main">
            <a:off x="6924675" y="36099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CEAADDE-9436-4B17-9899-AFE11B41F79D}"/>
              </a:ext>
            </a:extLst>
          </p:cNvPr>
          <p:cNvSpPr>
            <a:spLocks xmlns:a="http://schemas.openxmlformats.org/drawingml/2006/main" noGrp="1"/>
          </p:cNvSpPr>
          <p:nvPr/>
        </p:nvSpPr>
        <p:spPr>
          <a:xfrm xmlns:a="http://schemas.openxmlformats.org/drawingml/2006/main">
            <a:off x="7191375" y="3533775"/>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Definir cuánto tiempo se considera actual.</a:t>
            </a:r>
          </a:p>
        </p:txBody>
      </p:sp>
      <p:sp>
        <p:nvSpPr>
          <p:cNvPr id="25" name="">
            <a:extLst xmlns:a="http://schemas.openxmlformats.org/drawingml/2006/main">
              <a:ext uri="{FF2B5EF4-FFF2-40B4-BE49-F238E27FC236}">
                <a16:creationId xmlns:a16="http://schemas.microsoft.com/office/drawing/2014/main" id="{11AEBBEF-10A2-421E-AA4A-E68056F6F138}"/>
              </a:ext>
            </a:extLst>
          </p:cNvPr>
          <p:cNvSpPr>
            <a:spLocks xmlns:a="http://schemas.openxmlformats.org/drawingml/2006/main" noGrp="1"/>
          </p:cNvSpPr>
          <p:nvPr/>
        </p:nvSpPr>
        <p:spPr>
          <a:xfrm xmlns:a="http://schemas.openxmlformats.org/drawingml/2006/main">
            <a:off x="6924675" y="415290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5AE5794-6B0F-444E-9D6C-BA2F6EA5E2EE}"/>
              </a:ext>
            </a:extLst>
          </p:cNvPr>
          <p:cNvSpPr>
            <a:spLocks xmlns:a="http://schemas.openxmlformats.org/drawingml/2006/main" noGrp="1"/>
          </p:cNvSpPr>
          <p:nvPr/>
        </p:nvSpPr>
        <p:spPr>
          <a:xfrm xmlns:a="http://schemas.openxmlformats.org/drawingml/2006/main">
            <a:off x="7191375" y="4076700"/>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Si la lista está vieja, el resultado debe ser “no se sabe”.</a:t>
            </a:r>
          </a:p>
        </p:txBody>
      </p:sp>
      <p:sp>
        <p:nvSpPr>
          <p:cNvPr id="27" name="">
            <a:extLst xmlns:a="http://schemas.openxmlformats.org/drawingml/2006/main">
              <a:ext uri="{FF2B5EF4-FFF2-40B4-BE49-F238E27FC236}">
                <a16:creationId xmlns:a16="http://schemas.microsoft.com/office/drawing/2014/main" id="{62318C9D-5115-441B-8FF1-E83524C60E17}"/>
              </a:ext>
            </a:extLst>
          </p:cNvPr>
          <p:cNvSpPr>
            <a:spLocks xmlns:a="http://schemas.openxmlformats.org/drawingml/2006/main" noGrp="1"/>
          </p:cNvSpPr>
          <p:nvPr/>
        </p:nvSpPr>
        <p:spPr>
          <a:xfrm xmlns:a="http://schemas.openxmlformats.org/drawingml/2006/main">
            <a:off x="1381125" y="5219700"/>
            <a:ext cx="9429750" cy="647700"/>
          </a:xfrm>
          <a:prstGeom xmlns:a="http://schemas.openxmlformats.org/drawingml/2006/main" prst="roundRect">
            <a:avLst>
              <a:gd name="adj" fmla="val 11765"/>
            </a:avLst>
          </a:prstGeom>
          <a:solidFill xmlns:a="http://schemas.openxmlformats.org/drawingml/2006/main">
            <a:srgbClr val="FFF2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DB733D1-5A04-411E-B482-40782A00A304}"/>
              </a:ext>
            </a:extLst>
          </p:cNvPr>
          <p:cNvSpPr>
            <a:spLocks xmlns:a="http://schemas.openxmlformats.org/drawingml/2006/main" noGrp="1"/>
          </p:cNvSpPr>
          <p:nvPr/>
        </p:nvSpPr>
        <p:spPr>
          <a:xfrm xmlns:a="http://schemas.openxmlformats.org/drawingml/2006/main">
            <a:off x="1619250" y="533400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775109"/>
                </a:solidFill>
                <a:latin typeface="Aptos"/>
                <a:ea typeface="Aptos"/>
                <a:cs typeface="Aptos"/>
              </a:defRPr>
            </a:defPPr>
            <a:lvl1pPr algn="ctr">
              <a:buNone/>
              <a:defRPr sz="1350" b="1">
                <a:solidFill>
                  <a:srgbClr val="775109"/>
                </a:solidFill>
                <a:latin typeface="Aptos"/>
                <a:ea typeface="Aptos"/>
                <a:cs typeface="Aptos"/>
              </a:defRPr>
            </a:lvl1pPr>
            <a:lvl2pPr algn="ctr">
              <a:buNone/>
              <a:defRPr sz="1350" b="1">
                <a:solidFill>
                  <a:srgbClr val="775109"/>
                </a:solidFill>
                <a:latin typeface="Aptos"/>
                <a:ea typeface="Aptos"/>
                <a:cs typeface="Aptos"/>
              </a:defRPr>
            </a:lvl2pPr>
            <a:lvl3pPr algn="ctr">
              <a:buNone/>
              <a:defRPr sz="1350" b="1">
                <a:solidFill>
                  <a:srgbClr val="775109"/>
                </a:solidFill>
                <a:latin typeface="Aptos"/>
                <a:ea typeface="Aptos"/>
                <a:cs typeface="Aptos"/>
              </a:defRPr>
            </a:lvl3pPr>
            <a:lvl4pPr algn="ctr">
              <a:buNone/>
              <a:defRPr sz="1350" b="1">
                <a:solidFill>
                  <a:srgbClr val="775109"/>
                </a:solidFill>
                <a:latin typeface="Aptos"/>
                <a:ea typeface="Aptos"/>
                <a:cs typeface="Aptos"/>
              </a:defRPr>
            </a:lvl4pPr>
            <a:lvl5pPr algn="ctr">
              <a:buNone/>
              <a:defRPr sz="1350" b="1">
                <a:solidFill>
                  <a:srgbClr val="775109"/>
                </a:solidFill>
                <a:latin typeface="Aptos"/>
                <a:ea typeface="Aptos"/>
                <a:cs typeface="Aptos"/>
              </a:defRPr>
            </a:lvl5pPr>
            <a:lvl6pPr algn="ctr">
              <a:buNone/>
              <a:defRPr sz="1350" b="1">
                <a:solidFill>
                  <a:srgbClr val="775109"/>
                </a:solidFill>
                <a:latin typeface="Aptos"/>
                <a:ea typeface="Aptos"/>
                <a:cs typeface="Aptos"/>
              </a:defRPr>
            </a:lvl6pPr>
            <a:lvl7pPr algn="ctr">
              <a:buNone/>
              <a:defRPr sz="1350" b="1">
                <a:solidFill>
                  <a:srgbClr val="775109"/>
                </a:solidFill>
                <a:latin typeface="Aptos"/>
                <a:ea typeface="Aptos"/>
                <a:cs typeface="Aptos"/>
              </a:defRPr>
            </a:lvl7pPr>
            <a:lvl8pPr algn="ctr">
              <a:buNone/>
              <a:defRPr sz="1350" b="1">
                <a:solidFill>
                  <a:srgbClr val="775109"/>
                </a:solidFill>
                <a:latin typeface="Aptos"/>
                <a:ea typeface="Aptos"/>
                <a:cs typeface="Aptos"/>
              </a:defRPr>
            </a:lvl8pPr>
            <a:lvl9pPr algn="ctr">
              <a:buNone/>
              <a:defRPr sz="1350" b="1">
                <a:solidFill>
                  <a:srgbClr val="775109"/>
                </a:solidFill>
                <a:latin typeface="Aptos"/>
                <a:ea typeface="Aptos"/>
                <a:cs typeface="Aptos"/>
              </a:defRPr>
            </a:lvl9pPr>
          </a:lstStyle>
          <a:p xmlns:a="http://schemas.openxmlformats.org/drawingml/2006/main">
            <a:pPr algn="ctr">
              <a:buNone/>
              <a:defRPr sz="1350" b="1">
                <a:solidFill>
                  <a:srgbClr val="775109"/>
                </a:solidFill>
                <a:latin typeface="Aptos"/>
                <a:ea typeface="Aptos"/>
                <a:cs typeface="Aptos"/>
              </a:defRPr>
            </a:pPr>
            <a:r>
              <a:rPr sz="1350" b="1">
                <a:solidFill>
                  <a:srgbClr val="775109"/>
                </a:solidFill>
                <a:latin typeface="Aptos"/>
                <a:ea typeface="Aptos"/>
                <a:cs typeface="Aptos"/>
              </a:rPr>
              <a:t>Aún existe el riesgo de prestar un teléfono, usar cuentas de prueba, copiar capturas o comprometer la API.</a:t>
            </a:r>
          </a:p>
        </p:txBody>
      </p:sp>
    </p:spTree>
    <p:extLst>
      <p:ext uri="{BB962C8B-B14F-4D97-AF65-F5344CB8AC3E}">
        <p14:creationId xmlns:p14="http://schemas.microsoft.com/office/powerpoint/2010/main" val="389307244"/>
      </p:ext>
    </p:extLst>
  </p:cSld>
</p:sld>
</file>

<file path=ppt/slides/slide25.xml><?xml version="1.0" encoding="utf-8"?>
<p:sld xmlns:p="http://schemas.openxmlformats.org/presentationml/2006/main">
  <p:cSld>
    <p:bg>
      <p:bgPr>
        <a:solidFill xmlns:a="http://schemas.openxmlformats.org/drawingml/2006/main">
          <a:srgbClr val="17255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CFE7A3D1-5032-4E3C-9715-0CD31B16D144}"/>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2B8A8"/>
                </a:solidFill>
                <a:latin typeface="Aptos"/>
                <a:ea typeface="Aptos"/>
                <a:cs typeface="Aptos"/>
              </a:defRPr>
            </a:defPPr>
            <a:lvl1pPr algn="l">
              <a:buNone/>
              <a:defRPr sz="975" b="1">
                <a:solidFill>
                  <a:srgbClr val="22B8A8"/>
                </a:solidFill>
                <a:latin typeface="Aptos"/>
                <a:ea typeface="Aptos"/>
                <a:cs typeface="Aptos"/>
              </a:defRPr>
            </a:lvl1pPr>
            <a:lvl2pPr algn="l">
              <a:buNone/>
              <a:defRPr sz="975" b="1">
                <a:solidFill>
                  <a:srgbClr val="22B8A8"/>
                </a:solidFill>
                <a:latin typeface="Aptos"/>
                <a:ea typeface="Aptos"/>
                <a:cs typeface="Aptos"/>
              </a:defRPr>
            </a:lvl2pPr>
            <a:lvl3pPr algn="l">
              <a:buNone/>
              <a:defRPr sz="975" b="1">
                <a:solidFill>
                  <a:srgbClr val="22B8A8"/>
                </a:solidFill>
                <a:latin typeface="Aptos"/>
                <a:ea typeface="Aptos"/>
                <a:cs typeface="Aptos"/>
              </a:defRPr>
            </a:lvl3pPr>
            <a:lvl4pPr algn="l">
              <a:buNone/>
              <a:defRPr sz="975" b="1">
                <a:solidFill>
                  <a:srgbClr val="22B8A8"/>
                </a:solidFill>
                <a:latin typeface="Aptos"/>
                <a:ea typeface="Aptos"/>
                <a:cs typeface="Aptos"/>
              </a:defRPr>
            </a:lvl4pPr>
            <a:lvl5pPr algn="l">
              <a:buNone/>
              <a:defRPr sz="975" b="1">
                <a:solidFill>
                  <a:srgbClr val="22B8A8"/>
                </a:solidFill>
                <a:latin typeface="Aptos"/>
                <a:ea typeface="Aptos"/>
                <a:cs typeface="Aptos"/>
              </a:defRPr>
            </a:lvl5pPr>
            <a:lvl6pPr algn="l">
              <a:buNone/>
              <a:defRPr sz="975" b="1">
                <a:solidFill>
                  <a:srgbClr val="22B8A8"/>
                </a:solidFill>
                <a:latin typeface="Aptos"/>
                <a:ea typeface="Aptos"/>
                <a:cs typeface="Aptos"/>
              </a:defRPr>
            </a:lvl6pPr>
            <a:lvl7pPr algn="l">
              <a:buNone/>
              <a:defRPr sz="975" b="1">
                <a:solidFill>
                  <a:srgbClr val="22B8A8"/>
                </a:solidFill>
                <a:latin typeface="Aptos"/>
                <a:ea typeface="Aptos"/>
                <a:cs typeface="Aptos"/>
              </a:defRPr>
            </a:lvl7pPr>
            <a:lvl8pPr algn="l">
              <a:buNone/>
              <a:defRPr sz="975" b="1">
                <a:solidFill>
                  <a:srgbClr val="22B8A8"/>
                </a:solidFill>
                <a:latin typeface="Aptos"/>
                <a:ea typeface="Aptos"/>
                <a:cs typeface="Aptos"/>
              </a:defRPr>
            </a:lvl8pPr>
            <a:lvl9pPr algn="l">
              <a:buNone/>
              <a:defRPr sz="975" b="1">
                <a:solidFill>
                  <a:srgbClr val="22B8A8"/>
                </a:solidFill>
                <a:latin typeface="Aptos"/>
                <a:ea typeface="Aptos"/>
                <a:cs typeface="Aptos"/>
              </a:defRPr>
            </a:lvl9pPr>
          </a:lstStyle>
          <a:p xmlns:a="http://schemas.openxmlformats.org/drawingml/2006/main">
            <a:pPr algn="l">
              <a:buNone/>
              <a:defRPr sz="975" b="1">
                <a:solidFill>
                  <a:srgbClr val="22B8A8"/>
                </a:solidFill>
                <a:latin typeface="Aptos"/>
                <a:ea typeface="Aptos"/>
                <a:cs typeface="Aptos"/>
              </a:defRPr>
            </a:pPr>
            <a:r>
              <a:rPr sz="975" b="1">
                <a:solidFill>
                  <a:srgbClr val="22B8A8"/>
                </a:solidFill>
                <a:latin typeface="Aptos"/>
                <a:ea typeface="Aptos"/>
                <a:cs typeface="Aptos"/>
              </a:rPr>
              <a:t>DEMOSTRACIÓN · 5 MINUTOS</a:t>
            </a:r>
          </a:p>
        </p:txBody>
      </p:sp>
      <p:sp>
        <p:nvSpPr>
          <p:cNvPr id="2" name="">
            <a:extLst xmlns:a="http://schemas.openxmlformats.org/drawingml/2006/main">
              <a:ext uri="{FF2B5EF4-FFF2-40B4-BE49-F238E27FC236}">
                <a16:creationId xmlns:a16="http://schemas.microsoft.com/office/drawing/2014/main" id="{39B9FE2E-D7F7-4BC7-9A24-DE406375A81B}"/>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F2B544"/>
                </a:solidFill>
                <a:latin typeface="Aptos"/>
                <a:ea typeface="Aptos"/>
                <a:cs typeface="Aptos"/>
              </a:defRPr>
            </a:defPPr>
            <a:lvl1pPr algn="r">
              <a:buNone/>
              <a:defRPr sz="1050" b="1">
                <a:solidFill>
                  <a:srgbClr val="F2B544"/>
                </a:solidFill>
                <a:latin typeface="Aptos"/>
                <a:ea typeface="Aptos"/>
                <a:cs typeface="Aptos"/>
              </a:defRPr>
            </a:lvl1pPr>
            <a:lvl2pPr algn="r">
              <a:buNone/>
              <a:defRPr sz="1050" b="1">
                <a:solidFill>
                  <a:srgbClr val="F2B544"/>
                </a:solidFill>
                <a:latin typeface="Aptos"/>
                <a:ea typeface="Aptos"/>
                <a:cs typeface="Aptos"/>
              </a:defRPr>
            </a:lvl2pPr>
            <a:lvl3pPr algn="r">
              <a:buNone/>
              <a:defRPr sz="1050" b="1">
                <a:solidFill>
                  <a:srgbClr val="F2B544"/>
                </a:solidFill>
                <a:latin typeface="Aptos"/>
                <a:ea typeface="Aptos"/>
                <a:cs typeface="Aptos"/>
              </a:defRPr>
            </a:lvl3pPr>
            <a:lvl4pPr algn="r">
              <a:buNone/>
              <a:defRPr sz="1050" b="1">
                <a:solidFill>
                  <a:srgbClr val="F2B544"/>
                </a:solidFill>
                <a:latin typeface="Aptos"/>
                <a:ea typeface="Aptos"/>
                <a:cs typeface="Aptos"/>
              </a:defRPr>
            </a:lvl4pPr>
            <a:lvl5pPr algn="r">
              <a:buNone/>
              <a:defRPr sz="1050" b="1">
                <a:solidFill>
                  <a:srgbClr val="F2B544"/>
                </a:solidFill>
                <a:latin typeface="Aptos"/>
                <a:ea typeface="Aptos"/>
                <a:cs typeface="Aptos"/>
              </a:defRPr>
            </a:lvl5pPr>
            <a:lvl6pPr algn="r">
              <a:buNone/>
              <a:defRPr sz="1050" b="1">
                <a:solidFill>
                  <a:srgbClr val="F2B544"/>
                </a:solidFill>
                <a:latin typeface="Aptos"/>
                <a:ea typeface="Aptos"/>
                <a:cs typeface="Aptos"/>
              </a:defRPr>
            </a:lvl6pPr>
            <a:lvl7pPr algn="r">
              <a:buNone/>
              <a:defRPr sz="1050" b="1">
                <a:solidFill>
                  <a:srgbClr val="F2B544"/>
                </a:solidFill>
                <a:latin typeface="Aptos"/>
                <a:ea typeface="Aptos"/>
                <a:cs typeface="Aptos"/>
              </a:defRPr>
            </a:lvl7pPr>
            <a:lvl8pPr algn="r">
              <a:buNone/>
              <a:defRPr sz="1050" b="1">
                <a:solidFill>
                  <a:srgbClr val="F2B544"/>
                </a:solidFill>
                <a:latin typeface="Aptos"/>
                <a:ea typeface="Aptos"/>
                <a:cs typeface="Aptos"/>
              </a:defRPr>
            </a:lvl8pPr>
            <a:lvl9pPr algn="r">
              <a:buNone/>
              <a:defRPr sz="1050" b="1">
                <a:solidFill>
                  <a:srgbClr val="F2B544"/>
                </a:solidFill>
                <a:latin typeface="Aptos"/>
                <a:ea typeface="Aptos"/>
                <a:cs typeface="Aptos"/>
              </a:defRPr>
            </a:lvl9pPr>
          </a:lstStyle>
          <a:p xmlns:a="http://schemas.openxmlformats.org/drawingml/2006/main">
            <a:pPr algn="r">
              <a:buNone/>
              <a:defRPr sz="1050" b="1">
                <a:solidFill>
                  <a:srgbClr val="F2B544"/>
                </a:solidFill>
                <a:latin typeface="Aptos"/>
                <a:ea typeface="Aptos"/>
                <a:cs typeface="Aptos"/>
              </a:defRPr>
            </a:pPr>
            <a:r>
              <a:rPr sz="1050" b="1">
                <a:solidFill>
                  <a:srgbClr val="F2B544"/>
                </a:solidFill>
                <a:latin typeface="Aptos"/>
                <a:ea typeface="Aptos"/>
                <a:cs typeface="Aptos"/>
              </a:rPr>
              <a:t>5:00</a:t>
            </a:r>
          </a:p>
        </p:txBody>
      </p:sp>
      <p:sp>
        <p:nvSpPr>
          <p:cNvPr id="3" name="">
            <a:extLst xmlns:a="http://schemas.openxmlformats.org/drawingml/2006/main">
              <a:ext uri="{FF2B5EF4-FFF2-40B4-BE49-F238E27FC236}">
                <a16:creationId xmlns:a16="http://schemas.microsoft.com/office/drawing/2014/main" id="{356A8AA2-6590-4621-ADCF-8F31B94F773D}"/>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FFFFF"/>
                </a:solidFill>
                <a:latin typeface="Aptos"/>
                <a:ea typeface="Aptos"/>
                <a:cs typeface="Aptos"/>
              </a:defRPr>
            </a:defPPr>
            <a:lvl1pPr algn="l">
              <a:buNone/>
              <a:defRPr sz="2550" b="1">
                <a:solidFill>
                  <a:srgbClr val="FFFFFF"/>
                </a:solidFill>
                <a:latin typeface="Aptos"/>
                <a:ea typeface="Aptos"/>
                <a:cs typeface="Aptos"/>
              </a:defRPr>
            </a:lvl1pPr>
            <a:lvl2pPr algn="l">
              <a:buNone/>
              <a:defRPr sz="2550" b="1">
                <a:solidFill>
                  <a:srgbClr val="FFFFFF"/>
                </a:solidFill>
                <a:latin typeface="Aptos"/>
                <a:ea typeface="Aptos"/>
                <a:cs typeface="Aptos"/>
              </a:defRPr>
            </a:lvl2pPr>
            <a:lvl3pPr algn="l">
              <a:buNone/>
              <a:defRPr sz="2550" b="1">
                <a:solidFill>
                  <a:srgbClr val="FFFFFF"/>
                </a:solidFill>
                <a:latin typeface="Aptos"/>
                <a:ea typeface="Aptos"/>
                <a:cs typeface="Aptos"/>
              </a:defRPr>
            </a:lvl3pPr>
            <a:lvl4pPr algn="l">
              <a:buNone/>
              <a:defRPr sz="2550" b="1">
                <a:solidFill>
                  <a:srgbClr val="FFFFFF"/>
                </a:solidFill>
                <a:latin typeface="Aptos"/>
                <a:ea typeface="Aptos"/>
                <a:cs typeface="Aptos"/>
              </a:defRPr>
            </a:lvl4pPr>
            <a:lvl5pPr algn="l">
              <a:buNone/>
              <a:defRPr sz="2550" b="1">
                <a:solidFill>
                  <a:srgbClr val="FFFFFF"/>
                </a:solidFill>
                <a:latin typeface="Aptos"/>
                <a:ea typeface="Aptos"/>
                <a:cs typeface="Aptos"/>
              </a:defRPr>
            </a:lvl5pPr>
            <a:lvl6pPr algn="l">
              <a:buNone/>
              <a:defRPr sz="2550" b="1">
                <a:solidFill>
                  <a:srgbClr val="FFFFFF"/>
                </a:solidFill>
                <a:latin typeface="Aptos"/>
                <a:ea typeface="Aptos"/>
                <a:cs typeface="Aptos"/>
              </a:defRPr>
            </a:lvl6pPr>
            <a:lvl7pPr algn="l">
              <a:buNone/>
              <a:defRPr sz="2550" b="1">
                <a:solidFill>
                  <a:srgbClr val="FFFFFF"/>
                </a:solidFill>
                <a:latin typeface="Aptos"/>
                <a:ea typeface="Aptos"/>
                <a:cs typeface="Aptos"/>
              </a:defRPr>
            </a:lvl7pPr>
            <a:lvl8pPr algn="l">
              <a:buNone/>
              <a:defRPr sz="2550" b="1">
                <a:solidFill>
                  <a:srgbClr val="FFFFFF"/>
                </a:solidFill>
                <a:latin typeface="Aptos"/>
                <a:ea typeface="Aptos"/>
                <a:cs typeface="Aptos"/>
              </a:defRPr>
            </a:lvl8pPr>
            <a:lvl9pPr algn="l">
              <a:buNone/>
              <a:defRPr sz="2550" b="1">
                <a:solidFill>
                  <a:srgbClr val="FFFFFF"/>
                </a:solidFill>
                <a:latin typeface="Aptos"/>
                <a:ea typeface="Aptos"/>
                <a:cs typeface="Aptos"/>
              </a:defRPr>
            </a:lvl9pPr>
          </a:lstStyle>
          <a:p xmlns:a="http://schemas.openxmlformats.org/drawingml/2006/main">
            <a:pPr algn="l">
              <a:buNone/>
              <a:defRPr sz="2550" b="1">
                <a:solidFill>
                  <a:srgbClr val="FFFFFF"/>
                </a:solidFill>
                <a:latin typeface="Aptos"/>
                <a:ea typeface="Aptos"/>
                <a:cs typeface="Aptos"/>
              </a:defRPr>
            </a:pPr>
            <a:r>
              <a:rPr sz="2550" b="1">
                <a:solidFill>
                  <a:srgbClr val="FFFFFF"/>
                </a:solidFill>
                <a:latin typeface="Aptos"/>
                <a:ea typeface="Aptos"/>
                <a:cs typeface="Aptos"/>
              </a:rPr>
              <a:t>Demostración: emitir, compartir y registrar asistencia</a:t>
            </a:r>
          </a:p>
        </p:txBody>
      </p:sp>
      <p:sp>
        <p:nvSpPr>
          <p:cNvPr id="4" name="">
            <a:extLst xmlns:a="http://schemas.openxmlformats.org/drawingml/2006/main">
              <a:ext uri="{FF2B5EF4-FFF2-40B4-BE49-F238E27FC236}">
                <a16:creationId xmlns:a16="http://schemas.microsoft.com/office/drawing/2014/main" id="{A60BBFEA-1C31-4342-A451-C5774C7A6AA0}"/>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354660"/>
            </a:solidFill>
            <a:prstDash val="solid"/>
          </a:ln>
        </p:spPr>
      </p:sp>
      <p:sp>
        <p:nvSpPr>
          <p:cNvPr id="5" name="">
            <a:extLst xmlns:a="http://schemas.openxmlformats.org/drawingml/2006/main">
              <a:ext uri="{FF2B5EF4-FFF2-40B4-BE49-F238E27FC236}">
                <a16:creationId xmlns:a16="http://schemas.microsoft.com/office/drawing/2014/main" id="{A23A0D7E-6D80-4F08-AE3F-4DC087AFD6E4}"/>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8C7DF"/>
                </a:solidFill>
                <a:latin typeface="Aptos"/>
                <a:ea typeface="Aptos"/>
                <a:cs typeface="Aptos"/>
              </a:defRPr>
            </a:defPPr>
            <a:lvl1pPr algn="l">
              <a:buNone/>
              <a:defRPr sz="825" b="1">
                <a:solidFill>
                  <a:srgbClr val="B8C7DF"/>
                </a:solidFill>
                <a:latin typeface="Aptos"/>
                <a:ea typeface="Aptos"/>
                <a:cs typeface="Aptos"/>
              </a:defRPr>
            </a:lvl1pPr>
            <a:lvl2pPr algn="l">
              <a:buNone/>
              <a:defRPr sz="825" b="1">
                <a:solidFill>
                  <a:srgbClr val="B8C7DF"/>
                </a:solidFill>
                <a:latin typeface="Aptos"/>
                <a:ea typeface="Aptos"/>
                <a:cs typeface="Aptos"/>
              </a:defRPr>
            </a:lvl2pPr>
            <a:lvl3pPr algn="l">
              <a:buNone/>
              <a:defRPr sz="825" b="1">
                <a:solidFill>
                  <a:srgbClr val="B8C7DF"/>
                </a:solidFill>
                <a:latin typeface="Aptos"/>
                <a:ea typeface="Aptos"/>
                <a:cs typeface="Aptos"/>
              </a:defRPr>
            </a:lvl3pPr>
            <a:lvl4pPr algn="l">
              <a:buNone/>
              <a:defRPr sz="825" b="1">
                <a:solidFill>
                  <a:srgbClr val="B8C7DF"/>
                </a:solidFill>
                <a:latin typeface="Aptos"/>
                <a:ea typeface="Aptos"/>
                <a:cs typeface="Aptos"/>
              </a:defRPr>
            </a:lvl4pPr>
            <a:lvl5pPr algn="l">
              <a:buNone/>
              <a:defRPr sz="825" b="1">
                <a:solidFill>
                  <a:srgbClr val="B8C7DF"/>
                </a:solidFill>
                <a:latin typeface="Aptos"/>
                <a:ea typeface="Aptos"/>
                <a:cs typeface="Aptos"/>
              </a:defRPr>
            </a:lvl5pPr>
            <a:lvl6pPr algn="l">
              <a:buNone/>
              <a:defRPr sz="825" b="1">
                <a:solidFill>
                  <a:srgbClr val="B8C7DF"/>
                </a:solidFill>
                <a:latin typeface="Aptos"/>
                <a:ea typeface="Aptos"/>
                <a:cs typeface="Aptos"/>
              </a:defRPr>
            </a:lvl6pPr>
            <a:lvl7pPr algn="l">
              <a:buNone/>
              <a:defRPr sz="825" b="1">
                <a:solidFill>
                  <a:srgbClr val="B8C7DF"/>
                </a:solidFill>
                <a:latin typeface="Aptos"/>
                <a:ea typeface="Aptos"/>
                <a:cs typeface="Aptos"/>
              </a:defRPr>
            </a:lvl7pPr>
            <a:lvl8pPr algn="l">
              <a:buNone/>
              <a:defRPr sz="825" b="1">
                <a:solidFill>
                  <a:srgbClr val="B8C7DF"/>
                </a:solidFill>
                <a:latin typeface="Aptos"/>
                <a:ea typeface="Aptos"/>
                <a:cs typeface="Aptos"/>
              </a:defRPr>
            </a:lvl8pPr>
            <a:lvl9pPr algn="l">
              <a:buNone/>
              <a:defRPr sz="825" b="1">
                <a:solidFill>
                  <a:srgbClr val="B8C7DF"/>
                </a:solidFill>
                <a:latin typeface="Aptos"/>
                <a:ea typeface="Aptos"/>
                <a:cs typeface="Aptos"/>
              </a:defRPr>
            </a:lvl9pPr>
          </a:lstStyle>
          <a:p xmlns:a="http://schemas.openxmlformats.org/drawingml/2006/main">
            <a:pPr algn="l">
              <a:buNone/>
              <a:defRPr sz="825" b="1">
                <a:solidFill>
                  <a:srgbClr val="B8C7DF"/>
                </a:solidFill>
                <a:latin typeface="Aptos"/>
                <a:ea typeface="Aptos"/>
                <a:cs typeface="Aptos"/>
              </a:defRPr>
            </a:pPr>
            <a:r>
              <a:rPr sz="825" b="1">
                <a:solidFill>
                  <a:srgbClr val="B8C7DF"/>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1DA56E5-2E2E-40CB-AE4C-4AE6532E51B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B8C7DF"/>
                </a:solidFill>
                <a:latin typeface="Aptos"/>
                <a:ea typeface="Aptos"/>
                <a:cs typeface="Aptos"/>
              </a:defRPr>
            </a:defPPr>
            <a:lvl1pPr algn="r">
              <a:buNone/>
              <a:defRPr sz="975" b="1">
                <a:solidFill>
                  <a:srgbClr val="B8C7DF"/>
                </a:solidFill>
                <a:latin typeface="Aptos"/>
                <a:ea typeface="Aptos"/>
                <a:cs typeface="Aptos"/>
              </a:defRPr>
            </a:lvl1pPr>
            <a:lvl2pPr algn="r">
              <a:buNone/>
              <a:defRPr sz="975" b="1">
                <a:solidFill>
                  <a:srgbClr val="B8C7DF"/>
                </a:solidFill>
                <a:latin typeface="Aptos"/>
                <a:ea typeface="Aptos"/>
                <a:cs typeface="Aptos"/>
              </a:defRPr>
            </a:lvl2pPr>
            <a:lvl3pPr algn="r">
              <a:buNone/>
              <a:defRPr sz="975" b="1">
                <a:solidFill>
                  <a:srgbClr val="B8C7DF"/>
                </a:solidFill>
                <a:latin typeface="Aptos"/>
                <a:ea typeface="Aptos"/>
                <a:cs typeface="Aptos"/>
              </a:defRPr>
            </a:lvl3pPr>
            <a:lvl4pPr algn="r">
              <a:buNone/>
              <a:defRPr sz="975" b="1">
                <a:solidFill>
                  <a:srgbClr val="B8C7DF"/>
                </a:solidFill>
                <a:latin typeface="Aptos"/>
                <a:ea typeface="Aptos"/>
                <a:cs typeface="Aptos"/>
              </a:defRPr>
            </a:lvl4pPr>
            <a:lvl5pPr algn="r">
              <a:buNone/>
              <a:defRPr sz="975" b="1">
                <a:solidFill>
                  <a:srgbClr val="B8C7DF"/>
                </a:solidFill>
                <a:latin typeface="Aptos"/>
                <a:ea typeface="Aptos"/>
                <a:cs typeface="Aptos"/>
              </a:defRPr>
            </a:lvl5pPr>
            <a:lvl6pPr algn="r">
              <a:buNone/>
              <a:defRPr sz="975" b="1">
                <a:solidFill>
                  <a:srgbClr val="B8C7DF"/>
                </a:solidFill>
                <a:latin typeface="Aptos"/>
                <a:ea typeface="Aptos"/>
                <a:cs typeface="Aptos"/>
              </a:defRPr>
            </a:lvl6pPr>
            <a:lvl7pPr algn="r">
              <a:buNone/>
              <a:defRPr sz="975" b="1">
                <a:solidFill>
                  <a:srgbClr val="B8C7DF"/>
                </a:solidFill>
                <a:latin typeface="Aptos"/>
                <a:ea typeface="Aptos"/>
                <a:cs typeface="Aptos"/>
              </a:defRPr>
            </a:lvl7pPr>
            <a:lvl8pPr algn="r">
              <a:buNone/>
              <a:defRPr sz="975" b="1">
                <a:solidFill>
                  <a:srgbClr val="B8C7DF"/>
                </a:solidFill>
                <a:latin typeface="Aptos"/>
                <a:ea typeface="Aptos"/>
                <a:cs typeface="Aptos"/>
              </a:defRPr>
            </a:lvl8pPr>
            <a:lvl9pPr algn="r">
              <a:buNone/>
              <a:defRPr sz="975" b="1">
                <a:solidFill>
                  <a:srgbClr val="B8C7DF"/>
                </a:solidFill>
                <a:latin typeface="Aptos"/>
                <a:ea typeface="Aptos"/>
                <a:cs typeface="Aptos"/>
              </a:defRPr>
            </a:lvl9pPr>
          </a:lstStyle>
          <a:p xmlns:a="http://schemas.openxmlformats.org/drawingml/2006/main">
            <a:pPr algn="r">
              <a:buNone/>
              <a:defRPr sz="975" b="1">
                <a:solidFill>
                  <a:srgbClr val="B8C7DF"/>
                </a:solidFill>
                <a:latin typeface="Aptos"/>
                <a:ea typeface="Aptos"/>
                <a:cs typeface="Aptos"/>
              </a:defRPr>
            </a:pPr>
            <a:r>
              <a:rPr sz="975" b="1">
                <a:solidFill>
                  <a:srgbClr val="B8C7DF"/>
                </a:solidFill>
                <a:latin typeface="Aptos"/>
                <a:ea typeface="Aptos"/>
                <a:cs typeface="Aptos"/>
              </a:rPr>
              <a:t>25</a:t>
            </a:r>
          </a:p>
        </p:txBody>
      </p:sp>
      <p:sp>
        <p:nvSpPr>
          <p:cNvPr id="7" name="">
            <a:extLst xmlns:a="http://schemas.openxmlformats.org/drawingml/2006/main">
              <a:ext uri="{FF2B5EF4-FFF2-40B4-BE49-F238E27FC236}">
                <a16:creationId xmlns:a16="http://schemas.microsoft.com/office/drawing/2014/main" id="{F60EDAF5-D46B-4227-912E-7804969FAEF1}"/>
              </a:ext>
            </a:extLst>
          </p:cNvPr>
          <p:cNvSpPr>
            <a:spLocks xmlns:a="http://schemas.openxmlformats.org/drawingml/2006/main" noGrp="1"/>
          </p:cNvSpPr>
          <p:nvPr/>
        </p:nvSpPr>
        <p:spPr>
          <a:xfrm xmlns:a="http://schemas.openxmlformats.org/drawingml/2006/main">
            <a:off x="781050" y="1638300"/>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38A9371-2E11-4748-8ADE-28E648BAE299}"/>
              </a:ext>
            </a:extLst>
          </p:cNvPr>
          <p:cNvSpPr>
            <a:spLocks xmlns:a="http://schemas.openxmlformats.org/drawingml/2006/main" noGrp="1"/>
          </p:cNvSpPr>
          <p:nvPr/>
        </p:nvSpPr>
        <p:spPr>
          <a:xfrm xmlns:a="http://schemas.openxmlformats.org/drawingml/2006/main">
            <a:off x="876300" y="164782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00:00</a:t>
            </a:r>
          </a:p>
        </p:txBody>
      </p:sp>
      <p:sp>
        <p:nvSpPr>
          <p:cNvPr id="9" name="">
            <a:extLst xmlns:a="http://schemas.openxmlformats.org/drawingml/2006/main">
              <a:ext uri="{FF2B5EF4-FFF2-40B4-BE49-F238E27FC236}">
                <a16:creationId xmlns:a16="http://schemas.microsoft.com/office/drawing/2014/main" id="{62112A9A-28C3-4016-A203-586D070A594A}"/>
              </a:ext>
            </a:extLst>
          </p:cNvPr>
          <p:cNvSpPr>
            <a:spLocks xmlns:a="http://schemas.openxmlformats.org/drawingml/2006/main" noGrp="1"/>
          </p:cNvSpPr>
          <p:nvPr/>
        </p:nvSpPr>
        <p:spPr>
          <a:xfrm xmlns:a="http://schemas.openxmlformats.org/drawingml/2006/main">
            <a:off x="1666875" y="1647825"/>
            <a:ext cx="285750" cy="77153"/>
          </a:xfrm>
          <a:prstGeom xmlns:a="http://schemas.openxmlformats.org/drawingml/2006/main" prst="triangl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72EBAB3-9FC5-4ADD-A36C-F1CEEA1D1533}"/>
              </a:ext>
            </a:extLst>
          </p:cNvPr>
          <p:cNvSpPr>
            <a:spLocks xmlns:a="http://schemas.openxmlformats.org/drawingml/2006/main" noGrp="1"/>
          </p:cNvSpPr>
          <p:nvPr/>
        </p:nvSpPr>
        <p:spPr>
          <a:xfrm xmlns:a="http://schemas.openxmlformats.org/drawingml/2006/main">
            <a:off x="1689735" y="1727835"/>
            <a:ext cx="240030" cy="20003"/>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E3EDDF-8715-419F-B991-A82208911218}"/>
              </a:ext>
            </a:extLst>
          </p:cNvPr>
          <p:cNvSpPr>
            <a:spLocks xmlns:a="http://schemas.openxmlformats.org/drawingml/2006/main" noGrp="1"/>
          </p:cNvSpPr>
          <p:nvPr/>
        </p:nvSpPr>
        <p:spPr>
          <a:xfrm xmlns:a="http://schemas.openxmlformats.org/drawingml/2006/main">
            <a:off x="1706880"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2CCE2E72-C804-4CE6-A848-16BD8F98C932}"/>
              </a:ext>
            </a:extLst>
          </p:cNvPr>
          <p:cNvSpPr>
            <a:spLocks xmlns:a="http://schemas.openxmlformats.org/drawingml/2006/main" noGrp="1"/>
          </p:cNvSpPr>
          <p:nvPr/>
        </p:nvSpPr>
        <p:spPr>
          <a:xfrm xmlns:a="http://schemas.openxmlformats.org/drawingml/2006/main">
            <a:off x="1769745"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E395A862-9A22-46F2-BF47-09FD043D71C5}"/>
              </a:ext>
            </a:extLst>
          </p:cNvPr>
          <p:cNvSpPr>
            <a:spLocks xmlns:a="http://schemas.openxmlformats.org/drawingml/2006/main" noGrp="1"/>
          </p:cNvSpPr>
          <p:nvPr/>
        </p:nvSpPr>
        <p:spPr>
          <a:xfrm xmlns:a="http://schemas.openxmlformats.org/drawingml/2006/main">
            <a:off x="1832610"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D0B46D17-5DE1-4955-A596-07D65392E9CA}"/>
              </a:ext>
            </a:extLst>
          </p:cNvPr>
          <p:cNvSpPr>
            <a:spLocks xmlns:a="http://schemas.openxmlformats.org/drawingml/2006/main" noGrp="1"/>
          </p:cNvSpPr>
          <p:nvPr/>
        </p:nvSpPr>
        <p:spPr>
          <a:xfrm xmlns:a="http://schemas.openxmlformats.org/drawingml/2006/main">
            <a:off x="1895475"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A66DF21A-0779-4E99-9130-4B95B78DE076}"/>
              </a:ext>
            </a:extLst>
          </p:cNvPr>
          <p:cNvSpPr>
            <a:spLocks xmlns:a="http://schemas.openxmlformats.org/drawingml/2006/main" noGrp="1"/>
          </p:cNvSpPr>
          <p:nvPr/>
        </p:nvSpPr>
        <p:spPr>
          <a:xfrm xmlns:a="http://schemas.openxmlformats.org/drawingml/2006/main">
            <a:off x="1678305" y="1884998"/>
            <a:ext cx="262890" cy="22860"/>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DDA7AAC-F81A-4B14-9ECB-185466A276E0}"/>
              </a:ext>
            </a:extLst>
          </p:cNvPr>
          <p:cNvSpPr>
            <a:spLocks xmlns:a="http://schemas.openxmlformats.org/drawingml/2006/main" noGrp="1"/>
          </p:cNvSpPr>
          <p:nvPr/>
        </p:nvSpPr>
        <p:spPr>
          <a:xfrm xmlns:a="http://schemas.openxmlformats.org/drawingml/2006/main">
            <a:off x="2038350" y="163830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Emisor Mac</a:t>
            </a:r>
          </a:p>
        </p:txBody>
      </p:sp>
      <p:sp>
        <p:nvSpPr>
          <p:cNvPr id="17" name="">
            <a:extLst xmlns:a="http://schemas.openxmlformats.org/drawingml/2006/main">
              <a:ext uri="{FF2B5EF4-FFF2-40B4-BE49-F238E27FC236}">
                <a16:creationId xmlns:a16="http://schemas.microsoft.com/office/drawing/2014/main" id="{4116AA8F-A422-4D68-83FE-5E0BD009241E}"/>
              </a:ext>
            </a:extLst>
          </p:cNvPr>
          <p:cNvSpPr>
            <a:spLocks xmlns:a="http://schemas.openxmlformats.org/drawingml/2006/main" noGrp="1"/>
          </p:cNvSpPr>
          <p:nvPr/>
        </p:nvSpPr>
        <p:spPr>
          <a:xfrm xmlns:a="http://schemas.openxmlformats.org/drawingml/2006/main">
            <a:off x="4762500" y="16383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Emitir una nota de prueba para Mariano</a:t>
            </a:r>
          </a:p>
        </p:txBody>
      </p:sp>
      <p:sp>
        <p:nvSpPr>
          <p:cNvPr id="18" name="">
            <a:extLst xmlns:a="http://schemas.openxmlformats.org/drawingml/2006/main">
              <a:ext uri="{FF2B5EF4-FFF2-40B4-BE49-F238E27FC236}">
                <a16:creationId xmlns:a16="http://schemas.microsoft.com/office/drawing/2014/main" id="{D2AF57B1-44F2-456F-BB5A-5D182C269D6A}"/>
              </a:ext>
            </a:extLst>
          </p:cNvPr>
          <p:cNvSpPr>
            <a:spLocks xmlns:a="http://schemas.openxmlformats.org/drawingml/2006/main" noGrp="1"/>
          </p:cNvSpPr>
          <p:nvPr/>
        </p:nvSpPr>
        <p:spPr>
          <a:xfrm xmlns:a="http://schemas.openxmlformats.org/drawingml/2006/main" flipV="0">
            <a:off x="1190625" y="2000250"/>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19" name="">
            <a:extLst xmlns:a="http://schemas.openxmlformats.org/drawingml/2006/main">
              <a:ext uri="{FF2B5EF4-FFF2-40B4-BE49-F238E27FC236}">
                <a16:creationId xmlns:a16="http://schemas.microsoft.com/office/drawing/2014/main" id="{16FA3940-14C0-477E-93D3-B3E1815484B0}"/>
              </a:ext>
            </a:extLst>
          </p:cNvPr>
          <p:cNvSpPr>
            <a:spLocks xmlns:a="http://schemas.openxmlformats.org/drawingml/2006/main" noGrp="1"/>
          </p:cNvSpPr>
          <p:nvPr/>
        </p:nvSpPr>
        <p:spPr>
          <a:xfrm xmlns:a="http://schemas.openxmlformats.org/drawingml/2006/main">
            <a:off x="781050" y="2466975"/>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F518AAB-3C88-4CD5-B3F0-E1CEB538F0D0}"/>
              </a:ext>
            </a:extLst>
          </p:cNvPr>
          <p:cNvSpPr>
            <a:spLocks xmlns:a="http://schemas.openxmlformats.org/drawingml/2006/main" noGrp="1"/>
          </p:cNvSpPr>
          <p:nvPr/>
        </p:nvSpPr>
        <p:spPr>
          <a:xfrm xmlns:a="http://schemas.openxmlformats.org/drawingml/2006/main">
            <a:off x="876300" y="247650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01:00</a:t>
            </a:r>
          </a:p>
        </p:txBody>
      </p:sp>
      <p:sp>
        <p:nvSpPr>
          <p:cNvPr id="21" name="">
            <a:extLst xmlns:a="http://schemas.openxmlformats.org/drawingml/2006/main">
              <a:ext uri="{FF2B5EF4-FFF2-40B4-BE49-F238E27FC236}">
                <a16:creationId xmlns:a16="http://schemas.microsoft.com/office/drawing/2014/main" id="{32493BE7-5D77-48B4-AA8A-8451AF3D17C1}"/>
              </a:ext>
            </a:extLst>
          </p:cNvPr>
          <p:cNvSpPr>
            <a:spLocks xmlns:a="http://schemas.openxmlformats.org/drawingml/2006/main" noGrp="1"/>
          </p:cNvSpPr>
          <p:nvPr/>
        </p:nvSpPr>
        <p:spPr>
          <a:xfrm xmlns:a="http://schemas.openxmlformats.org/drawingml/2006/main">
            <a:off x="1764030" y="2487930"/>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8DB6494-76FB-4005-860B-C23083657D8E}"/>
              </a:ext>
            </a:extLst>
          </p:cNvPr>
          <p:cNvSpPr>
            <a:spLocks xmlns:a="http://schemas.openxmlformats.org/drawingml/2006/main" noGrp="1"/>
          </p:cNvSpPr>
          <p:nvPr/>
        </p:nvSpPr>
        <p:spPr>
          <a:xfrm xmlns:a="http://schemas.openxmlformats.org/drawingml/2006/main">
            <a:off x="1704023" y="2596515"/>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E381263-05DF-4416-9D16-F8FF007E73E2}"/>
              </a:ext>
            </a:extLst>
          </p:cNvPr>
          <p:cNvSpPr>
            <a:spLocks xmlns:a="http://schemas.openxmlformats.org/drawingml/2006/main" noGrp="1"/>
          </p:cNvSpPr>
          <p:nvPr/>
        </p:nvSpPr>
        <p:spPr>
          <a:xfrm xmlns:a="http://schemas.openxmlformats.org/drawingml/2006/main">
            <a:off x="2038350" y="246697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Android estudiante</a:t>
            </a:r>
          </a:p>
        </p:txBody>
      </p:sp>
      <p:sp>
        <p:nvSpPr>
          <p:cNvPr id="24" name="">
            <a:extLst xmlns:a="http://schemas.openxmlformats.org/drawingml/2006/main">
              <a:ext uri="{FF2B5EF4-FFF2-40B4-BE49-F238E27FC236}">
                <a16:creationId xmlns:a16="http://schemas.microsoft.com/office/drawing/2014/main" id="{0335175A-0556-48A6-9C00-337AA2DAFD2B}"/>
              </a:ext>
            </a:extLst>
          </p:cNvPr>
          <p:cNvSpPr>
            <a:spLocks xmlns:a="http://schemas.openxmlformats.org/drawingml/2006/main" noGrp="1"/>
          </p:cNvSpPr>
          <p:nvPr/>
        </p:nvSpPr>
        <p:spPr>
          <a:xfrm xmlns:a="http://schemas.openxmlformats.org/drawingml/2006/main">
            <a:off x="4762500" y="246697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Escanear el QR y guardar la credencial</a:t>
            </a:r>
          </a:p>
        </p:txBody>
      </p:sp>
      <p:sp>
        <p:nvSpPr>
          <p:cNvPr id="25" name="">
            <a:extLst xmlns:a="http://schemas.openxmlformats.org/drawingml/2006/main">
              <a:ext uri="{FF2B5EF4-FFF2-40B4-BE49-F238E27FC236}">
                <a16:creationId xmlns:a16="http://schemas.microsoft.com/office/drawing/2014/main" id="{A2A3E052-1859-4554-9692-615E630F71F4}"/>
              </a:ext>
            </a:extLst>
          </p:cNvPr>
          <p:cNvSpPr>
            <a:spLocks xmlns:a="http://schemas.openxmlformats.org/drawingml/2006/main" noGrp="1"/>
          </p:cNvSpPr>
          <p:nvPr/>
        </p:nvSpPr>
        <p:spPr>
          <a:xfrm xmlns:a="http://schemas.openxmlformats.org/drawingml/2006/main" flipV="0">
            <a:off x="1190625" y="2828925"/>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26" name="">
            <a:extLst xmlns:a="http://schemas.openxmlformats.org/drawingml/2006/main">
              <a:ext uri="{FF2B5EF4-FFF2-40B4-BE49-F238E27FC236}">
                <a16:creationId xmlns:a16="http://schemas.microsoft.com/office/drawing/2014/main" id="{F8FAA5C3-313D-47AA-99D9-B16F78AD04D3}"/>
              </a:ext>
            </a:extLst>
          </p:cNvPr>
          <p:cNvSpPr>
            <a:spLocks xmlns:a="http://schemas.openxmlformats.org/drawingml/2006/main" noGrp="1"/>
          </p:cNvSpPr>
          <p:nvPr/>
        </p:nvSpPr>
        <p:spPr>
          <a:xfrm xmlns:a="http://schemas.openxmlformats.org/drawingml/2006/main">
            <a:off x="781050" y="3295650"/>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CA944EB-E572-47CF-AD81-3EB5594E1EBB}"/>
              </a:ext>
            </a:extLst>
          </p:cNvPr>
          <p:cNvSpPr>
            <a:spLocks xmlns:a="http://schemas.openxmlformats.org/drawingml/2006/main" noGrp="1"/>
          </p:cNvSpPr>
          <p:nvPr/>
        </p:nvSpPr>
        <p:spPr>
          <a:xfrm xmlns:a="http://schemas.openxmlformats.org/drawingml/2006/main">
            <a:off x="876300" y="330517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02:00</a:t>
            </a:r>
          </a:p>
        </p:txBody>
      </p:sp>
      <p:sp>
        <p:nvSpPr>
          <p:cNvPr id="28" name="">
            <a:extLst xmlns:a="http://schemas.openxmlformats.org/drawingml/2006/main">
              <a:ext uri="{FF2B5EF4-FFF2-40B4-BE49-F238E27FC236}">
                <a16:creationId xmlns:a16="http://schemas.microsoft.com/office/drawing/2014/main" id="{6B91D5B5-A007-4518-9E2C-6314C71BCF3B}"/>
              </a:ext>
            </a:extLst>
          </p:cNvPr>
          <p:cNvSpPr>
            <a:spLocks xmlns:a="http://schemas.openxmlformats.org/drawingml/2006/main" noGrp="1"/>
          </p:cNvSpPr>
          <p:nvPr/>
        </p:nvSpPr>
        <p:spPr>
          <a:xfrm xmlns:a="http://schemas.openxmlformats.org/drawingml/2006/main">
            <a:off x="1764030" y="3316605"/>
            <a:ext cx="91440" cy="9144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9D601F0-EC2C-4F05-B7A3-5AF6CBE3BEF7}"/>
              </a:ext>
            </a:extLst>
          </p:cNvPr>
          <p:cNvSpPr>
            <a:spLocks xmlns:a="http://schemas.openxmlformats.org/drawingml/2006/main" noGrp="1"/>
          </p:cNvSpPr>
          <p:nvPr/>
        </p:nvSpPr>
        <p:spPr>
          <a:xfrm xmlns:a="http://schemas.openxmlformats.org/drawingml/2006/main">
            <a:off x="1704023" y="3425190"/>
            <a:ext cx="211455" cy="14859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9188844-7142-420A-9226-21638825BCC5}"/>
              </a:ext>
            </a:extLst>
          </p:cNvPr>
          <p:cNvSpPr>
            <a:spLocks xmlns:a="http://schemas.openxmlformats.org/drawingml/2006/main" noGrp="1"/>
          </p:cNvSpPr>
          <p:nvPr/>
        </p:nvSpPr>
        <p:spPr>
          <a:xfrm xmlns:a="http://schemas.openxmlformats.org/drawingml/2006/main">
            <a:off x="2038350" y="329565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Docente Mac</a:t>
            </a:r>
          </a:p>
        </p:txBody>
      </p:sp>
      <p:sp>
        <p:nvSpPr>
          <p:cNvPr id="31" name="">
            <a:extLst xmlns:a="http://schemas.openxmlformats.org/drawingml/2006/main">
              <a:ext uri="{FF2B5EF4-FFF2-40B4-BE49-F238E27FC236}">
                <a16:creationId xmlns:a16="http://schemas.microsoft.com/office/drawing/2014/main" id="{06734982-A79D-4B52-9CDB-08C090011734}"/>
              </a:ext>
            </a:extLst>
          </p:cNvPr>
          <p:cNvSpPr>
            <a:spLocks xmlns:a="http://schemas.openxmlformats.org/drawingml/2006/main" noGrp="1"/>
          </p:cNvSpPr>
          <p:nvPr/>
        </p:nvSpPr>
        <p:spPr>
          <a:xfrm xmlns:a="http://schemas.openxmlformats.org/drawingml/2006/main">
            <a:off x="4762500" y="32956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Pedir la nota y mostrar el QR</a:t>
            </a:r>
          </a:p>
        </p:txBody>
      </p:sp>
      <p:sp>
        <p:nvSpPr>
          <p:cNvPr id="32" name="">
            <a:extLst xmlns:a="http://schemas.openxmlformats.org/drawingml/2006/main">
              <a:ext uri="{FF2B5EF4-FFF2-40B4-BE49-F238E27FC236}">
                <a16:creationId xmlns:a16="http://schemas.microsoft.com/office/drawing/2014/main" id="{F3F053CD-81AE-478A-8155-6A3E49F00952}"/>
              </a:ext>
            </a:extLst>
          </p:cNvPr>
          <p:cNvSpPr>
            <a:spLocks xmlns:a="http://schemas.openxmlformats.org/drawingml/2006/main" noGrp="1"/>
          </p:cNvSpPr>
          <p:nvPr/>
        </p:nvSpPr>
        <p:spPr>
          <a:xfrm xmlns:a="http://schemas.openxmlformats.org/drawingml/2006/main" flipV="0">
            <a:off x="1190625" y="3657600"/>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33" name="">
            <a:extLst xmlns:a="http://schemas.openxmlformats.org/drawingml/2006/main">
              <a:ext uri="{FF2B5EF4-FFF2-40B4-BE49-F238E27FC236}">
                <a16:creationId xmlns:a16="http://schemas.microsoft.com/office/drawing/2014/main" id="{75C54C53-593E-49C0-B27A-FC4C860BD2E3}"/>
              </a:ext>
            </a:extLst>
          </p:cNvPr>
          <p:cNvSpPr>
            <a:spLocks xmlns:a="http://schemas.openxmlformats.org/drawingml/2006/main" noGrp="1"/>
          </p:cNvSpPr>
          <p:nvPr/>
        </p:nvSpPr>
        <p:spPr>
          <a:xfrm xmlns:a="http://schemas.openxmlformats.org/drawingml/2006/main">
            <a:off x="781050" y="4124325"/>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5088141-4BE8-4629-94BD-D330971C92CC}"/>
              </a:ext>
            </a:extLst>
          </p:cNvPr>
          <p:cNvSpPr>
            <a:spLocks xmlns:a="http://schemas.openxmlformats.org/drawingml/2006/main" noGrp="1"/>
          </p:cNvSpPr>
          <p:nvPr/>
        </p:nvSpPr>
        <p:spPr>
          <a:xfrm xmlns:a="http://schemas.openxmlformats.org/drawingml/2006/main">
            <a:off x="876300" y="413385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03:00</a:t>
            </a:r>
          </a:p>
        </p:txBody>
      </p:sp>
      <p:sp>
        <p:nvSpPr>
          <p:cNvPr id="35" name="">
            <a:extLst xmlns:a="http://schemas.openxmlformats.org/drawingml/2006/main">
              <a:ext uri="{FF2B5EF4-FFF2-40B4-BE49-F238E27FC236}">
                <a16:creationId xmlns:a16="http://schemas.microsoft.com/office/drawing/2014/main" id="{2A848550-D1BB-433A-9716-204736919895}"/>
              </a:ext>
            </a:extLst>
          </p:cNvPr>
          <p:cNvSpPr>
            <a:spLocks xmlns:a="http://schemas.openxmlformats.org/drawingml/2006/main" noGrp="1"/>
          </p:cNvSpPr>
          <p:nvPr/>
        </p:nvSpPr>
        <p:spPr>
          <a:xfrm xmlns:a="http://schemas.openxmlformats.org/drawingml/2006/main">
            <a:off x="1764030" y="4145280"/>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4B0E146-BF7E-4DF0-94EC-943E5405BAAB}"/>
              </a:ext>
            </a:extLst>
          </p:cNvPr>
          <p:cNvSpPr>
            <a:spLocks xmlns:a="http://schemas.openxmlformats.org/drawingml/2006/main" noGrp="1"/>
          </p:cNvSpPr>
          <p:nvPr/>
        </p:nvSpPr>
        <p:spPr>
          <a:xfrm xmlns:a="http://schemas.openxmlformats.org/drawingml/2006/main">
            <a:off x="1704023" y="4253865"/>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E3F0733-F546-4678-9ECB-2A0D5938BF4E}"/>
              </a:ext>
            </a:extLst>
          </p:cNvPr>
          <p:cNvSpPr>
            <a:spLocks xmlns:a="http://schemas.openxmlformats.org/drawingml/2006/main" noGrp="1"/>
          </p:cNvSpPr>
          <p:nvPr/>
        </p:nvSpPr>
        <p:spPr>
          <a:xfrm xmlns:a="http://schemas.openxmlformats.org/drawingml/2006/main">
            <a:off x="2038350" y="412432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Android estudiante</a:t>
            </a:r>
          </a:p>
        </p:txBody>
      </p:sp>
      <p:sp>
        <p:nvSpPr>
          <p:cNvPr id="38" name="">
            <a:extLst xmlns:a="http://schemas.openxmlformats.org/drawingml/2006/main">
              <a:ext uri="{FF2B5EF4-FFF2-40B4-BE49-F238E27FC236}">
                <a16:creationId xmlns:a16="http://schemas.microsoft.com/office/drawing/2014/main" id="{020E8B75-FF29-44F8-8274-B9E2D93DEC58}"/>
              </a:ext>
            </a:extLst>
          </p:cNvPr>
          <p:cNvSpPr>
            <a:spLocks xmlns:a="http://schemas.openxmlformats.org/drawingml/2006/main" noGrp="1"/>
          </p:cNvSpPr>
          <p:nvPr/>
        </p:nvSpPr>
        <p:spPr>
          <a:xfrm xmlns:a="http://schemas.openxmlformats.org/drawingml/2006/main">
            <a:off x="4762500" y="412432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Revisar la solicitud y aceptarla</a:t>
            </a:r>
          </a:p>
        </p:txBody>
      </p:sp>
      <p:sp>
        <p:nvSpPr>
          <p:cNvPr id="39" name="">
            <a:extLst xmlns:a="http://schemas.openxmlformats.org/drawingml/2006/main">
              <a:ext uri="{FF2B5EF4-FFF2-40B4-BE49-F238E27FC236}">
                <a16:creationId xmlns:a16="http://schemas.microsoft.com/office/drawing/2014/main" id="{86F8EE4F-5C49-43C2-BB9F-D451C676429E}"/>
              </a:ext>
            </a:extLst>
          </p:cNvPr>
          <p:cNvSpPr>
            <a:spLocks xmlns:a="http://schemas.openxmlformats.org/drawingml/2006/main" noGrp="1"/>
          </p:cNvSpPr>
          <p:nvPr/>
        </p:nvSpPr>
        <p:spPr>
          <a:xfrm xmlns:a="http://schemas.openxmlformats.org/drawingml/2006/main" flipV="0">
            <a:off x="1190625" y="4486275"/>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40" name="">
            <a:extLst xmlns:a="http://schemas.openxmlformats.org/drawingml/2006/main">
              <a:ext uri="{FF2B5EF4-FFF2-40B4-BE49-F238E27FC236}">
                <a16:creationId xmlns:a16="http://schemas.microsoft.com/office/drawing/2014/main" id="{BB3BCEA9-8ACC-4D29-AC5A-831E7E19EA13}"/>
              </a:ext>
            </a:extLst>
          </p:cNvPr>
          <p:cNvSpPr>
            <a:spLocks xmlns:a="http://schemas.openxmlformats.org/drawingml/2006/main" noGrp="1"/>
          </p:cNvSpPr>
          <p:nvPr/>
        </p:nvSpPr>
        <p:spPr>
          <a:xfrm xmlns:a="http://schemas.openxmlformats.org/drawingml/2006/main">
            <a:off x="781050" y="4953000"/>
            <a:ext cx="819150" cy="285750"/>
          </a:xfrm>
          <a:prstGeom xmlns:a="http://schemas.openxmlformats.org/drawingml/2006/main" prst="roundRect">
            <a:avLst>
              <a:gd name="adj" fmla="val 26667"/>
            </a:avLst>
          </a:prstGeom>
          <a:solidFill xmlns:a="http://schemas.openxmlformats.org/drawingml/2006/main">
            <a:srgbClr val="F2B54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4B59505-9664-464B-B50C-5E628EA2820E}"/>
              </a:ext>
            </a:extLst>
          </p:cNvPr>
          <p:cNvSpPr>
            <a:spLocks xmlns:a="http://schemas.openxmlformats.org/drawingml/2006/main" noGrp="1"/>
          </p:cNvSpPr>
          <p:nvPr/>
        </p:nvSpPr>
        <p:spPr>
          <a:xfrm xmlns:a="http://schemas.openxmlformats.org/drawingml/2006/main">
            <a:off x="876300" y="496252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04:00</a:t>
            </a:r>
          </a:p>
        </p:txBody>
      </p:sp>
      <p:sp>
        <p:nvSpPr>
          <p:cNvPr id="42" name="">
            <a:extLst xmlns:a="http://schemas.openxmlformats.org/drawingml/2006/main">
              <a:ext uri="{FF2B5EF4-FFF2-40B4-BE49-F238E27FC236}">
                <a16:creationId xmlns:a16="http://schemas.microsoft.com/office/drawing/2014/main" id="{0DDC3CC5-2CF0-4DA9-8B29-E4C47433C94E}"/>
              </a:ext>
            </a:extLst>
          </p:cNvPr>
          <p:cNvSpPr>
            <a:spLocks xmlns:a="http://schemas.openxmlformats.org/drawingml/2006/main" noGrp="1"/>
          </p:cNvSpPr>
          <p:nvPr/>
        </p:nvSpPr>
        <p:spPr>
          <a:xfrm xmlns:a="http://schemas.openxmlformats.org/drawingml/2006/main">
            <a:off x="1764030" y="4973955"/>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18DACDD-AE00-4F0F-9A07-CD9B9B2DEDF4}"/>
              </a:ext>
            </a:extLst>
          </p:cNvPr>
          <p:cNvSpPr>
            <a:spLocks xmlns:a="http://schemas.openxmlformats.org/drawingml/2006/main" noGrp="1"/>
          </p:cNvSpPr>
          <p:nvPr/>
        </p:nvSpPr>
        <p:spPr>
          <a:xfrm xmlns:a="http://schemas.openxmlformats.org/drawingml/2006/main">
            <a:off x="1704023" y="5082540"/>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094F812-8474-40A7-92A6-A47C808E8BE9}"/>
              </a:ext>
            </a:extLst>
          </p:cNvPr>
          <p:cNvSpPr>
            <a:spLocks xmlns:a="http://schemas.openxmlformats.org/drawingml/2006/main" noGrp="1"/>
          </p:cNvSpPr>
          <p:nvPr/>
        </p:nvSpPr>
        <p:spPr>
          <a:xfrm xmlns:a="http://schemas.openxmlformats.org/drawingml/2006/main">
            <a:off x="2038350" y="495300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Asistencia</a:t>
            </a:r>
          </a:p>
        </p:txBody>
      </p:sp>
      <p:sp>
        <p:nvSpPr>
          <p:cNvPr id="45" name="">
            <a:extLst xmlns:a="http://schemas.openxmlformats.org/drawingml/2006/main">
              <a:ext uri="{FF2B5EF4-FFF2-40B4-BE49-F238E27FC236}">
                <a16:creationId xmlns:a16="http://schemas.microsoft.com/office/drawing/2014/main" id="{7552525D-F044-4BEB-B802-4DE2DC8195C9}"/>
              </a:ext>
            </a:extLst>
          </p:cNvPr>
          <p:cNvSpPr>
            <a:spLocks xmlns:a="http://schemas.openxmlformats.org/drawingml/2006/main" noGrp="1"/>
          </p:cNvSpPr>
          <p:nvPr/>
        </p:nvSpPr>
        <p:spPr>
          <a:xfrm xmlns:a="http://schemas.openxmlformats.org/drawingml/2006/main">
            <a:off x="4762500" y="49530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Escanear la sesión y revisar la planilla</a:t>
            </a:r>
          </a:p>
        </p:txBody>
      </p:sp>
      <p:sp>
        <p:nvSpPr>
          <p:cNvPr id="46" name="">
            <a:extLst xmlns:a="http://schemas.openxmlformats.org/drawingml/2006/main">
              <a:ext uri="{FF2B5EF4-FFF2-40B4-BE49-F238E27FC236}">
                <a16:creationId xmlns:a16="http://schemas.microsoft.com/office/drawing/2014/main" id="{B8356F75-0E88-44B7-BF54-26969C607AAA}"/>
              </a:ext>
            </a:extLst>
          </p:cNvPr>
          <p:cNvSpPr>
            <a:spLocks xmlns:a="http://schemas.openxmlformats.org/drawingml/2006/main" noGrp="1"/>
          </p:cNvSpPr>
          <p:nvPr/>
        </p:nvSpPr>
        <p:spPr>
          <a:xfrm xmlns:a="http://schemas.openxmlformats.org/drawingml/2006/main">
            <a:off x="8239125" y="5581650"/>
            <a:ext cx="3095625" cy="533400"/>
          </a:xfrm>
          <a:prstGeom xmlns:a="http://schemas.openxmlformats.org/drawingml/2006/main" prst="roundRect">
            <a:avLst>
              <a:gd name="adj" fmla="val 14286"/>
            </a:avLst>
          </a:prstGeom>
          <a:solidFill xmlns:a="http://schemas.openxmlformats.org/drawingml/2006/main">
            <a:srgbClr val="263D72"/>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9C1F022-B0BE-4F50-AD3B-B4E0B20F670F}"/>
              </a:ext>
            </a:extLst>
          </p:cNvPr>
          <p:cNvSpPr>
            <a:spLocks xmlns:a="http://schemas.openxmlformats.org/drawingml/2006/main" noGrp="1"/>
          </p:cNvSpPr>
          <p:nvPr/>
        </p:nvSpPr>
        <p:spPr>
          <a:xfrm xmlns:a="http://schemas.openxmlformats.org/drawingml/2006/main">
            <a:off x="8401050" y="56864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Si falla la conexión, usar perfiles y QR preparados</a:t>
            </a:r>
          </a:p>
        </p:txBody>
      </p:sp>
    </p:spTree>
    <p:extLst>
      <p:ext uri="{BB962C8B-B14F-4D97-AF65-F5344CB8AC3E}">
        <p14:creationId xmlns:p14="http://schemas.microsoft.com/office/powerpoint/2010/main" val="10225647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2026-10-22T02:19:18.2990000Z</dcterms:created>
  <dcterms:modified xsi:type="dcterms:W3CDTF">2026-10-22T02:19:18.2990000Z</dcterms:modified>
</coreProperties>
</file>