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ec3823739f4fce" /><Relationship Type="http://schemas.openxmlformats.org/officeDocument/2006/relationships/extended-properties" Target="/docProps/app.xml" Id="R9d7be3213ec94894" /><Relationship Type="http://schemas.openxmlformats.org/officeDocument/2006/relationships/officeDocument" Target="/ppt/presentation.xml" Id="Rdd5aae2c87ff429e" /></Relationships>
</file>

<file path=ppt/presentation.xml><?xml version="1.0" encoding="utf-8"?>
<p:presentation xmlns:p="http://schemas.openxmlformats.org/presentationml/2006/main">
  <p:sldMasterIdLst>
    <p:sldMasterId xmlns:r="http://schemas.openxmlformats.org/officeDocument/2006/relationships" id="2147483648" r:id="Rad5cc33c7c8b402e"/>
  </p:sldMasterIdLst>
  <p:notesMasterIdLst>
    <p:notesMasterId xmlns:r="http://schemas.openxmlformats.org/officeDocument/2006/relationships" r:id="R7ecbd5b9a48644ce"/>
  </p:notesMasterIdLst>
  <p:sldIdLst>
    <p:sldId xmlns:r="http://schemas.openxmlformats.org/officeDocument/2006/relationships" id="256" r:id="Rb5b151bb9b1c4031"/>
    <p:sldId xmlns:r="http://schemas.openxmlformats.org/officeDocument/2006/relationships" id="257" r:id="R92f8e72de3484ad1"/>
    <p:sldId xmlns:r="http://schemas.openxmlformats.org/officeDocument/2006/relationships" id="258" r:id="Rbab2b60803dc436f"/>
    <p:sldId xmlns:r="http://schemas.openxmlformats.org/officeDocument/2006/relationships" id="259" r:id="Rab110f6f35674d75"/>
    <p:sldId xmlns:r="http://schemas.openxmlformats.org/officeDocument/2006/relationships" id="260" r:id="Rf18b5060d6324631"/>
    <p:sldId xmlns:r="http://schemas.openxmlformats.org/officeDocument/2006/relationships" id="261" r:id="Ra20733b3762c439b"/>
    <p:sldId xmlns:r="http://schemas.openxmlformats.org/officeDocument/2006/relationships" id="262" r:id="R58926eb2cb25445a"/>
    <p:sldId xmlns:r="http://schemas.openxmlformats.org/officeDocument/2006/relationships" id="263" r:id="R63adb27c77784bfe"/>
    <p:sldId xmlns:r="http://schemas.openxmlformats.org/officeDocument/2006/relationships" id="264" r:id="Ra15d04dea3c84ec9"/>
    <p:sldId xmlns:r="http://schemas.openxmlformats.org/officeDocument/2006/relationships" id="265" r:id="Rf51842a5f7b0409e"/>
    <p:sldId xmlns:r="http://schemas.openxmlformats.org/officeDocument/2006/relationships" id="266" r:id="Raf1bef889fed4681"/>
    <p:sldId xmlns:r="http://schemas.openxmlformats.org/officeDocument/2006/relationships" id="267" r:id="R0fedcb7500c74ecc"/>
    <p:sldId xmlns:r="http://schemas.openxmlformats.org/officeDocument/2006/relationships" id="268" r:id="R50d26744985b49f7"/>
    <p:sldId xmlns:r="http://schemas.openxmlformats.org/officeDocument/2006/relationships" id="269" r:id="R52c29512c40942e6"/>
    <p:sldId xmlns:r="http://schemas.openxmlformats.org/officeDocument/2006/relationships" id="270" r:id="R1299b14d93684a09"/>
    <p:sldId xmlns:r="http://schemas.openxmlformats.org/officeDocument/2006/relationships" id="271" r:id="Rc58df48d22af495b"/>
    <p:sldId xmlns:r="http://schemas.openxmlformats.org/officeDocument/2006/relationships" id="272" r:id="R8b004544fe7c40a6"/>
    <p:sldId xmlns:r="http://schemas.openxmlformats.org/officeDocument/2006/relationships" id="273" r:id="R2b223b09669e405a"/>
    <p:sldId xmlns:r="http://schemas.openxmlformats.org/officeDocument/2006/relationships" id="274" r:id="Re35ab4f24ba84ca7"/>
    <p:sldId xmlns:r="http://schemas.openxmlformats.org/officeDocument/2006/relationships" id="275" r:id="Red6b3c4da5d249f0"/>
    <p:sldId xmlns:r="http://schemas.openxmlformats.org/officeDocument/2006/relationships" id="276" r:id="Rc36ad4a780ba4049"/>
    <p:sldId xmlns:r="http://schemas.openxmlformats.org/officeDocument/2006/relationships" id="277" r:id="R00bcfa500d984b77"/>
    <p:sldId xmlns:r="http://schemas.openxmlformats.org/officeDocument/2006/relationships" id="278" r:id="R007f37bed0814b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271c37805a4bf7" /><Relationship Type="http://schemas.openxmlformats.org/officeDocument/2006/relationships/slideMaster" Target="/ppt/slideMasters/slideMaster1.xml" Id="Rad5cc33c7c8b402e" /><Relationship Type="http://schemas.openxmlformats.org/officeDocument/2006/relationships/notesMaster" Target="/ppt/notesMasters/notesMaster1.xml" Id="R7ecbd5b9a48644ce" /><Relationship Type="http://schemas.openxmlformats.org/officeDocument/2006/relationships/presProps" Target="/ppt/presProps.xml" Id="Ra5a4a242abdf4a95" /><Relationship Type="http://schemas.openxmlformats.org/officeDocument/2006/relationships/tableStyles" Target="/ppt/tableStyles.xml" Id="R7fc62bfdc59d48d6" /><Relationship Type="http://schemas.openxmlformats.org/officeDocument/2006/relationships/slide" Target="/ppt/slides/slide1.xml" Id="Rb5b151bb9b1c4031" /><Relationship Type="http://schemas.openxmlformats.org/officeDocument/2006/relationships/slide" Target="/ppt/slides/slide2.xml" Id="R92f8e72de3484ad1" /><Relationship Type="http://schemas.openxmlformats.org/officeDocument/2006/relationships/slide" Target="/ppt/slides/slide3.xml" Id="Rbab2b60803dc436f" /><Relationship Type="http://schemas.openxmlformats.org/officeDocument/2006/relationships/slide" Target="/ppt/slides/slide4.xml" Id="Rab110f6f35674d75" /><Relationship Type="http://schemas.openxmlformats.org/officeDocument/2006/relationships/slide" Target="/ppt/slides/slide5.xml" Id="Rf18b5060d6324631" /><Relationship Type="http://schemas.openxmlformats.org/officeDocument/2006/relationships/slide" Target="/ppt/slides/slide6.xml" Id="Ra20733b3762c439b" /><Relationship Type="http://schemas.openxmlformats.org/officeDocument/2006/relationships/slide" Target="/ppt/slides/slide7.xml" Id="R58926eb2cb25445a" /><Relationship Type="http://schemas.openxmlformats.org/officeDocument/2006/relationships/slide" Target="/ppt/slides/slide8.xml" Id="R63adb27c77784bfe" /><Relationship Type="http://schemas.openxmlformats.org/officeDocument/2006/relationships/slide" Target="/ppt/slides/slide9.xml" Id="Ra15d04dea3c84ec9" /><Relationship Type="http://schemas.openxmlformats.org/officeDocument/2006/relationships/slide" Target="/ppt/slides/slide10.xml" Id="Rf51842a5f7b0409e" /><Relationship Type="http://schemas.openxmlformats.org/officeDocument/2006/relationships/slide" Target="/ppt/slides/slide11.xml" Id="Raf1bef889fed4681" /><Relationship Type="http://schemas.openxmlformats.org/officeDocument/2006/relationships/slide" Target="/ppt/slides/slide12.xml" Id="R0fedcb7500c74ecc" /><Relationship Type="http://schemas.openxmlformats.org/officeDocument/2006/relationships/slide" Target="/ppt/slides/slide13.xml" Id="R50d26744985b49f7" /><Relationship Type="http://schemas.openxmlformats.org/officeDocument/2006/relationships/slide" Target="/ppt/slides/slide14.xml" Id="R52c29512c40942e6" /><Relationship Type="http://schemas.openxmlformats.org/officeDocument/2006/relationships/slide" Target="/ppt/slides/slide15.xml" Id="R1299b14d93684a09" /><Relationship Type="http://schemas.openxmlformats.org/officeDocument/2006/relationships/slide" Target="/ppt/slides/slide16.xml" Id="Rc58df48d22af495b" /><Relationship Type="http://schemas.openxmlformats.org/officeDocument/2006/relationships/slide" Target="/ppt/slides/slide17.xml" Id="R8b004544fe7c40a6" /><Relationship Type="http://schemas.openxmlformats.org/officeDocument/2006/relationships/slide" Target="/ppt/slides/slide18.xml" Id="R2b223b09669e405a" /><Relationship Type="http://schemas.openxmlformats.org/officeDocument/2006/relationships/slide" Target="/ppt/slides/slide19.xml" Id="Re35ab4f24ba84ca7" /><Relationship Type="http://schemas.openxmlformats.org/officeDocument/2006/relationships/slide" Target="/ppt/slides/slide20.xml" Id="Red6b3c4da5d249f0" /><Relationship Type="http://schemas.openxmlformats.org/officeDocument/2006/relationships/slide" Target="/ppt/slides/slide21.xml" Id="Rc36ad4a780ba4049" /><Relationship Type="http://schemas.openxmlformats.org/officeDocument/2006/relationships/slide" Target="/ppt/slides/slide22.xml" Id="R00bcfa500d984b77" /><Relationship Type="http://schemas.openxmlformats.org/officeDocument/2006/relationships/slide" Target="/ppt/slides/slide23.xml" Id="R007f37bed0814b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dd9c2496b4f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4ef6fd41f249f3" /><Relationship Type="http://schemas.openxmlformats.org/officeDocument/2006/relationships/notesMaster" Target="/ppt/notesMasters/notesMaster1.xml" Id="Re5644dc249e24c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38556a15954e87" /><Relationship Type="http://schemas.openxmlformats.org/officeDocument/2006/relationships/notesMaster" Target="/ppt/notesMasters/notesMaster1.xml" Id="R450dbca4aefe4e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17c0447404f87" /><Relationship Type="http://schemas.openxmlformats.org/officeDocument/2006/relationships/notesMaster" Target="/ppt/notesMasters/notesMaster1.xml" Id="Rbe7a0e443a114c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18c4b02e884e52" /><Relationship Type="http://schemas.openxmlformats.org/officeDocument/2006/relationships/notesMaster" Target="/ppt/notesMasters/notesMaster1.xml" Id="R61e3e43e3c934e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878edfb43d4c0d" /><Relationship Type="http://schemas.openxmlformats.org/officeDocument/2006/relationships/notesMaster" Target="/ppt/notesMasters/notesMaster1.xml" Id="R432c72c6e3d242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8da02e76584caa" /><Relationship Type="http://schemas.openxmlformats.org/officeDocument/2006/relationships/notesMaster" Target="/ppt/notesMasters/notesMaster1.xml" Id="R6f4c2f6fc8c449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4d0e89f23d45ca" /><Relationship Type="http://schemas.openxmlformats.org/officeDocument/2006/relationships/notesMaster" Target="/ppt/notesMasters/notesMaster1.xml" Id="Rc56ce45c342244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9601c5522d4472" /><Relationship Type="http://schemas.openxmlformats.org/officeDocument/2006/relationships/notesMaster" Target="/ppt/notesMasters/notesMaster1.xml" Id="R28970240ad3441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7181413dcf46c5" /><Relationship Type="http://schemas.openxmlformats.org/officeDocument/2006/relationships/notesMaster" Target="/ppt/notesMasters/notesMaster1.xml" Id="Ra5892cffcc134c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6d2d607260490f" /><Relationship Type="http://schemas.openxmlformats.org/officeDocument/2006/relationships/notesMaster" Target="/ppt/notesMasters/notesMaster1.xml" Id="Rc8c3bc62970345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867a795f24486b" /><Relationship Type="http://schemas.openxmlformats.org/officeDocument/2006/relationships/notesMaster" Target="/ppt/notesMasters/notesMaster1.xml" Id="R250c6ae1b23444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dfe57c742e4195" /><Relationship Type="http://schemas.openxmlformats.org/officeDocument/2006/relationships/notesMaster" Target="/ppt/notesMasters/notesMaster1.xml" Id="Rc084c7164b4243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080ca521294034" /><Relationship Type="http://schemas.openxmlformats.org/officeDocument/2006/relationships/notesMaster" Target="/ppt/notesMasters/notesMaster1.xml" Id="R339ff3b1ae6449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78459302144742" /><Relationship Type="http://schemas.openxmlformats.org/officeDocument/2006/relationships/notesMaster" Target="/ppt/notesMasters/notesMaster1.xml" Id="R2e6ed207fb9645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23f17d7e4845e7" /><Relationship Type="http://schemas.openxmlformats.org/officeDocument/2006/relationships/notesMaster" Target="/ppt/notesMasters/notesMaster1.xml" Id="R854eae0911744b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5bb90e5d51450d" /><Relationship Type="http://schemas.openxmlformats.org/officeDocument/2006/relationships/notesMaster" Target="/ppt/notesMasters/notesMaster1.xml" Id="R2ae723c973c142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8711590c7042ba" /><Relationship Type="http://schemas.openxmlformats.org/officeDocument/2006/relationships/notesMaster" Target="/ppt/notesMasters/notesMaster1.xml" Id="R40b0c1cdc24547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9716626b774210" /><Relationship Type="http://schemas.openxmlformats.org/officeDocument/2006/relationships/notesMaster" Target="/ppt/notesMasters/notesMaster1.xml" Id="R5833cb4911a542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fe4767e6e94aa8" /><Relationship Type="http://schemas.openxmlformats.org/officeDocument/2006/relationships/notesMaster" Target="/ppt/notesMasters/notesMaster1.xml" Id="Rd6252adfdd0d47b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f54049930204fa4" /><Relationship Type="http://schemas.openxmlformats.org/officeDocument/2006/relationships/notesMaster" Target="/ppt/notesMasters/notesMaster1.xml" Id="R7dc3c334aeb94f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8d8eade33044ab" /><Relationship Type="http://schemas.openxmlformats.org/officeDocument/2006/relationships/notesMaster" Target="/ppt/notesMasters/notesMaster1.xml" Id="R2d939b0e5b2146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821cec5be24dd7" /><Relationship Type="http://schemas.openxmlformats.org/officeDocument/2006/relationships/notesMaster" Target="/ppt/notesMasters/notesMaster1.xml" Id="R127ccdd883074b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163f4ed17d4a3a" /><Relationship Type="http://schemas.openxmlformats.org/officeDocument/2006/relationships/notesMaster" Target="/ppt/notesMasters/notesMaster1.xml" Id="Rea831aeefacb44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2 minutos. Presentar el título, la carrera y a los integrantes: Mariano Arias Simone y Nahuel Peralta Herrera. La identidad gráfica usa índigo para confianza, turquesa para acciones y ámbar para atención.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El problema es de confianza, vigencia y exposición de datos. No afirmar que estos problemas describen un proceso oficial de UNLaR: son motivaciones para el diseño. Ejemplo: un gimnasio puede necesitar saber si el estudiante tiene una constancia vigente, no su historial completo.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30 segundos. Esta es una orientación, no una historia completa. El artículo de Diffie y Hellman de 1976 abrió la discusión moderna de clave pública e intercambio de claves. Bernstein, Duif, Lange, Schwabe y Yang publicaron la propuesta de firmas Ed25519 en 2011; el artículo de revista es de 2012. RFC 8032, publicado en 2017, documenta EdDSA e instancias Ed25519/Ed448. Fuentes primarias: https://cr.yp.to/bib/1976/diffie.pdf ; https://ed25519.cr.yp.to/ed25519-20110926.pdf ; https://www.rfc-editor.org/rfc/rfc8032.html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Explicar con tres preguntas. Cifrado: ¿quién puede leer? Hash: ¿cambió el contenido? Firma: ¿la clave correspondiente produjo una firma válida para estos datos? La firma no cifra ni hace secreto un nombre o una nota. Ed25519 firma datos; el sistema además usa una conexión HTTPS para el transporte, pero eso es distinto del cifrado de la credencial guardada.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30 segundos. Distinguir los términos: cifrado simétrico usa una misma clave secreta para cifrar/descifrar y protege confidencialidad; firma asimétrica utiliza una clave privada para firmar y la pública relacionada para verificar. Ed25519 pertenece a la segunda categoría. El prototipo firma la credencial y pruebas de posesión; no cifra las credenciales guardadas. HTTPS protege el canal web, pero es otra capa.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Ed25519 es un esquema de firma digital de la familia EdDSA, descrito para edwards25519 en RFC 8032. El servidor canonicaliza el payload para obtener una representación estable, firma esos bytes con issuerPrivateKey mediante node:crypto y agrega un proof. La firma normalmente se codifica en base64url para transportarla. El receptor sigue teniendo los claims en claro. En el proyecto, la función signCredential está en server/index.ts.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30 segundos. Presentar esto como una vista conceptual de Ed25519 según RFC 8032, no como una implementación para programar a mano. B es el punto base de la curva Edwards25519; a es un escalar secreto derivado de la semilla privada y A = [a]B es la clave pública. Para cada mensaje M se deriva r de manera determinista a partir de la mitad prefijada de la clave expandida y M usando SHA-512; R=[r]B. Se obtiene k=SHA-512(encode(R)||encode(A)||M) reducido módulo L, donde L es el orden del subgrupo. S=(r+k*a) mod L y la firma se codifica como R||S. Al verificar, se comprueba [S]B = R + [k]A (con las reglas de codificación y validación de puntos de RFC 8032). Es una simplificación visual: la implementación real usa codificación de puntos, reducción modular y validaciones que omitimos. No confundir esto con cifrado: M sigue siendo legible. Fuente primaria: RFC 8032, secciones 5.1.6–5.1.7 https://www.rfc-editor.org/rfc/rfc8032.html.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El verificador toma exactamente los datos firmados, la firma adjunta y una clave pública que confía que corresponde a la institución. verify() devuelve verdadero solo cuando la firma coincide con ese contenido y esa clave. Si alguien cambia un punto de la nota, la firma no valida. El proyecto valida esto con Web Crypto en la billetera y con node:crypto en el servidor. Después consulta en SQLite si el certificado sigue Activa y vigente. Firma válida no equivale a identidad humana verificada ni a estado no revocado.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minuto. Hay dos pares de claves independientes: el servidor crea/usa issuerPrivateKey y publica issuerPublicPem por /api/issuer-key; el navegador del estudiante crea su par Ed25519 y lo guarda en IndexedDB. El servidor vincula la clave pública del estudiante al holder. El teléfono conserva la credencial firmada; al responder un desafío, firma con su propia clave. El servidor valida ambas cosas y consulta el estado actual. Limitación importante: el prototipo no cifra los claims de la credencial y las claves del navegador están en almacenamiento local de la PWA. El proyecto requiere API para conocer revocación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Mostrar el recorrido completo y dejar claro qué puede demostrar la demo. No atribuir interoperabilidad W3C VC: el formato se inspira en emisor/titular/verificador, pero es propio. El demo usa perfiles ficticios y API en Mac.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Seguir las flechas. El estudiante decide antes de presentar. La entrega y la presentación son flujos distintos: QR de entrega permite reclamar una credencial una vez; QR de solicitud identifica la consulta del verificador.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Explicar responsabilidades por capa. React/TypeScript proporciona la PWA, ZXing lee QR, IndexedDB guarda credenciales y clave del titular, Web Crypto firma pruebas; Fastify implementa API y SQLite guarda estado. La demo puede operar sin Internet si Mac y Android comparten red. Sigue habiendo una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Código real de server/index.ts, función canonicalize cercana a línea 99. Explicar que JSON se serializa siguiendo un conjunto y orden explícitos de propiedades para que firmante y verificador reconstruyan los mismos bytes. La firma cubre claims y metadatos, no solo el texto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Código real server/index.ts. Ed25519 firma bytes canonicalizados con clave privada del emisor. La firma se añade como proof con algoritmo y método. La verificación del cliente usa Web Crypto y clave pública PEM. La firma evidencia que alguien con la privada produjo esos datos; la confianza depende de cómo se distribuye esa clave pública.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server/index.ts construye claims desde alumno seleccionado por studentId de base de datos. Para Nota de materia se incorpora nota a los claims y detail. Como se firma el payload, cambiar el nombre después en el perfil no reescribe el certificado emitido. Aun así, el perfil es ficticio y no hay prueba documental ni autenticación institucional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Presentar código opaco, vencimiento diez minutos, verificación de perfil y prueba firmada de la clave del titular. La transacción compara used_at null y registra consumo para evitar doble reclamo concurrente. Explicar que ocultar datos en el QR reduce exposición, pero no sustituye la autorización del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Mostrar src/lib/walletStore.ts y credentialCrypto.ts. IndexedDB almacena credenciales y CryptoKeyPair. La firma de posesión demuestra acceso a la clave privada, no identifica biométricamente a la persona ni impide préstamo de un teléfono desbloqueado. En este prototipo las claves se generan como extractables para poder exportar clave pública; endurecer custodia sería trabajo futuro.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Código de App.tsx: BrowserQRCodeReader lee cámara, al detectar detiene el stream y envía texto a onScan. El router distingue flujos. En presentación de verificación, la app obtiene tipo solicitado y solicita consentimiento. Las APIs de cámara del navegador suelen requerir HTTPS o localhost; se usa túnel HTTPS para la demo móvil.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30 s. Server route POST respond, server/index.ts. Agrupar checks en tres preguntas: ¿es auténtica e íntegra?, ¿pertenece al titular y corresponde al pedido?, ¿sigue vigente y no se usó ya? La base local aporta revocación y consumo único. Sin conexión a esa API no se conoce el estado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minutos. En el prototipo, requireRole protege endpoints y las cuentas demo tienen roles fijos. La institución tiene scope academic/library/gym que limita los tipos emitidos y revocados. No es un sistema de identidad federada ni prueba de identidad real; laboratorio permite perfiles de demo para ilustrar agentes.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Explicar ventana temporal, firma del desafío attendance.session.id, restricción única y exportación CSV que se regenera después del check-in. P es presente; A ausencia por defecto. La prueba respalda que una billetera vinculada respondió. No prueba ubicación física: posible préstamo de teléfono/collusión sigue siendo caveat.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min. Diferenciar autenticidad de estado actual. El sistema hoy verifica a través de API Mac, por tanto no hace verificación offline. Un flujo offline requeriría confianza en clave pública y lista de revocación firmada; si la lista supera frescura aceptada se reporta estado desconocido. Añadir controles futuros: enrolamiento institucional, almacenamiento de claves no exportables, protección de datos, auditoría y pruebas de abuso. No se usa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de 5 minutos. Preparación previa: API local, ambos Android en la misma red, cámara autorizada y URL HTTPS accesible, cuentas de demo, un QR por cada flujo, archivo CSV abierto. Flujo: Mac emisor emite nota para Mariano; estudiante escanea y guarda; Mac docente solicita nota; Android enseña detalle y el estudiante consiente; después abre asistencia y alumno registra, el profesor confirma el cambio P/A en CSV. Plan B ante desconexión: recargar PWA, comprobar LAN, volver a emitir QR temporal. Cerrar con una frase: la billetera conserva credenciales firmadas y el titular controla cuándo las presenta; el prototipo sigue consultando API para revocación.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7228589d1548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95f7b20e3c4b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f6092186a84e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0fc9d6ecff4a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31a5b6234940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318b78480e4d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DBFD9-DE09-4FD6-A49E-F32C17D892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EBA30E-85F7-4D7E-996D-E12CED064D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E2D9B8-D04C-4329-A0E8-74B470CFA0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1E6440-D108-4DF9-9754-C0AA1B1FA1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F9F57-EBFF-4ED8-8E0A-8FE673F981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A1392A-FC27-4E97-8E79-8B52937F14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DE4DD9-425C-4BEE-B8F9-209AC245B8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C384B8-F247-4C2B-A83C-AF190B3488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7959A6-E1E6-4DB1-8E36-9594E127F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F6D036-5CAB-4CE2-BD1F-96843AB1BE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7ec06190e47fe" /><Relationship Type="http://schemas.openxmlformats.org/officeDocument/2006/relationships/slideLayout" Target="/ppt/slideLayouts/slideLayout1.xml" Id="R8d74469d93e14805" /><Relationship Type="http://schemas.openxmlformats.org/officeDocument/2006/relationships/slideLayout" Target="/ppt/slideLayouts/slideLayout2.xml" Id="R37b38694f99d4b59" /><Relationship Type="http://schemas.openxmlformats.org/officeDocument/2006/relationships/slideLayout" Target="/ppt/slideLayouts/slideLayout3.xml" Id="R7485ad5b96474f21" /><Relationship Type="http://schemas.openxmlformats.org/officeDocument/2006/relationships/slideLayout" Target="/ppt/slideLayouts/slideLayout4.xml" Id="Rbd14a98cd02f47e2" /><Relationship Type="http://schemas.openxmlformats.org/officeDocument/2006/relationships/slideLayout" Target="/ppt/slideLayouts/slideLayout5.xml" Id="R84ef824f320142d1" /><Relationship Type="http://schemas.openxmlformats.org/officeDocument/2006/relationships/slideLayout" Target="/ppt/slideLayouts/slideLayout6.xml" Id="R91b2a5044b7946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4469d93e14805"/>
    <p:sldLayoutId xmlns:r="http://schemas.openxmlformats.org/officeDocument/2006/relationships" id="2147483650" r:id="R37b38694f99d4b59"/>
    <p:sldLayoutId xmlns:r="http://schemas.openxmlformats.org/officeDocument/2006/relationships" id="2147483651" r:id="R7485ad5b96474f21"/>
    <p:sldLayoutId xmlns:r="http://schemas.openxmlformats.org/officeDocument/2006/relationships" id="2147483652" r:id="Rbd14a98cd02f47e2"/>
    <p:sldLayoutId xmlns:r="http://schemas.openxmlformats.org/officeDocument/2006/relationships" id="2147483653" r:id="R84ef824f320142d1"/>
    <p:sldLayoutId xmlns:r="http://schemas.openxmlformats.org/officeDocument/2006/relationships" id="2147483654" r:id="R91b2a5044b7946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11df66b2db4806" /><Relationship Type="http://schemas.openxmlformats.org/officeDocument/2006/relationships/image" Target="/ppt/media/image.png" Id="R2ec2a6264c4a4c90" /><Relationship Type="http://schemas.openxmlformats.org/officeDocument/2006/relationships/notesSlide" Target="/ppt/notesSlides/notesSlide1.xml" Id="R188b1d8bdb694c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24b519fb5d4157" /><Relationship Type="http://schemas.openxmlformats.org/officeDocument/2006/relationships/notesSlide" Target="/ppt/notesSlides/notesSlide2.xml" Id="R3221be37091d4e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8f07c93e63425e" /><Relationship Type="http://schemas.openxmlformats.org/officeDocument/2006/relationships/notesSlide" Target="/ppt/notesSlides/notesSlide3.xml" Id="R1bb96118253b4a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c39a5d3d924a8a" /><Relationship Type="http://schemas.openxmlformats.org/officeDocument/2006/relationships/notesSlide" Target="/ppt/notesSlides/notesSlide4.xml" Id="R9cf3a428469b43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c88e2b22f8427a" /><Relationship Type="http://schemas.openxmlformats.org/officeDocument/2006/relationships/notesSlide" Target="/ppt/notesSlides/notesSlide5.xml" Id="Rbf23410a50834d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5b2c389fe984db9" /><Relationship Type="http://schemas.openxmlformats.org/officeDocument/2006/relationships/notesSlide" Target="/ppt/notesSlides/notesSlide6.xml" Id="R70d2eebd73984e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f24e31ecbf42b2" /><Relationship Type="http://schemas.openxmlformats.org/officeDocument/2006/relationships/notesSlide" Target="/ppt/notesSlides/notesSlide7.xml" Id="R0098fec8dceb4d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14bc12732b4df2" /><Relationship Type="http://schemas.openxmlformats.org/officeDocument/2006/relationships/notesSlide" Target="/ppt/notesSlides/notesSlide8.xml" Id="R8143ac0ba97546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08426c321a4c8f" /><Relationship Type="http://schemas.openxmlformats.org/officeDocument/2006/relationships/notesSlide" Target="/ppt/notesSlides/notesSlide9.xml" Id="Rbb4ca3a759af46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9fd713e4c246e3" /><Relationship Type="http://schemas.openxmlformats.org/officeDocument/2006/relationships/notesSlide" Target="/ppt/notesSlides/notesSlide10.xml" Id="R68b1f5b1b7e943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7e79fca9cc40c0" /><Relationship Type="http://schemas.openxmlformats.org/officeDocument/2006/relationships/notesSlide" Target="/ppt/notesSlides/notesSlide11.xml" Id="Re17c9d021b3b4b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0aaa915613f4362" /><Relationship Type="http://schemas.openxmlformats.org/officeDocument/2006/relationships/notesSlide" Target="/ppt/notesSlides/notesSlide12.xml" Id="R27d11f45da7a4a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5de30f947e14624" /><Relationship Type="http://schemas.openxmlformats.org/officeDocument/2006/relationships/notesSlide" Target="/ppt/notesSlides/notesSlide13.xml" Id="R3a4da25ec2f043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eec921dae374396" /><Relationship Type="http://schemas.openxmlformats.org/officeDocument/2006/relationships/notesSlide" Target="/ppt/notesSlides/notesSlide14.xml" Id="R7d2c2fb2626b41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2d5596ca9f54e26" /><Relationship Type="http://schemas.openxmlformats.org/officeDocument/2006/relationships/notesSlide" Target="/ppt/notesSlides/notesSlide15.xml" Id="Rec85073b65714b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26d1699432447e" /><Relationship Type="http://schemas.openxmlformats.org/officeDocument/2006/relationships/notesSlide" Target="/ppt/notesSlides/notesSlide16.xml" Id="Re099bd51691e40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0a60623c8374a6a" /><Relationship Type="http://schemas.openxmlformats.org/officeDocument/2006/relationships/notesSlide" Target="/ppt/notesSlides/notesSlide17.xml" Id="Rc19d13a0b86a40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51cd1120b2845e9" /><Relationship Type="http://schemas.openxmlformats.org/officeDocument/2006/relationships/notesSlide" Target="/ppt/notesSlides/notesSlide18.xml" Id="R24e1de0c8ba449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cff54a66484dda" /><Relationship Type="http://schemas.openxmlformats.org/officeDocument/2006/relationships/notesSlide" Target="/ppt/notesSlides/notesSlide19.xml" Id="R61d7ec20208247d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d7e021fb09c451d" /><Relationship Type="http://schemas.openxmlformats.org/officeDocument/2006/relationships/notesSlide" Target="/ppt/notesSlides/notesSlide20.xml" Id="R7222e3dedc114d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80e9227d2864b76" /><Relationship Type="http://schemas.openxmlformats.org/officeDocument/2006/relationships/notesSlide" Target="/ppt/notesSlides/notesSlide21.xml" Id="R87f2e507bdcd49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de019f77887420e" /><Relationship Type="http://schemas.openxmlformats.org/officeDocument/2006/relationships/notesSlide" Target="/ppt/notesSlides/notesSlide22.xml" Id="R6828953749e44e9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5a3243ba214117" /><Relationship Type="http://schemas.openxmlformats.org/officeDocument/2006/relationships/notesSlide" Target="/ppt/notesSlides/notesSlide23.xml" Id="R078d2175cf584cba" /></Relationships>
</file>

<file path=ppt/slides/slide1.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41C6B9-DDA5-4D5D-90E1-DA5644FF0E7D}"/>
              </a:ext>
            </a:extLst>
          </p:cNvPr>
          <p:cNvSpPr>
            <a:spLocks xmlns:a="http://schemas.openxmlformats.org/drawingml/2006/main" noGrp="1"/>
          </p:cNvSpPr>
          <p:nvPr/>
        </p:nvSpPr>
        <p:spPr>
          <a:xfrm xmlns:a="http://schemas.openxmlformats.org/drawingml/2006/main">
            <a:off x="7620000" y="0"/>
            <a:ext cx="4572000" cy="4762500"/>
          </a:xfrm>
          <a:prstGeom xmlns:a="http://schemas.openxmlformats.org/drawingml/2006/main" prst="ellipse">
            <a:avLst/>
          </a:prstGeom>
          <a:solidFill xmlns:a="http://schemas.openxmlformats.org/drawingml/2006/main">
            <a:srgbClr val="20366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781299-385E-41B9-B57F-4B0DE6047EF4}"/>
              </a:ext>
            </a:extLst>
          </p:cNvPr>
          <p:cNvSpPr>
            <a:spLocks xmlns:a="http://schemas.openxmlformats.org/drawingml/2006/main" noGrp="1"/>
          </p:cNvSpPr>
          <p:nvPr/>
        </p:nvSpPr>
        <p:spPr>
          <a:xfrm xmlns:a="http://schemas.openxmlformats.org/drawingml/2006/main">
            <a:off x="8763000" y="190500"/>
            <a:ext cx="3429000" cy="3524250"/>
          </a:xfrm>
          <a:prstGeom xmlns:a="http://schemas.openxmlformats.org/drawingml/2006/main" prst="ellipse">
            <a:avLst/>
          </a:prstGeom>
          <a:solidFill xmlns:a="http://schemas.openxmlformats.org/drawingml/2006/main">
            <a:srgbClr val="1B2D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DDF494-2817-46EB-AA35-3C8ADEC3BB90}"/>
              </a:ext>
            </a:extLst>
          </p:cNvPr>
          <p:cNvSpPr>
            <a:spLocks xmlns:a="http://schemas.openxmlformats.org/drawingml/2006/main" noGrp="1"/>
          </p:cNvSpPr>
          <p:nvPr/>
        </p:nvSpPr>
        <p:spPr>
          <a:xfrm xmlns:a="http://schemas.openxmlformats.org/drawingml/2006/main">
            <a:off x="9620250" y="1162050"/>
            <a:ext cx="1571625" cy="1571625"/>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pic>
        <p:nvPicPr>
          <p:cNvPr id="4" name="">
            <a:extLst xmlns:a="http://schemas.openxmlformats.org/drawingml/2006/main">
              <a:ext uri="{FF2B5EF4-FFF2-40B4-BE49-F238E27FC236}">
                <a16:creationId xmlns:a16="http://schemas.microsoft.com/office/drawing/2014/main" id="{A6485725-F101-4ABE-A4CD-D71150600F38}"/>
              </a:ext>
            </a:extLst>
          </p:cNvPr>
          <p:cNvPicPr>
            <a:picLocks xmlns:a="http://schemas.openxmlformats.org/drawingml/2006/main" noChangeAspect="1"/>
          </p:cNvPicPr>
          <p:nvPr/>
        </p:nvPicPr>
        <p:blipFill>
          <a:blip xmlns:r="http://schemas.openxmlformats.org/officeDocument/2006/relationships" xmlns:a="http://schemas.openxmlformats.org/drawingml/2006/main" r:embed="R2ec2a6264c4a4c90"/>
          <a:stretch xmlns:a="http://schemas.openxmlformats.org/drawingml/2006/main"/>
        </p:blipFill>
        <p:spPr>
          <a:xfrm xmlns:a="http://schemas.openxmlformats.org/drawingml/2006/main">
            <a:off x="7620000" y="857250"/>
            <a:ext cx="3810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40C4C0-372E-4613-9C8C-3641434B8351}"/>
              </a:ext>
            </a:extLst>
          </p:cNvPr>
          <p:cNvSpPr>
            <a:spLocks xmlns:a="http://schemas.openxmlformats.org/drawingml/2006/main" noGrp="1"/>
          </p:cNvSpPr>
          <p:nvPr/>
        </p:nvSpPr>
        <p:spPr>
          <a:xfrm xmlns:a="http://schemas.openxmlformats.org/drawingml/2006/main">
            <a:off x="800100" y="17907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defRPr sz="4200" b="1">
                <a:solidFill>
                  <a:srgbClr val="FFFFFF"/>
                </a:solidFill>
                <a:latin typeface="Aptos"/>
                <a:ea typeface="Aptos"/>
                <a:cs typeface="Aptos"/>
              </a:defRPr>
            </a:lvl1pPr>
            <a:lvl2pPr algn="l">
              <a:defRPr sz="4200" b="1">
                <a:solidFill>
                  <a:srgbClr val="FFFFFF"/>
                </a:solidFill>
                <a:latin typeface="Aptos"/>
                <a:ea typeface="Aptos"/>
                <a:cs typeface="Aptos"/>
              </a:defRPr>
            </a:lvl2pPr>
            <a:lvl3pPr algn="l">
              <a:defRPr sz="4200" b="1">
                <a:solidFill>
                  <a:srgbClr val="FFFFFF"/>
                </a:solidFill>
                <a:latin typeface="Aptos"/>
                <a:ea typeface="Aptos"/>
                <a:cs typeface="Aptos"/>
              </a:defRPr>
            </a:lvl3pPr>
            <a:lvl4pPr algn="l">
              <a:defRPr sz="4200" b="1">
                <a:solidFill>
                  <a:srgbClr val="FFFFFF"/>
                </a:solidFill>
                <a:latin typeface="Aptos"/>
                <a:ea typeface="Aptos"/>
                <a:cs typeface="Aptos"/>
              </a:defRPr>
            </a:lvl4pPr>
            <a:lvl5pPr algn="l">
              <a:defRPr sz="4200" b="1">
                <a:solidFill>
                  <a:srgbClr val="FFFFFF"/>
                </a:solidFill>
                <a:latin typeface="Aptos"/>
                <a:ea typeface="Aptos"/>
                <a:cs typeface="Aptos"/>
              </a:defRPr>
            </a:lvl5pPr>
            <a:lvl6pPr algn="l">
              <a:defRPr sz="4200" b="1">
                <a:solidFill>
                  <a:srgbClr val="FFFFFF"/>
                </a:solidFill>
                <a:latin typeface="Aptos"/>
                <a:ea typeface="Aptos"/>
                <a:cs typeface="Aptos"/>
              </a:defRPr>
            </a:lvl6pPr>
            <a:lvl7pPr algn="l">
              <a:defRPr sz="4200" b="1">
                <a:solidFill>
                  <a:srgbClr val="FFFFFF"/>
                </a:solidFill>
                <a:latin typeface="Aptos"/>
                <a:ea typeface="Aptos"/>
                <a:cs typeface="Aptos"/>
              </a:defRPr>
            </a:lvl7pPr>
            <a:lvl8pPr algn="l">
              <a:defRPr sz="4200" b="1">
                <a:solidFill>
                  <a:srgbClr val="FFFFFF"/>
                </a:solidFill>
                <a:latin typeface="Aptos"/>
                <a:ea typeface="Aptos"/>
                <a:cs typeface="Aptos"/>
              </a:defRPr>
            </a:lvl8pPr>
            <a:lvl9pPr algn="l">
              <a:defRPr sz="4200" b="1">
                <a:solidFill>
                  <a:srgbClr val="FFFFFF"/>
                </a:solidFill>
                <a:latin typeface="Aptos"/>
                <a:ea typeface="Aptos"/>
                <a:cs typeface="Aptos"/>
              </a:defRPr>
            </a:lvl9pPr>
          </a:lstStyle>
          <a:p xmlns:a="http://schemas.openxmlformats.org/drawingml/2006/main">
            <a:pPr algn="l">
              <a:defRPr sz="4200" b="1">
                <a:solidFill>
                  <a:srgbClr val="FFFFFF"/>
                </a:solidFill>
                <a:latin typeface="Aptos"/>
                <a:ea typeface="Aptos"/>
                <a:cs typeface="Aptos"/>
              </a:defRPr>
            </a:pPr>
            <a:r>
              <a:rPr sz="4200" b="1">
                <a:solidFill>
                  <a:srgbClr val="FFFFFF"/>
                </a:solidFill>
                <a:latin typeface="Aptos"/>
                <a:ea typeface="Aptos"/>
                <a:cs typeface="Aptos"/>
              </a:rPr>
              <a:t>BILLETERA</a:t>
            </a:r>
          </a:p>
        </p:txBody>
      </p:sp>
      <p:sp>
        <p:nvSpPr>
          <p:cNvPr id="6" name="">
            <a:extLst xmlns:a="http://schemas.openxmlformats.org/drawingml/2006/main">
              <a:ext uri="{FF2B5EF4-FFF2-40B4-BE49-F238E27FC236}">
                <a16:creationId xmlns:a16="http://schemas.microsoft.com/office/drawing/2014/main" id="{7023166A-313B-4407-9DD1-605FB5F64A40}"/>
              </a:ext>
            </a:extLst>
          </p:cNvPr>
          <p:cNvSpPr>
            <a:spLocks xmlns:a="http://schemas.openxmlformats.org/drawingml/2006/main" noGrp="1"/>
          </p:cNvSpPr>
          <p:nvPr/>
        </p:nvSpPr>
        <p:spPr>
          <a:xfrm xmlns:a="http://schemas.openxmlformats.org/drawingml/2006/main">
            <a:off x="800100" y="24765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200" b="1">
                <a:solidFill>
                  <a:srgbClr val="FFFFFF"/>
                </a:solidFill>
                <a:latin typeface="Aptos"/>
                <a:ea typeface="Aptos"/>
                <a:cs typeface="Aptos"/>
              </a:defRPr>
            </a:defPPr>
            <a:lvl1pPr algn="l">
              <a:defRPr sz="4200" b="1">
                <a:solidFill>
                  <a:srgbClr val="FFFFFF"/>
                </a:solidFill>
                <a:latin typeface="Aptos"/>
                <a:ea typeface="Aptos"/>
                <a:cs typeface="Aptos"/>
              </a:defRPr>
            </a:lvl1pPr>
            <a:lvl2pPr algn="l">
              <a:defRPr sz="4200" b="1">
                <a:solidFill>
                  <a:srgbClr val="FFFFFF"/>
                </a:solidFill>
                <a:latin typeface="Aptos"/>
                <a:ea typeface="Aptos"/>
                <a:cs typeface="Aptos"/>
              </a:defRPr>
            </a:lvl2pPr>
            <a:lvl3pPr algn="l">
              <a:defRPr sz="4200" b="1">
                <a:solidFill>
                  <a:srgbClr val="FFFFFF"/>
                </a:solidFill>
                <a:latin typeface="Aptos"/>
                <a:ea typeface="Aptos"/>
                <a:cs typeface="Aptos"/>
              </a:defRPr>
            </a:lvl3pPr>
            <a:lvl4pPr algn="l">
              <a:defRPr sz="4200" b="1">
                <a:solidFill>
                  <a:srgbClr val="FFFFFF"/>
                </a:solidFill>
                <a:latin typeface="Aptos"/>
                <a:ea typeface="Aptos"/>
                <a:cs typeface="Aptos"/>
              </a:defRPr>
            </a:lvl4pPr>
            <a:lvl5pPr algn="l">
              <a:defRPr sz="4200" b="1">
                <a:solidFill>
                  <a:srgbClr val="FFFFFF"/>
                </a:solidFill>
                <a:latin typeface="Aptos"/>
                <a:ea typeface="Aptos"/>
                <a:cs typeface="Aptos"/>
              </a:defRPr>
            </a:lvl5pPr>
            <a:lvl6pPr algn="l">
              <a:defRPr sz="4200" b="1">
                <a:solidFill>
                  <a:srgbClr val="FFFFFF"/>
                </a:solidFill>
                <a:latin typeface="Aptos"/>
                <a:ea typeface="Aptos"/>
                <a:cs typeface="Aptos"/>
              </a:defRPr>
            </a:lvl6pPr>
            <a:lvl7pPr algn="l">
              <a:defRPr sz="4200" b="1">
                <a:solidFill>
                  <a:srgbClr val="FFFFFF"/>
                </a:solidFill>
                <a:latin typeface="Aptos"/>
                <a:ea typeface="Aptos"/>
                <a:cs typeface="Aptos"/>
              </a:defRPr>
            </a:lvl7pPr>
            <a:lvl8pPr algn="l">
              <a:defRPr sz="4200" b="1">
                <a:solidFill>
                  <a:srgbClr val="FFFFFF"/>
                </a:solidFill>
                <a:latin typeface="Aptos"/>
                <a:ea typeface="Aptos"/>
                <a:cs typeface="Aptos"/>
              </a:defRPr>
            </a:lvl8pPr>
            <a:lvl9pPr algn="l">
              <a:defRPr sz="4200" b="1">
                <a:solidFill>
                  <a:srgbClr val="FFFFFF"/>
                </a:solidFill>
                <a:latin typeface="Aptos"/>
                <a:ea typeface="Aptos"/>
                <a:cs typeface="Aptos"/>
              </a:defRPr>
            </a:lvl9pPr>
          </a:lstStyle>
          <a:p xmlns:a="http://schemas.openxmlformats.org/drawingml/2006/main">
            <a:pPr algn="l">
              <a:defRPr sz="4200" b="1">
                <a:solidFill>
                  <a:srgbClr val="FFFFFF"/>
                </a:solidFill>
                <a:latin typeface="Aptos"/>
                <a:ea typeface="Aptos"/>
                <a:cs typeface="Aptos"/>
              </a:defRPr>
            </a:pPr>
            <a:r>
              <a:rPr sz="4200" b="1">
                <a:solidFill>
                  <a:srgbClr val="FFFFFF"/>
                </a:solidFill>
                <a:latin typeface="Aptos"/>
                <a:ea typeface="Aptos"/>
                <a:cs typeface="Aptos"/>
              </a:rPr>
              <a:t>Universitaria</a:t>
            </a:r>
          </a:p>
          <a:p xmlns:a="http://schemas.openxmlformats.org/drawingml/2006/main">
            <a:pPr algn="l">
              <a:defRPr sz="4200" b="1">
                <a:solidFill>
                  <a:srgbClr val="FFFFFF"/>
                </a:solidFill>
                <a:latin typeface="Aptos"/>
                <a:ea typeface="Aptos"/>
                <a:cs typeface="Aptos"/>
              </a:defRPr>
            </a:pPr>
            <a:r>
              <a:rPr sz="4200" b="1">
                <a:solidFill>
                  <a:srgbClr val="FFFFFF"/>
                </a:solidFill>
                <a:latin typeface="Aptos"/>
                <a:ea typeface="Aptos"/>
                <a:cs typeface="Aptos"/>
              </a:rPr>
              <a:t>Verificable</a:t>
            </a:r>
          </a:p>
        </p:txBody>
      </p:sp>
      <p:sp>
        <p:nvSpPr>
          <p:cNvPr id="7" name="">
            <a:extLst xmlns:a="http://schemas.openxmlformats.org/drawingml/2006/main">
              <a:ext uri="{FF2B5EF4-FFF2-40B4-BE49-F238E27FC236}">
                <a16:creationId xmlns:a16="http://schemas.microsoft.com/office/drawing/2014/main" id="{1D5DC435-12CD-4E48-B694-40BA8268CCD7}"/>
              </a:ext>
            </a:extLst>
          </p:cNvPr>
          <p:cNvSpPr>
            <a:spLocks xmlns:a="http://schemas.openxmlformats.org/drawingml/2006/main" noGrp="1"/>
          </p:cNvSpPr>
          <p:nvPr/>
        </p:nvSpPr>
        <p:spPr>
          <a:xfrm xmlns:a="http://schemas.openxmlformats.org/drawingml/2006/main">
            <a:off x="800100" y="4029075"/>
            <a:ext cx="657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D4DEEF"/>
                </a:solidFill>
                <a:latin typeface="Aptos"/>
                <a:ea typeface="Aptos"/>
                <a:cs typeface="Aptos"/>
              </a:defRPr>
            </a:defPPr>
            <a:lvl1pPr algn="l">
              <a:defRPr sz="1725" b="0">
                <a:solidFill>
                  <a:srgbClr val="D4DEEF"/>
                </a:solidFill>
                <a:latin typeface="Aptos"/>
                <a:ea typeface="Aptos"/>
                <a:cs typeface="Aptos"/>
              </a:defRPr>
            </a:lvl1pPr>
            <a:lvl2pPr algn="l">
              <a:defRPr sz="1725" b="0">
                <a:solidFill>
                  <a:srgbClr val="D4DEEF"/>
                </a:solidFill>
                <a:latin typeface="Aptos"/>
                <a:ea typeface="Aptos"/>
                <a:cs typeface="Aptos"/>
              </a:defRPr>
            </a:lvl2pPr>
            <a:lvl3pPr algn="l">
              <a:defRPr sz="1725" b="0">
                <a:solidFill>
                  <a:srgbClr val="D4DEEF"/>
                </a:solidFill>
                <a:latin typeface="Aptos"/>
                <a:ea typeface="Aptos"/>
                <a:cs typeface="Aptos"/>
              </a:defRPr>
            </a:lvl3pPr>
            <a:lvl4pPr algn="l">
              <a:defRPr sz="1725" b="0">
                <a:solidFill>
                  <a:srgbClr val="D4DEEF"/>
                </a:solidFill>
                <a:latin typeface="Aptos"/>
                <a:ea typeface="Aptos"/>
                <a:cs typeface="Aptos"/>
              </a:defRPr>
            </a:lvl4pPr>
            <a:lvl5pPr algn="l">
              <a:defRPr sz="1725" b="0">
                <a:solidFill>
                  <a:srgbClr val="D4DEEF"/>
                </a:solidFill>
                <a:latin typeface="Aptos"/>
                <a:ea typeface="Aptos"/>
                <a:cs typeface="Aptos"/>
              </a:defRPr>
            </a:lvl5pPr>
            <a:lvl6pPr algn="l">
              <a:defRPr sz="1725" b="0">
                <a:solidFill>
                  <a:srgbClr val="D4DEEF"/>
                </a:solidFill>
                <a:latin typeface="Aptos"/>
                <a:ea typeface="Aptos"/>
                <a:cs typeface="Aptos"/>
              </a:defRPr>
            </a:lvl6pPr>
            <a:lvl7pPr algn="l">
              <a:defRPr sz="1725" b="0">
                <a:solidFill>
                  <a:srgbClr val="D4DEEF"/>
                </a:solidFill>
                <a:latin typeface="Aptos"/>
                <a:ea typeface="Aptos"/>
                <a:cs typeface="Aptos"/>
              </a:defRPr>
            </a:lvl7pPr>
            <a:lvl8pPr algn="l">
              <a:defRPr sz="1725" b="0">
                <a:solidFill>
                  <a:srgbClr val="D4DEEF"/>
                </a:solidFill>
                <a:latin typeface="Aptos"/>
                <a:ea typeface="Aptos"/>
                <a:cs typeface="Aptos"/>
              </a:defRPr>
            </a:lvl8pPr>
            <a:lvl9pPr algn="l">
              <a:defRPr sz="1725" b="0">
                <a:solidFill>
                  <a:srgbClr val="D4DEEF"/>
                </a:solidFill>
                <a:latin typeface="Aptos"/>
                <a:ea typeface="Aptos"/>
                <a:cs typeface="Aptos"/>
              </a:defRPr>
            </a:lvl9pPr>
          </a:lstStyle>
          <a:p xmlns:a="http://schemas.openxmlformats.org/drawingml/2006/main">
            <a:pPr algn="l">
              <a:defRPr sz="1725" b="0">
                <a:solidFill>
                  <a:srgbClr val="D4DEEF"/>
                </a:solidFill>
                <a:latin typeface="Aptos"/>
                <a:ea typeface="Aptos"/>
                <a:cs typeface="Aptos"/>
              </a:defRPr>
            </a:pPr>
            <a:r>
              <a:rPr sz="1725" b="0">
                <a:solidFill>
                  <a:srgbClr val="D4DEEF"/>
                </a:solidFill>
                <a:latin typeface="Aptos"/>
                <a:ea typeface="Aptos"/>
                <a:cs typeface="Aptos"/>
              </a:rPr>
              <a:t>Credenciales académicas con firma digital,</a:t>
            </a:r>
          </a:p>
          <a:p xmlns:a="http://schemas.openxmlformats.org/drawingml/2006/main">
            <a:pPr algn="l">
              <a:defRPr sz="1725" b="0">
                <a:solidFill>
                  <a:srgbClr val="D4DEEF"/>
                </a:solidFill>
                <a:latin typeface="Aptos"/>
                <a:ea typeface="Aptos"/>
                <a:cs typeface="Aptos"/>
              </a:defRPr>
            </a:pPr>
            <a:r>
              <a:rPr sz="1725" b="0">
                <a:solidFill>
                  <a:srgbClr val="D4DEEF"/>
                </a:solidFill>
                <a:latin typeface="Aptos"/>
                <a:ea typeface="Aptos"/>
                <a:cs typeface="Aptos"/>
              </a:rPr>
              <a:t>control del estudiante y verificación auditable</a:t>
            </a:r>
          </a:p>
        </p:txBody>
      </p:sp>
      <p:sp>
        <p:nvSpPr>
          <p:cNvPr id="8" name="">
            <a:extLst xmlns:a="http://schemas.openxmlformats.org/drawingml/2006/main">
              <a:ext uri="{FF2B5EF4-FFF2-40B4-BE49-F238E27FC236}">
                <a16:creationId xmlns:a16="http://schemas.microsoft.com/office/drawing/2014/main" id="{34D2D2F8-EAB7-45B3-A415-365C1505AC20}"/>
              </a:ext>
            </a:extLst>
          </p:cNvPr>
          <p:cNvSpPr>
            <a:spLocks xmlns:a="http://schemas.openxmlformats.org/drawingml/2006/main" noGrp="1"/>
          </p:cNvSpPr>
          <p:nvPr/>
        </p:nvSpPr>
        <p:spPr>
          <a:xfrm xmlns:a="http://schemas.openxmlformats.org/drawingml/2006/main">
            <a:off x="800100" y="5057775"/>
            <a:ext cx="271462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EDD1F0-98A9-4FCC-9D32-6666EFAB2D47}"/>
              </a:ext>
            </a:extLst>
          </p:cNvPr>
          <p:cNvSpPr>
            <a:spLocks xmlns:a="http://schemas.openxmlformats.org/drawingml/2006/main" noGrp="1"/>
          </p:cNvSpPr>
          <p:nvPr/>
        </p:nvSpPr>
        <p:spPr>
          <a:xfrm xmlns:a="http://schemas.openxmlformats.org/drawingml/2006/main">
            <a:off x="895350" y="5067300"/>
            <a:ext cx="2524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SEMINARIO DE ACTUALIZACIÓN II</a:t>
            </a:r>
          </a:p>
        </p:txBody>
      </p:sp>
      <p:sp>
        <p:nvSpPr>
          <p:cNvPr id="10" name="">
            <a:extLst xmlns:a="http://schemas.openxmlformats.org/drawingml/2006/main">
              <a:ext uri="{FF2B5EF4-FFF2-40B4-BE49-F238E27FC236}">
                <a16:creationId xmlns:a16="http://schemas.microsoft.com/office/drawing/2014/main" id="{28FC0F9E-4C85-4B32-A37A-9ED823A5BD15}"/>
              </a:ext>
            </a:extLst>
          </p:cNvPr>
          <p:cNvSpPr>
            <a:spLocks xmlns:a="http://schemas.openxmlformats.org/drawingml/2006/main" noGrp="1"/>
          </p:cNvSpPr>
          <p:nvPr/>
        </p:nvSpPr>
        <p:spPr>
          <a:xfrm xmlns:a="http://schemas.openxmlformats.org/drawingml/2006/main">
            <a:off x="800100" y="55245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Ingeniería en Sistemas de Información · UNLaR</a:t>
            </a:r>
          </a:p>
        </p:txBody>
      </p:sp>
      <p:sp>
        <p:nvSpPr>
          <p:cNvPr id="11" name="">
            <a:extLst xmlns:a="http://schemas.openxmlformats.org/drawingml/2006/main">
              <a:ext uri="{FF2B5EF4-FFF2-40B4-BE49-F238E27FC236}">
                <a16:creationId xmlns:a16="http://schemas.microsoft.com/office/drawing/2014/main" id="{BBCB5DF1-C8A7-4FFF-9E02-BE1AA44ACA59}"/>
              </a:ext>
            </a:extLst>
          </p:cNvPr>
          <p:cNvSpPr>
            <a:spLocks xmlns:a="http://schemas.openxmlformats.org/drawingml/2006/main" noGrp="1"/>
          </p:cNvSpPr>
          <p:nvPr/>
        </p:nvSpPr>
        <p:spPr>
          <a:xfrm xmlns:a="http://schemas.openxmlformats.org/drawingml/2006/main">
            <a:off x="800100" y="5876925"/>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F2B544"/>
                </a:solidFill>
                <a:latin typeface="Aptos"/>
                <a:ea typeface="Aptos"/>
                <a:cs typeface="Aptos"/>
              </a:defRPr>
            </a:defPPr>
            <a:lvl1pPr algn="l">
              <a:defRPr sz="1275" b="1">
                <a:solidFill>
                  <a:srgbClr val="F2B544"/>
                </a:solidFill>
                <a:latin typeface="Aptos"/>
                <a:ea typeface="Aptos"/>
                <a:cs typeface="Aptos"/>
              </a:defRPr>
            </a:lvl1pPr>
            <a:lvl2pPr algn="l">
              <a:defRPr sz="1275" b="1">
                <a:solidFill>
                  <a:srgbClr val="F2B544"/>
                </a:solidFill>
                <a:latin typeface="Aptos"/>
                <a:ea typeface="Aptos"/>
                <a:cs typeface="Aptos"/>
              </a:defRPr>
            </a:lvl2pPr>
            <a:lvl3pPr algn="l">
              <a:defRPr sz="1275" b="1">
                <a:solidFill>
                  <a:srgbClr val="F2B544"/>
                </a:solidFill>
                <a:latin typeface="Aptos"/>
                <a:ea typeface="Aptos"/>
                <a:cs typeface="Aptos"/>
              </a:defRPr>
            </a:lvl3pPr>
            <a:lvl4pPr algn="l">
              <a:defRPr sz="1275" b="1">
                <a:solidFill>
                  <a:srgbClr val="F2B544"/>
                </a:solidFill>
                <a:latin typeface="Aptos"/>
                <a:ea typeface="Aptos"/>
                <a:cs typeface="Aptos"/>
              </a:defRPr>
            </a:lvl4pPr>
            <a:lvl5pPr algn="l">
              <a:defRPr sz="1275" b="1">
                <a:solidFill>
                  <a:srgbClr val="F2B544"/>
                </a:solidFill>
                <a:latin typeface="Aptos"/>
                <a:ea typeface="Aptos"/>
                <a:cs typeface="Aptos"/>
              </a:defRPr>
            </a:lvl5pPr>
            <a:lvl6pPr algn="l">
              <a:defRPr sz="1275" b="1">
                <a:solidFill>
                  <a:srgbClr val="F2B544"/>
                </a:solidFill>
                <a:latin typeface="Aptos"/>
                <a:ea typeface="Aptos"/>
                <a:cs typeface="Aptos"/>
              </a:defRPr>
            </a:lvl6pPr>
            <a:lvl7pPr algn="l">
              <a:defRPr sz="1275" b="1">
                <a:solidFill>
                  <a:srgbClr val="F2B544"/>
                </a:solidFill>
                <a:latin typeface="Aptos"/>
                <a:ea typeface="Aptos"/>
                <a:cs typeface="Aptos"/>
              </a:defRPr>
            </a:lvl7pPr>
            <a:lvl8pPr algn="l">
              <a:defRPr sz="1275" b="1">
                <a:solidFill>
                  <a:srgbClr val="F2B544"/>
                </a:solidFill>
                <a:latin typeface="Aptos"/>
                <a:ea typeface="Aptos"/>
                <a:cs typeface="Aptos"/>
              </a:defRPr>
            </a:lvl8pPr>
            <a:lvl9pPr algn="l">
              <a:defRPr sz="1275" b="1">
                <a:solidFill>
                  <a:srgbClr val="F2B544"/>
                </a:solidFill>
                <a:latin typeface="Aptos"/>
                <a:ea typeface="Aptos"/>
                <a:cs typeface="Aptos"/>
              </a:defRPr>
            </a:lvl9pPr>
          </a:lstStyle>
          <a:p xmlns:a="http://schemas.openxmlformats.org/drawingml/2006/main">
            <a:pPr algn="l">
              <a:defRPr sz="1275" b="1">
                <a:solidFill>
                  <a:srgbClr val="F2B544"/>
                </a:solidFill>
                <a:latin typeface="Aptos"/>
                <a:ea typeface="Aptos"/>
                <a:cs typeface="Aptos"/>
              </a:defRPr>
            </a:pPr>
            <a:r>
              <a:rPr sz="1275" b="1">
                <a:solidFill>
                  <a:srgbClr val="F2B544"/>
                </a:solidFill>
                <a:latin typeface="Aptos"/>
                <a:ea typeface="Aptos"/>
                <a:cs typeface="Aptos"/>
              </a:rPr>
              <a:t>Mariano Arias Simone  ·  Nahuel Peralta Herrera</a:t>
            </a:r>
          </a:p>
        </p:txBody>
      </p:sp>
    </p:spTree>
    <p:extLst>
      <p:ext uri="{BB962C8B-B14F-4D97-AF65-F5344CB8AC3E}">
        <p14:creationId xmlns:p14="http://schemas.microsoft.com/office/powerpoint/2010/main" val="2012007160"/>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A83D08D-CF29-4E21-9D40-0E133CD96D7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CONTEXTO</a:t>
            </a:r>
          </a:p>
        </p:txBody>
      </p:sp>
      <p:sp>
        <p:nvSpPr>
          <p:cNvPr id="2" name="">
            <a:extLst xmlns:a="http://schemas.openxmlformats.org/drawingml/2006/main">
              <a:ext uri="{FF2B5EF4-FFF2-40B4-BE49-F238E27FC236}">
                <a16:creationId xmlns:a16="http://schemas.microsoft.com/office/drawing/2014/main" id="{CD0DE83E-567D-4A5D-8CB8-056AD201AD0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DBE78B5A-8833-4870-BF23-F15E07A88C93}"/>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El problema: demostrar un dato sin reenviar todo</a:t>
            </a:r>
          </a:p>
        </p:txBody>
      </p:sp>
      <p:sp>
        <p:nvSpPr>
          <p:cNvPr id="4" name="">
            <a:extLst xmlns:a="http://schemas.openxmlformats.org/drawingml/2006/main">
              <a:ext uri="{FF2B5EF4-FFF2-40B4-BE49-F238E27FC236}">
                <a16:creationId xmlns:a16="http://schemas.microsoft.com/office/drawing/2014/main" id="{5624E2C2-532F-499B-B31B-EC26E937AB7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7FF38B7-54EB-4C08-AE2B-AE3995739CD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032117DF-68B6-4033-B477-4383ECD78C4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B9A13521-280B-4144-97E0-3D9390CF35CB}"/>
              </a:ext>
            </a:extLst>
          </p:cNvPr>
          <p:cNvSpPr>
            <a:spLocks xmlns:a="http://schemas.openxmlformats.org/drawingml/2006/main" noGrp="1"/>
          </p:cNvSpPr>
          <p:nvPr/>
        </p:nvSpPr>
        <p:spPr>
          <a:xfrm xmlns:a="http://schemas.openxmlformats.org/drawingml/2006/main">
            <a:off x="666750" y="161925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182230"/>
                </a:solidFill>
                <a:latin typeface="Aptos"/>
                <a:ea typeface="Aptos"/>
                <a:cs typeface="Aptos"/>
              </a:defRPr>
            </a:defPPr>
            <a:lvl1pPr algn="l">
              <a:defRPr sz="1875" b="1">
                <a:solidFill>
                  <a:srgbClr val="182230"/>
                </a:solidFill>
                <a:latin typeface="Aptos"/>
                <a:ea typeface="Aptos"/>
                <a:cs typeface="Aptos"/>
              </a:defRPr>
            </a:lvl1pPr>
            <a:lvl2pPr algn="l">
              <a:defRPr sz="1875" b="1">
                <a:solidFill>
                  <a:srgbClr val="182230"/>
                </a:solidFill>
                <a:latin typeface="Aptos"/>
                <a:ea typeface="Aptos"/>
                <a:cs typeface="Aptos"/>
              </a:defRPr>
            </a:lvl2pPr>
            <a:lvl3pPr algn="l">
              <a:defRPr sz="1875" b="1">
                <a:solidFill>
                  <a:srgbClr val="182230"/>
                </a:solidFill>
                <a:latin typeface="Aptos"/>
                <a:ea typeface="Aptos"/>
                <a:cs typeface="Aptos"/>
              </a:defRPr>
            </a:lvl3pPr>
            <a:lvl4pPr algn="l">
              <a:defRPr sz="1875" b="1">
                <a:solidFill>
                  <a:srgbClr val="182230"/>
                </a:solidFill>
                <a:latin typeface="Aptos"/>
                <a:ea typeface="Aptos"/>
                <a:cs typeface="Aptos"/>
              </a:defRPr>
            </a:lvl4pPr>
            <a:lvl5pPr algn="l">
              <a:defRPr sz="1875" b="1">
                <a:solidFill>
                  <a:srgbClr val="182230"/>
                </a:solidFill>
                <a:latin typeface="Aptos"/>
                <a:ea typeface="Aptos"/>
                <a:cs typeface="Aptos"/>
              </a:defRPr>
            </a:lvl5pPr>
            <a:lvl6pPr algn="l">
              <a:defRPr sz="1875" b="1">
                <a:solidFill>
                  <a:srgbClr val="182230"/>
                </a:solidFill>
                <a:latin typeface="Aptos"/>
                <a:ea typeface="Aptos"/>
                <a:cs typeface="Aptos"/>
              </a:defRPr>
            </a:lvl6pPr>
            <a:lvl7pPr algn="l">
              <a:defRPr sz="1875" b="1">
                <a:solidFill>
                  <a:srgbClr val="182230"/>
                </a:solidFill>
                <a:latin typeface="Aptos"/>
                <a:ea typeface="Aptos"/>
                <a:cs typeface="Aptos"/>
              </a:defRPr>
            </a:lvl7pPr>
            <a:lvl8pPr algn="l">
              <a:defRPr sz="1875" b="1">
                <a:solidFill>
                  <a:srgbClr val="182230"/>
                </a:solidFill>
                <a:latin typeface="Aptos"/>
                <a:ea typeface="Aptos"/>
                <a:cs typeface="Aptos"/>
              </a:defRPr>
            </a:lvl8pPr>
            <a:lvl9pPr algn="l">
              <a:defRPr sz="1875" b="1">
                <a:solidFill>
                  <a:srgbClr val="182230"/>
                </a:solidFill>
                <a:latin typeface="Aptos"/>
                <a:ea typeface="Aptos"/>
                <a:cs typeface="Aptos"/>
              </a:defRPr>
            </a:lvl9pPr>
          </a:lstStyle>
          <a:p xmlns:a="http://schemas.openxmlformats.org/drawingml/2006/main">
            <a:pPr algn="l">
              <a:defRPr sz="1875" b="1">
                <a:solidFill>
                  <a:srgbClr val="182230"/>
                </a:solidFill>
                <a:latin typeface="Aptos"/>
                <a:ea typeface="Aptos"/>
                <a:cs typeface="Aptos"/>
              </a:defRPr>
            </a:pPr>
            <a:r>
              <a:rPr sz="1875" b="1">
                <a:solidFill>
                  <a:srgbClr val="182230"/>
                </a:solidFill>
                <a:latin typeface="Aptos"/>
                <a:ea typeface="Aptos"/>
                <a:cs typeface="Aptos"/>
              </a:rPr>
              <a:t>Una verificación académica suele empezar con un documento que alguien debe revisar.</a:t>
            </a:r>
          </a:p>
        </p:txBody>
      </p:sp>
      <p:sp>
        <p:nvSpPr>
          <p:cNvPr id="8" name="">
            <a:extLst xmlns:a="http://schemas.openxmlformats.org/drawingml/2006/main">
              <a:ext uri="{FF2B5EF4-FFF2-40B4-BE49-F238E27FC236}">
                <a16:creationId xmlns:a16="http://schemas.microsoft.com/office/drawing/2014/main" id="{25860129-6649-4477-A140-68F3D1A274A2}"/>
              </a:ext>
            </a:extLst>
          </p:cNvPr>
          <p:cNvSpPr>
            <a:spLocks xmlns:a="http://schemas.openxmlformats.org/drawingml/2006/main" noGrp="1"/>
          </p:cNvSpPr>
          <p:nvPr/>
        </p:nvSpPr>
        <p:spPr>
          <a:xfrm xmlns:a="http://schemas.openxmlformats.org/drawingml/2006/main">
            <a:off x="68580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B99A4483-A514-4623-99AB-21C313C26E31}"/>
              </a:ext>
            </a:extLst>
          </p:cNvPr>
          <p:cNvSpPr>
            <a:spLocks xmlns:a="http://schemas.openxmlformats.org/drawingml/2006/main" noGrp="1"/>
          </p:cNvSpPr>
          <p:nvPr/>
        </p:nvSpPr>
        <p:spPr>
          <a:xfrm xmlns:a="http://schemas.openxmlformats.org/drawingml/2006/main">
            <a:off x="685800" y="2524125"/>
            <a:ext cx="76200" cy="1809750"/>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2F5E1-E31D-4A98-96CE-5F89E43EC00C}"/>
              </a:ext>
            </a:extLst>
          </p:cNvPr>
          <p:cNvSpPr>
            <a:spLocks xmlns:a="http://schemas.openxmlformats.org/drawingml/2006/main" noGrp="1"/>
          </p:cNvSpPr>
          <p:nvPr/>
        </p:nvSpPr>
        <p:spPr>
          <a:xfrm xmlns:a="http://schemas.openxmlformats.org/drawingml/2006/main">
            <a:off x="92392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defRPr sz="1500" b="1">
                <a:solidFill>
                  <a:srgbClr val="D95757"/>
                </a:solidFill>
                <a:latin typeface="Aptos"/>
                <a:ea typeface="Aptos"/>
                <a:cs typeface="Aptos"/>
              </a:defRPr>
            </a:lvl1pPr>
            <a:lvl2pPr algn="ctr">
              <a:defRPr sz="1500" b="1">
                <a:solidFill>
                  <a:srgbClr val="D95757"/>
                </a:solidFill>
                <a:latin typeface="Aptos"/>
                <a:ea typeface="Aptos"/>
                <a:cs typeface="Aptos"/>
              </a:defRPr>
            </a:lvl2pPr>
            <a:lvl3pPr algn="ctr">
              <a:defRPr sz="1500" b="1">
                <a:solidFill>
                  <a:srgbClr val="D95757"/>
                </a:solidFill>
                <a:latin typeface="Aptos"/>
                <a:ea typeface="Aptos"/>
                <a:cs typeface="Aptos"/>
              </a:defRPr>
            </a:lvl3pPr>
            <a:lvl4pPr algn="ctr">
              <a:defRPr sz="1500" b="1">
                <a:solidFill>
                  <a:srgbClr val="D95757"/>
                </a:solidFill>
                <a:latin typeface="Aptos"/>
                <a:ea typeface="Aptos"/>
                <a:cs typeface="Aptos"/>
              </a:defRPr>
            </a:lvl4pPr>
            <a:lvl5pPr algn="ctr">
              <a:defRPr sz="1500" b="1">
                <a:solidFill>
                  <a:srgbClr val="D95757"/>
                </a:solidFill>
                <a:latin typeface="Aptos"/>
                <a:ea typeface="Aptos"/>
                <a:cs typeface="Aptos"/>
              </a:defRPr>
            </a:lvl5pPr>
            <a:lvl6pPr algn="ctr">
              <a:defRPr sz="1500" b="1">
                <a:solidFill>
                  <a:srgbClr val="D95757"/>
                </a:solidFill>
                <a:latin typeface="Aptos"/>
                <a:ea typeface="Aptos"/>
                <a:cs typeface="Aptos"/>
              </a:defRPr>
            </a:lvl6pPr>
            <a:lvl7pPr algn="ctr">
              <a:defRPr sz="1500" b="1">
                <a:solidFill>
                  <a:srgbClr val="D95757"/>
                </a:solidFill>
                <a:latin typeface="Aptos"/>
                <a:ea typeface="Aptos"/>
                <a:cs typeface="Aptos"/>
              </a:defRPr>
            </a:lvl7pPr>
            <a:lvl8pPr algn="ctr">
              <a:defRPr sz="1500" b="1">
                <a:solidFill>
                  <a:srgbClr val="D95757"/>
                </a:solidFill>
                <a:latin typeface="Aptos"/>
                <a:ea typeface="Aptos"/>
                <a:cs typeface="Aptos"/>
              </a:defRPr>
            </a:lvl8pPr>
            <a:lvl9pPr algn="ctr">
              <a:defRPr sz="1500" b="1">
                <a:solidFill>
                  <a:srgbClr val="D95757"/>
                </a:solidFill>
                <a:latin typeface="Aptos"/>
                <a:ea typeface="Aptos"/>
                <a:cs typeface="Aptos"/>
              </a:defRPr>
            </a:lvl9pPr>
          </a:lstStyle>
          <a:p xmlns:a="http://schemas.openxmlformats.org/drawingml/2006/main">
            <a:pPr algn="ctr">
              <a:defRPr sz="1500" b="1">
                <a:solidFill>
                  <a:srgbClr val="D95757"/>
                </a:solidFill>
                <a:latin typeface="Aptos"/>
                <a:ea typeface="Aptos"/>
                <a:cs typeface="Aptos"/>
              </a:defRPr>
            </a:pPr>
            <a:r>
              <a:rPr sz="1500" b="1">
                <a:solidFill>
                  <a:srgbClr val="D95757"/>
                </a:solidFill>
                <a:latin typeface="Aptos"/>
                <a:ea typeface="Aptos"/>
                <a:cs typeface="Aptos"/>
              </a:rPr>
              <a:t>Documento estático</a:t>
            </a:r>
          </a:p>
        </p:txBody>
      </p:sp>
      <p:sp>
        <p:nvSpPr>
          <p:cNvPr id="11" name="">
            <a:extLst xmlns:a="http://schemas.openxmlformats.org/drawingml/2006/main">
              <a:ext uri="{FF2B5EF4-FFF2-40B4-BE49-F238E27FC236}">
                <a16:creationId xmlns:a16="http://schemas.microsoft.com/office/drawing/2014/main" id="{7F4C11F8-65EC-477A-AEA9-1CCBDBEBB035}"/>
              </a:ext>
            </a:extLst>
          </p:cNvPr>
          <p:cNvSpPr>
            <a:spLocks xmlns:a="http://schemas.openxmlformats.org/drawingml/2006/main" noGrp="1"/>
          </p:cNvSpPr>
          <p:nvPr/>
        </p:nvSpPr>
        <p:spPr>
          <a:xfrm xmlns:a="http://schemas.openxmlformats.org/drawingml/2006/main">
            <a:off x="1905000" y="3038475"/>
            <a:ext cx="552450" cy="600075"/>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9050">
            <a:solidFill>
              <a:srgbClr val="D95757"/>
            </a:solidFill>
            <a:prstDash val="solid"/>
          </a:ln>
        </p:spPr>
      </p:sp>
      <p:sp>
        <p:nvSpPr>
          <p:cNvPr id="12" name="">
            <a:extLst xmlns:a="http://schemas.openxmlformats.org/drawingml/2006/main">
              <a:ext uri="{FF2B5EF4-FFF2-40B4-BE49-F238E27FC236}">
                <a16:creationId xmlns:a16="http://schemas.microsoft.com/office/drawing/2014/main" id="{C0C2CEF7-DAC2-4024-8377-94170DA81C0A}"/>
              </a:ext>
            </a:extLst>
          </p:cNvPr>
          <p:cNvSpPr>
            <a:spLocks xmlns:a="http://schemas.openxmlformats.org/drawingml/2006/main" noGrp="1"/>
          </p:cNvSpPr>
          <p:nvPr/>
        </p:nvSpPr>
        <p:spPr>
          <a:xfrm xmlns:a="http://schemas.openxmlformats.org/drawingml/2006/main">
            <a:off x="2019300" y="3162300"/>
            <a:ext cx="304800" cy="47625"/>
          </a:xfrm>
          <a:prstGeom xmlns:a="http://schemas.openxmlformats.org/drawingml/2006/main" prst="roundRect">
            <a:avLst>
              <a:gd name="adj" fmla="val 50000"/>
            </a:avLst>
          </a:prstGeom>
          <a:solidFill xmlns:a="http://schemas.openxmlformats.org/drawingml/2006/main">
            <a:srgbClr val="D957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F0686-484A-4F27-838E-E6FC34CCA524}"/>
              </a:ext>
            </a:extLst>
          </p:cNvPr>
          <p:cNvSpPr>
            <a:spLocks xmlns:a="http://schemas.openxmlformats.org/drawingml/2006/main" noGrp="1"/>
          </p:cNvSpPr>
          <p:nvPr/>
        </p:nvSpPr>
        <p:spPr>
          <a:xfrm xmlns:a="http://schemas.openxmlformats.org/drawingml/2006/main">
            <a:off x="2019300" y="3286125"/>
            <a:ext cx="26670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DA6578-E47B-4824-99C7-549545D7A626}"/>
              </a:ext>
            </a:extLst>
          </p:cNvPr>
          <p:cNvSpPr>
            <a:spLocks xmlns:a="http://schemas.openxmlformats.org/drawingml/2006/main" noGrp="1"/>
          </p:cNvSpPr>
          <p:nvPr/>
        </p:nvSpPr>
        <p:spPr>
          <a:xfrm xmlns:a="http://schemas.openxmlformats.org/drawingml/2006/main">
            <a:off x="2019300" y="3400425"/>
            <a:ext cx="3238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DFB352-C836-4939-8A5C-D4B5F21F80E7}"/>
              </a:ext>
            </a:extLst>
          </p:cNvPr>
          <p:cNvSpPr>
            <a:spLocks xmlns:a="http://schemas.openxmlformats.org/drawingml/2006/main" noGrp="1"/>
          </p:cNvSpPr>
          <p:nvPr/>
        </p:nvSpPr>
        <p:spPr>
          <a:xfrm xmlns:a="http://schemas.openxmlformats.org/drawingml/2006/main">
            <a:off x="92392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Se descarga, reenvía y cuesta confirmar si sigue vigente.</a:t>
            </a:r>
          </a:p>
        </p:txBody>
      </p:sp>
      <p:sp>
        <p:nvSpPr>
          <p:cNvPr id="16" name="">
            <a:extLst xmlns:a="http://schemas.openxmlformats.org/drawingml/2006/main">
              <a:ext uri="{FF2B5EF4-FFF2-40B4-BE49-F238E27FC236}">
                <a16:creationId xmlns:a16="http://schemas.microsoft.com/office/drawing/2014/main" id="{B3D19F48-9567-4845-A50B-EF198608D3AC}"/>
              </a:ext>
            </a:extLst>
          </p:cNvPr>
          <p:cNvSpPr>
            <a:spLocks xmlns:a="http://schemas.openxmlformats.org/drawingml/2006/main" noGrp="1"/>
          </p:cNvSpPr>
          <p:nvPr/>
        </p:nvSpPr>
        <p:spPr>
          <a:xfrm xmlns:a="http://schemas.openxmlformats.org/drawingml/2006/main">
            <a:off x="4600575"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3928A314-F05F-4AF6-88E6-287123DE7069}"/>
              </a:ext>
            </a:extLst>
          </p:cNvPr>
          <p:cNvSpPr>
            <a:spLocks xmlns:a="http://schemas.openxmlformats.org/drawingml/2006/main" noGrp="1"/>
          </p:cNvSpPr>
          <p:nvPr/>
        </p:nvSpPr>
        <p:spPr>
          <a:xfrm xmlns:a="http://schemas.openxmlformats.org/drawingml/2006/main">
            <a:off x="4600575" y="2524125"/>
            <a:ext cx="76200" cy="1809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EAB8A0-4001-457A-8A7F-58EE76ED83F9}"/>
              </a:ext>
            </a:extLst>
          </p:cNvPr>
          <p:cNvSpPr>
            <a:spLocks xmlns:a="http://schemas.openxmlformats.org/drawingml/2006/main" noGrp="1"/>
          </p:cNvSpPr>
          <p:nvPr/>
        </p:nvSpPr>
        <p:spPr>
          <a:xfrm xmlns:a="http://schemas.openxmlformats.org/drawingml/2006/main">
            <a:off x="4838700"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2B544"/>
                </a:solidFill>
                <a:latin typeface="Aptos"/>
                <a:ea typeface="Aptos"/>
                <a:cs typeface="Aptos"/>
              </a:defRPr>
            </a:defPPr>
            <a:lvl1pPr algn="ctr">
              <a:defRPr sz="1500" b="1">
                <a:solidFill>
                  <a:srgbClr val="F2B544"/>
                </a:solidFill>
                <a:latin typeface="Aptos"/>
                <a:ea typeface="Aptos"/>
                <a:cs typeface="Aptos"/>
              </a:defRPr>
            </a:lvl1pPr>
            <a:lvl2pPr algn="ctr">
              <a:defRPr sz="1500" b="1">
                <a:solidFill>
                  <a:srgbClr val="F2B544"/>
                </a:solidFill>
                <a:latin typeface="Aptos"/>
                <a:ea typeface="Aptos"/>
                <a:cs typeface="Aptos"/>
              </a:defRPr>
            </a:lvl2pPr>
            <a:lvl3pPr algn="ctr">
              <a:defRPr sz="1500" b="1">
                <a:solidFill>
                  <a:srgbClr val="F2B544"/>
                </a:solidFill>
                <a:latin typeface="Aptos"/>
                <a:ea typeface="Aptos"/>
                <a:cs typeface="Aptos"/>
              </a:defRPr>
            </a:lvl3pPr>
            <a:lvl4pPr algn="ctr">
              <a:defRPr sz="1500" b="1">
                <a:solidFill>
                  <a:srgbClr val="F2B544"/>
                </a:solidFill>
                <a:latin typeface="Aptos"/>
                <a:ea typeface="Aptos"/>
                <a:cs typeface="Aptos"/>
              </a:defRPr>
            </a:lvl4pPr>
            <a:lvl5pPr algn="ctr">
              <a:defRPr sz="1500" b="1">
                <a:solidFill>
                  <a:srgbClr val="F2B544"/>
                </a:solidFill>
                <a:latin typeface="Aptos"/>
                <a:ea typeface="Aptos"/>
                <a:cs typeface="Aptos"/>
              </a:defRPr>
            </a:lvl5pPr>
            <a:lvl6pPr algn="ctr">
              <a:defRPr sz="1500" b="1">
                <a:solidFill>
                  <a:srgbClr val="F2B544"/>
                </a:solidFill>
                <a:latin typeface="Aptos"/>
                <a:ea typeface="Aptos"/>
                <a:cs typeface="Aptos"/>
              </a:defRPr>
            </a:lvl6pPr>
            <a:lvl7pPr algn="ctr">
              <a:defRPr sz="1500" b="1">
                <a:solidFill>
                  <a:srgbClr val="F2B544"/>
                </a:solidFill>
                <a:latin typeface="Aptos"/>
                <a:ea typeface="Aptos"/>
                <a:cs typeface="Aptos"/>
              </a:defRPr>
            </a:lvl7pPr>
            <a:lvl8pPr algn="ctr">
              <a:defRPr sz="1500" b="1">
                <a:solidFill>
                  <a:srgbClr val="F2B544"/>
                </a:solidFill>
                <a:latin typeface="Aptos"/>
                <a:ea typeface="Aptos"/>
                <a:cs typeface="Aptos"/>
              </a:defRPr>
            </a:lvl8pPr>
            <a:lvl9pPr algn="ctr">
              <a:defRPr sz="1500" b="1">
                <a:solidFill>
                  <a:srgbClr val="F2B544"/>
                </a:solidFill>
                <a:latin typeface="Aptos"/>
                <a:ea typeface="Aptos"/>
                <a:cs typeface="Aptos"/>
              </a:defRPr>
            </a:lvl9pPr>
          </a:lstStyle>
          <a:p xmlns:a="http://schemas.openxmlformats.org/drawingml/2006/main">
            <a:pPr algn="ctr">
              <a:defRPr sz="1500" b="1">
                <a:solidFill>
                  <a:srgbClr val="F2B544"/>
                </a:solidFill>
                <a:latin typeface="Aptos"/>
                <a:ea typeface="Aptos"/>
                <a:cs typeface="Aptos"/>
              </a:defRPr>
            </a:pPr>
            <a:r>
              <a:rPr sz="1500" b="1">
                <a:solidFill>
                  <a:srgbClr val="F2B544"/>
                </a:solidFill>
                <a:latin typeface="Aptos"/>
                <a:ea typeface="Aptos"/>
                <a:cs typeface="Aptos"/>
              </a:rPr>
              <a:t>Historial completo</a:t>
            </a:r>
          </a:p>
        </p:txBody>
      </p:sp>
      <p:sp>
        <p:nvSpPr>
          <p:cNvPr id="19" name="">
            <a:extLst xmlns:a="http://schemas.openxmlformats.org/drawingml/2006/main">
              <a:ext uri="{FF2B5EF4-FFF2-40B4-BE49-F238E27FC236}">
                <a16:creationId xmlns:a16="http://schemas.microsoft.com/office/drawing/2014/main" id="{5B539C2F-9211-4450-9A9E-9964F2063A8E}"/>
              </a:ext>
            </a:extLst>
          </p:cNvPr>
          <p:cNvSpPr>
            <a:spLocks xmlns:a="http://schemas.openxmlformats.org/drawingml/2006/main" noGrp="1"/>
          </p:cNvSpPr>
          <p:nvPr/>
        </p:nvSpPr>
        <p:spPr>
          <a:xfrm xmlns:a="http://schemas.openxmlformats.org/drawingml/2006/main">
            <a:off x="5753100" y="3095625"/>
            <a:ext cx="504825" cy="514350"/>
          </a:xfrm>
          <a:prstGeom xmlns:a="http://schemas.openxmlformats.org/drawingml/2006/main" prst="roundRect">
            <a:avLst>
              <a:gd name="adj" fmla="val 15094"/>
            </a:avLst>
          </a:prstGeom>
          <a:solidFill xmlns:a="http://schemas.openxmlformats.org/drawingml/2006/main">
            <a:srgbClr val="E9EEF7"/>
          </a:solidFill>
          <a:ln xmlns:a="http://schemas.openxmlformats.org/drawingml/2006/main" w="9525">
            <a:solidFill>
              <a:srgbClr val="CAD4E3"/>
            </a:solidFill>
            <a:prstDash val="solid"/>
          </a:ln>
        </p:spPr>
      </p:sp>
      <p:sp>
        <p:nvSpPr>
          <p:cNvPr id="20" name="">
            <a:extLst xmlns:a="http://schemas.openxmlformats.org/drawingml/2006/main">
              <a:ext uri="{FF2B5EF4-FFF2-40B4-BE49-F238E27FC236}">
                <a16:creationId xmlns:a16="http://schemas.microsoft.com/office/drawing/2014/main" id="{BAED080E-52E2-4CC1-96B9-812AEEB12E94}"/>
              </a:ext>
            </a:extLst>
          </p:cNvPr>
          <p:cNvSpPr>
            <a:spLocks xmlns:a="http://schemas.openxmlformats.org/drawingml/2006/main" noGrp="1"/>
          </p:cNvSpPr>
          <p:nvPr/>
        </p:nvSpPr>
        <p:spPr>
          <a:xfrm xmlns:a="http://schemas.openxmlformats.org/drawingml/2006/main">
            <a:off x="5848350" y="3038475"/>
            <a:ext cx="504825" cy="514350"/>
          </a:xfrm>
          <a:prstGeom xmlns:a="http://schemas.openxmlformats.org/drawingml/2006/main" prst="roundRect">
            <a:avLst>
              <a:gd name="adj" fmla="val 15094"/>
            </a:avLst>
          </a:prstGeom>
          <a:solidFill xmlns:a="http://schemas.openxmlformats.org/drawingml/2006/main">
            <a:srgbClr val="F3F6FA"/>
          </a:solidFill>
          <a:ln xmlns:a="http://schemas.openxmlformats.org/drawingml/2006/main" w="9525">
            <a:solidFill>
              <a:srgbClr val="CAD4E3"/>
            </a:solidFill>
            <a:prstDash val="solid"/>
          </a:ln>
        </p:spPr>
      </p:sp>
      <p:sp>
        <p:nvSpPr>
          <p:cNvPr id="21" name="">
            <a:extLst xmlns:a="http://schemas.openxmlformats.org/drawingml/2006/main">
              <a:ext uri="{FF2B5EF4-FFF2-40B4-BE49-F238E27FC236}">
                <a16:creationId xmlns:a16="http://schemas.microsoft.com/office/drawing/2014/main" id="{DD7C099F-C819-409A-8300-DAF342F76786}"/>
              </a:ext>
            </a:extLst>
          </p:cNvPr>
          <p:cNvSpPr>
            <a:spLocks xmlns:a="http://schemas.openxmlformats.org/drawingml/2006/main" noGrp="1"/>
          </p:cNvSpPr>
          <p:nvPr/>
        </p:nvSpPr>
        <p:spPr>
          <a:xfrm xmlns:a="http://schemas.openxmlformats.org/drawingml/2006/main">
            <a:off x="5943600" y="2981325"/>
            <a:ext cx="504825" cy="514350"/>
          </a:xfrm>
          <a:prstGeom xmlns:a="http://schemas.openxmlformats.org/drawingml/2006/main" prst="roundRect">
            <a:avLst>
              <a:gd name="adj" fmla="val 15094"/>
            </a:avLst>
          </a:prstGeom>
          <a:solidFill xmlns:a="http://schemas.openxmlformats.org/drawingml/2006/main">
            <a:srgbClr val="FFFFFF"/>
          </a:solidFill>
          <a:ln xmlns:a="http://schemas.openxmlformats.org/drawingml/2006/main" w="19050">
            <a:solidFill>
              <a:srgbClr val="F2B544"/>
            </a:solidFill>
            <a:prstDash val="solid"/>
          </a:ln>
        </p:spPr>
      </p:sp>
      <p:sp>
        <p:nvSpPr>
          <p:cNvPr id="22" name="">
            <a:extLst xmlns:a="http://schemas.openxmlformats.org/drawingml/2006/main">
              <a:ext uri="{FF2B5EF4-FFF2-40B4-BE49-F238E27FC236}">
                <a16:creationId xmlns:a16="http://schemas.microsoft.com/office/drawing/2014/main" id="{F96229A1-06AA-4397-9246-0522166E11A5}"/>
              </a:ext>
            </a:extLst>
          </p:cNvPr>
          <p:cNvSpPr>
            <a:spLocks xmlns:a="http://schemas.openxmlformats.org/drawingml/2006/main" noGrp="1"/>
          </p:cNvSpPr>
          <p:nvPr/>
        </p:nvSpPr>
        <p:spPr>
          <a:xfrm xmlns:a="http://schemas.openxmlformats.org/drawingml/2006/main">
            <a:off x="6038850" y="3105150"/>
            <a:ext cx="304800" cy="381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6F544B-2F13-43C7-BF1F-5AE6F09323F6}"/>
              </a:ext>
            </a:extLst>
          </p:cNvPr>
          <p:cNvSpPr>
            <a:spLocks xmlns:a="http://schemas.openxmlformats.org/drawingml/2006/main" noGrp="1"/>
          </p:cNvSpPr>
          <p:nvPr/>
        </p:nvSpPr>
        <p:spPr>
          <a:xfrm xmlns:a="http://schemas.openxmlformats.org/drawingml/2006/main">
            <a:off x="6038850" y="3219450"/>
            <a:ext cx="2857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04246D-35EE-435D-B337-DA3AD000A6DE}"/>
              </a:ext>
            </a:extLst>
          </p:cNvPr>
          <p:cNvSpPr>
            <a:spLocks xmlns:a="http://schemas.openxmlformats.org/drawingml/2006/main" noGrp="1"/>
          </p:cNvSpPr>
          <p:nvPr/>
        </p:nvSpPr>
        <p:spPr>
          <a:xfrm xmlns:a="http://schemas.openxmlformats.org/drawingml/2006/main">
            <a:off x="6038850" y="3333750"/>
            <a:ext cx="247650" cy="38100"/>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CFB6849-0339-4B5C-A413-E05F786579A5}"/>
              </a:ext>
            </a:extLst>
          </p:cNvPr>
          <p:cNvSpPr>
            <a:spLocks xmlns:a="http://schemas.openxmlformats.org/drawingml/2006/main" noGrp="1"/>
          </p:cNvSpPr>
          <p:nvPr/>
        </p:nvSpPr>
        <p:spPr>
          <a:xfrm xmlns:a="http://schemas.openxmlformats.org/drawingml/2006/main">
            <a:off x="4838700"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Se comparte más información de la necesaria para una consulta.</a:t>
            </a:r>
          </a:p>
        </p:txBody>
      </p:sp>
      <p:sp>
        <p:nvSpPr>
          <p:cNvPr id="26" name="">
            <a:extLst xmlns:a="http://schemas.openxmlformats.org/drawingml/2006/main">
              <a:ext uri="{FF2B5EF4-FFF2-40B4-BE49-F238E27FC236}">
                <a16:creationId xmlns:a16="http://schemas.microsoft.com/office/drawing/2014/main" id="{7AA73B2F-770C-437E-A153-5904074FFF22}"/>
              </a:ext>
            </a:extLst>
          </p:cNvPr>
          <p:cNvSpPr>
            <a:spLocks xmlns:a="http://schemas.openxmlformats.org/drawingml/2006/main" noGrp="1"/>
          </p:cNvSpPr>
          <p:nvPr/>
        </p:nvSpPr>
        <p:spPr>
          <a:xfrm xmlns:a="http://schemas.openxmlformats.org/drawingml/2006/main">
            <a:off x="8515350" y="2524125"/>
            <a:ext cx="3000375"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1554B037-9CD4-44AF-9007-0693CDF124AE}"/>
              </a:ext>
            </a:extLst>
          </p:cNvPr>
          <p:cNvSpPr>
            <a:spLocks xmlns:a="http://schemas.openxmlformats.org/drawingml/2006/main" noGrp="1"/>
          </p:cNvSpPr>
          <p:nvPr/>
        </p:nvSpPr>
        <p:spPr>
          <a:xfrm xmlns:a="http://schemas.openxmlformats.org/drawingml/2006/main">
            <a:off x="8515350" y="2524125"/>
            <a:ext cx="76200" cy="1809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3E51C89-501E-45DE-B241-971D74F0860C}"/>
              </a:ext>
            </a:extLst>
          </p:cNvPr>
          <p:cNvSpPr>
            <a:spLocks xmlns:a="http://schemas.openxmlformats.org/drawingml/2006/main" noGrp="1"/>
          </p:cNvSpPr>
          <p:nvPr/>
        </p:nvSpPr>
        <p:spPr>
          <a:xfrm xmlns:a="http://schemas.openxmlformats.org/drawingml/2006/main">
            <a:off x="8753475" y="2667000"/>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846A0"/>
                </a:solidFill>
                <a:latin typeface="Aptos"/>
                <a:ea typeface="Aptos"/>
                <a:cs typeface="Aptos"/>
              </a:defRPr>
            </a:defPPr>
            <a:lvl1pPr algn="ctr">
              <a:defRPr sz="1500" b="1">
                <a:solidFill>
                  <a:srgbClr val="2846A0"/>
                </a:solidFill>
                <a:latin typeface="Aptos"/>
                <a:ea typeface="Aptos"/>
                <a:cs typeface="Aptos"/>
              </a:defRPr>
            </a:lvl1pPr>
            <a:lvl2pPr algn="ctr">
              <a:defRPr sz="1500" b="1">
                <a:solidFill>
                  <a:srgbClr val="2846A0"/>
                </a:solidFill>
                <a:latin typeface="Aptos"/>
                <a:ea typeface="Aptos"/>
                <a:cs typeface="Aptos"/>
              </a:defRPr>
            </a:lvl2pPr>
            <a:lvl3pPr algn="ctr">
              <a:defRPr sz="1500" b="1">
                <a:solidFill>
                  <a:srgbClr val="2846A0"/>
                </a:solidFill>
                <a:latin typeface="Aptos"/>
                <a:ea typeface="Aptos"/>
                <a:cs typeface="Aptos"/>
              </a:defRPr>
            </a:lvl3pPr>
            <a:lvl4pPr algn="ctr">
              <a:defRPr sz="1500" b="1">
                <a:solidFill>
                  <a:srgbClr val="2846A0"/>
                </a:solidFill>
                <a:latin typeface="Aptos"/>
                <a:ea typeface="Aptos"/>
                <a:cs typeface="Aptos"/>
              </a:defRPr>
            </a:lvl4pPr>
            <a:lvl5pPr algn="ctr">
              <a:defRPr sz="1500" b="1">
                <a:solidFill>
                  <a:srgbClr val="2846A0"/>
                </a:solidFill>
                <a:latin typeface="Aptos"/>
                <a:ea typeface="Aptos"/>
                <a:cs typeface="Aptos"/>
              </a:defRPr>
            </a:lvl5pPr>
            <a:lvl6pPr algn="ctr">
              <a:defRPr sz="1500" b="1">
                <a:solidFill>
                  <a:srgbClr val="2846A0"/>
                </a:solidFill>
                <a:latin typeface="Aptos"/>
                <a:ea typeface="Aptos"/>
                <a:cs typeface="Aptos"/>
              </a:defRPr>
            </a:lvl6pPr>
            <a:lvl7pPr algn="ctr">
              <a:defRPr sz="1500" b="1">
                <a:solidFill>
                  <a:srgbClr val="2846A0"/>
                </a:solidFill>
                <a:latin typeface="Aptos"/>
                <a:ea typeface="Aptos"/>
                <a:cs typeface="Aptos"/>
              </a:defRPr>
            </a:lvl7pPr>
            <a:lvl8pPr algn="ctr">
              <a:defRPr sz="1500" b="1">
                <a:solidFill>
                  <a:srgbClr val="2846A0"/>
                </a:solidFill>
                <a:latin typeface="Aptos"/>
                <a:ea typeface="Aptos"/>
                <a:cs typeface="Aptos"/>
              </a:defRPr>
            </a:lvl8pPr>
            <a:lvl9pPr algn="ctr">
              <a:defRPr sz="1500" b="1">
                <a:solidFill>
                  <a:srgbClr val="2846A0"/>
                </a:solidFill>
                <a:latin typeface="Aptos"/>
                <a:ea typeface="Aptos"/>
                <a:cs typeface="Aptos"/>
              </a:defRPr>
            </a:lvl9pPr>
          </a:lstStyle>
          <a:p xmlns:a="http://schemas.openxmlformats.org/drawingml/2006/main">
            <a:pPr algn="ctr">
              <a:defRPr sz="1500" b="1">
                <a:solidFill>
                  <a:srgbClr val="2846A0"/>
                </a:solidFill>
                <a:latin typeface="Aptos"/>
                <a:ea typeface="Aptos"/>
                <a:cs typeface="Aptos"/>
              </a:defRPr>
            </a:pPr>
            <a:r>
              <a:rPr sz="1500" b="1">
                <a:solidFill>
                  <a:srgbClr val="2846A0"/>
                </a:solidFill>
                <a:latin typeface="Aptos"/>
                <a:ea typeface="Aptos"/>
                <a:cs typeface="Aptos"/>
              </a:rPr>
              <a:t>QR reutilizable</a:t>
            </a:r>
          </a:p>
        </p:txBody>
      </p:sp>
      <p:sp>
        <p:nvSpPr>
          <p:cNvPr id="29" name="">
            <a:extLst xmlns:a="http://schemas.openxmlformats.org/drawingml/2006/main">
              <a:ext uri="{FF2B5EF4-FFF2-40B4-BE49-F238E27FC236}">
                <a16:creationId xmlns:a16="http://schemas.microsoft.com/office/drawing/2014/main" id="{19230716-D9E9-4439-B6BA-68ABC8F11D88}"/>
              </a:ext>
            </a:extLst>
          </p:cNvPr>
          <p:cNvSpPr>
            <a:spLocks xmlns:a="http://schemas.openxmlformats.org/drawingml/2006/main" noGrp="1"/>
          </p:cNvSpPr>
          <p:nvPr/>
        </p:nvSpPr>
        <p:spPr>
          <a:xfrm xmlns:a="http://schemas.openxmlformats.org/drawingml/2006/main">
            <a:off x="9715500" y="2962275"/>
            <a:ext cx="6096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846A0"/>
            </a:solidFill>
            <a:prstDash val="solid"/>
          </a:ln>
        </p:spPr>
      </p:sp>
      <p:sp>
        <p:nvSpPr>
          <p:cNvPr id="30" name="">
            <a:extLst xmlns:a="http://schemas.openxmlformats.org/drawingml/2006/main">
              <a:ext uri="{FF2B5EF4-FFF2-40B4-BE49-F238E27FC236}">
                <a16:creationId xmlns:a16="http://schemas.microsoft.com/office/drawing/2014/main" id="{56C1FF3C-E40B-4033-A3CB-3AF9F669B028}"/>
              </a:ext>
            </a:extLst>
          </p:cNvPr>
          <p:cNvSpPr>
            <a:spLocks xmlns:a="http://schemas.openxmlformats.org/drawingml/2006/main" noGrp="1"/>
          </p:cNvSpPr>
          <p:nvPr/>
        </p:nvSpPr>
        <p:spPr>
          <a:xfrm xmlns:a="http://schemas.openxmlformats.org/drawingml/2006/main">
            <a:off x="97663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CD8DB67-583C-4E25-8F08-72B9F3470E39}"/>
              </a:ext>
            </a:extLst>
          </p:cNvPr>
          <p:cNvSpPr>
            <a:spLocks xmlns:a="http://schemas.openxmlformats.org/drawingml/2006/main" noGrp="1"/>
          </p:cNvSpPr>
          <p:nvPr/>
        </p:nvSpPr>
        <p:spPr>
          <a:xfrm xmlns:a="http://schemas.openxmlformats.org/drawingml/2006/main">
            <a:off x="97993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85D443D-0BA2-46D6-A0A3-EF1C7AE66192}"/>
              </a:ext>
            </a:extLst>
          </p:cNvPr>
          <p:cNvSpPr>
            <a:spLocks xmlns:a="http://schemas.openxmlformats.org/drawingml/2006/main" noGrp="1"/>
          </p:cNvSpPr>
          <p:nvPr/>
        </p:nvSpPr>
        <p:spPr>
          <a:xfrm xmlns:a="http://schemas.openxmlformats.org/drawingml/2006/main">
            <a:off x="98272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C8F01D-0CDF-45AC-AF60-E5DA00566E6F}"/>
              </a:ext>
            </a:extLst>
          </p:cNvPr>
          <p:cNvSpPr>
            <a:spLocks xmlns:a="http://schemas.openxmlformats.org/drawingml/2006/main" noGrp="1"/>
          </p:cNvSpPr>
          <p:nvPr/>
        </p:nvSpPr>
        <p:spPr>
          <a:xfrm xmlns:a="http://schemas.openxmlformats.org/drawingml/2006/main">
            <a:off x="10121900" y="30130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46A407F-E7F9-41F9-A0CC-EA5342A4E13D}"/>
              </a:ext>
            </a:extLst>
          </p:cNvPr>
          <p:cNvSpPr>
            <a:spLocks xmlns:a="http://schemas.openxmlformats.org/drawingml/2006/main" noGrp="1"/>
          </p:cNvSpPr>
          <p:nvPr/>
        </p:nvSpPr>
        <p:spPr>
          <a:xfrm xmlns:a="http://schemas.openxmlformats.org/drawingml/2006/main">
            <a:off x="10154920" y="30460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28F6BE0-2AC9-4985-AE0D-6EF2F1077CEA}"/>
              </a:ext>
            </a:extLst>
          </p:cNvPr>
          <p:cNvSpPr>
            <a:spLocks xmlns:a="http://schemas.openxmlformats.org/drawingml/2006/main" noGrp="1"/>
          </p:cNvSpPr>
          <p:nvPr/>
        </p:nvSpPr>
        <p:spPr>
          <a:xfrm xmlns:a="http://schemas.openxmlformats.org/drawingml/2006/main">
            <a:off x="10182860" y="30740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675CAB7-CB52-4C45-8FA2-73C28F2D7665}"/>
              </a:ext>
            </a:extLst>
          </p:cNvPr>
          <p:cNvSpPr>
            <a:spLocks xmlns:a="http://schemas.openxmlformats.org/drawingml/2006/main" noGrp="1"/>
          </p:cNvSpPr>
          <p:nvPr/>
        </p:nvSpPr>
        <p:spPr>
          <a:xfrm xmlns:a="http://schemas.openxmlformats.org/drawingml/2006/main">
            <a:off x="9766300" y="3368675"/>
            <a:ext cx="1524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A9A606-E26D-446E-9572-76BDFF141613}"/>
              </a:ext>
            </a:extLst>
          </p:cNvPr>
          <p:cNvSpPr>
            <a:spLocks xmlns:a="http://schemas.openxmlformats.org/drawingml/2006/main" noGrp="1"/>
          </p:cNvSpPr>
          <p:nvPr/>
        </p:nvSpPr>
        <p:spPr>
          <a:xfrm xmlns:a="http://schemas.openxmlformats.org/drawingml/2006/main">
            <a:off x="9799320" y="3401695"/>
            <a:ext cx="86360" cy="8636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B63BDB3-BDB6-4F47-919F-D578C2FC43D5}"/>
              </a:ext>
            </a:extLst>
          </p:cNvPr>
          <p:cNvSpPr>
            <a:spLocks xmlns:a="http://schemas.openxmlformats.org/drawingml/2006/main" noGrp="1"/>
          </p:cNvSpPr>
          <p:nvPr/>
        </p:nvSpPr>
        <p:spPr>
          <a:xfrm xmlns:a="http://schemas.openxmlformats.org/drawingml/2006/main">
            <a:off x="9827260" y="3429635"/>
            <a:ext cx="30480" cy="3048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566F2C9-40C8-45C2-ABFD-7D0C6E53839E}"/>
              </a:ext>
            </a:extLst>
          </p:cNvPr>
          <p:cNvSpPr>
            <a:spLocks xmlns:a="http://schemas.openxmlformats.org/drawingml/2006/main" noGrp="1"/>
          </p:cNvSpPr>
          <p:nvPr/>
        </p:nvSpPr>
        <p:spPr>
          <a:xfrm xmlns:a="http://schemas.openxmlformats.org/drawingml/2006/main">
            <a:off x="100203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81FAC35-E084-4E7C-96A3-82B453E7CA9E}"/>
              </a:ext>
            </a:extLst>
          </p:cNvPr>
          <p:cNvSpPr>
            <a:spLocks xmlns:a="http://schemas.openxmlformats.org/drawingml/2006/main" noGrp="1"/>
          </p:cNvSpPr>
          <p:nvPr/>
        </p:nvSpPr>
        <p:spPr>
          <a:xfrm xmlns:a="http://schemas.openxmlformats.org/drawingml/2006/main">
            <a:off x="10121900" y="32670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A92921E-1A22-4FCB-A845-40164FE5D6C3}"/>
              </a:ext>
            </a:extLst>
          </p:cNvPr>
          <p:cNvSpPr>
            <a:spLocks xmlns:a="http://schemas.openxmlformats.org/drawingml/2006/main" noGrp="1"/>
          </p:cNvSpPr>
          <p:nvPr/>
        </p:nvSpPr>
        <p:spPr>
          <a:xfrm xmlns:a="http://schemas.openxmlformats.org/drawingml/2006/main">
            <a:off x="99695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BC3E8C-A184-42B3-B668-82722B25FD9E}"/>
              </a:ext>
            </a:extLst>
          </p:cNvPr>
          <p:cNvSpPr>
            <a:spLocks xmlns:a="http://schemas.openxmlformats.org/drawingml/2006/main" noGrp="1"/>
          </p:cNvSpPr>
          <p:nvPr/>
        </p:nvSpPr>
        <p:spPr>
          <a:xfrm xmlns:a="http://schemas.openxmlformats.org/drawingml/2006/main">
            <a:off x="10071100" y="34194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902787F-2957-481D-B16C-3B1B6C4F7374}"/>
              </a:ext>
            </a:extLst>
          </p:cNvPr>
          <p:cNvSpPr>
            <a:spLocks xmlns:a="http://schemas.openxmlformats.org/drawingml/2006/main" noGrp="1"/>
          </p:cNvSpPr>
          <p:nvPr/>
        </p:nvSpPr>
        <p:spPr>
          <a:xfrm xmlns:a="http://schemas.openxmlformats.org/drawingml/2006/main">
            <a:off x="10172700" y="33686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3939F01-4682-48A5-B391-A175066424CB}"/>
              </a:ext>
            </a:extLst>
          </p:cNvPr>
          <p:cNvSpPr>
            <a:spLocks xmlns:a="http://schemas.openxmlformats.org/drawingml/2006/main" noGrp="1"/>
          </p:cNvSpPr>
          <p:nvPr/>
        </p:nvSpPr>
        <p:spPr>
          <a:xfrm xmlns:a="http://schemas.openxmlformats.org/drawingml/2006/main">
            <a:off x="99695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8D8F5C0-C724-4111-BCA6-3E2F20F73ED4}"/>
              </a:ext>
            </a:extLst>
          </p:cNvPr>
          <p:cNvSpPr>
            <a:spLocks xmlns:a="http://schemas.openxmlformats.org/drawingml/2006/main" noGrp="1"/>
          </p:cNvSpPr>
          <p:nvPr/>
        </p:nvSpPr>
        <p:spPr>
          <a:xfrm xmlns:a="http://schemas.openxmlformats.org/drawingml/2006/main">
            <a:off x="10172700" y="3216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2BEA55C-1576-4AB1-8C42-5F43C6401EEC}"/>
              </a:ext>
            </a:extLst>
          </p:cNvPr>
          <p:cNvSpPr>
            <a:spLocks xmlns:a="http://schemas.openxmlformats.org/drawingml/2006/main" noGrp="1"/>
          </p:cNvSpPr>
          <p:nvPr/>
        </p:nvSpPr>
        <p:spPr>
          <a:xfrm xmlns:a="http://schemas.openxmlformats.org/drawingml/2006/main">
            <a:off x="10020300" y="3470275"/>
            <a:ext cx="40640" cy="4064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24B36CD-3584-4A7C-AFB7-39ECD8C70CEE}"/>
              </a:ext>
            </a:extLst>
          </p:cNvPr>
          <p:cNvSpPr>
            <a:spLocks xmlns:a="http://schemas.openxmlformats.org/drawingml/2006/main" noGrp="1"/>
          </p:cNvSpPr>
          <p:nvPr/>
        </p:nvSpPr>
        <p:spPr>
          <a:xfrm xmlns:a="http://schemas.openxmlformats.org/drawingml/2006/main">
            <a:off x="10429875" y="3133725"/>
            <a:ext cx="8382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66440B6D-A55A-456D-A4E7-4B9DC86D968E}"/>
              </a:ext>
            </a:extLst>
          </p:cNvPr>
          <p:cNvSpPr>
            <a:spLocks xmlns:a="http://schemas.openxmlformats.org/drawingml/2006/main" noGrp="1"/>
          </p:cNvSpPr>
          <p:nvPr/>
        </p:nvSpPr>
        <p:spPr>
          <a:xfrm xmlns:a="http://schemas.openxmlformats.org/drawingml/2006/main">
            <a:off x="10525125" y="3143250"/>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COPIABLE</a:t>
            </a:r>
          </a:p>
        </p:txBody>
      </p:sp>
      <p:sp>
        <p:nvSpPr>
          <p:cNvPr id="49" name="">
            <a:extLst xmlns:a="http://schemas.openxmlformats.org/drawingml/2006/main">
              <a:ext uri="{FF2B5EF4-FFF2-40B4-BE49-F238E27FC236}">
                <a16:creationId xmlns:a16="http://schemas.microsoft.com/office/drawing/2014/main" id="{275B768B-75CA-45C0-83E5-082D50377C0F}"/>
              </a:ext>
            </a:extLst>
          </p:cNvPr>
          <p:cNvSpPr>
            <a:spLocks xmlns:a="http://schemas.openxmlformats.org/drawingml/2006/main" noGrp="1"/>
          </p:cNvSpPr>
          <p:nvPr/>
        </p:nvSpPr>
        <p:spPr>
          <a:xfrm xmlns:a="http://schemas.openxmlformats.org/drawingml/2006/main">
            <a:off x="8753475" y="3752850"/>
            <a:ext cx="2524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Una captura puede circular fuera del momento previsto.</a:t>
            </a:r>
          </a:p>
        </p:txBody>
      </p:sp>
      <p:sp>
        <p:nvSpPr>
          <p:cNvPr id="50" name="">
            <a:extLst xmlns:a="http://schemas.openxmlformats.org/drawingml/2006/main">
              <a:ext uri="{FF2B5EF4-FFF2-40B4-BE49-F238E27FC236}">
                <a16:creationId xmlns:a16="http://schemas.microsoft.com/office/drawing/2014/main" id="{FAE51AC2-DF63-4D8F-803C-65D24216FBB4}"/>
              </a:ext>
            </a:extLst>
          </p:cNvPr>
          <p:cNvSpPr>
            <a:spLocks xmlns:a="http://schemas.openxmlformats.org/drawingml/2006/main" noGrp="1"/>
          </p:cNvSpPr>
          <p:nvPr/>
        </p:nvSpPr>
        <p:spPr>
          <a:xfrm xmlns:a="http://schemas.openxmlformats.org/drawingml/2006/main" flipV="0">
            <a:off x="3676650"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1" name="">
            <a:extLst xmlns:a="http://schemas.openxmlformats.org/drawingml/2006/main">
              <a:ext uri="{FF2B5EF4-FFF2-40B4-BE49-F238E27FC236}">
                <a16:creationId xmlns:a16="http://schemas.microsoft.com/office/drawing/2014/main" id="{72A1D415-CC57-416C-B706-41DFCAA3A0B7}"/>
              </a:ext>
            </a:extLst>
          </p:cNvPr>
          <p:cNvSpPr>
            <a:spLocks xmlns:a="http://schemas.openxmlformats.org/drawingml/2006/main" noGrp="1"/>
          </p:cNvSpPr>
          <p:nvPr/>
        </p:nvSpPr>
        <p:spPr>
          <a:xfrm xmlns:a="http://schemas.openxmlformats.org/drawingml/2006/main" flipV="0">
            <a:off x="7591425" y="3429000"/>
            <a:ext cx="923925" cy="9525"/>
          </a:xfrm>
          <a:prstGeom xmlns:a="http://schemas.openxmlformats.org/drawingml/2006/main" prst="line">
            <a:avLst/>
          </a:prstGeom>
          <a:noFill xmlns:a="http://schemas.openxmlformats.org/drawingml/2006/main"/>
          <a:ln xmlns:a="http://schemas.openxmlformats.org/drawingml/2006/main" w="19050">
            <a:solidFill>
              <a:srgbClr val="536276"/>
            </a:solidFill>
            <a:prstDash val="solid"/>
          </a:ln>
        </p:spPr>
      </p:sp>
      <p:sp>
        <p:nvSpPr>
          <p:cNvPr id="52" name="">
            <a:extLst xmlns:a="http://schemas.openxmlformats.org/drawingml/2006/main">
              <a:ext uri="{FF2B5EF4-FFF2-40B4-BE49-F238E27FC236}">
                <a16:creationId xmlns:a16="http://schemas.microsoft.com/office/drawing/2014/main" id="{70E22A91-770E-48C9-82CD-3E649F798E5E}"/>
              </a:ext>
            </a:extLst>
          </p:cNvPr>
          <p:cNvSpPr>
            <a:spLocks xmlns:a="http://schemas.openxmlformats.org/drawingml/2006/main" noGrp="1"/>
          </p:cNvSpPr>
          <p:nvPr/>
        </p:nvSpPr>
        <p:spPr>
          <a:xfrm xmlns:a="http://schemas.openxmlformats.org/drawingml/2006/main">
            <a:off x="1809750" y="4857750"/>
            <a:ext cx="8572500" cy="876300"/>
          </a:xfrm>
          <a:prstGeom xmlns:a="http://schemas.openxmlformats.org/drawingml/2006/main" prst="roundRect">
            <a:avLst>
              <a:gd name="adj" fmla="val 8696"/>
            </a:avLst>
          </a:prstGeom>
          <a:solidFill xmlns:a="http://schemas.openxmlformats.org/drawingml/2006/main">
            <a:srgbClr val="D9F5F0"/>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6498199-63D1-4DFF-87EF-502905594535}"/>
              </a:ext>
            </a:extLst>
          </p:cNvPr>
          <p:cNvSpPr>
            <a:spLocks xmlns:a="http://schemas.openxmlformats.org/drawingml/2006/main" noGrp="1"/>
          </p:cNvSpPr>
          <p:nvPr/>
        </p:nvSpPr>
        <p:spPr>
          <a:xfrm xmlns:a="http://schemas.openxmlformats.org/drawingml/2006/main">
            <a:off x="2095500" y="5010150"/>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23836E"/>
                </a:solidFill>
                <a:latin typeface="Aptos"/>
                <a:ea typeface="Aptos"/>
                <a:cs typeface="Aptos"/>
              </a:defRPr>
            </a:defPPr>
            <a:lvl1pPr algn="l">
              <a:defRPr sz="1275" b="1">
                <a:solidFill>
                  <a:srgbClr val="23836E"/>
                </a:solidFill>
                <a:latin typeface="Aptos"/>
                <a:ea typeface="Aptos"/>
                <a:cs typeface="Aptos"/>
              </a:defRPr>
            </a:lvl1pPr>
            <a:lvl2pPr algn="l">
              <a:defRPr sz="1275" b="1">
                <a:solidFill>
                  <a:srgbClr val="23836E"/>
                </a:solidFill>
                <a:latin typeface="Aptos"/>
                <a:ea typeface="Aptos"/>
                <a:cs typeface="Aptos"/>
              </a:defRPr>
            </a:lvl2pPr>
            <a:lvl3pPr algn="l">
              <a:defRPr sz="1275" b="1">
                <a:solidFill>
                  <a:srgbClr val="23836E"/>
                </a:solidFill>
                <a:latin typeface="Aptos"/>
                <a:ea typeface="Aptos"/>
                <a:cs typeface="Aptos"/>
              </a:defRPr>
            </a:lvl3pPr>
            <a:lvl4pPr algn="l">
              <a:defRPr sz="1275" b="1">
                <a:solidFill>
                  <a:srgbClr val="23836E"/>
                </a:solidFill>
                <a:latin typeface="Aptos"/>
                <a:ea typeface="Aptos"/>
                <a:cs typeface="Aptos"/>
              </a:defRPr>
            </a:lvl4pPr>
            <a:lvl5pPr algn="l">
              <a:defRPr sz="1275" b="1">
                <a:solidFill>
                  <a:srgbClr val="23836E"/>
                </a:solidFill>
                <a:latin typeface="Aptos"/>
                <a:ea typeface="Aptos"/>
                <a:cs typeface="Aptos"/>
              </a:defRPr>
            </a:lvl5pPr>
            <a:lvl6pPr algn="l">
              <a:defRPr sz="1275" b="1">
                <a:solidFill>
                  <a:srgbClr val="23836E"/>
                </a:solidFill>
                <a:latin typeface="Aptos"/>
                <a:ea typeface="Aptos"/>
                <a:cs typeface="Aptos"/>
              </a:defRPr>
            </a:lvl6pPr>
            <a:lvl7pPr algn="l">
              <a:defRPr sz="1275" b="1">
                <a:solidFill>
                  <a:srgbClr val="23836E"/>
                </a:solidFill>
                <a:latin typeface="Aptos"/>
                <a:ea typeface="Aptos"/>
                <a:cs typeface="Aptos"/>
              </a:defRPr>
            </a:lvl7pPr>
            <a:lvl8pPr algn="l">
              <a:defRPr sz="1275" b="1">
                <a:solidFill>
                  <a:srgbClr val="23836E"/>
                </a:solidFill>
                <a:latin typeface="Aptos"/>
                <a:ea typeface="Aptos"/>
                <a:cs typeface="Aptos"/>
              </a:defRPr>
            </a:lvl8pPr>
            <a:lvl9pPr algn="l">
              <a:defRPr sz="1275" b="1">
                <a:solidFill>
                  <a:srgbClr val="23836E"/>
                </a:solidFill>
                <a:latin typeface="Aptos"/>
                <a:ea typeface="Aptos"/>
                <a:cs typeface="Aptos"/>
              </a:defRPr>
            </a:lvl9pPr>
          </a:lstStyle>
          <a:p xmlns:a="http://schemas.openxmlformats.org/drawingml/2006/main">
            <a:pPr algn="l">
              <a:defRPr sz="1275" b="1">
                <a:solidFill>
                  <a:srgbClr val="23836E"/>
                </a:solidFill>
                <a:latin typeface="Aptos"/>
                <a:ea typeface="Aptos"/>
                <a:cs typeface="Aptos"/>
              </a:defRPr>
            </a:pPr>
            <a:r>
              <a:rPr sz="1275" b="1">
                <a:solidFill>
                  <a:srgbClr val="23836E"/>
                </a:solidFill>
                <a:latin typeface="Aptos"/>
                <a:ea typeface="Aptos"/>
                <a:cs typeface="Aptos"/>
              </a:rPr>
              <a:t>Pregunta de diseño</a:t>
            </a:r>
          </a:p>
        </p:txBody>
      </p:sp>
      <p:sp>
        <p:nvSpPr>
          <p:cNvPr id="54" name="">
            <a:extLst xmlns:a="http://schemas.openxmlformats.org/drawingml/2006/main">
              <a:ext uri="{FF2B5EF4-FFF2-40B4-BE49-F238E27FC236}">
                <a16:creationId xmlns:a16="http://schemas.microsoft.com/office/drawing/2014/main" id="{895B8CF8-45EE-4687-9F82-ED4AC34D76CC}"/>
              </a:ext>
            </a:extLst>
          </p:cNvPr>
          <p:cNvSpPr>
            <a:spLocks xmlns:a="http://schemas.openxmlformats.org/drawingml/2006/main" noGrp="1"/>
          </p:cNvSpPr>
          <p:nvPr/>
        </p:nvSpPr>
        <p:spPr>
          <a:xfrm xmlns:a="http://schemas.openxmlformats.org/drawingml/2006/main">
            <a:off x="4048125" y="4981575"/>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172554"/>
                </a:solidFill>
                <a:latin typeface="Aptos"/>
                <a:ea typeface="Aptos"/>
                <a:cs typeface="Aptos"/>
              </a:defRPr>
            </a:defPPr>
            <a:lvl1pPr algn="l">
              <a:defRPr sz="2250" b="1">
                <a:solidFill>
                  <a:srgbClr val="172554"/>
                </a:solidFill>
                <a:latin typeface="Aptos"/>
                <a:ea typeface="Aptos"/>
                <a:cs typeface="Aptos"/>
              </a:defRPr>
            </a:lvl1pPr>
            <a:lvl2pPr algn="l">
              <a:defRPr sz="2250" b="1">
                <a:solidFill>
                  <a:srgbClr val="172554"/>
                </a:solidFill>
                <a:latin typeface="Aptos"/>
                <a:ea typeface="Aptos"/>
                <a:cs typeface="Aptos"/>
              </a:defRPr>
            </a:lvl2pPr>
            <a:lvl3pPr algn="l">
              <a:defRPr sz="2250" b="1">
                <a:solidFill>
                  <a:srgbClr val="172554"/>
                </a:solidFill>
                <a:latin typeface="Aptos"/>
                <a:ea typeface="Aptos"/>
                <a:cs typeface="Aptos"/>
              </a:defRPr>
            </a:lvl3pPr>
            <a:lvl4pPr algn="l">
              <a:defRPr sz="2250" b="1">
                <a:solidFill>
                  <a:srgbClr val="172554"/>
                </a:solidFill>
                <a:latin typeface="Aptos"/>
                <a:ea typeface="Aptos"/>
                <a:cs typeface="Aptos"/>
              </a:defRPr>
            </a:lvl4pPr>
            <a:lvl5pPr algn="l">
              <a:defRPr sz="2250" b="1">
                <a:solidFill>
                  <a:srgbClr val="172554"/>
                </a:solidFill>
                <a:latin typeface="Aptos"/>
                <a:ea typeface="Aptos"/>
                <a:cs typeface="Aptos"/>
              </a:defRPr>
            </a:lvl5pPr>
            <a:lvl6pPr algn="l">
              <a:defRPr sz="2250" b="1">
                <a:solidFill>
                  <a:srgbClr val="172554"/>
                </a:solidFill>
                <a:latin typeface="Aptos"/>
                <a:ea typeface="Aptos"/>
                <a:cs typeface="Aptos"/>
              </a:defRPr>
            </a:lvl6pPr>
            <a:lvl7pPr algn="l">
              <a:defRPr sz="2250" b="1">
                <a:solidFill>
                  <a:srgbClr val="172554"/>
                </a:solidFill>
                <a:latin typeface="Aptos"/>
                <a:ea typeface="Aptos"/>
                <a:cs typeface="Aptos"/>
              </a:defRPr>
            </a:lvl7pPr>
            <a:lvl8pPr algn="l">
              <a:defRPr sz="2250" b="1">
                <a:solidFill>
                  <a:srgbClr val="172554"/>
                </a:solidFill>
                <a:latin typeface="Aptos"/>
                <a:ea typeface="Aptos"/>
                <a:cs typeface="Aptos"/>
              </a:defRPr>
            </a:lvl8pPr>
            <a:lvl9pPr algn="l">
              <a:defRPr sz="2250" b="1">
                <a:solidFill>
                  <a:srgbClr val="172554"/>
                </a:solidFill>
                <a:latin typeface="Aptos"/>
                <a:ea typeface="Aptos"/>
                <a:cs typeface="Aptos"/>
              </a:defRPr>
            </a:lvl9pPr>
          </a:lstStyle>
          <a:p xmlns:a="http://schemas.openxmlformats.org/drawingml/2006/main">
            <a:pPr algn="l">
              <a:defRPr sz="2250" b="1">
                <a:solidFill>
                  <a:srgbClr val="172554"/>
                </a:solidFill>
                <a:latin typeface="Aptos"/>
                <a:ea typeface="Aptos"/>
                <a:cs typeface="Aptos"/>
              </a:defRPr>
            </a:pPr>
            <a:r>
              <a:rPr sz="2250" b="1">
                <a:solidFill>
                  <a:srgbClr val="172554"/>
                </a:solidFill>
                <a:latin typeface="Aptos"/>
                <a:ea typeface="Aptos"/>
                <a:cs typeface="Aptos"/>
              </a:rPr>
              <a:t>¿Aprobó Bases de Datos?</a:t>
            </a:r>
          </a:p>
        </p:txBody>
      </p:sp>
    </p:spTree>
    <p:extLst>
      <p:ext uri="{BB962C8B-B14F-4D97-AF65-F5344CB8AC3E}">
        <p14:creationId xmlns:p14="http://schemas.microsoft.com/office/powerpoint/2010/main" val="2076556326"/>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7BE778-2614-4F17-90D2-CEC935B6F75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F247B3D6-7C5F-4145-A84E-4C93531C197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37A81610-5A8E-4E2A-A882-457050329F5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Una historia breve: del secreto compartido a Ed25519</a:t>
            </a:r>
          </a:p>
        </p:txBody>
      </p:sp>
      <p:sp>
        <p:nvSpPr>
          <p:cNvPr id="4" name="">
            <a:extLst xmlns:a="http://schemas.openxmlformats.org/drawingml/2006/main">
              <a:ext uri="{FF2B5EF4-FFF2-40B4-BE49-F238E27FC236}">
                <a16:creationId xmlns:a16="http://schemas.microsoft.com/office/drawing/2014/main" id="{2D79A05E-1EF0-4E6F-8A08-4C8F905379F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452A17-3A3A-417D-BA37-C53B308B850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B4AE22B-0B82-49FB-B168-D19ECA934F2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239ADB06-B854-4896-B7AC-6C146281D044}"/>
              </a:ext>
            </a:extLst>
          </p:cNvPr>
          <p:cNvSpPr>
            <a:spLocks xmlns:a="http://schemas.openxmlformats.org/drawingml/2006/main" noGrp="1"/>
          </p:cNvSpPr>
          <p:nvPr/>
        </p:nvSpPr>
        <p:spPr>
          <a:xfrm xmlns:a="http://schemas.openxmlformats.org/drawingml/2006/main">
            <a:off x="723900" y="1571625"/>
            <a:ext cx="10287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82230"/>
                </a:solidFill>
                <a:latin typeface="Aptos"/>
                <a:ea typeface="Aptos"/>
                <a:cs typeface="Aptos"/>
              </a:defRPr>
            </a:defPPr>
            <a:lvl1pPr algn="l">
              <a:defRPr sz="1725" b="1">
                <a:solidFill>
                  <a:srgbClr val="182230"/>
                </a:solidFill>
                <a:latin typeface="Aptos"/>
                <a:ea typeface="Aptos"/>
                <a:cs typeface="Aptos"/>
              </a:defRPr>
            </a:lvl1pPr>
            <a:lvl2pPr algn="l">
              <a:defRPr sz="1725" b="1">
                <a:solidFill>
                  <a:srgbClr val="182230"/>
                </a:solidFill>
                <a:latin typeface="Aptos"/>
                <a:ea typeface="Aptos"/>
                <a:cs typeface="Aptos"/>
              </a:defRPr>
            </a:lvl2pPr>
            <a:lvl3pPr algn="l">
              <a:defRPr sz="1725" b="1">
                <a:solidFill>
                  <a:srgbClr val="182230"/>
                </a:solidFill>
                <a:latin typeface="Aptos"/>
                <a:ea typeface="Aptos"/>
                <a:cs typeface="Aptos"/>
              </a:defRPr>
            </a:lvl3pPr>
            <a:lvl4pPr algn="l">
              <a:defRPr sz="1725" b="1">
                <a:solidFill>
                  <a:srgbClr val="182230"/>
                </a:solidFill>
                <a:latin typeface="Aptos"/>
                <a:ea typeface="Aptos"/>
                <a:cs typeface="Aptos"/>
              </a:defRPr>
            </a:lvl4pPr>
            <a:lvl5pPr algn="l">
              <a:defRPr sz="1725" b="1">
                <a:solidFill>
                  <a:srgbClr val="182230"/>
                </a:solidFill>
                <a:latin typeface="Aptos"/>
                <a:ea typeface="Aptos"/>
                <a:cs typeface="Aptos"/>
              </a:defRPr>
            </a:lvl5pPr>
            <a:lvl6pPr algn="l">
              <a:defRPr sz="1725" b="1">
                <a:solidFill>
                  <a:srgbClr val="182230"/>
                </a:solidFill>
                <a:latin typeface="Aptos"/>
                <a:ea typeface="Aptos"/>
                <a:cs typeface="Aptos"/>
              </a:defRPr>
            </a:lvl6pPr>
            <a:lvl7pPr algn="l">
              <a:defRPr sz="1725" b="1">
                <a:solidFill>
                  <a:srgbClr val="182230"/>
                </a:solidFill>
                <a:latin typeface="Aptos"/>
                <a:ea typeface="Aptos"/>
                <a:cs typeface="Aptos"/>
              </a:defRPr>
            </a:lvl7pPr>
            <a:lvl8pPr algn="l">
              <a:defRPr sz="1725" b="1">
                <a:solidFill>
                  <a:srgbClr val="182230"/>
                </a:solidFill>
                <a:latin typeface="Aptos"/>
                <a:ea typeface="Aptos"/>
                <a:cs typeface="Aptos"/>
              </a:defRPr>
            </a:lvl8pPr>
            <a:lvl9pPr algn="l">
              <a:defRPr sz="1725" b="1">
                <a:solidFill>
                  <a:srgbClr val="182230"/>
                </a:solidFill>
                <a:latin typeface="Aptos"/>
                <a:ea typeface="Aptos"/>
                <a:cs typeface="Aptos"/>
              </a:defRPr>
            </a:lvl9pPr>
          </a:lstStyle>
          <a:p xmlns:a="http://schemas.openxmlformats.org/drawingml/2006/main">
            <a:pPr algn="l">
              <a:defRPr sz="1725" b="1">
                <a:solidFill>
                  <a:srgbClr val="182230"/>
                </a:solidFill>
                <a:latin typeface="Aptos"/>
                <a:ea typeface="Aptos"/>
                <a:cs typeface="Aptos"/>
              </a:defRPr>
            </a:pPr>
            <a:r>
              <a:rPr sz="1725" b="1">
                <a:solidFill>
                  <a:srgbClr val="182230"/>
                </a:solidFill>
                <a:latin typeface="Aptos"/>
                <a:ea typeface="Aptos"/>
                <a:cs typeface="Aptos"/>
              </a:rPr>
              <a:t>La criptografía transforma información para controlar quién puede leerla o cómo se comprueba.</a:t>
            </a:r>
          </a:p>
        </p:txBody>
      </p:sp>
      <p:sp>
        <p:nvSpPr>
          <p:cNvPr id="8" name="">
            <a:extLst xmlns:a="http://schemas.openxmlformats.org/drawingml/2006/main">
              <a:ext uri="{FF2B5EF4-FFF2-40B4-BE49-F238E27FC236}">
                <a16:creationId xmlns:a16="http://schemas.microsoft.com/office/drawing/2014/main" id="{B501501E-2916-4480-8EAE-CDD8DBCB1674}"/>
              </a:ext>
            </a:extLst>
          </p:cNvPr>
          <p:cNvSpPr>
            <a:spLocks xmlns:a="http://schemas.openxmlformats.org/drawingml/2006/main" noGrp="1"/>
          </p:cNvSpPr>
          <p:nvPr/>
        </p:nvSpPr>
        <p:spPr>
          <a:xfrm xmlns:a="http://schemas.openxmlformats.org/drawingml/2006/main" flipV="0">
            <a:off x="1619250" y="3524250"/>
            <a:ext cx="8953500" cy="9525"/>
          </a:xfrm>
          <a:prstGeom xmlns:a="http://schemas.openxmlformats.org/drawingml/2006/main" prst="line">
            <a:avLst/>
          </a:prstGeom>
          <a:noFill xmlns:a="http://schemas.openxmlformats.org/drawingml/2006/main"/>
          <a:ln xmlns:a="http://schemas.openxmlformats.org/drawingml/2006/main" w="47625">
            <a:solidFill>
              <a:srgbClr val="B9C7DA"/>
            </a:solidFill>
            <a:prstDash val="solid"/>
          </a:ln>
        </p:spPr>
      </p:sp>
      <p:sp>
        <p:nvSpPr>
          <p:cNvPr id="9" name="">
            <a:extLst xmlns:a="http://schemas.openxmlformats.org/drawingml/2006/main">
              <a:ext uri="{FF2B5EF4-FFF2-40B4-BE49-F238E27FC236}">
                <a16:creationId xmlns:a16="http://schemas.microsoft.com/office/drawing/2014/main" id="{FCDD9ACF-8F8E-4FAE-BF2C-058CC84321C0}"/>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FC5498C-5C20-4B03-A51D-4DB802442187}"/>
              </a:ext>
            </a:extLst>
          </p:cNvPr>
          <p:cNvSpPr>
            <a:spLocks xmlns:a="http://schemas.openxmlformats.org/drawingml/2006/main" noGrp="1"/>
          </p:cNvSpPr>
          <p:nvPr/>
        </p:nvSpPr>
        <p:spPr>
          <a:xfrm xmlns:a="http://schemas.openxmlformats.org/drawingml/2006/main">
            <a:off x="202882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defRPr sz="1875" b="1">
                <a:solidFill>
                  <a:srgbClr val="FFFFFF"/>
                </a:solidFill>
                <a:latin typeface="Aptos"/>
                <a:ea typeface="Aptos"/>
                <a:cs typeface="Aptos"/>
              </a:defRPr>
            </a:lvl1pPr>
            <a:lvl2pPr algn="ctr">
              <a:defRPr sz="1875" b="1">
                <a:solidFill>
                  <a:srgbClr val="FFFFFF"/>
                </a:solidFill>
                <a:latin typeface="Aptos"/>
                <a:ea typeface="Aptos"/>
                <a:cs typeface="Aptos"/>
              </a:defRPr>
            </a:lvl2pPr>
            <a:lvl3pPr algn="ctr">
              <a:defRPr sz="1875" b="1">
                <a:solidFill>
                  <a:srgbClr val="FFFFFF"/>
                </a:solidFill>
                <a:latin typeface="Aptos"/>
                <a:ea typeface="Aptos"/>
                <a:cs typeface="Aptos"/>
              </a:defRPr>
            </a:lvl3pPr>
            <a:lvl4pPr algn="ctr">
              <a:defRPr sz="1875" b="1">
                <a:solidFill>
                  <a:srgbClr val="FFFFFF"/>
                </a:solidFill>
                <a:latin typeface="Aptos"/>
                <a:ea typeface="Aptos"/>
                <a:cs typeface="Aptos"/>
              </a:defRPr>
            </a:lvl4pPr>
            <a:lvl5pPr algn="ctr">
              <a:defRPr sz="1875" b="1">
                <a:solidFill>
                  <a:srgbClr val="FFFFFF"/>
                </a:solidFill>
                <a:latin typeface="Aptos"/>
                <a:ea typeface="Aptos"/>
                <a:cs typeface="Aptos"/>
              </a:defRPr>
            </a:lvl5pPr>
            <a:lvl6pPr algn="ctr">
              <a:defRPr sz="1875" b="1">
                <a:solidFill>
                  <a:srgbClr val="FFFFFF"/>
                </a:solidFill>
                <a:latin typeface="Aptos"/>
                <a:ea typeface="Aptos"/>
                <a:cs typeface="Aptos"/>
              </a:defRPr>
            </a:lvl6pPr>
            <a:lvl7pPr algn="ctr">
              <a:defRPr sz="1875" b="1">
                <a:solidFill>
                  <a:srgbClr val="FFFFFF"/>
                </a:solidFill>
                <a:latin typeface="Aptos"/>
                <a:ea typeface="Aptos"/>
                <a:cs typeface="Aptos"/>
              </a:defRPr>
            </a:lvl7pPr>
            <a:lvl8pPr algn="ctr">
              <a:defRPr sz="1875" b="1">
                <a:solidFill>
                  <a:srgbClr val="FFFFFF"/>
                </a:solidFill>
                <a:latin typeface="Aptos"/>
                <a:ea typeface="Aptos"/>
                <a:cs typeface="Aptos"/>
              </a:defRPr>
            </a:lvl8pPr>
            <a:lvl9pPr algn="ctr">
              <a:defRPr sz="1875" b="1">
                <a:solidFill>
                  <a:srgbClr val="FFFFFF"/>
                </a:solidFill>
                <a:latin typeface="Aptos"/>
                <a:ea typeface="Aptos"/>
                <a:cs typeface="Aptos"/>
              </a:defRPr>
            </a:lvl9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D4B25CDF-C2D6-4237-A60F-3C0C53F87D66}"/>
              </a:ext>
            </a:extLst>
          </p:cNvPr>
          <p:cNvSpPr>
            <a:spLocks xmlns:a="http://schemas.openxmlformats.org/drawingml/2006/main" noGrp="1"/>
          </p:cNvSpPr>
          <p:nvPr/>
        </p:nvSpPr>
        <p:spPr>
          <a:xfrm xmlns:a="http://schemas.openxmlformats.org/drawingml/2006/main">
            <a:off x="109537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defRPr sz="1275" b="1">
                <a:solidFill>
                  <a:srgbClr val="2846A0"/>
                </a:solidFill>
                <a:latin typeface="Aptos"/>
                <a:ea typeface="Aptos"/>
                <a:cs typeface="Aptos"/>
              </a:defRPr>
            </a:lvl1pPr>
            <a:lvl2pPr algn="ctr">
              <a:defRPr sz="1275" b="1">
                <a:solidFill>
                  <a:srgbClr val="2846A0"/>
                </a:solidFill>
                <a:latin typeface="Aptos"/>
                <a:ea typeface="Aptos"/>
                <a:cs typeface="Aptos"/>
              </a:defRPr>
            </a:lvl2pPr>
            <a:lvl3pPr algn="ctr">
              <a:defRPr sz="1275" b="1">
                <a:solidFill>
                  <a:srgbClr val="2846A0"/>
                </a:solidFill>
                <a:latin typeface="Aptos"/>
                <a:ea typeface="Aptos"/>
                <a:cs typeface="Aptos"/>
              </a:defRPr>
            </a:lvl3pPr>
            <a:lvl4pPr algn="ctr">
              <a:defRPr sz="1275" b="1">
                <a:solidFill>
                  <a:srgbClr val="2846A0"/>
                </a:solidFill>
                <a:latin typeface="Aptos"/>
                <a:ea typeface="Aptos"/>
                <a:cs typeface="Aptos"/>
              </a:defRPr>
            </a:lvl4pPr>
            <a:lvl5pPr algn="ctr">
              <a:defRPr sz="1275" b="1">
                <a:solidFill>
                  <a:srgbClr val="2846A0"/>
                </a:solidFill>
                <a:latin typeface="Aptos"/>
                <a:ea typeface="Aptos"/>
                <a:cs typeface="Aptos"/>
              </a:defRPr>
            </a:lvl5pPr>
            <a:lvl6pPr algn="ctr">
              <a:defRPr sz="1275" b="1">
                <a:solidFill>
                  <a:srgbClr val="2846A0"/>
                </a:solidFill>
                <a:latin typeface="Aptos"/>
                <a:ea typeface="Aptos"/>
                <a:cs typeface="Aptos"/>
              </a:defRPr>
            </a:lvl6pPr>
            <a:lvl7pPr algn="ctr">
              <a:defRPr sz="1275" b="1">
                <a:solidFill>
                  <a:srgbClr val="2846A0"/>
                </a:solidFill>
                <a:latin typeface="Aptos"/>
                <a:ea typeface="Aptos"/>
                <a:cs typeface="Aptos"/>
              </a:defRPr>
            </a:lvl7pPr>
            <a:lvl8pPr algn="ctr">
              <a:defRPr sz="1275" b="1">
                <a:solidFill>
                  <a:srgbClr val="2846A0"/>
                </a:solidFill>
                <a:latin typeface="Aptos"/>
                <a:ea typeface="Aptos"/>
                <a:cs typeface="Aptos"/>
              </a:defRPr>
            </a:lvl8pPr>
            <a:lvl9pPr algn="ctr">
              <a:defRPr sz="1275" b="1">
                <a:solidFill>
                  <a:srgbClr val="2846A0"/>
                </a:solidFill>
                <a:latin typeface="Aptos"/>
                <a:ea typeface="Aptos"/>
                <a:cs typeface="Aptos"/>
              </a:defRPr>
            </a:lvl9pPr>
          </a:lstStyle>
          <a:p xmlns:a="http://schemas.openxmlformats.org/drawingml/2006/main">
            <a:pPr algn="ctr">
              <a:defRPr sz="1275" b="1">
                <a:solidFill>
                  <a:srgbClr val="2846A0"/>
                </a:solidFill>
                <a:latin typeface="Aptos"/>
                <a:ea typeface="Aptos"/>
                <a:cs typeface="Aptos"/>
              </a:defRPr>
            </a:pPr>
            <a:r>
              <a:rPr sz="1275" b="1">
                <a:solidFill>
                  <a:srgbClr val="2846A0"/>
                </a:solidFill>
                <a:latin typeface="Aptos"/>
                <a:ea typeface="Aptos"/>
                <a:cs typeface="Aptos"/>
              </a:rPr>
              <a:t>Durante siglos</a:t>
            </a:r>
          </a:p>
        </p:txBody>
      </p:sp>
      <p:sp>
        <p:nvSpPr>
          <p:cNvPr id="12" name="">
            <a:extLst xmlns:a="http://schemas.openxmlformats.org/drawingml/2006/main">
              <a:ext uri="{FF2B5EF4-FFF2-40B4-BE49-F238E27FC236}">
                <a16:creationId xmlns:a16="http://schemas.microsoft.com/office/drawing/2014/main" id="{F9EBE4BD-262A-44C2-8F6F-A115C4EE2D0D}"/>
              </a:ext>
            </a:extLst>
          </p:cNvPr>
          <p:cNvSpPr>
            <a:spLocks xmlns:a="http://schemas.openxmlformats.org/drawingml/2006/main" noGrp="1"/>
          </p:cNvSpPr>
          <p:nvPr/>
        </p:nvSpPr>
        <p:spPr>
          <a:xfrm xmlns:a="http://schemas.openxmlformats.org/drawingml/2006/main">
            <a:off x="109537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defRPr sz="1575" b="1">
                <a:solidFill>
                  <a:srgbClr val="172554"/>
                </a:solidFill>
                <a:latin typeface="Aptos"/>
                <a:ea typeface="Aptos"/>
                <a:cs typeface="Aptos"/>
              </a:defRPr>
            </a:lvl1pPr>
            <a:lvl2pPr algn="ctr">
              <a:defRPr sz="1575" b="1">
                <a:solidFill>
                  <a:srgbClr val="172554"/>
                </a:solidFill>
                <a:latin typeface="Aptos"/>
                <a:ea typeface="Aptos"/>
                <a:cs typeface="Aptos"/>
              </a:defRPr>
            </a:lvl2pPr>
            <a:lvl3pPr algn="ctr">
              <a:defRPr sz="1575" b="1">
                <a:solidFill>
                  <a:srgbClr val="172554"/>
                </a:solidFill>
                <a:latin typeface="Aptos"/>
                <a:ea typeface="Aptos"/>
                <a:cs typeface="Aptos"/>
              </a:defRPr>
            </a:lvl3pPr>
            <a:lvl4pPr algn="ctr">
              <a:defRPr sz="1575" b="1">
                <a:solidFill>
                  <a:srgbClr val="172554"/>
                </a:solidFill>
                <a:latin typeface="Aptos"/>
                <a:ea typeface="Aptos"/>
                <a:cs typeface="Aptos"/>
              </a:defRPr>
            </a:lvl4pPr>
            <a:lvl5pPr algn="ctr">
              <a:defRPr sz="1575" b="1">
                <a:solidFill>
                  <a:srgbClr val="172554"/>
                </a:solidFill>
                <a:latin typeface="Aptos"/>
                <a:ea typeface="Aptos"/>
                <a:cs typeface="Aptos"/>
              </a:defRPr>
            </a:lvl5pPr>
            <a:lvl6pPr algn="ctr">
              <a:defRPr sz="1575" b="1">
                <a:solidFill>
                  <a:srgbClr val="172554"/>
                </a:solidFill>
                <a:latin typeface="Aptos"/>
                <a:ea typeface="Aptos"/>
                <a:cs typeface="Aptos"/>
              </a:defRPr>
            </a:lvl6pPr>
            <a:lvl7pPr algn="ctr">
              <a:defRPr sz="1575" b="1">
                <a:solidFill>
                  <a:srgbClr val="172554"/>
                </a:solidFill>
                <a:latin typeface="Aptos"/>
                <a:ea typeface="Aptos"/>
                <a:cs typeface="Aptos"/>
              </a:defRPr>
            </a:lvl7pPr>
            <a:lvl8pPr algn="ctr">
              <a:defRPr sz="1575" b="1">
                <a:solidFill>
                  <a:srgbClr val="172554"/>
                </a:solidFill>
                <a:latin typeface="Aptos"/>
                <a:ea typeface="Aptos"/>
                <a:cs typeface="Aptos"/>
              </a:defRPr>
            </a:lvl8pPr>
            <a:lvl9pPr algn="ctr">
              <a:defRPr sz="1575" b="1">
                <a:solidFill>
                  <a:srgbClr val="172554"/>
                </a:solidFill>
                <a:latin typeface="Aptos"/>
                <a:ea typeface="Aptos"/>
                <a:cs typeface="Aptos"/>
              </a:defRPr>
            </a:lvl9pPr>
          </a:lstStyle>
          <a:p xmlns:a="http://schemas.openxmlformats.org/drawingml/2006/main">
            <a:pPr algn="ctr">
              <a:defRPr sz="1575" b="1">
                <a:solidFill>
                  <a:srgbClr val="172554"/>
                </a:solidFill>
                <a:latin typeface="Aptos"/>
                <a:ea typeface="Aptos"/>
                <a:cs typeface="Aptos"/>
              </a:defRPr>
            </a:pPr>
            <a:r>
              <a:rPr sz="1575" b="1">
                <a:solidFill>
                  <a:srgbClr val="172554"/>
                </a:solidFill>
                <a:latin typeface="Aptos"/>
                <a:ea typeface="Aptos"/>
                <a:cs typeface="Aptos"/>
              </a:rPr>
              <a:t>Secreto compartido</a:t>
            </a:r>
          </a:p>
        </p:txBody>
      </p:sp>
      <p:sp>
        <p:nvSpPr>
          <p:cNvPr id="13" name="">
            <a:extLst xmlns:a="http://schemas.openxmlformats.org/drawingml/2006/main">
              <a:ext uri="{FF2B5EF4-FFF2-40B4-BE49-F238E27FC236}">
                <a16:creationId xmlns:a16="http://schemas.microsoft.com/office/drawing/2014/main" id="{BE72F1F3-1CE2-4BB5-835F-CCB17BDCA8BD}"/>
              </a:ext>
            </a:extLst>
          </p:cNvPr>
          <p:cNvSpPr>
            <a:spLocks xmlns:a="http://schemas.openxmlformats.org/drawingml/2006/main" noGrp="1"/>
          </p:cNvSpPr>
          <p:nvPr/>
        </p:nvSpPr>
        <p:spPr>
          <a:xfrm xmlns:a="http://schemas.openxmlformats.org/drawingml/2006/main">
            <a:off x="109537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Quien cifra y quien descifra necesitan acordar una clave secreta.</a:t>
            </a:r>
          </a:p>
        </p:txBody>
      </p:sp>
      <p:sp>
        <p:nvSpPr>
          <p:cNvPr id="14" name="">
            <a:extLst xmlns:a="http://schemas.openxmlformats.org/drawingml/2006/main">
              <a:ext uri="{FF2B5EF4-FFF2-40B4-BE49-F238E27FC236}">
                <a16:creationId xmlns:a16="http://schemas.microsoft.com/office/drawing/2014/main" id="{1C2332A8-CE23-4685-9B74-AD390A6F2AE4}"/>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061183-2EDD-49CE-A28A-C1609C0C6FF8}"/>
              </a:ext>
            </a:extLst>
          </p:cNvPr>
          <p:cNvSpPr>
            <a:spLocks xmlns:a="http://schemas.openxmlformats.org/drawingml/2006/main" noGrp="1"/>
          </p:cNvSpPr>
          <p:nvPr/>
        </p:nvSpPr>
        <p:spPr>
          <a:xfrm xmlns:a="http://schemas.openxmlformats.org/drawingml/2006/main">
            <a:off x="5600700"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defRPr sz="1875" b="1">
                <a:solidFill>
                  <a:srgbClr val="FFFFFF"/>
                </a:solidFill>
                <a:latin typeface="Aptos"/>
                <a:ea typeface="Aptos"/>
                <a:cs typeface="Aptos"/>
              </a:defRPr>
            </a:lvl1pPr>
            <a:lvl2pPr algn="ctr">
              <a:defRPr sz="1875" b="1">
                <a:solidFill>
                  <a:srgbClr val="FFFFFF"/>
                </a:solidFill>
                <a:latin typeface="Aptos"/>
                <a:ea typeface="Aptos"/>
                <a:cs typeface="Aptos"/>
              </a:defRPr>
            </a:lvl2pPr>
            <a:lvl3pPr algn="ctr">
              <a:defRPr sz="1875" b="1">
                <a:solidFill>
                  <a:srgbClr val="FFFFFF"/>
                </a:solidFill>
                <a:latin typeface="Aptos"/>
                <a:ea typeface="Aptos"/>
                <a:cs typeface="Aptos"/>
              </a:defRPr>
            </a:lvl3pPr>
            <a:lvl4pPr algn="ctr">
              <a:defRPr sz="1875" b="1">
                <a:solidFill>
                  <a:srgbClr val="FFFFFF"/>
                </a:solidFill>
                <a:latin typeface="Aptos"/>
                <a:ea typeface="Aptos"/>
                <a:cs typeface="Aptos"/>
              </a:defRPr>
            </a:lvl4pPr>
            <a:lvl5pPr algn="ctr">
              <a:defRPr sz="1875" b="1">
                <a:solidFill>
                  <a:srgbClr val="FFFFFF"/>
                </a:solidFill>
                <a:latin typeface="Aptos"/>
                <a:ea typeface="Aptos"/>
                <a:cs typeface="Aptos"/>
              </a:defRPr>
            </a:lvl5pPr>
            <a:lvl6pPr algn="ctr">
              <a:defRPr sz="1875" b="1">
                <a:solidFill>
                  <a:srgbClr val="FFFFFF"/>
                </a:solidFill>
                <a:latin typeface="Aptos"/>
                <a:ea typeface="Aptos"/>
                <a:cs typeface="Aptos"/>
              </a:defRPr>
            </a:lvl6pPr>
            <a:lvl7pPr algn="ctr">
              <a:defRPr sz="1875" b="1">
                <a:solidFill>
                  <a:srgbClr val="FFFFFF"/>
                </a:solidFill>
                <a:latin typeface="Aptos"/>
                <a:ea typeface="Aptos"/>
                <a:cs typeface="Aptos"/>
              </a:defRPr>
            </a:lvl7pPr>
            <a:lvl8pPr algn="ctr">
              <a:defRPr sz="1875" b="1">
                <a:solidFill>
                  <a:srgbClr val="FFFFFF"/>
                </a:solidFill>
                <a:latin typeface="Aptos"/>
                <a:ea typeface="Aptos"/>
                <a:cs typeface="Aptos"/>
              </a:defRPr>
            </a:lvl8pPr>
            <a:lvl9pPr algn="ctr">
              <a:defRPr sz="1875" b="1">
                <a:solidFill>
                  <a:srgbClr val="FFFFFF"/>
                </a:solidFill>
                <a:latin typeface="Aptos"/>
                <a:ea typeface="Aptos"/>
                <a:cs typeface="Aptos"/>
              </a:defRPr>
            </a:lvl9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EFC07F51-7276-4F9D-9327-EFD21B12B0C3}"/>
              </a:ext>
            </a:extLst>
          </p:cNvPr>
          <p:cNvSpPr>
            <a:spLocks xmlns:a="http://schemas.openxmlformats.org/drawingml/2006/main" noGrp="1"/>
          </p:cNvSpPr>
          <p:nvPr/>
        </p:nvSpPr>
        <p:spPr>
          <a:xfrm xmlns:a="http://schemas.openxmlformats.org/drawingml/2006/main">
            <a:off x="4667250"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2B8A8"/>
                </a:solidFill>
                <a:latin typeface="Aptos"/>
                <a:ea typeface="Aptos"/>
                <a:cs typeface="Aptos"/>
              </a:defRPr>
            </a:defPPr>
            <a:lvl1pPr algn="ctr">
              <a:defRPr sz="1275" b="1">
                <a:solidFill>
                  <a:srgbClr val="22B8A8"/>
                </a:solidFill>
                <a:latin typeface="Aptos"/>
                <a:ea typeface="Aptos"/>
                <a:cs typeface="Aptos"/>
              </a:defRPr>
            </a:lvl1pPr>
            <a:lvl2pPr algn="ctr">
              <a:defRPr sz="1275" b="1">
                <a:solidFill>
                  <a:srgbClr val="22B8A8"/>
                </a:solidFill>
                <a:latin typeface="Aptos"/>
                <a:ea typeface="Aptos"/>
                <a:cs typeface="Aptos"/>
              </a:defRPr>
            </a:lvl2pPr>
            <a:lvl3pPr algn="ctr">
              <a:defRPr sz="1275" b="1">
                <a:solidFill>
                  <a:srgbClr val="22B8A8"/>
                </a:solidFill>
                <a:latin typeface="Aptos"/>
                <a:ea typeface="Aptos"/>
                <a:cs typeface="Aptos"/>
              </a:defRPr>
            </a:lvl3pPr>
            <a:lvl4pPr algn="ctr">
              <a:defRPr sz="1275" b="1">
                <a:solidFill>
                  <a:srgbClr val="22B8A8"/>
                </a:solidFill>
                <a:latin typeface="Aptos"/>
                <a:ea typeface="Aptos"/>
                <a:cs typeface="Aptos"/>
              </a:defRPr>
            </a:lvl4pPr>
            <a:lvl5pPr algn="ctr">
              <a:defRPr sz="1275" b="1">
                <a:solidFill>
                  <a:srgbClr val="22B8A8"/>
                </a:solidFill>
                <a:latin typeface="Aptos"/>
                <a:ea typeface="Aptos"/>
                <a:cs typeface="Aptos"/>
              </a:defRPr>
            </a:lvl5pPr>
            <a:lvl6pPr algn="ctr">
              <a:defRPr sz="1275" b="1">
                <a:solidFill>
                  <a:srgbClr val="22B8A8"/>
                </a:solidFill>
                <a:latin typeface="Aptos"/>
                <a:ea typeface="Aptos"/>
                <a:cs typeface="Aptos"/>
              </a:defRPr>
            </a:lvl6pPr>
            <a:lvl7pPr algn="ctr">
              <a:defRPr sz="1275" b="1">
                <a:solidFill>
                  <a:srgbClr val="22B8A8"/>
                </a:solidFill>
                <a:latin typeface="Aptos"/>
                <a:ea typeface="Aptos"/>
                <a:cs typeface="Aptos"/>
              </a:defRPr>
            </a:lvl7pPr>
            <a:lvl8pPr algn="ctr">
              <a:defRPr sz="1275" b="1">
                <a:solidFill>
                  <a:srgbClr val="22B8A8"/>
                </a:solidFill>
                <a:latin typeface="Aptos"/>
                <a:ea typeface="Aptos"/>
                <a:cs typeface="Aptos"/>
              </a:defRPr>
            </a:lvl8pPr>
            <a:lvl9pPr algn="ctr">
              <a:defRPr sz="1275" b="1">
                <a:solidFill>
                  <a:srgbClr val="22B8A8"/>
                </a:solidFill>
                <a:latin typeface="Aptos"/>
                <a:ea typeface="Aptos"/>
                <a:cs typeface="Aptos"/>
              </a:defRPr>
            </a:lvl9pPr>
          </a:lstStyle>
          <a:p xmlns:a="http://schemas.openxmlformats.org/drawingml/2006/main">
            <a:pPr algn="ctr">
              <a:defRPr sz="1275" b="1">
                <a:solidFill>
                  <a:srgbClr val="22B8A8"/>
                </a:solidFill>
                <a:latin typeface="Aptos"/>
                <a:ea typeface="Aptos"/>
                <a:cs typeface="Aptos"/>
              </a:defRPr>
            </a:pPr>
            <a:r>
              <a:rPr sz="1275" b="1">
                <a:solidFill>
                  <a:srgbClr val="22B8A8"/>
                </a:solidFill>
                <a:latin typeface="Aptos"/>
                <a:ea typeface="Aptos"/>
                <a:cs typeface="Aptos"/>
              </a:rPr>
              <a:t>1976</a:t>
            </a:r>
          </a:p>
        </p:txBody>
      </p:sp>
      <p:sp>
        <p:nvSpPr>
          <p:cNvPr id="17" name="">
            <a:extLst xmlns:a="http://schemas.openxmlformats.org/drawingml/2006/main">
              <a:ext uri="{FF2B5EF4-FFF2-40B4-BE49-F238E27FC236}">
                <a16:creationId xmlns:a16="http://schemas.microsoft.com/office/drawing/2014/main" id="{36FF8DF5-92F8-49D6-A1EA-A99D613DF1CC}"/>
              </a:ext>
            </a:extLst>
          </p:cNvPr>
          <p:cNvSpPr>
            <a:spLocks xmlns:a="http://schemas.openxmlformats.org/drawingml/2006/main" noGrp="1"/>
          </p:cNvSpPr>
          <p:nvPr/>
        </p:nvSpPr>
        <p:spPr>
          <a:xfrm xmlns:a="http://schemas.openxmlformats.org/drawingml/2006/main">
            <a:off x="4667250"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defRPr sz="1575" b="1">
                <a:solidFill>
                  <a:srgbClr val="172554"/>
                </a:solidFill>
                <a:latin typeface="Aptos"/>
                <a:ea typeface="Aptos"/>
                <a:cs typeface="Aptos"/>
              </a:defRPr>
            </a:lvl1pPr>
            <a:lvl2pPr algn="ctr">
              <a:defRPr sz="1575" b="1">
                <a:solidFill>
                  <a:srgbClr val="172554"/>
                </a:solidFill>
                <a:latin typeface="Aptos"/>
                <a:ea typeface="Aptos"/>
                <a:cs typeface="Aptos"/>
              </a:defRPr>
            </a:lvl2pPr>
            <a:lvl3pPr algn="ctr">
              <a:defRPr sz="1575" b="1">
                <a:solidFill>
                  <a:srgbClr val="172554"/>
                </a:solidFill>
                <a:latin typeface="Aptos"/>
                <a:ea typeface="Aptos"/>
                <a:cs typeface="Aptos"/>
              </a:defRPr>
            </a:lvl3pPr>
            <a:lvl4pPr algn="ctr">
              <a:defRPr sz="1575" b="1">
                <a:solidFill>
                  <a:srgbClr val="172554"/>
                </a:solidFill>
                <a:latin typeface="Aptos"/>
                <a:ea typeface="Aptos"/>
                <a:cs typeface="Aptos"/>
              </a:defRPr>
            </a:lvl4pPr>
            <a:lvl5pPr algn="ctr">
              <a:defRPr sz="1575" b="1">
                <a:solidFill>
                  <a:srgbClr val="172554"/>
                </a:solidFill>
                <a:latin typeface="Aptos"/>
                <a:ea typeface="Aptos"/>
                <a:cs typeface="Aptos"/>
              </a:defRPr>
            </a:lvl5pPr>
            <a:lvl6pPr algn="ctr">
              <a:defRPr sz="1575" b="1">
                <a:solidFill>
                  <a:srgbClr val="172554"/>
                </a:solidFill>
                <a:latin typeface="Aptos"/>
                <a:ea typeface="Aptos"/>
                <a:cs typeface="Aptos"/>
              </a:defRPr>
            </a:lvl6pPr>
            <a:lvl7pPr algn="ctr">
              <a:defRPr sz="1575" b="1">
                <a:solidFill>
                  <a:srgbClr val="172554"/>
                </a:solidFill>
                <a:latin typeface="Aptos"/>
                <a:ea typeface="Aptos"/>
                <a:cs typeface="Aptos"/>
              </a:defRPr>
            </a:lvl7pPr>
            <a:lvl8pPr algn="ctr">
              <a:defRPr sz="1575" b="1">
                <a:solidFill>
                  <a:srgbClr val="172554"/>
                </a:solidFill>
                <a:latin typeface="Aptos"/>
                <a:ea typeface="Aptos"/>
                <a:cs typeface="Aptos"/>
              </a:defRPr>
            </a:lvl8pPr>
            <a:lvl9pPr algn="ctr">
              <a:defRPr sz="1575" b="1">
                <a:solidFill>
                  <a:srgbClr val="172554"/>
                </a:solidFill>
                <a:latin typeface="Aptos"/>
                <a:ea typeface="Aptos"/>
                <a:cs typeface="Aptos"/>
              </a:defRPr>
            </a:lvl9pPr>
          </a:lstStyle>
          <a:p xmlns:a="http://schemas.openxmlformats.org/drawingml/2006/main">
            <a:pPr algn="ctr">
              <a:defRPr sz="1575" b="1">
                <a:solidFill>
                  <a:srgbClr val="172554"/>
                </a:solidFill>
                <a:latin typeface="Aptos"/>
                <a:ea typeface="Aptos"/>
                <a:cs typeface="Aptos"/>
              </a:defRPr>
            </a:pPr>
            <a:r>
              <a:rPr sz="1575" b="1">
                <a:solidFill>
                  <a:srgbClr val="172554"/>
                </a:solidFill>
                <a:latin typeface="Aptos"/>
                <a:ea typeface="Aptos"/>
                <a:cs typeface="Aptos"/>
              </a:rPr>
              <a:t>Clave pública</a:t>
            </a:r>
          </a:p>
        </p:txBody>
      </p:sp>
      <p:sp>
        <p:nvSpPr>
          <p:cNvPr id="18" name="">
            <a:extLst xmlns:a="http://schemas.openxmlformats.org/drawingml/2006/main">
              <a:ext uri="{FF2B5EF4-FFF2-40B4-BE49-F238E27FC236}">
                <a16:creationId xmlns:a16="http://schemas.microsoft.com/office/drawing/2014/main" id="{0A39BE81-D6D1-4298-9D32-8CB4AC12301A}"/>
              </a:ext>
            </a:extLst>
          </p:cNvPr>
          <p:cNvSpPr>
            <a:spLocks xmlns:a="http://schemas.openxmlformats.org/drawingml/2006/main" noGrp="1"/>
          </p:cNvSpPr>
          <p:nvPr/>
        </p:nvSpPr>
        <p:spPr>
          <a:xfrm xmlns:a="http://schemas.openxmlformats.org/drawingml/2006/main">
            <a:off x="4667250"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Diffie y Hellman proponen nuevas formas de distribuir claves y autenticar.</a:t>
            </a:r>
          </a:p>
        </p:txBody>
      </p:sp>
      <p:sp>
        <p:nvSpPr>
          <p:cNvPr id="19" name="">
            <a:extLst xmlns:a="http://schemas.openxmlformats.org/drawingml/2006/main">
              <a:ext uri="{FF2B5EF4-FFF2-40B4-BE49-F238E27FC236}">
                <a16:creationId xmlns:a16="http://schemas.microsoft.com/office/drawing/2014/main" id="{9351A7A8-E76C-431C-BC72-64F488128CBD}"/>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2A32ADB-2A31-4C7E-A302-E76DC2E9D0E6}"/>
              </a:ext>
            </a:extLst>
          </p:cNvPr>
          <p:cNvSpPr>
            <a:spLocks xmlns:a="http://schemas.openxmlformats.org/drawingml/2006/main" noGrp="1"/>
          </p:cNvSpPr>
          <p:nvPr/>
        </p:nvSpPr>
        <p:spPr>
          <a:xfrm xmlns:a="http://schemas.openxmlformats.org/drawingml/2006/main">
            <a:off x="9172575" y="3209925"/>
            <a:ext cx="628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defRPr sz="1875" b="1">
                <a:solidFill>
                  <a:srgbClr val="FFFFFF"/>
                </a:solidFill>
                <a:latin typeface="Aptos"/>
                <a:ea typeface="Aptos"/>
                <a:cs typeface="Aptos"/>
              </a:defRPr>
            </a:lvl1pPr>
            <a:lvl2pPr algn="ctr">
              <a:defRPr sz="1875" b="1">
                <a:solidFill>
                  <a:srgbClr val="FFFFFF"/>
                </a:solidFill>
                <a:latin typeface="Aptos"/>
                <a:ea typeface="Aptos"/>
                <a:cs typeface="Aptos"/>
              </a:defRPr>
            </a:lvl2pPr>
            <a:lvl3pPr algn="ctr">
              <a:defRPr sz="1875" b="1">
                <a:solidFill>
                  <a:srgbClr val="FFFFFF"/>
                </a:solidFill>
                <a:latin typeface="Aptos"/>
                <a:ea typeface="Aptos"/>
                <a:cs typeface="Aptos"/>
              </a:defRPr>
            </a:lvl3pPr>
            <a:lvl4pPr algn="ctr">
              <a:defRPr sz="1875" b="1">
                <a:solidFill>
                  <a:srgbClr val="FFFFFF"/>
                </a:solidFill>
                <a:latin typeface="Aptos"/>
                <a:ea typeface="Aptos"/>
                <a:cs typeface="Aptos"/>
              </a:defRPr>
            </a:lvl4pPr>
            <a:lvl5pPr algn="ctr">
              <a:defRPr sz="1875" b="1">
                <a:solidFill>
                  <a:srgbClr val="FFFFFF"/>
                </a:solidFill>
                <a:latin typeface="Aptos"/>
                <a:ea typeface="Aptos"/>
                <a:cs typeface="Aptos"/>
              </a:defRPr>
            </a:lvl5pPr>
            <a:lvl6pPr algn="ctr">
              <a:defRPr sz="1875" b="1">
                <a:solidFill>
                  <a:srgbClr val="FFFFFF"/>
                </a:solidFill>
                <a:latin typeface="Aptos"/>
                <a:ea typeface="Aptos"/>
                <a:cs typeface="Aptos"/>
              </a:defRPr>
            </a:lvl6pPr>
            <a:lvl7pPr algn="ctr">
              <a:defRPr sz="1875" b="1">
                <a:solidFill>
                  <a:srgbClr val="FFFFFF"/>
                </a:solidFill>
                <a:latin typeface="Aptos"/>
                <a:ea typeface="Aptos"/>
                <a:cs typeface="Aptos"/>
              </a:defRPr>
            </a:lvl7pPr>
            <a:lvl8pPr algn="ctr">
              <a:defRPr sz="1875" b="1">
                <a:solidFill>
                  <a:srgbClr val="FFFFFF"/>
                </a:solidFill>
                <a:latin typeface="Aptos"/>
                <a:ea typeface="Aptos"/>
                <a:cs typeface="Aptos"/>
              </a:defRPr>
            </a:lvl8pPr>
            <a:lvl9pPr algn="ctr">
              <a:defRPr sz="1875" b="1">
                <a:solidFill>
                  <a:srgbClr val="FFFFFF"/>
                </a:solidFill>
                <a:latin typeface="Aptos"/>
                <a:ea typeface="Aptos"/>
                <a:cs typeface="Aptos"/>
              </a:defRPr>
            </a:lvl9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760EA56-5D5F-45DE-8D9E-C6855DA81086}"/>
              </a:ext>
            </a:extLst>
          </p:cNvPr>
          <p:cNvSpPr>
            <a:spLocks xmlns:a="http://schemas.openxmlformats.org/drawingml/2006/main" noGrp="1"/>
          </p:cNvSpPr>
          <p:nvPr/>
        </p:nvSpPr>
        <p:spPr>
          <a:xfrm xmlns:a="http://schemas.openxmlformats.org/drawingml/2006/main">
            <a:off x="8239125" y="22383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2B544"/>
                </a:solidFill>
                <a:latin typeface="Aptos"/>
                <a:ea typeface="Aptos"/>
                <a:cs typeface="Aptos"/>
              </a:defRPr>
            </a:defPPr>
            <a:lvl1pPr algn="ctr">
              <a:defRPr sz="1275" b="1">
                <a:solidFill>
                  <a:srgbClr val="F2B544"/>
                </a:solidFill>
                <a:latin typeface="Aptos"/>
                <a:ea typeface="Aptos"/>
                <a:cs typeface="Aptos"/>
              </a:defRPr>
            </a:lvl1pPr>
            <a:lvl2pPr algn="ctr">
              <a:defRPr sz="1275" b="1">
                <a:solidFill>
                  <a:srgbClr val="F2B544"/>
                </a:solidFill>
                <a:latin typeface="Aptos"/>
                <a:ea typeface="Aptos"/>
                <a:cs typeface="Aptos"/>
              </a:defRPr>
            </a:lvl2pPr>
            <a:lvl3pPr algn="ctr">
              <a:defRPr sz="1275" b="1">
                <a:solidFill>
                  <a:srgbClr val="F2B544"/>
                </a:solidFill>
                <a:latin typeface="Aptos"/>
                <a:ea typeface="Aptos"/>
                <a:cs typeface="Aptos"/>
              </a:defRPr>
            </a:lvl3pPr>
            <a:lvl4pPr algn="ctr">
              <a:defRPr sz="1275" b="1">
                <a:solidFill>
                  <a:srgbClr val="F2B544"/>
                </a:solidFill>
                <a:latin typeface="Aptos"/>
                <a:ea typeface="Aptos"/>
                <a:cs typeface="Aptos"/>
              </a:defRPr>
            </a:lvl4pPr>
            <a:lvl5pPr algn="ctr">
              <a:defRPr sz="1275" b="1">
                <a:solidFill>
                  <a:srgbClr val="F2B544"/>
                </a:solidFill>
                <a:latin typeface="Aptos"/>
                <a:ea typeface="Aptos"/>
                <a:cs typeface="Aptos"/>
              </a:defRPr>
            </a:lvl5pPr>
            <a:lvl6pPr algn="ctr">
              <a:defRPr sz="1275" b="1">
                <a:solidFill>
                  <a:srgbClr val="F2B544"/>
                </a:solidFill>
                <a:latin typeface="Aptos"/>
                <a:ea typeface="Aptos"/>
                <a:cs typeface="Aptos"/>
              </a:defRPr>
            </a:lvl6pPr>
            <a:lvl7pPr algn="ctr">
              <a:defRPr sz="1275" b="1">
                <a:solidFill>
                  <a:srgbClr val="F2B544"/>
                </a:solidFill>
                <a:latin typeface="Aptos"/>
                <a:ea typeface="Aptos"/>
                <a:cs typeface="Aptos"/>
              </a:defRPr>
            </a:lvl7pPr>
            <a:lvl8pPr algn="ctr">
              <a:defRPr sz="1275" b="1">
                <a:solidFill>
                  <a:srgbClr val="F2B544"/>
                </a:solidFill>
                <a:latin typeface="Aptos"/>
                <a:ea typeface="Aptos"/>
                <a:cs typeface="Aptos"/>
              </a:defRPr>
            </a:lvl8pPr>
            <a:lvl9pPr algn="ctr">
              <a:defRPr sz="1275" b="1">
                <a:solidFill>
                  <a:srgbClr val="F2B544"/>
                </a:solidFill>
                <a:latin typeface="Aptos"/>
                <a:ea typeface="Aptos"/>
                <a:cs typeface="Aptos"/>
              </a:defRPr>
            </a:lvl9pPr>
          </a:lstStyle>
          <a:p xmlns:a="http://schemas.openxmlformats.org/drawingml/2006/main">
            <a:pPr algn="ctr">
              <a:defRPr sz="1275" b="1">
                <a:solidFill>
                  <a:srgbClr val="F2B544"/>
                </a:solidFill>
                <a:latin typeface="Aptos"/>
                <a:ea typeface="Aptos"/>
                <a:cs typeface="Aptos"/>
              </a:defRPr>
            </a:pPr>
            <a:r>
              <a:rPr sz="1275" b="1">
                <a:solidFill>
                  <a:srgbClr val="F2B544"/>
                </a:solidFill>
                <a:latin typeface="Aptos"/>
                <a:ea typeface="Aptos"/>
                <a:cs typeface="Aptos"/>
              </a:rPr>
              <a:t>2011–2017</a:t>
            </a:r>
          </a:p>
        </p:txBody>
      </p:sp>
      <p:sp>
        <p:nvSpPr>
          <p:cNvPr id="22" name="">
            <a:extLst xmlns:a="http://schemas.openxmlformats.org/drawingml/2006/main">
              <a:ext uri="{FF2B5EF4-FFF2-40B4-BE49-F238E27FC236}">
                <a16:creationId xmlns:a16="http://schemas.microsoft.com/office/drawing/2014/main" id="{8D14E413-6754-4801-8B90-29B7EA50364F}"/>
              </a:ext>
            </a:extLst>
          </p:cNvPr>
          <p:cNvSpPr>
            <a:spLocks xmlns:a="http://schemas.openxmlformats.org/drawingml/2006/main" noGrp="1"/>
          </p:cNvSpPr>
          <p:nvPr/>
        </p:nvSpPr>
        <p:spPr>
          <a:xfrm xmlns:a="http://schemas.openxmlformats.org/drawingml/2006/main">
            <a:off x="8239125" y="26384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defRPr sz="1575" b="1">
                <a:solidFill>
                  <a:srgbClr val="172554"/>
                </a:solidFill>
                <a:latin typeface="Aptos"/>
                <a:ea typeface="Aptos"/>
                <a:cs typeface="Aptos"/>
              </a:defRPr>
            </a:lvl1pPr>
            <a:lvl2pPr algn="ctr">
              <a:defRPr sz="1575" b="1">
                <a:solidFill>
                  <a:srgbClr val="172554"/>
                </a:solidFill>
                <a:latin typeface="Aptos"/>
                <a:ea typeface="Aptos"/>
                <a:cs typeface="Aptos"/>
              </a:defRPr>
            </a:lvl2pPr>
            <a:lvl3pPr algn="ctr">
              <a:defRPr sz="1575" b="1">
                <a:solidFill>
                  <a:srgbClr val="172554"/>
                </a:solidFill>
                <a:latin typeface="Aptos"/>
                <a:ea typeface="Aptos"/>
                <a:cs typeface="Aptos"/>
              </a:defRPr>
            </a:lvl3pPr>
            <a:lvl4pPr algn="ctr">
              <a:defRPr sz="1575" b="1">
                <a:solidFill>
                  <a:srgbClr val="172554"/>
                </a:solidFill>
                <a:latin typeface="Aptos"/>
                <a:ea typeface="Aptos"/>
                <a:cs typeface="Aptos"/>
              </a:defRPr>
            </a:lvl4pPr>
            <a:lvl5pPr algn="ctr">
              <a:defRPr sz="1575" b="1">
                <a:solidFill>
                  <a:srgbClr val="172554"/>
                </a:solidFill>
                <a:latin typeface="Aptos"/>
                <a:ea typeface="Aptos"/>
                <a:cs typeface="Aptos"/>
              </a:defRPr>
            </a:lvl5pPr>
            <a:lvl6pPr algn="ctr">
              <a:defRPr sz="1575" b="1">
                <a:solidFill>
                  <a:srgbClr val="172554"/>
                </a:solidFill>
                <a:latin typeface="Aptos"/>
                <a:ea typeface="Aptos"/>
                <a:cs typeface="Aptos"/>
              </a:defRPr>
            </a:lvl6pPr>
            <a:lvl7pPr algn="ctr">
              <a:defRPr sz="1575" b="1">
                <a:solidFill>
                  <a:srgbClr val="172554"/>
                </a:solidFill>
                <a:latin typeface="Aptos"/>
                <a:ea typeface="Aptos"/>
                <a:cs typeface="Aptos"/>
              </a:defRPr>
            </a:lvl7pPr>
            <a:lvl8pPr algn="ctr">
              <a:defRPr sz="1575" b="1">
                <a:solidFill>
                  <a:srgbClr val="172554"/>
                </a:solidFill>
                <a:latin typeface="Aptos"/>
                <a:ea typeface="Aptos"/>
                <a:cs typeface="Aptos"/>
              </a:defRPr>
            </a:lvl8pPr>
            <a:lvl9pPr algn="ctr">
              <a:defRPr sz="1575" b="1">
                <a:solidFill>
                  <a:srgbClr val="172554"/>
                </a:solidFill>
                <a:latin typeface="Aptos"/>
                <a:ea typeface="Aptos"/>
                <a:cs typeface="Aptos"/>
              </a:defRPr>
            </a:lvl9pPr>
          </a:lstStyle>
          <a:p xmlns:a="http://schemas.openxmlformats.org/drawingml/2006/main">
            <a:pPr algn="ctr">
              <a:defRPr sz="1575" b="1">
                <a:solidFill>
                  <a:srgbClr val="172554"/>
                </a:solidFill>
                <a:latin typeface="Aptos"/>
                <a:ea typeface="Aptos"/>
                <a:cs typeface="Aptos"/>
              </a:defRPr>
            </a:pPr>
            <a:r>
              <a:rPr sz="1575" b="1">
                <a:solidFill>
                  <a:srgbClr val="172554"/>
                </a:solidFill>
                <a:latin typeface="Aptos"/>
                <a:ea typeface="Aptos"/>
                <a:cs typeface="Aptos"/>
              </a:rPr>
              <a:t>Ed25519 / EdDSA</a:t>
            </a:r>
          </a:p>
        </p:txBody>
      </p:sp>
      <p:sp>
        <p:nvSpPr>
          <p:cNvPr id="23" name="">
            <a:extLst xmlns:a="http://schemas.openxmlformats.org/drawingml/2006/main">
              <a:ext uri="{FF2B5EF4-FFF2-40B4-BE49-F238E27FC236}">
                <a16:creationId xmlns:a16="http://schemas.microsoft.com/office/drawing/2014/main" id="{D91C6588-F989-44F9-825B-B84F9F4E3BC2}"/>
              </a:ext>
            </a:extLst>
          </p:cNvPr>
          <p:cNvSpPr>
            <a:spLocks xmlns:a="http://schemas.openxmlformats.org/drawingml/2006/main" noGrp="1"/>
          </p:cNvSpPr>
          <p:nvPr/>
        </p:nvSpPr>
        <p:spPr>
          <a:xfrm xmlns:a="http://schemas.openxmlformats.org/drawingml/2006/main">
            <a:off x="8239125" y="4048125"/>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Se publica la propuesta Ed25519 y luego se documenta EdDSA en RFC 8032.</a:t>
            </a:r>
          </a:p>
        </p:txBody>
      </p:sp>
      <p:sp>
        <p:nvSpPr>
          <p:cNvPr id="24" name="">
            <a:extLst xmlns:a="http://schemas.openxmlformats.org/drawingml/2006/main">
              <a:ext uri="{FF2B5EF4-FFF2-40B4-BE49-F238E27FC236}">
                <a16:creationId xmlns:a16="http://schemas.microsoft.com/office/drawing/2014/main" id="{69A676F7-7F15-4A92-A5E6-AB1FD77F15BC}"/>
              </a:ext>
            </a:extLst>
          </p:cNvPr>
          <p:cNvSpPr>
            <a:spLocks xmlns:a="http://schemas.openxmlformats.org/drawingml/2006/main" noGrp="1"/>
          </p:cNvSpPr>
          <p:nvPr/>
        </p:nvSpPr>
        <p:spPr>
          <a:xfrm xmlns:a="http://schemas.openxmlformats.org/drawingml/2006/main">
            <a:off x="781050" y="53530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defRPr sz="1050" b="0">
                <a:solidFill>
                  <a:srgbClr val="536276"/>
                </a:solidFill>
                <a:latin typeface="Aptos"/>
                <a:ea typeface="Aptos"/>
                <a:cs typeface="Aptos"/>
              </a:defRPr>
            </a:lvl1pPr>
            <a:lvl2pPr algn="ctr">
              <a:defRPr sz="1050" b="0">
                <a:solidFill>
                  <a:srgbClr val="536276"/>
                </a:solidFill>
                <a:latin typeface="Aptos"/>
                <a:ea typeface="Aptos"/>
                <a:cs typeface="Aptos"/>
              </a:defRPr>
            </a:lvl2pPr>
            <a:lvl3pPr algn="ctr">
              <a:defRPr sz="1050" b="0">
                <a:solidFill>
                  <a:srgbClr val="536276"/>
                </a:solidFill>
                <a:latin typeface="Aptos"/>
                <a:ea typeface="Aptos"/>
                <a:cs typeface="Aptos"/>
              </a:defRPr>
            </a:lvl3pPr>
            <a:lvl4pPr algn="ctr">
              <a:defRPr sz="1050" b="0">
                <a:solidFill>
                  <a:srgbClr val="536276"/>
                </a:solidFill>
                <a:latin typeface="Aptos"/>
                <a:ea typeface="Aptos"/>
                <a:cs typeface="Aptos"/>
              </a:defRPr>
            </a:lvl4pPr>
            <a:lvl5pPr algn="ctr">
              <a:defRPr sz="1050" b="0">
                <a:solidFill>
                  <a:srgbClr val="536276"/>
                </a:solidFill>
                <a:latin typeface="Aptos"/>
                <a:ea typeface="Aptos"/>
                <a:cs typeface="Aptos"/>
              </a:defRPr>
            </a:lvl5pPr>
            <a:lvl6pPr algn="ctr">
              <a:defRPr sz="1050" b="0">
                <a:solidFill>
                  <a:srgbClr val="536276"/>
                </a:solidFill>
                <a:latin typeface="Aptos"/>
                <a:ea typeface="Aptos"/>
                <a:cs typeface="Aptos"/>
              </a:defRPr>
            </a:lvl6pPr>
            <a:lvl7pPr algn="ctr">
              <a:defRPr sz="1050" b="0">
                <a:solidFill>
                  <a:srgbClr val="536276"/>
                </a:solidFill>
                <a:latin typeface="Aptos"/>
                <a:ea typeface="Aptos"/>
                <a:cs typeface="Aptos"/>
              </a:defRPr>
            </a:lvl7pPr>
            <a:lvl8pPr algn="ctr">
              <a:defRPr sz="1050" b="0">
                <a:solidFill>
                  <a:srgbClr val="536276"/>
                </a:solidFill>
                <a:latin typeface="Aptos"/>
                <a:ea typeface="Aptos"/>
                <a:cs typeface="Aptos"/>
              </a:defRPr>
            </a:lvl8pPr>
            <a:lvl9pPr algn="ctr">
              <a:defRPr sz="1050" b="0">
                <a:solidFill>
                  <a:srgbClr val="536276"/>
                </a:solidFill>
                <a:latin typeface="Aptos"/>
                <a:ea typeface="Aptos"/>
                <a:cs typeface="Aptos"/>
              </a:defRPr>
            </a:lvl9pPr>
          </a:lstStyle>
          <a:p xmlns:a="http://schemas.openxmlformats.org/drawingml/2006/main">
            <a:pPr algn="ctr">
              <a:defRPr sz="1050" b="0">
                <a:solidFill>
                  <a:srgbClr val="536276"/>
                </a:solidFill>
                <a:latin typeface="Aptos"/>
                <a:ea typeface="Aptos"/>
                <a:cs typeface="Aptos"/>
              </a:defRPr>
            </a:pPr>
            <a:r>
              <a:rPr sz="1050" b="0">
                <a:solidFill>
                  <a:srgbClr val="536276"/>
                </a:solidFill>
                <a:latin typeface="Aptos"/>
                <a:ea typeface="Aptos"/>
                <a:cs typeface="Aptos"/>
              </a:rPr>
              <a:t>Hitos, no una historia completa</a:t>
            </a:r>
          </a:p>
        </p:txBody>
      </p:sp>
    </p:spTree>
    <p:extLst>
      <p:ext uri="{BB962C8B-B14F-4D97-AF65-F5344CB8AC3E}">
        <p14:creationId xmlns:p14="http://schemas.microsoft.com/office/powerpoint/2010/main" val="25557197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F4704BA-5D18-43B5-8ABD-08D9E7BA9C2B}"/>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2A679B2E-74D4-4456-A5E5-CE99C6E3EA1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CF15927A-2BD4-4065-9005-BE892C335DC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Cifrar, resumir y firmar resuelven problemas distintos</a:t>
            </a:r>
          </a:p>
        </p:txBody>
      </p:sp>
      <p:sp>
        <p:nvSpPr>
          <p:cNvPr id="4" name="">
            <a:extLst xmlns:a="http://schemas.openxmlformats.org/drawingml/2006/main">
              <a:ext uri="{FF2B5EF4-FFF2-40B4-BE49-F238E27FC236}">
                <a16:creationId xmlns:a16="http://schemas.microsoft.com/office/drawing/2014/main" id="{841E4225-5537-4795-885A-C1A47629A78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60AA98DF-A11F-4F41-B20A-9795AB09E85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5F0F7524-049A-4DA3-8DCA-C8C13DBC5973}"/>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CBE32395-F151-40CD-83A6-B1822DA68DAB}"/>
              </a:ext>
            </a:extLst>
          </p:cNvPr>
          <p:cNvSpPr>
            <a:spLocks xmlns:a="http://schemas.openxmlformats.org/drawingml/2006/main" noGrp="1"/>
          </p:cNvSpPr>
          <p:nvPr/>
        </p:nvSpPr>
        <p:spPr>
          <a:xfrm xmlns:a="http://schemas.openxmlformats.org/drawingml/2006/main">
            <a:off x="66675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51A78B4-59FC-4366-A0E7-5E9B77B8A8D0}"/>
              </a:ext>
            </a:extLst>
          </p:cNvPr>
          <p:cNvSpPr>
            <a:spLocks xmlns:a="http://schemas.openxmlformats.org/drawingml/2006/main" noGrp="1"/>
          </p:cNvSpPr>
          <p:nvPr/>
        </p:nvSpPr>
        <p:spPr>
          <a:xfrm xmlns:a="http://schemas.openxmlformats.org/drawingml/2006/main">
            <a:off x="666750" y="1762125"/>
            <a:ext cx="333375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24C796D-E0D5-43CD-9A6E-DED8F93A837D}"/>
              </a:ext>
            </a:extLst>
          </p:cNvPr>
          <p:cNvSpPr>
            <a:spLocks xmlns:a="http://schemas.openxmlformats.org/drawingml/2006/main" noGrp="1"/>
          </p:cNvSpPr>
          <p:nvPr/>
        </p:nvSpPr>
        <p:spPr>
          <a:xfrm xmlns:a="http://schemas.openxmlformats.org/drawingml/2006/main">
            <a:off x="89535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defRPr sz="1200" b="1">
                <a:solidFill>
                  <a:srgbClr val="2846A0"/>
                </a:solidFill>
                <a:latin typeface="Aptos"/>
                <a:ea typeface="Aptos"/>
                <a:cs typeface="Aptos"/>
              </a:defRPr>
            </a:lvl1pPr>
            <a:lvl2pPr algn="l">
              <a:defRPr sz="1200" b="1">
                <a:solidFill>
                  <a:srgbClr val="2846A0"/>
                </a:solidFill>
                <a:latin typeface="Aptos"/>
                <a:ea typeface="Aptos"/>
                <a:cs typeface="Aptos"/>
              </a:defRPr>
            </a:lvl2pPr>
            <a:lvl3pPr algn="l">
              <a:defRPr sz="1200" b="1">
                <a:solidFill>
                  <a:srgbClr val="2846A0"/>
                </a:solidFill>
                <a:latin typeface="Aptos"/>
                <a:ea typeface="Aptos"/>
                <a:cs typeface="Aptos"/>
              </a:defRPr>
            </a:lvl3pPr>
            <a:lvl4pPr algn="l">
              <a:defRPr sz="1200" b="1">
                <a:solidFill>
                  <a:srgbClr val="2846A0"/>
                </a:solidFill>
                <a:latin typeface="Aptos"/>
                <a:ea typeface="Aptos"/>
                <a:cs typeface="Aptos"/>
              </a:defRPr>
            </a:lvl4pPr>
            <a:lvl5pPr algn="l">
              <a:defRPr sz="1200" b="1">
                <a:solidFill>
                  <a:srgbClr val="2846A0"/>
                </a:solidFill>
                <a:latin typeface="Aptos"/>
                <a:ea typeface="Aptos"/>
                <a:cs typeface="Aptos"/>
              </a:defRPr>
            </a:lvl5pPr>
            <a:lvl6pPr algn="l">
              <a:defRPr sz="1200" b="1">
                <a:solidFill>
                  <a:srgbClr val="2846A0"/>
                </a:solidFill>
                <a:latin typeface="Aptos"/>
                <a:ea typeface="Aptos"/>
                <a:cs typeface="Aptos"/>
              </a:defRPr>
            </a:lvl6pPr>
            <a:lvl7pPr algn="l">
              <a:defRPr sz="1200" b="1">
                <a:solidFill>
                  <a:srgbClr val="2846A0"/>
                </a:solidFill>
                <a:latin typeface="Aptos"/>
                <a:ea typeface="Aptos"/>
                <a:cs typeface="Aptos"/>
              </a:defRPr>
            </a:lvl7pPr>
            <a:lvl8pPr algn="l">
              <a:defRPr sz="1200" b="1">
                <a:solidFill>
                  <a:srgbClr val="2846A0"/>
                </a:solidFill>
                <a:latin typeface="Aptos"/>
                <a:ea typeface="Aptos"/>
                <a:cs typeface="Aptos"/>
              </a:defRPr>
            </a:lvl8pPr>
            <a:lvl9pPr algn="l">
              <a:defRPr sz="1200" b="1">
                <a:solidFill>
                  <a:srgbClr val="2846A0"/>
                </a:solidFill>
                <a:latin typeface="Aptos"/>
                <a:ea typeface="Aptos"/>
                <a:cs typeface="Aptos"/>
              </a:defRPr>
            </a:lvl9pPr>
          </a:lstStyle>
          <a:p xmlns:a="http://schemas.openxmlformats.org/drawingml/2006/main">
            <a:pPr algn="l">
              <a:defRPr sz="1200" b="1">
                <a:solidFill>
                  <a:srgbClr val="2846A0"/>
                </a:solidFill>
                <a:latin typeface="Aptos"/>
                <a:ea typeface="Aptos"/>
                <a:cs typeface="Aptos"/>
              </a:defRPr>
            </a:pPr>
            <a:r>
              <a:rPr sz="1200" b="1">
                <a:solidFill>
                  <a:srgbClr val="2846A0"/>
                </a:solidFill>
                <a:latin typeface="Aptos"/>
                <a:ea typeface="Aptos"/>
                <a:cs typeface="Aptos"/>
              </a:rPr>
              <a:t>CIFRADO</a:t>
            </a:r>
          </a:p>
        </p:txBody>
      </p:sp>
      <p:sp>
        <p:nvSpPr>
          <p:cNvPr id="10" name="">
            <a:extLst xmlns:a="http://schemas.openxmlformats.org/drawingml/2006/main">
              <a:ext uri="{FF2B5EF4-FFF2-40B4-BE49-F238E27FC236}">
                <a16:creationId xmlns:a16="http://schemas.microsoft.com/office/drawing/2014/main" id="{7F8FCE12-4D74-4143-90C5-91AA5656692F}"/>
              </a:ext>
            </a:extLst>
          </p:cNvPr>
          <p:cNvSpPr>
            <a:spLocks xmlns:a="http://schemas.openxmlformats.org/drawingml/2006/main" noGrp="1"/>
          </p:cNvSpPr>
          <p:nvPr/>
        </p:nvSpPr>
        <p:spPr>
          <a:xfrm xmlns:a="http://schemas.openxmlformats.org/drawingml/2006/main">
            <a:off x="89535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defRPr sz="1650" b="1">
                <a:solidFill>
                  <a:srgbClr val="172554"/>
                </a:solidFill>
                <a:latin typeface="Aptos"/>
                <a:ea typeface="Aptos"/>
                <a:cs typeface="Aptos"/>
              </a:defRPr>
            </a:lvl1pPr>
            <a:lvl2pPr algn="l">
              <a:defRPr sz="1650" b="1">
                <a:solidFill>
                  <a:srgbClr val="172554"/>
                </a:solidFill>
                <a:latin typeface="Aptos"/>
                <a:ea typeface="Aptos"/>
                <a:cs typeface="Aptos"/>
              </a:defRPr>
            </a:lvl2pPr>
            <a:lvl3pPr algn="l">
              <a:defRPr sz="1650" b="1">
                <a:solidFill>
                  <a:srgbClr val="172554"/>
                </a:solidFill>
                <a:latin typeface="Aptos"/>
                <a:ea typeface="Aptos"/>
                <a:cs typeface="Aptos"/>
              </a:defRPr>
            </a:lvl3pPr>
            <a:lvl4pPr algn="l">
              <a:defRPr sz="1650" b="1">
                <a:solidFill>
                  <a:srgbClr val="172554"/>
                </a:solidFill>
                <a:latin typeface="Aptos"/>
                <a:ea typeface="Aptos"/>
                <a:cs typeface="Aptos"/>
              </a:defRPr>
            </a:lvl4pPr>
            <a:lvl5pPr algn="l">
              <a:defRPr sz="1650" b="1">
                <a:solidFill>
                  <a:srgbClr val="172554"/>
                </a:solidFill>
                <a:latin typeface="Aptos"/>
                <a:ea typeface="Aptos"/>
                <a:cs typeface="Aptos"/>
              </a:defRPr>
            </a:lvl5pPr>
            <a:lvl6pPr algn="l">
              <a:defRPr sz="1650" b="1">
                <a:solidFill>
                  <a:srgbClr val="172554"/>
                </a:solidFill>
                <a:latin typeface="Aptos"/>
                <a:ea typeface="Aptos"/>
                <a:cs typeface="Aptos"/>
              </a:defRPr>
            </a:lvl6pPr>
            <a:lvl7pPr algn="l">
              <a:defRPr sz="1650" b="1">
                <a:solidFill>
                  <a:srgbClr val="172554"/>
                </a:solidFill>
                <a:latin typeface="Aptos"/>
                <a:ea typeface="Aptos"/>
                <a:cs typeface="Aptos"/>
              </a:defRPr>
            </a:lvl7pPr>
            <a:lvl8pPr algn="l">
              <a:defRPr sz="1650" b="1">
                <a:solidFill>
                  <a:srgbClr val="172554"/>
                </a:solidFill>
                <a:latin typeface="Aptos"/>
                <a:ea typeface="Aptos"/>
                <a:cs typeface="Aptos"/>
              </a:defRPr>
            </a:lvl8pPr>
            <a:lvl9pPr algn="l">
              <a:defRPr sz="1650" b="1">
                <a:solidFill>
                  <a:srgbClr val="172554"/>
                </a:solidFill>
                <a:latin typeface="Aptos"/>
                <a:ea typeface="Aptos"/>
                <a:cs typeface="Aptos"/>
              </a:defRPr>
            </a:lvl9pPr>
          </a:lstStyle>
          <a:p xmlns:a="http://schemas.openxmlformats.org/drawingml/2006/main">
            <a:pPr algn="l">
              <a:defRPr sz="1650" b="1">
                <a:solidFill>
                  <a:srgbClr val="172554"/>
                </a:solidFill>
                <a:latin typeface="Aptos"/>
                <a:ea typeface="Aptos"/>
                <a:cs typeface="Aptos"/>
              </a:defRPr>
            </a:pPr>
            <a:r>
              <a:rPr sz="1650" b="1">
                <a:solidFill>
                  <a:srgbClr val="172554"/>
                </a:solidFill>
                <a:latin typeface="Aptos"/>
                <a:ea typeface="Aptos"/>
                <a:cs typeface="Aptos"/>
              </a:rPr>
              <a:t>Oculta el contenido</a:t>
            </a:r>
          </a:p>
        </p:txBody>
      </p:sp>
      <p:sp>
        <p:nvSpPr>
          <p:cNvPr id="11" name="">
            <a:extLst xmlns:a="http://schemas.openxmlformats.org/drawingml/2006/main">
              <a:ext uri="{FF2B5EF4-FFF2-40B4-BE49-F238E27FC236}">
                <a16:creationId xmlns:a16="http://schemas.microsoft.com/office/drawing/2014/main" id="{CC5ECEC9-1423-4601-887D-D6FA8BABF0A5}"/>
              </a:ext>
            </a:extLst>
          </p:cNvPr>
          <p:cNvSpPr>
            <a:spLocks xmlns:a="http://schemas.openxmlformats.org/drawingml/2006/main" noGrp="1"/>
          </p:cNvSpPr>
          <p:nvPr/>
        </p:nvSpPr>
        <p:spPr>
          <a:xfrm xmlns:a="http://schemas.openxmlformats.org/drawingml/2006/main">
            <a:off x="10287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846A0"/>
            </a:solidFill>
            <a:prstDash val="solid"/>
          </a:ln>
        </p:spPr>
      </p:sp>
      <p:sp>
        <p:nvSpPr>
          <p:cNvPr id="12" name="">
            <a:extLst xmlns:a="http://schemas.openxmlformats.org/drawingml/2006/main">
              <a:ext uri="{FF2B5EF4-FFF2-40B4-BE49-F238E27FC236}">
                <a16:creationId xmlns:a16="http://schemas.microsoft.com/office/drawing/2014/main" id="{5CF7BD0B-605E-45C6-AFE1-F92B8C318F99}"/>
              </a:ext>
            </a:extLst>
          </p:cNvPr>
          <p:cNvSpPr>
            <a:spLocks xmlns:a="http://schemas.openxmlformats.org/drawingml/2006/main" noGrp="1"/>
          </p:cNvSpPr>
          <p:nvPr/>
        </p:nvSpPr>
        <p:spPr>
          <a:xfrm xmlns:a="http://schemas.openxmlformats.org/drawingml/2006/main">
            <a:off x="1152525" y="3019425"/>
            <a:ext cx="447675" cy="476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D996B5-D61E-49ED-8C03-F9BD40B87D7C}"/>
              </a:ext>
            </a:extLst>
          </p:cNvPr>
          <p:cNvSpPr>
            <a:spLocks xmlns:a="http://schemas.openxmlformats.org/drawingml/2006/main" noGrp="1"/>
          </p:cNvSpPr>
          <p:nvPr/>
        </p:nvSpPr>
        <p:spPr>
          <a:xfrm xmlns:a="http://schemas.openxmlformats.org/drawingml/2006/main">
            <a:off x="11525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1F3E53-984C-4B0C-B8B6-C681E93670B9}"/>
              </a:ext>
            </a:extLst>
          </p:cNvPr>
          <p:cNvSpPr>
            <a:spLocks xmlns:a="http://schemas.openxmlformats.org/drawingml/2006/main" noGrp="1"/>
          </p:cNvSpPr>
          <p:nvPr/>
        </p:nvSpPr>
        <p:spPr>
          <a:xfrm xmlns:a="http://schemas.openxmlformats.org/drawingml/2006/main">
            <a:off x="11525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5DF7F7B-22D6-493D-9395-3EFA8D2C00B8}"/>
              </a:ext>
            </a:extLst>
          </p:cNvPr>
          <p:cNvSpPr>
            <a:spLocks xmlns:a="http://schemas.openxmlformats.org/drawingml/2006/main" noGrp="1"/>
          </p:cNvSpPr>
          <p:nvPr/>
        </p:nvSpPr>
        <p:spPr>
          <a:xfrm xmlns:a="http://schemas.openxmlformats.org/drawingml/2006/main">
            <a:off x="8382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ORIGINAL</a:t>
            </a:r>
          </a:p>
        </p:txBody>
      </p:sp>
      <p:sp>
        <p:nvSpPr>
          <p:cNvPr id="16" name="">
            <a:extLst xmlns:a="http://schemas.openxmlformats.org/drawingml/2006/main">
              <a:ext uri="{FF2B5EF4-FFF2-40B4-BE49-F238E27FC236}">
                <a16:creationId xmlns:a16="http://schemas.microsoft.com/office/drawing/2014/main" id="{99B72EB7-F865-4021-B34D-E23C2D4D66E5}"/>
              </a:ext>
            </a:extLst>
          </p:cNvPr>
          <p:cNvSpPr>
            <a:spLocks xmlns:a="http://schemas.openxmlformats.org/drawingml/2006/main" noGrp="1"/>
          </p:cNvSpPr>
          <p:nvPr/>
        </p:nvSpPr>
        <p:spPr>
          <a:xfrm xmlns:a="http://schemas.openxmlformats.org/drawingml/2006/main">
            <a:off x="1971675" y="3105150"/>
            <a:ext cx="45720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651AC13-E814-4340-9B35-F42EBAF7D730}"/>
              </a:ext>
            </a:extLst>
          </p:cNvPr>
          <p:cNvSpPr>
            <a:spLocks xmlns:a="http://schemas.openxmlformats.org/drawingml/2006/main" noGrp="1"/>
          </p:cNvSpPr>
          <p:nvPr/>
        </p:nvSpPr>
        <p:spPr>
          <a:xfrm xmlns:a="http://schemas.openxmlformats.org/drawingml/2006/main">
            <a:off x="2638425" y="2847975"/>
            <a:ext cx="342900" cy="400050"/>
          </a:xfrm>
          <a:prstGeom xmlns:a="http://schemas.openxmlformats.org/drawingml/2006/main" prst="ellipse">
            <a:avLst/>
          </a:prstGeom>
          <a:noFill xmlns:a="http://schemas.openxmlformats.org/drawingml/2006/main"/>
          <a:ln xmlns:a="http://schemas.openxmlformats.org/drawingml/2006/main" w="47625">
            <a:solidFill>
              <a:srgbClr val="2846A0"/>
            </a:solidFill>
            <a:prstDash val="solid"/>
          </a:ln>
        </p:spPr>
      </p:sp>
      <p:sp>
        <p:nvSpPr>
          <p:cNvPr id="18" name="">
            <a:extLst xmlns:a="http://schemas.openxmlformats.org/drawingml/2006/main">
              <a:ext uri="{FF2B5EF4-FFF2-40B4-BE49-F238E27FC236}">
                <a16:creationId xmlns:a16="http://schemas.microsoft.com/office/drawing/2014/main" id="{2C927186-E099-43D6-A5F0-FA3EDA8AE02C}"/>
              </a:ext>
            </a:extLst>
          </p:cNvPr>
          <p:cNvSpPr>
            <a:spLocks xmlns:a="http://schemas.openxmlformats.org/drawingml/2006/main" noGrp="1"/>
          </p:cNvSpPr>
          <p:nvPr/>
        </p:nvSpPr>
        <p:spPr>
          <a:xfrm xmlns:a="http://schemas.openxmlformats.org/drawingml/2006/main">
            <a:off x="2581275" y="3038475"/>
            <a:ext cx="457200" cy="333375"/>
          </a:xfrm>
          <a:prstGeom xmlns:a="http://schemas.openxmlformats.org/drawingml/2006/main" prst="roundRect">
            <a:avLst>
              <a:gd name="adj" fmla="val 22857"/>
            </a:avLst>
          </a:prstGeom>
          <a:solidFill xmlns:a="http://schemas.openxmlformats.org/drawingml/2006/main">
            <a:srgbClr val="E8EDFF"/>
          </a:solidFill>
          <a:ln xmlns:a="http://schemas.openxmlformats.org/drawingml/2006/main" w="19050">
            <a:solidFill>
              <a:srgbClr val="2846A0"/>
            </a:solidFill>
            <a:prstDash val="solid"/>
          </a:ln>
        </p:spPr>
      </p:sp>
      <p:sp>
        <p:nvSpPr>
          <p:cNvPr id="19" name="">
            <a:extLst xmlns:a="http://schemas.openxmlformats.org/drawingml/2006/main">
              <a:ext uri="{FF2B5EF4-FFF2-40B4-BE49-F238E27FC236}">
                <a16:creationId xmlns:a16="http://schemas.microsoft.com/office/drawing/2014/main" id="{08FE3FA5-477D-4011-AECD-7440214C31C8}"/>
              </a:ext>
            </a:extLst>
          </p:cNvPr>
          <p:cNvSpPr>
            <a:spLocks xmlns:a="http://schemas.openxmlformats.org/drawingml/2006/main" noGrp="1"/>
          </p:cNvSpPr>
          <p:nvPr/>
        </p:nvSpPr>
        <p:spPr>
          <a:xfrm xmlns:a="http://schemas.openxmlformats.org/drawingml/2006/main">
            <a:off x="2752725" y="3114675"/>
            <a:ext cx="114300" cy="1143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638BE4-EE45-4C36-BDDB-4F9D9F216A33}"/>
              </a:ext>
            </a:extLst>
          </p:cNvPr>
          <p:cNvSpPr>
            <a:spLocks xmlns:a="http://schemas.openxmlformats.org/drawingml/2006/main" noGrp="1"/>
          </p:cNvSpPr>
          <p:nvPr/>
        </p:nvSpPr>
        <p:spPr>
          <a:xfrm xmlns:a="http://schemas.openxmlformats.org/drawingml/2006/main">
            <a:off x="2790825" y="3209925"/>
            <a:ext cx="3810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54B39D2-EC59-4F91-950A-0FD099E3AC1C}"/>
              </a:ext>
            </a:extLst>
          </p:cNvPr>
          <p:cNvSpPr>
            <a:spLocks xmlns:a="http://schemas.openxmlformats.org/drawingml/2006/main" noGrp="1"/>
          </p:cNvSpPr>
          <p:nvPr/>
        </p:nvSpPr>
        <p:spPr>
          <a:xfrm xmlns:a="http://schemas.openxmlformats.org/drawingml/2006/main">
            <a:off x="3152775" y="3105150"/>
            <a:ext cx="323850" cy="2286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32F9B-0B77-4BDE-AC82-8B7266F3E085}"/>
              </a:ext>
            </a:extLst>
          </p:cNvPr>
          <p:cNvSpPr>
            <a:spLocks xmlns:a="http://schemas.openxmlformats.org/drawingml/2006/main" noGrp="1"/>
          </p:cNvSpPr>
          <p:nvPr/>
        </p:nvSpPr>
        <p:spPr>
          <a:xfrm xmlns:a="http://schemas.openxmlformats.org/drawingml/2006/main">
            <a:off x="3381375" y="2990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2846A0"/>
                </a:solidFill>
                <a:latin typeface="Aptos"/>
                <a:ea typeface="Aptos"/>
                <a:cs typeface="Aptos"/>
              </a:defRPr>
            </a:defPPr>
            <a:lvl1pPr algn="ctr">
              <a:defRPr sz="825" b="1">
                <a:solidFill>
                  <a:srgbClr val="2846A0"/>
                </a:solidFill>
                <a:latin typeface="Aptos"/>
                <a:ea typeface="Aptos"/>
                <a:cs typeface="Aptos"/>
              </a:defRPr>
            </a:lvl1pPr>
            <a:lvl2pPr algn="ctr">
              <a:defRPr sz="825" b="1">
                <a:solidFill>
                  <a:srgbClr val="2846A0"/>
                </a:solidFill>
                <a:latin typeface="Aptos"/>
                <a:ea typeface="Aptos"/>
                <a:cs typeface="Aptos"/>
              </a:defRPr>
            </a:lvl2pPr>
            <a:lvl3pPr algn="ctr">
              <a:defRPr sz="825" b="1">
                <a:solidFill>
                  <a:srgbClr val="2846A0"/>
                </a:solidFill>
                <a:latin typeface="Aptos"/>
                <a:ea typeface="Aptos"/>
                <a:cs typeface="Aptos"/>
              </a:defRPr>
            </a:lvl3pPr>
            <a:lvl4pPr algn="ctr">
              <a:defRPr sz="825" b="1">
                <a:solidFill>
                  <a:srgbClr val="2846A0"/>
                </a:solidFill>
                <a:latin typeface="Aptos"/>
                <a:ea typeface="Aptos"/>
                <a:cs typeface="Aptos"/>
              </a:defRPr>
            </a:lvl4pPr>
            <a:lvl5pPr algn="ctr">
              <a:defRPr sz="825" b="1">
                <a:solidFill>
                  <a:srgbClr val="2846A0"/>
                </a:solidFill>
                <a:latin typeface="Aptos"/>
                <a:ea typeface="Aptos"/>
                <a:cs typeface="Aptos"/>
              </a:defRPr>
            </a:lvl5pPr>
            <a:lvl6pPr algn="ctr">
              <a:defRPr sz="825" b="1">
                <a:solidFill>
                  <a:srgbClr val="2846A0"/>
                </a:solidFill>
                <a:latin typeface="Aptos"/>
                <a:ea typeface="Aptos"/>
                <a:cs typeface="Aptos"/>
              </a:defRPr>
            </a:lvl6pPr>
            <a:lvl7pPr algn="ctr">
              <a:defRPr sz="825" b="1">
                <a:solidFill>
                  <a:srgbClr val="2846A0"/>
                </a:solidFill>
                <a:latin typeface="Aptos"/>
                <a:ea typeface="Aptos"/>
                <a:cs typeface="Aptos"/>
              </a:defRPr>
            </a:lvl7pPr>
            <a:lvl8pPr algn="ctr">
              <a:defRPr sz="825" b="1">
                <a:solidFill>
                  <a:srgbClr val="2846A0"/>
                </a:solidFill>
                <a:latin typeface="Aptos"/>
                <a:ea typeface="Aptos"/>
                <a:cs typeface="Aptos"/>
              </a:defRPr>
            </a:lvl8pPr>
            <a:lvl9pPr algn="ctr">
              <a:defRPr sz="825" b="1">
                <a:solidFill>
                  <a:srgbClr val="2846A0"/>
                </a:solidFill>
                <a:latin typeface="Aptos"/>
                <a:ea typeface="Aptos"/>
                <a:cs typeface="Aptos"/>
              </a:defRPr>
            </a:lvl9pPr>
          </a:lstStyle>
          <a:p xmlns:a="http://schemas.openxmlformats.org/drawingml/2006/main">
            <a:pPr algn="ctr">
              <a:defRPr sz="825" b="1">
                <a:solidFill>
                  <a:srgbClr val="2846A0"/>
                </a:solidFill>
                <a:latin typeface="Aptos"/>
                <a:ea typeface="Aptos"/>
                <a:cs typeface="Aptos"/>
              </a:defRPr>
            </a:pPr>
            <a:r>
              <a:rPr sz="825" b="1">
                <a:solidFill>
                  <a:srgbClr val="2846A0"/>
                </a:solidFill>
                <a:latin typeface="Aptos"/>
                <a:ea typeface="Aptos"/>
                <a:cs typeface="Aptos"/>
              </a:rPr>
              <a:t>ILEGIBLE</a:t>
            </a:r>
          </a:p>
        </p:txBody>
      </p:sp>
      <p:sp>
        <p:nvSpPr>
          <p:cNvPr id="23" name="">
            <a:extLst xmlns:a="http://schemas.openxmlformats.org/drawingml/2006/main">
              <a:ext uri="{FF2B5EF4-FFF2-40B4-BE49-F238E27FC236}">
                <a16:creationId xmlns:a16="http://schemas.microsoft.com/office/drawing/2014/main" id="{089B22A6-B8C3-4B64-8CC9-9690DD5F2D11}"/>
              </a:ext>
            </a:extLst>
          </p:cNvPr>
          <p:cNvSpPr>
            <a:spLocks xmlns:a="http://schemas.openxmlformats.org/drawingml/2006/main" noGrp="1"/>
          </p:cNvSpPr>
          <p:nvPr/>
        </p:nvSpPr>
        <p:spPr>
          <a:xfrm xmlns:a="http://schemas.openxmlformats.org/drawingml/2006/main">
            <a:off x="87630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defRPr sz="1050" b="0">
                <a:solidFill>
                  <a:srgbClr val="536276"/>
                </a:solidFill>
                <a:latin typeface="Aptos"/>
                <a:ea typeface="Aptos"/>
                <a:cs typeface="Aptos"/>
              </a:defRPr>
            </a:lvl1pPr>
            <a:lvl2pPr algn="l">
              <a:defRPr sz="1050" b="0">
                <a:solidFill>
                  <a:srgbClr val="536276"/>
                </a:solidFill>
                <a:latin typeface="Aptos"/>
                <a:ea typeface="Aptos"/>
                <a:cs typeface="Aptos"/>
              </a:defRPr>
            </a:lvl2pPr>
            <a:lvl3pPr algn="l">
              <a:defRPr sz="1050" b="0">
                <a:solidFill>
                  <a:srgbClr val="536276"/>
                </a:solidFill>
                <a:latin typeface="Aptos"/>
                <a:ea typeface="Aptos"/>
                <a:cs typeface="Aptos"/>
              </a:defRPr>
            </a:lvl3pPr>
            <a:lvl4pPr algn="l">
              <a:defRPr sz="1050" b="0">
                <a:solidFill>
                  <a:srgbClr val="536276"/>
                </a:solidFill>
                <a:latin typeface="Aptos"/>
                <a:ea typeface="Aptos"/>
                <a:cs typeface="Aptos"/>
              </a:defRPr>
            </a:lvl4pPr>
            <a:lvl5pPr algn="l">
              <a:defRPr sz="1050" b="0">
                <a:solidFill>
                  <a:srgbClr val="536276"/>
                </a:solidFill>
                <a:latin typeface="Aptos"/>
                <a:ea typeface="Aptos"/>
                <a:cs typeface="Aptos"/>
              </a:defRPr>
            </a:lvl5pPr>
            <a:lvl6pPr algn="l">
              <a:defRPr sz="1050" b="0">
                <a:solidFill>
                  <a:srgbClr val="536276"/>
                </a:solidFill>
                <a:latin typeface="Aptos"/>
                <a:ea typeface="Aptos"/>
                <a:cs typeface="Aptos"/>
              </a:defRPr>
            </a:lvl6pPr>
            <a:lvl7pPr algn="l">
              <a:defRPr sz="1050" b="0">
                <a:solidFill>
                  <a:srgbClr val="536276"/>
                </a:solidFill>
                <a:latin typeface="Aptos"/>
                <a:ea typeface="Aptos"/>
                <a:cs typeface="Aptos"/>
              </a:defRPr>
            </a:lvl7pPr>
            <a:lvl8pPr algn="l">
              <a:defRPr sz="1050" b="0">
                <a:solidFill>
                  <a:srgbClr val="536276"/>
                </a:solidFill>
                <a:latin typeface="Aptos"/>
                <a:ea typeface="Aptos"/>
                <a:cs typeface="Aptos"/>
              </a:defRPr>
            </a:lvl8pPr>
            <a:lvl9pPr algn="l">
              <a:defRPr sz="1050" b="0">
                <a:solidFill>
                  <a:srgbClr val="536276"/>
                </a:solidFill>
                <a:latin typeface="Aptos"/>
                <a:ea typeface="Aptos"/>
                <a:cs typeface="Aptos"/>
              </a:defRPr>
            </a:lvl9pPr>
          </a:lstStyle>
          <a:p xmlns:a="http://schemas.openxmlformats.org/drawingml/2006/main">
            <a:pPr algn="l">
              <a:defRPr sz="1050" b="0">
                <a:solidFill>
                  <a:srgbClr val="536276"/>
                </a:solidFill>
                <a:latin typeface="Aptos"/>
                <a:ea typeface="Aptos"/>
                <a:cs typeface="Aptos"/>
              </a:defRPr>
            </a:pPr>
            <a:r>
              <a:rPr sz="1050" b="0">
                <a:solidFill>
                  <a:srgbClr val="536276"/>
                </a:solidFill>
                <a:latin typeface="Aptos"/>
                <a:ea typeface="Aptos"/>
                <a:cs typeface="Aptos"/>
              </a:rPr>
              <a:t>Sin la clave de descifrado, el texto queda ilegible.</a:t>
            </a:r>
          </a:p>
        </p:txBody>
      </p:sp>
      <p:sp>
        <p:nvSpPr>
          <p:cNvPr id="24" name="">
            <a:extLst xmlns:a="http://schemas.openxmlformats.org/drawingml/2006/main">
              <a:ext uri="{FF2B5EF4-FFF2-40B4-BE49-F238E27FC236}">
                <a16:creationId xmlns:a16="http://schemas.microsoft.com/office/drawing/2014/main" id="{EBC188B8-B861-4FC6-BC4D-BCD202BD790D}"/>
              </a:ext>
            </a:extLst>
          </p:cNvPr>
          <p:cNvSpPr>
            <a:spLocks xmlns:a="http://schemas.openxmlformats.org/drawingml/2006/main" noGrp="1"/>
          </p:cNvSpPr>
          <p:nvPr/>
        </p:nvSpPr>
        <p:spPr>
          <a:xfrm xmlns:a="http://schemas.openxmlformats.org/drawingml/2006/main">
            <a:off x="885825" y="4429125"/>
            <a:ext cx="2895600"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2EFFD4-530F-44B0-AA15-CC1B270CCC2D}"/>
              </a:ext>
            </a:extLst>
          </p:cNvPr>
          <p:cNvSpPr>
            <a:spLocks xmlns:a="http://schemas.openxmlformats.org/drawingml/2006/main" noGrp="1"/>
          </p:cNvSpPr>
          <p:nvPr/>
        </p:nvSpPr>
        <p:spPr>
          <a:xfrm xmlns:a="http://schemas.openxmlformats.org/drawingml/2006/main">
            <a:off x="98107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CONFIDENCIALIDAD</a:t>
            </a:r>
          </a:p>
        </p:txBody>
      </p:sp>
      <p:sp>
        <p:nvSpPr>
          <p:cNvPr id="26" name="">
            <a:extLst xmlns:a="http://schemas.openxmlformats.org/drawingml/2006/main">
              <a:ext uri="{FF2B5EF4-FFF2-40B4-BE49-F238E27FC236}">
                <a16:creationId xmlns:a16="http://schemas.microsoft.com/office/drawing/2014/main" id="{08DACDB2-719A-4177-977F-87B8F54ED7A9}"/>
              </a:ext>
            </a:extLst>
          </p:cNvPr>
          <p:cNvSpPr>
            <a:spLocks xmlns:a="http://schemas.openxmlformats.org/drawingml/2006/main" noGrp="1"/>
          </p:cNvSpPr>
          <p:nvPr/>
        </p:nvSpPr>
        <p:spPr>
          <a:xfrm xmlns:a="http://schemas.openxmlformats.org/drawingml/2006/main">
            <a:off x="4429125"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D26DE92A-88BD-4F43-BFFC-EEF7BE39BB3F}"/>
              </a:ext>
            </a:extLst>
          </p:cNvPr>
          <p:cNvSpPr>
            <a:spLocks xmlns:a="http://schemas.openxmlformats.org/drawingml/2006/main" noGrp="1"/>
          </p:cNvSpPr>
          <p:nvPr/>
        </p:nvSpPr>
        <p:spPr>
          <a:xfrm xmlns:a="http://schemas.openxmlformats.org/drawingml/2006/main">
            <a:off x="4429125" y="1762125"/>
            <a:ext cx="333375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8CE0CE-7467-42A9-85EA-D1FE3290DA1D}"/>
              </a:ext>
            </a:extLst>
          </p:cNvPr>
          <p:cNvSpPr>
            <a:spLocks xmlns:a="http://schemas.openxmlformats.org/drawingml/2006/main" noGrp="1"/>
          </p:cNvSpPr>
          <p:nvPr/>
        </p:nvSpPr>
        <p:spPr>
          <a:xfrm xmlns:a="http://schemas.openxmlformats.org/drawingml/2006/main">
            <a:off x="4657725"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2B8A8"/>
                </a:solidFill>
                <a:latin typeface="Aptos"/>
                <a:ea typeface="Aptos"/>
                <a:cs typeface="Aptos"/>
              </a:defRPr>
            </a:defPPr>
            <a:lvl1pPr algn="l">
              <a:defRPr sz="1200" b="1">
                <a:solidFill>
                  <a:srgbClr val="22B8A8"/>
                </a:solidFill>
                <a:latin typeface="Aptos"/>
                <a:ea typeface="Aptos"/>
                <a:cs typeface="Aptos"/>
              </a:defRPr>
            </a:lvl1pPr>
            <a:lvl2pPr algn="l">
              <a:defRPr sz="1200" b="1">
                <a:solidFill>
                  <a:srgbClr val="22B8A8"/>
                </a:solidFill>
                <a:latin typeface="Aptos"/>
                <a:ea typeface="Aptos"/>
                <a:cs typeface="Aptos"/>
              </a:defRPr>
            </a:lvl2pPr>
            <a:lvl3pPr algn="l">
              <a:defRPr sz="1200" b="1">
                <a:solidFill>
                  <a:srgbClr val="22B8A8"/>
                </a:solidFill>
                <a:latin typeface="Aptos"/>
                <a:ea typeface="Aptos"/>
                <a:cs typeface="Aptos"/>
              </a:defRPr>
            </a:lvl3pPr>
            <a:lvl4pPr algn="l">
              <a:defRPr sz="1200" b="1">
                <a:solidFill>
                  <a:srgbClr val="22B8A8"/>
                </a:solidFill>
                <a:latin typeface="Aptos"/>
                <a:ea typeface="Aptos"/>
                <a:cs typeface="Aptos"/>
              </a:defRPr>
            </a:lvl4pPr>
            <a:lvl5pPr algn="l">
              <a:defRPr sz="1200" b="1">
                <a:solidFill>
                  <a:srgbClr val="22B8A8"/>
                </a:solidFill>
                <a:latin typeface="Aptos"/>
                <a:ea typeface="Aptos"/>
                <a:cs typeface="Aptos"/>
              </a:defRPr>
            </a:lvl5pPr>
            <a:lvl6pPr algn="l">
              <a:defRPr sz="1200" b="1">
                <a:solidFill>
                  <a:srgbClr val="22B8A8"/>
                </a:solidFill>
                <a:latin typeface="Aptos"/>
                <a:ea typeface="Aptos"/>
                <a:cs typeface="Aptos"/>
              </a:defRPr>
            </a:lvl6pPr>
            <a:lvl7pPr algn="l">
              <a:defRPr sz="1200" b="1">
                <a:solidFill>
                  <a:srgbClr val="22B8A8"/>
                </a:solidFill>
                <a:latin typeface="Aptos"/>
                <a:ea typeface="Aptos"/>
                <a:cs typeface="Aptos"/>
              </a:defRPr>
            </a:lvl7pPr>
            <a:lvl8pPr algn="l">
              <a:defRPr sz="1200" b="1">
                <a:solidFill>
                  <a:srgbClr val="22B8A8"/>
                </a:solidFill>
                <a:latin typeface="Aptos"/>
                <a:ea typeface="Aptos"/>
                <a:cs typeface="Aptos"/>
              </a:defRPr>
            </a:lvl8pPr>
            <a:lvl9pPr algn="l">
              <a:defRPr sz="1200" b="1">
                <a:solidFill>
                  <a:srgbClr val="22B8A8"/>
                </a:solidFill>
                <a:latin typeface="Aptos"/>
                <a:ea typeface="Aptos"/>
                <a:cs typeface="Aptos"/>
              </a:defRPr>
            </a:lvl9pPr>
          </a:lstStyle>
          <a:p xmlns:a="http://schemas.openxmlformats.org/drawingml/2006/main">
            <a:pPr algn="l">
              <a:defRPr sz="1200" b="1">
                <a:solidFill>
                  <a:srgbClr val="22B8A8"/>
                </a:solidFill>
                <a:latin typeface="Aptos"/>
                <a:ea typeface="Aptos"/>
                <a:cs typeface="Aptos"/>
              </a:defRPr>
            </a:pPr>
            <a:r>
              <a:rPr sz="1200" b="1">
                <a:solidFill>
                  <a:srgbClr val="22B8A8"/>
                </a:solidFill>
                <a:latin typeface="Aptos"/>
                <a:ea typeface="Aptos"/>
                <a:cs typeface="Aptos"/>
              </a:rPr>
              <a:t>HASH</a:t>
            </a:r>
          </a:p>
        </p:txBody>
      </p:sp>
      <p:sp>
        <p:nvSpPr>
          <p:cNvPr id="29" name="">
            <a:extLst xmlns:a="http://schemas.openxmlformats.org/drawingml/2006/main">
              <a:ext uri="{FF2B5EF4-FFF2-40B4-BE49-F238E27FC236}">
                <a16:creationId xmlns:a16="http://schemas.microsoft.com/office/drawing/2014/main" id="{AADE34E9-3874-426E-96C9-ACE76A60FB7F}"/>
              </a:ext>
            </a:extLst>
          </p:cNvPr>
          <p:cNvSpPr>
            <a:spLocks xmlns:a="http://schemas.openxmlformats.org/drawingml/2006/main" noGrp="1"/>
          </p:cNvSpPr>
          <p:nvPr/>
        </p:nvSpPr>
        <p:spPr>
          <a:xfrm xmlns:a="http://schemas.openxmlformats.org/drawingml/2006/main">
            <a:off x="4657725"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defRPr sz="1650" b="1">
                <a:solidFill>
                  <a:srgbClr val="172554"/>
                </a:solidFill>
                <a:latin typeface="Aptos"/>
                <a:ea typeface="Aptos"/>
                <a:cs typeface="Aptos"/>
              </a:defRPr>
            </a:lvl1pPr>
            <a:lvl2pPr algn="l">
              <a:defRPr sz="1650" b="1">
                <a:solidFill>
                  <a:srgbClr val="172554"/>
                </a:solidFill>
                <a:latin typeface="Aptos"/>
                <a:ea typeface="Aptos"/>
                <a:cs typeface="Aptos"/>
              </a:defRPr>
            </a:lvl2pPr>
            <a:lvl3pPr algn="l">
              <a:defRPr sz="1650" b="1">
                <a:solidFill>
                  <a:srgbClr val="172554"/>
                </a:solidFill>
                <a:latin typeface="Aptos"/>
                <a:ea typeface="Aptos"/>
                <a:cs typeface="Aptos"/>
              </a:defRPr>
            </a:lvl3pPr>
            <a:lvl4pPr algn="l">
              <a:defRPr sz="1650" b="1">
                <a:solidFill>
                  <a:srgbClr val="172554"/>
                </a:solidFill>
                <a:latin typeface="Aptos"/>
                <a:ea typeface="Aptos"/>
                <a:cs typeface="Aptos"/>
              </a:defRPr>
            </a:lvl4pPr>
            <a:lvl5pPr algn="l">
              <a:defRPr sz="1650" b="1">
                <a:solidFill>
                  <a:srgbClr val="172554"/>
                </a:solidFill>
                <a:latin typeface="Aptos"/>
                <a:ea typeface="Aptos"/>
                <a:cs typeface="Aptos"/>
              </a:defRPr>
            </a:lvl5pPr>
            <a:lvl6pPr algn="l">
              <a:defRPr sz="1650" b="1">
                <a:solidFill>
                  <a:srgbClr val="172554"/>
                </a:solidFill>
                <a:latin typeface="Aptos"/>
                <a:ea typeface="Aptos"/>
                <a:cs typeface="Aptos"/>
              </a:defRPr>
            </a:lvl6pPr>
            <a:lvl7pPr algn="l">
              <a:defRPr sz="1650" b="1">
                <a:solidFill>
                  <a:srgbClr val="172554"/>
                </a:solidFill>
                <a:latin typeface="Aptos"/>
                <a:ea typeface="Aptos"/>
                <a:cs typeface="Aptos"/>
              </a:defRPr>
            </a:lvl7pPr>
            <a:lvl8pPr algn="l">
              <a:defRPr sz="1650" b="1">
                <a:solidFill>
                  <a:srgbClr val="172554"/>
                </a:solidFill>
                <a:latin typeface="Aptos"/>
                <a:ea typeface="Aptos"/>
                <a:cs typeface="Aptos"/>
              </a:defRPr>
            </a:lvl8pPr>
            <a:lvl9pPr algn="l">
              <a:defRPr sz="1650" b="1">
                <a:solidFill>
                  <a:srgbClr val="172554"/>
                </a:solidFill>
                <a:latin typeface="Aptos"/>
                <a:ea typeface="Aptos"/>
                <a:cs typeface="Aptos"/>
              </a:defRPr>
            </a:lvl9pPr>
          </a:lstStyle>
          <a:p xmlns:a="http://schemas.openxmlformats.org/drawingml/2006/main">
            <a:pPr algn="l">
              <a:defRPr sz="1650" b="1">
                <a:solidFill>
                  <a:srgbClr val="172554"/>
                </a:solidFill>
                <a:latin typeface="Aptos"/>
                <a:ea typeface="Aptos"/>
                <a:cs typeface="Aptos"/>
              </a:defRPr>
            </a:pPr>
            <a:r>
              <a:rPr sz="1650" b="1">
                <a:solidFill>
                  <a:srgbClr val="172554"/>
                </a:solidFill>
                <a:latin typeface="Aptos"/>
                <a:ea typeface="Aptos"/>
                <a:cs typeface="Aptos"/>
              </a:rPr>
              <a:t>Resume el contenido</a:t>
            </a:r>
          </a:p>
        </p:txBody>
      </p:sp>
      <p:sp>
        <p:nvSpPr>
          <p:cNvPr id="30" name="">
            <a:extLst xmlns:a="http://schemas.openxmlformats.org/drawingml/2006/main">
              <a:ext uri="{FF2B5EF4-FFF2-40B4-BE49-F238E27FC236}">
                <a16:creationId xmlns:a16="http://schemas.microsoft.com/office/drawing/2014/main" id="{CAEBB315-DB6A-42F6-92B5-FD6F1CE59414}"/>
              </a:ext>
            </a:extLst>
          </p:cNvPr>
          <p:cNvSpPr>
            <a:spLocks xmlns:a="http://schemas.openxmlformats.org/drawingml/2006/main" noGrp="1"/>
          </p:cNvSpPr>
          <p:nvPr/>
        </p:nvSpPr>
        <p:spPr>
          <a:xfrm xmlns:a="http://schemas.openxmlformats.org/drawingml/2006/main">
            <a:off x="497205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2B8A8"/>
            </a:solidFill>
            <a:prstDash val="solid"/>
          </a:ln>
        </p:spPr>
      </p:sp>
      <p:sp>
        <p:nvSpPr>
          <p:cNvPr id="31" name="">
            <a:extLst xmlns:a="http://schemas.openxmlformats.org/drawingml/2006/main">
              <a:ext uri="{FF2B5EF4-FFF2-40B4-BE49-F238E27FC236}">
                <a16:creationId xmlns:a16="http://schemas.microsoft.com/office/drawing/2014/main" id="{85F5B375-5AD4-41E2-842E-0B24EA9A6305}"/>
              </a:ext>
            </a:extLst>
          </p:cNvPr>
          <p:cNvSpPr>
            <a:spLocks xmlns:a="http://schemas.openxmlformats.org/drawingml/2006/main" noGrp="1"/>
          </p:cNvSpPr>
          <p:nvPr/>
        </p:nvSpPr>
        <p:spPr>
          <a:xfrm xmlns:a="http://schemas.openxmlformats.org/drawingml/2006/main">
            <a:off x="5095875" y="3019425"/>
            <a:ext cx="447675" cy="476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B2E3D6A-70EC-4399-9889-FB80D60C7A06}"/>
              </a:ext>
            </a:extLst>
          </p:cNvPr>
          <p:cNvSpPr>
            <a:spLocks xmlns:a="http://schemas.openxmlformats.org/drawingml/2006/main" noGrp="1"/>
          </p:cNvSpPr>
          <p:nvPr/>
        </p:nvSpPr>
        <p:spPr>
          <a:xfrm xmlns:a="http://schemas.openxmlformats.org/drawingml/2006/main">
            <a:off x="509587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6F1D5E-8051-407D-ADA1-4B630B9F0D33}"/>
              </a:ext>
            </a:extLst>
          </p:cNvPr>
          <p:cNvSpPr>
            <a:spLocks xmlns:a="http://schemas.openxmlformats.org/drawingml/2006/main" noGrp="1"/>
          </p:cNvSpPr>
          <p:nvPr/>
        </p:nvSpPr>
        <p:spPr>
          <a:xfrm xmlns:a="http://schemas.openxmlformats.org/drawingml/2006/main">
            <a:off x="509587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25F677-B4E6-4415-8FAA-65CD56D62E74}"/>
              </a:ext>
            </a:extLst>
          </p:cNvPr>
          <p:cNvSpPr>
            <a:spLocks xmlns:a="http://schemas.openxmlformats.org/drawingml/2006/main" noGrp="1"/>
          </p:cNvSpPr>
          <p:nvPr/>
        </p:nvSpPr>
        <p:spPr>
          <a:xfrm xmlns:a="http://schemas.openxmlformats.org/drawingml/2006/main">
            <a:off x="478155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defRPr sz="975" b="1">
                <a:solidFill>
                  <a:srgbClr val="22B8A8"/>
                </a:solidFill>
                <a:latin typeface="Aptos"/>
                <a:ea typeface="Aptos"/>
                <a:cs typeface="Aptos"/>
              </a:defRPr>
            </a:lvl1pPr>
            <a:lvl2pPr algn="ctr">
              <a:defRPr sz="975" b="1">
                <a:solidFill>
                  <a:srgbClr val="22B8A8"/>
                </a:solidFill>
                <a:latin typeface="Aptos"/>
                <a:ea typeface="Aptos"/>
                <a:cs typeface="Aptos"/>
              </a:defRPr>
            </a:lvl2pPr>
            <a:lvl3pPr algn="ctr">
              <a:defRPr sz="975" b="1">
                <a:solidFill>
                  <a:srgbClr val="22B8A8"/>
                </a:solidFill>
                <a:latin typeface="Aptos"/>
                <a:ea typeface="Aptos"/>
                <a:cs typeface="Aptos"/>
              </a:defRPr>
            </a:lvl3pPr>
            <a:lvl4pPr algn="ctr">
              <a:defRPr sz="975" b="1">
                <a:solidFill>
                  <a:srgbClr val="22B8A8"/>
                </a:solidFill>
                <a:latin typeface="Aptos"/>
                <a:ea typeface="Aptos"/>
                <a:cs typeface="Aptos"/>
              </a:defRPr>
            </a:lvl4pPr>
            <a:lvl5pPr algn="ctr">
              <a:defRPr sz="975" b="1">
                <a:solidFill>
                  <a:srgbClr val="22B8A8"/>
                </a:solidFill>
                <a:latin typeface="Aptos"/>
                <a:ea typeface="Aptos"/>
                <a:cs typeface="Aptos"/>
              </a:defRPr>
            </a:lvl5pPr>
            <a:lvl6pPr algn="ctr">
              <a:defRPr sz="975" b="1">
                <a:solidFill>
                  <a:srgbClr val="22B8A8"/>
                </a:solidFill>
                <a:latin typeface="Aptos"/>
                <a:ea typeface="Aptos"/>
                <a:cs typeface="Aptos"/>
              </a:defRPr>
            </a:lvl6pPr>
            <a:lvl7pPr algn="ctr">
              <a:defRPr sz="975" b="1">
                <a:solidFill>
                  <a:srgbClr val="22B8A8"/>
                </a:solidFill>
                <a:latin typeface="Aptos"/>
                <a:ea typeface="Aptos"/>
                <a:cs typeface="Aptos"/>
              </a:defRPr>
            </a:lvl7pPr>
            <a:lvl8pPr algn="ctr">
              <a:defRPr sz="975" b="1">
                <a:solidFill>
                  <a:srgbClr val="22B8A8"/>
                </a:solidFill>
                <a:latin typeface="Aptos"/>
                <a:ea typeface="Aptos"/>
                <a:cs typeface="Aptos"/>
              </a:defRPr>
            </a:lvl8pPr>
            <a:lvl9pPr algn="ctr">
              <a:defRPr sz="975" b="1">
                <a:solidFill>
                  <a:srgbClr val="22B8A8"/>
                </a:solidFill>
                <a:latin typeface="Aptos"/>
                <a:ea typeface="Aptos"/>
                <a:cs typeface="Aptos"/>
              </a:defRPr>
            </a:lvl9pPr>
          </a:lstStyle>
          <a:p xmlns:a="http://schemas.openxmlformats.org/drawingml/2006/main">
            <a:pPr algn="ctr">
              <a:defRPr sz="975" b="1">
                <a:solidFill>
                  <a:srgbClr val="22B8A8"/>
                </a:solidFill>
                <a:latin typeface="Aptos"/>
                <a:ea typeface="Aptos"/>
                <a:cs typeface="Aptos"/>
              </a:defRPr>
            </a:pPr>
            <a:r>
              <a:rPr sz="975" b="1">
                <a:solidFill>
                  <a:srgbClr val="22B8A8"/>
                </a:solidFill>
                <a:latin typeface="Aptos"/>
                <a:ea typeface="Aptos"/>
                <a:cs typeface="Aptos"/>
              </a:rPr>
              <a:t>DATOS</a:t>
            </a:r>
          </a:p>
        </p:txBody>
      </p:sp>
      <p:sp>
        <p:nvSpPr>
          <p:cNvPr id="35" name="">
            <a:extLst xmlns:a="http://schemas.openxmlformats.org/drawingml/2006/main">
              <a:ext uri="{FF2B5EF4-FFF2-40B4-BE49-F238E27FC236}">
                <a16:creationId xmlns:a16="http://schemas.microsoft.com/office/drawing/2014/main" id="{0F220072-944B-42EA-85CD-7856AB67CE9F}"/>
              </a:ext>
            </a:extLst>
          </p:cNvPr>
          <p:cNvSpPr>
            <a:spLocks xmlns:a="http://schemas.openxmlformats.org/drawingml/2006/main" noGrp="1"/>
          </p:cNvSpPr>
          <p:nvPr/>
        </p:nvSpPr>
        <p:spPr>
          <a:xfrm xmlns:a="http://schemas.openxmlformats.org/drawingml/2006/main">
            <a:off x="5886450" y="3105150"/>
            <a:ext cx="4572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B75F0B-AED5-46F1-ACE0-3D0DDDE42789}"/>
              </a:ext>
            </a:extLst>
          </p:cNvPr>
          <p:cNvSpPr>
            <a:spLocks xmlns:a="http://schemas.openxmlformats.org/drawingml/2006/main" noGrp="1"/>
          </p:cNvSpPr>
          <p:nvPr/>
        </p:nvSpPr>
        <p:spPr>
          <a:xfrm xmlns:a="http://schemas.openxmlformats.org/drawingml/2006/main">
            <a:off x="6543675" y="2933700"/>
            <a:ext cx="876300" cy="371475"/>
          </a:xfrm>
          <a:prstGeom xmlns:a="http://schemas.openxmlformats.org/drawingml/2006/main" prst="roundRect">
            <a:avLst>
              <a:gd name="adj" fmla="val 20513"/>
            </a:avLst>
          </a:prstGeom>
          <a:solidFill xmlns:a="http://schemas.openxmlformats.org/drawingml/2006/main">
            <a:srgbClr val="D9F5F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B453823-786E-454A-9502-BCB86348AF95}"/>
              </a:ext>
            </a:extLst>
          </p:cNvPr>
          <p:cNvSpPr>
            <a:spLocks xmlns:a="http://schemas.openxmlformats.org/drawingml/2006/main" noGrp="1"/>
          </p:cNvSpPr>
          <p:nvPr/>
        </p:nvSpPr>
        <p:spPr>
          <a:xfrm xmlns:a="http://schemas.openxmlformats.org/drawingml/2006/main">
            <a:off x="6610350" y="2981325"/>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3836E"/>
                </a:solidFill>
                <a:latin typeface="Aptos"/>
                <a:ea typeface="Aptos"/>
                <a:cs typeface="Aptos"/>
              </a:defRPr>
            </a:defPPr>
            <a:lvl1pPr algn="ctr">
              <a:defRPr sz="1275" b="1">
                <a:solidFill>
                  <a:srgbClr val="23836E"/>
                </a:solidFill>
                <a:latin typeface="Aptos"/>
                <a:ea typeface="Aptos"/>
                <a:cs typeface="Aptos"/>
              </a:defRPr>
            </a:lvl1pPr>
            <a:lvl2pPr algn="ctr">
              <a:defRPr sz="1275" b="1">
                <a:solidFill>
                  <a:srgbClr val="23836E"/>
                </a:solidFill>
                <a:latin typeface="Aptos"/>
                <a:ea typeface="Aptos"/>
                <a:cs typeface="Aptos"/>
              </a:defRPr>
            </a:lvl2pPr>
            <a:lvl3pPr algn="ctr">
              <a:defRPr sz="1275" b="1">
                <a:solidFill>
                  <a:srgbClr val="23836E"/>
                </a:solidFill>
                <a:latin typeface="Aptos"/>
                <a:ea typeface="Aptos"/>
                <a:cs typeface="Aptos"/>
              </a:defRPr>
            </a:lvl3pPr>
            <a:lvl4pPr algn="ctr">
              <a:defRPr sz="1275" b="1">
                <a:solidFill>
                  <a:srgbClr val="23836E"/>
                </a:solidFill>
                <a:latin typeface="Aptos"/>
                <a:ea typeface="Aptos"/>
                <a:cs typeface="Aptos"/>
              </a:defRPr>
            </a:lvl4pPr>
            <a:lvl5pPr algn="ctr">
              <a:defRPr sz="1275" b="1">
                <a:solidFill>
                  <a:srgbClr val="23836E"/>
                </a:solidFill>
                <a:latin typeface="Aptos"/>
                <a:ea typeface="Aptos"/>
                <a:cs typeface="Aptos"/>
              </a:defRPr>
            </a:lvl5pPr>
            <a:lvl6pPr algn="ctr">
              <a:defRPr sz="1275" b="1">
                <a:solidFill>
                  <a:srgbClr val="23836E"/>
                </a:solidFill>
                <a:latin typeface="Aptos"/>
                <a:ea typeface="Aptos"/>
                <a:cs typeface="Aptos"/>
              </a:defRPr>
            </a:lvl6pPr>
            <a:lvl7pPr algn="ctr">
              <a:defRPr sz="1275" b="1">
                <a:solidFill>
                  <a:srgbClr val="23836E"/>
                </a:solidFill>
                <a:latin typeface="Aptos"/>
                <a:ea typeface="Aptos"/>
                <a:cs typeface="Aptos"/>
              </a:defRPr>
            </a:lvl7pPr>
            <a:lvl8pPr algn="ctr">
              <a:defRPr sz="1275" b="1">
                <a:solidFill>
                  <a:srgbClr val="23836E"/>
                </a:solidFill>
                <a:latin typeface="Aptos"/>
                <a:ea typeface="Aptos"/>
                <a:cs typeface="Aptos"/>
              </a:defRPr>
            </a:lvl8pPr>
            <a:lvl9pPr algn="ctr">
              <a:defRPr sz="1275" b="1">
                <a:solidFill>
                  <a:srgbClr val="23836E"/>
                </a:solidFill>
                <a:latin typeface="Aptos"/>
                <a:ea typeface="Aptos"/>
                <a:cs typeface="Aptos"/>
              </a:defRPr>
            </a:lvl9pPr>
          </a:lstStyle>
          <a:p xmlns:a="http://schemas.openxmlformats.org/drawingml/2006/main">
            <a:pPr algn="ctr">
              <a:defRPr sz="1275" b="1">
                <a:solidFill>
                  <a:srgbClr val="23836E"/>
                </a:solidFill>
                <a:latin typeface="Aptos"/>
                <a:ea typeface="Aptos"/>
                <a:cs typeface="Aptos"/>
              </a:defRPr>
            </a:pPr>
            <a:r>
              <a:rPr sz="1275" b="1">
                <a:solidFill>
                  <a:srgbClr val="23836E"/>
                </a:solidFill>
                <a:latin typeface="Aptos"/>
                <a:ea typeface="Aptos"/>
                <a:cs typeface="Aptos"/>
              </a:rPr>
              <a:t>a8f3…</a:t>
            </a:r>
          </a:p>
        </p:txBody>
      </p:sp>
      <p:sp>
        <p:nvSpPr>
          <p:cNvPr id="38" name="">
            <a:extLst xmlns:a="http://schemas.openxmlformats.org/drawingml/2006/main">
              <a:ext uri="{FF2B5EF4-FFF2-40B4-BE49-F238E27FC236}">
                <a16:creationId xmlns:a16="http://schemas.microsoft.com/office/drawing/2014/main" id="{80C12EE3-4037-4529-BD54-1F7BCB9DF030}"/>
              </a:ext>
            </a:extLst>
          </p:cNvPr>
          <p:cNvSpPr>
            <a:spLocks xmlns:a="http://schemas.openxmlformats.org/drawingml/2006/main" noGrp="1"/>
          </p:cNvSpPr>
          <p:nvPr/>
        </p:nvSpPr>
        <p:spPr>
          <a:xfrm xmlns:a="http://schemas.openxmlformats.org/drawingml/2006/main">
            <a:off x="6505575" y="3371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23836E"/>
                </a:solidFill>
                <a:latin typeface="Aptos"/>
                <a:ea typeface="Aptos"/>
                <a:cs typeface="Aptos"/>
              </a:defRPr>
            </a:defPPr>
            <a:lvl1pPr algn="ctr">
              <a:defRPr sz="900" b="1">
                <a:solidFill>
                  <a:srgbClr val="23836E"/>
                </a:solidFill>
                <a:latin typeface="Aptos"/>
                <a:ea typeface="Aptos"/>
                <a:cs typeface="Aptos"/>
              </a:defRPr>
            </a:lvl1pPr>
            <a:lvl2pPr algn="ctr">
              <a:defRPr sz="900" b="1">
                <a:solidFill>
                  <a:srgbClr val="23836E"/>
                </a:solidFill>
                <a:latin typeface="Aptos"/>
                <a:ea typeface="Aptos"/>
                <a:cs typeface="Aptos"/>
              </a:defRPr>
            </a:lvl2pPr>
            <a:lvl3pPr algn="ctr">
              <a:defRPr sz="900" b="1">
                <a:solidFill>
                  <a:srgbClr val="23836E"/>
                </a:solidFill>
                <a:latin typeface="Aptos"/>
                <a:ea typeface="Aptos"/>
                <a:cs typeface="Aptos"/>
              </a:defRPr>
            </a:lvl3pPr>
            <a:lvl4pPr algn="ctr">
              <a:defRPr sz="900" b="1">
                <a:solidFill>
                  <a:srgbClr val="23836E"/>
                </a:solidFill>
                <a:latin typeface="Aptos"/>
                <a:ea typeface="Aptos"/>
                <a:cs typeface="Aptos"/>
              </a:defRPr>
            </a:lvl4pPr>
            <a:lvl5pPr algn="ctr">
              <a:defRPr sz="900" b="1">
                <a:solidFill>
                  <a:srgbClr val="23836E"/>
                </a:solidFill>
                <a:latin typeface="Aptos"/>
                <a:ea typeface="Aptos"/>
                <a:cs typeface="Aptos"/>
              </a:defRPr>
            </a:lvl5pPr>
            <a:lvl6pPr algn="ctr">
              <a:defRPr sz="900" b="1">
                <a:solidFill>
                  <a:srgbClr val="23836E"/>
                </a:solidFill>
                <a:latin typeface="Aptos"/>
                <a:ea typeface="Aptos"/>
                <a:cs typeface="Aptos"/>
              </a:defRPr>
            </a:lvl6pPr>
            <a:lvl7pPr algn="ctr">
              <a:defRPr sz="900" b="1">
                <a:solidFill>
                  <a:srgbClr val="23836E"/>
                </a:solidFill>
                <a:latin typeface="Aptos"/>
                <a:ea typeface="Aptos"/>
                <a:cs typeface="Aptos"/>
              </a:defRPr>
            </a:lvl7pPr>
            <a:lvl8pPr algn="ctr">
              <a:defRPr sz="900" b="1">
                <a:solidFill>
                  <a:srgbClr val="23836E"/>
                </a:solidFill>
                <a:latin typeface="Aptos"/>
                <a:ea typeface="Aptos"/>
                <a:cs typeface="Aptos"/>
              </a:defRPr>
            </a:lvl8pPr>
            <a:lvl9pPr algn="ctr">
              <a:defRPr sz="900" b="1">
                <a:solidFill>
                  <a:srgbClr val="23836E"/>
                </a:solidFill>
                <a:latin typeface="Aptos"/>
                <a:ea typeface="Aptos"/>
                <a:cs typeface="Aptos"/>
              </a:defRPr>
            </a:lvl9pPr>
          </a:lstStyle>
          <a:p xmlns:a="http://schemas.openxmlformats.org/drawingml/2006/main">
            <a:pPr algn="ctr">
              <a:defRPr sz="900" b="1">
                <a:solidFill>
                  <a:srgbClr val="23836E"/>
                </a:solidFill>
                <a:latin typeface="Aptos"/>
                <a:ea typeface="Aptos"/>
                <a:cs typeface="Aptos"/>
              </a:defRPr>
            </a:pPr>
            <a:r>
              <a:rPr sz="900" b="1">
                <a:solidFill>
                  <a:srgbClr val="23836E"/>
                </a:solidFill>
                <a:latin typeface="Aptos"/>
                <a:ea typeface="Aptos"/>
                <a:cs typeface="Aptos"/>
              </a:rPr>
              <a:t>HUELLA</a:t>
            </a:r>
          </a:p>
        </p:txBody>
      </p:sp>
      <p:sp>
        <p:nvSpPr>
          <p:cNvPr id="39" name="">
            <a:extLst xmlns:a="http://schemas.openxmlformats.org/drawingml/2006/main">
              <a:ext uri="{FF2B5EF4-FFF2-40B4-BE49-F238E27FC236}">
                <a16:creationId xmlns:a16="http://schemas.microsoft.com/office/drawing/2014/main" id="{252A71F4-89B6-4B70-837E-0FE790834891}"/>
              </a:ext>
            </a:extLst>
          </p:cNvPr>
          <p:cNvSpPr>
            <a:spLocks xmlns:a="http://schemas.openxmlformats.org/drawingml/2006/main" noGrp="1"/>
          </p:cNvSpPr>
          <p:nvPr/>
        </p:nvSpPr>
        <p:spPr>
          <a:xfrm xmlns:a="http://schemas.openxmlformats.org/drawingml/2006/main">
            <a:off x="4638675"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defRPr sz="1050" b="0">
                <a:solidFill>
                  <a:srgbClr val="536276"/>
                </a:solidFill>
                <a:latin typeface="Aptos"/>
                <a:ea typeface="Aptos"/>
                <a:cs typeface="Aptos"/>
              </a:defRPr>
            </a:lvl1pPr>
            <a:lvl2pPr algn="l">
              <a:defRPr sz="1050" b="0">
                <a:solidFill>
                  <a:srgbClr val="536276"/>
                </a:solidFill>
                <a:latin typeface="Aptos"/>
                <a:ea typeface="Aptos"/>
                <a:cs typeface="Aptos"/>
              </a:defRPr>
            </a:lvl2pPr>
            <a:lvl3pPr algn="l">
              <a:defRPr sz="1050" b="0">
                <a:solidFill>
                  <a:srgbClr val="536276"/>
                </a:solidFill>
                <a:latin typeface="Aptos"/>
                <a:ea typeface="Aptos"/>
                <a:cs typeface="Aptos"/>
              </a:defRPr>
            </a:lvl3pPr>
            <a:lvl4pPr algn="l">
              <a:defRPr sz="1050" b="0">
                <a:solidFill>
                  <a:srgbClr val="536276"/>
                </a:solidFill>
                <a:latin typeface="Aptos"/>
                <a:ea typeface="Aptos"/>
                <a:cs typeface="Aptos"/>
              </a:defRPr>
            </a:lvl4pPr>
            <a:lvl5pPr algn="l">
              <a:defRPr sz="1050" b="0">
                <a:solidFill>
                  <a:srgbClr val="536276"/>
                </a:solidFill>
                <a:latin typeface="Aptos"/>
                <a:ea typeface="Aptos"/>
                <a:cs typeface="Aptos"/>
              </a:defRPr>
            </a:lvl5pPr>
            <a:lvl6pPr algn="l">
              <a:defRPr sz="1050" b="0">
                <a:solidFill>
                  <a:srgbClr val="536276"/>
                </a:solidFill>
                <a:latin typeface="Aptos"/>
                <a:ea typeface="Aptos"/>
                <a:cs typeface="Aptos"/>
              </a:defRPr>
            </a:lvl6pPr>
            <a:lvl7pPr algn="l">
              <a:defRPr sz="1050" b="0">
                <a:solidFill>
                  <a:srgbClr val="536276"/>
                </a:solidFill>
                <a:latin typeface="Aptos"/>
                <a:ea typeface="Aptos"/>
                <a:cs typeface="Aptos"/>
              </a:defRPr>
            </a:lvl7pPr>
            <a:lvl8pPr algn="l">
              <a:defRPr sz="1050" b="0">
                <a:solidFill>
                  <a:srgbClr val="536276"/>
                </a:solidFill>
                <a:latin typeface="Aptos"/>
                <a:ea typeface="Aptos"/>
                <a:cs typeface="Aptos"/>
              </a:defRPr>
            </a:lvl8pPr>
            <a:lvl9pPr algn="l">
              <a:defRPr sz="1050" b="0">
                <a:solidFill>
                  <a:srgbClr val="536276"/>
                </a:solidFill>
                <a:latin typeface="Aptos"/>
                <a:ea typeface="Aptos"/>
                <a:cs typeface="Aptos"/>
              </a:defRPr>
            </a:lvl9pPr>
          </a:lstStyle>
          <a:p xmlns:a="http://schemas.openxmlformats.org/drawingml/2006/main">
            <a:pPr algn="l">
              <a:defRPr sz="1050" b="0">
                <a:solidFill>
                  <a:srgbClr val="536276"/>
                </a:solidFill>
                <a:latin typeface="Aptos"/>
                <a:ea typeface="Aptos"/>
                <a:cs typeface="Aptos"/>
              </a:defRPr>
            </a:pPr>
            <a:r>
              <a:rPr sz="1050" b="0">
                <a:solidFill>
                  <a:srgbClr val="536276"/>
                </a:solidFill>
                <a:latin typeface="Aptos"/>
                <a:ea typeface="Aptos"/>
                <a:cs typeface="Aptos"/>
              </a:rPr>
              <a:t>Una huella corta ayuda a detectar cambios. Por sí sola no identifica al autor.</a:t>
            </a:r>
          </a:p>
        </p:txBody>
      </p:sp>
      <p:sp>
        <p:nvSpPr>
          <p:cNvPr id="40" name="">
            <a:extLst xmlns:a="http://schemas.openxmlformats.org/drawingml/2006/main">
              <a:ext uri="{FF2B5EF4-FFF2-40B4-BE49-F238E27FC236}">
                <a16:creationId xmlns:a16="http://schemas.microsoft.com/office/drawing/2014/main" id="{0AA676EC-CDA1-46AE-B4AB-4BC8D2C8C796}"/>
              </a:ext>
            </a:extLst>
          </p:cNvPr>
          <p:cNvSpPr>
            <a:spLocks xmlns:a="http://schemas.openxmlformats.org/drawingml/2006/main" noGrp="1"/>
          </p:cNvSpPr>
          <p:nvPr/>
        </p:nvSpPr>
        <p:spPr>
          <a:xfrm xmlns:a="http://schemas.openxmlformats.org/drawingml/2006/main">
            <a:off x="4648200" y="4429125"/>
            <a:ext cx="289560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1F94DFD-957C-4106-9092-7A4CC272F57B}"/>
              </a:ext>
            </a:extLst>
          </p:cNvPr>
          <p:cNvSpPr>
            <a:spLocks xmlns:a="http://schemas.openxmlformats.org/drawingml/2006/main" noGrp="1"/>
          </p:cNvSpPr>
          <p:nvPr/>
        </p:nvSpPr>
        <p:spPr>
          <a:xfrm xmlns:a="http://schemas.openxmlformats.org/drawingml/2006/main">
            <a:off x="4743450"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2B8A8"/>
                </a:solidFill>
                <a:latin typeface="Aptos"/>
                <a:ea typeface="Aptos"/>
                <a:cs typeface="Aptos"/>
              </a:defRPr>
            </a:defPPr>
            <a:lvl1pPr algn="ctr">
              <a:defRPr sz="975" b="1">
                <a:solidFill>
                  <a:srgbClr val="22B8A8"/>
                </a:solidFill>
                <a:latin typeface="Aptos"/>
                <a:ea typeface="Aptos"/>
                <a:cs typeface="Aptos"/>
              </a:defRPr>
            </a:lvl1pPr>
            <a:lvl2pPr algn="ctr">
              <a:defRPr sz="975" b="1">
                <a:solidFill>
                  <a:srgbClr val="22B8A8"/>
                </a:solidFill>
                <a:latin typeface="Aptos"/>
                <a:ea typeface="Aptos"/>
                <a:cs typeface="Aptos"/>
              </a:defRPr>
            </a:lvl2pPr>
            <a:lvl3pPr algn="ctr">
              <a:defRPr sz="975" b="1">
                <a:solidFill>
                  <a:srgbClr val="22B8A8"/>
                </a:solidFill>
                <a:latin typeface="Aptos"/>
                <a:ea typeface="Aptos"/>
                <a:cs typeface="Aptos"/>
              </a:defRPr>
            </a:lvl3pPr>
            <a:lvl4pPr algn="ctr">
              <a:defRPr sz="975" b="1">
                <a:solidFill>
                  <a:srgbClr val="22B8A8"/>
                </a:solidFill>
                <a:latin typeface="Aptos"/>
                <a:ea typeface="Aptos"/>
                <a:cs typeface="Aptos"/>
              </a:defRPr>
            </a:lvl4pPr>
            <a:lvl5pPr algn="ctr">
              <a:defRPr sz="975" b="1">
                <a:solidFill>
                  <a:srgbClr val="22B8A8"/>
                </a:solidFill>
                <a:latin typeface="Aptos"/>
                <a:ea typeface="Aptos"/>
                <a:cs typeface="Aptos"/>
              </a:defRPr>
            </a:lvl5pPr>
            <a:lvl6pPr algn="ctr">
              <a:defRPr sz="975" b="1">
                <a:solidFill>
                  <a:srgbClr val="22B8A8"/>
                </a:solidFill>
                <a:latin typeface="Aptos"/>
                <a:ea typeface="Aptos"/>
                <a:cs typeface="Aptos"/>
              </a:defRPr>
            </a:lvl6pPr>
            <a:lvl7pPr algn="ctr">
              <a:defRPr sz="975" b="1">
                <a:solidFill>
                  <a:srgbClr val="22B8A8"/>
                </a:solidFill>
                <a:latin typeface="Aptos"/>
                <a:ea typeface="Aptos"/>
                <a:cs typeface="Aptos"/>
              </a:defRPr>
            </a:lvl7pPr>
            <a:lvl8pPr algn="ctr">
              <a:defRPr sz="975" b="1">
                <a:solidFill>
                  <a:srgbClr val="22B8A8"/>
                </a:solidFill>
                <a:latin typeface="Aptos"/>
                <a:ea typeface="Aptos"/>
                <a:cs typeface="Aptos"/>
              </a:defRPr>
            </a:lvl8pPr>
            <a:lvl9pPr algn="ctr">
              <a:defRPr sz="975" b="1">
                <a:solidFill>
                  <a:srgbClr val="22B8A8"/>
                </a:solidFill>
                <a:latin typeface="Aptos"/>
                <a:ea typeface="Aptos"/>
                <a:cs typeface="Aptos"/>
              </a:defRPr>
            </a:lvl9pPr>
          </a:lstStyle>
          <a:p xmlns:a="http://schemas.openxmlformats.org/drawingml/2006/main">
            <a:pPr algn="ctr">
              <a:defRPr sz="975" b="1">
                <a:solidFill>
                  <a:srgbClr val="22B8A8"/>
                </a:solidFill>
                <a:latin typeface="Aptos"/>
                <a:ea typeface="Aptos"/>
                <a:cs typeface="Aptos"/>
              </a:defRPr>
            </a:pPr>
            <a:r>
              <a:rPr sz="975" b="1">
                <a:solidFill>
                  <a:srgbClr val="22B8A8"/>
                </a:solidFill>
                <a:latin typeface="Aptos"/>
                <a:ea typeface="Aptos"/>
                <a:cs typeface="Aptos"/>
              </a:rPr>
              <a:t>DETECCIÓN DE CAMBIOS</a:t>
            </a:r>
          </a:p>
        </p:txBody>
      </p:sp>
      <p:sp>
        <p:nvSpPr>
          <p:cNvPr id="42" name="">
            <a:extLst xmlns:a="http://schemas.openxmlformats.org/drawingml/2006/main">
              <a:ext uri="{FF2B5EF4-FFF2-40B4-BE49-F238E27FC236}">
                <a16:creationId xmlns:a16="http://schemas.microsoft.com/office/drawing/2014/main" id="{B7C8A399-A9F7-4FAC-B78B-C3EA1880724A}"/>
              </a:ext>
            </a:extLst>
          </p:cNvPr>
          <p:cNvSpPr>
            <a:spLocks xmlns:a="http://schemas.openxmlformats.org/drawingml/2006/main" noGrp="1"/>
          </p:cNvSpPr>
          <p:nvPr/>
        </p:nvSpPr>
        <p:spPr>
          <a:xfrm xmlns:a="http://schemas.openxmlformats.org/drawingml/2006/main">
            <a:off x="8191500" y="1762125"/>
            <a:ext cx="3333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43" name="">
            <a:extLst xmlns:a="http://schemas.openxmlformats.org/drawingml/2006/main">
              <a:ext uri="{FF2B5EF4-FFF2-40B4-BE49-F238E27FC236}">
                <a16:creationId xmlns:a16="http://schemas.microsoft.com/office/drawing/2014/main" id="{473DE6CD-58A3-449C-8E3C-5CE93214273C}"/>
              </a:ext>
            </a:extLst>
          </p:cNvPr>
          <p:cNvSpPr>
            <a:spLocks xmlns:a="http://schemas.openxmlformats.org/drawingml/2006/main" noGrp="1"/>
          </p:cNvSpPr>
          <p:nvPr/>
        </p:nvSpPr>
        <p:spPr>
          <a:xfrm xmlns:a="http://schemas.openxmlformats.org/drawingml/2006/main">
            <a:off x="8191500" y="1762125"/>
            <a:ext cx="33337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2174F45-7D44-4297-AE5F-3540C61D94D9}"/>
              </a:ext>
            </a:extLst>
          </p:cNvPr>
          <p:cNvSpPr>
            <a:spLocks xmlns:a="http://schemas.openxmlformats.org/drawingml/2006/main" noGrp="1"/>
          </p:cNvSpPr>
          <p:nvPr/>
        </p:nvSpPr>
        <p:spPr>
          <a:xfrm xmlns:a="http://schemas.openxmlformats.org/drawingml/2006/main">
            <a:off x="8420100" y="2076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F2B544"/>
                </a:solidFill>
                <a:latin typeface="Aptos"/>
                <a:ea typeface="Aptos"/>
                <a:cs typeface="Aptos"/>
              </a:defRPr>
            </a:defPPr>
            <a:lvl1pPr algn="l">
              <a:defRPr sz="1200" b="1">
                <a:solidFill>
                  <a:srgbClr val="F2B544"/>
                </a:solidFill>
                <a:latin typeface="Aptos"/>
                <a:ea typeface="Aptos"/>
                <a:cs typeface="Aptos"/>
              </a:defRPr>
            </a:lvl1pPr>
            <a:lvl2pPr algn="l">
              <a:defRPr sz="1200" b="1">
                <a:solidFill>
                  <a:srgbClr val="F2B544"/>
                </a:solidFill>
                <a:latin typeface="Aptos"/>
                <a:ea typeface="Aptos"/>
                <a:cs typeface="Aptos"/>
              </a:defRPr>
            </a:lvl2pPr>
            <a:lvl3pPr algn="l">
              <a:defRPr sz="1200" b="1">
                <a:solidFill>
                  <a:srgbClr val="F2B544"/>
                </a:solidFill>
                <a:latin typeface="Aptos"/>
                <a:ea typeface="Aptos"/>
                <a:cs typeface="Aptos"/>
              </a:defRPr>
            </a:lvl3pPr>
            <a:lvl4pPr algn="l">
              <a:defRPr sz="1200" b="1">
                <a:solidFill>
                  <a:srgbClr val="F2B544"/>
                </a:solidFill>
                <a:latin typeface="Aptos"/>
                <a:ea typeface="Aptos"/>
                <a:cs typeface="Aptos"/>
              </a:defRPr>
            </a:lvl4pPr>
            <a:lvl5pPr algn="l">
              <a:defRPr sz="1200" b="1">
                <a:solidFill>
                  <a:srgbClr val="F2B544"/>
                </a:solidFill>
                <a:latin typeface="Aptos"/>
                <a:ea typeface="Aptos"/>
                <a:cs typeface="Aptos"/>
              </a:defRPr>
            </a:lvl5pPr>
            <a:lvl6pPr algn="l">
              <a:defRPr sz="1200" b="1">
                <a:solidFill>
                  <a:srgbClr val="F2B544"/>
                </a:solidFill>
                <a:latin typeface="Aptos"/>
                <a:ea typeface="Aptos"/>
                <a:cs typeface="Aptos"/>
              </a:defRPr>
            </a:lvl6pPr>
            <a:lvl7pPr algn="l">
              <a:defRPr sz="1200" b="1">
                <a:solidFill>
                  <a:srgbClr val="F2B544"/>
                </a:solidFill>
                <a:latin typeface="Aptos"/>
                <a:ea typeface="Aptos"/>
                <a:cs typeface="Aptos"/>
              </a:defRPr>
            </a:lvl7pPr>
            <a:lvl8pPr algn="l">
              <a:defRPr sz="1200" b="1">
                <a:solidFill>
                  <a:srgbClr val="F2B544"/>
                </a:solidFill>
                <a:latin typeface="Aptos"/>
                <a:ea typeface="Aptos"/>
                <a:cs typeface="Aptos"/>
              </a:defRPr>
            </a:lvl8pPr>
            <a:lvl9pPr algn="l">
              <a:defRPr sz="1200" b="1">
                <a:solidFill>
                  <a:srgbClr val="F2B544"/>
                </a:solidFill>
                <a:latin typeface="Aptos"/>
                <a:ea typeface="Aptos"/>
                <a:cs typeface="Aptos"/>
              </a:defRPr>
            </a:lvl9pPr>
          </a:lstStyle>
          <a:p xmlns:a="http://schemas.openxmlformats.org/drawingml/2006/main">
            <a:pPr algn="l">
              <a:defRPr sz="1200" b="1">
                <a:solidFill>
                  <a:srgbClr val="F2B544"/>
                </a:solidFill>
                <a:latin typeface="Aptos"/>
                <a:ea typeface="Aptos"/>
                <a:cs typeface="Aptos"/>
              </a:defRPr>
            </a:pPr>
            <a:r>
              <a:rPr sz="1200" b="1">
                <a:solidFill>
                  <a:srgbClr val="F2B544"/>
                </a:solidFill>
                <a:latin typeface="Aptos"/>
                <a:ea typeface="Aptos"/>
                <a:cs typeface="Aptos"/>
              </a:rPr>
              <a:t>FIRMA DIGITAL</a:t>
            </a:r>
          </a:p>
        </p:txBody>
      </p:sp>
      <p:sp>
        <p:nvSpPr>
          <p:cNvPr id="45" name="">
            <a:extLst xmlns:a="http://schemas.openxmlformats.org/drawingml/2006/main">
              <a:ext uri="{FF2B5EF4-FFF2-40B4-BE49-F238E27FC236}">
                <a16:creationId xmlns:a16="http://schemas.microsoft.com/office/drawing/2014/main" id="{5FD8D236-284E-43AB-9275-C3778C3CACE5}"/>
              </a:ext>
            </a:extLst>
          </p:cNvPr>
          <p:cNvSpPr>
            <a:spLocks xmlns:a="http://schemas.openxmlformats.org/drawingml/2006/main" noGrp="1"/>
          </p:cNvSpPr>
          <p:nvPr/>
        </p:nvSpPr>
        <p:spPr>
          <a:xfrm xmlns:a="http://schemas.openxmlformats.org/drawingml/2006/main">
            <a:off x="8420100" y="25050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72554"/>
                </a:solidFill>
                <a:latin typeface="Aptos"/>
                <a:ea typeface="Aptos"/>
                <a:cs typeface="Aptos"/>
              </a:defRPr>
            </a:defPPr>
            <a:lvl1pPr algn="l">
              <a:defRPr sz="1650" b="1">
                <a:solidFill>
                  <a:srgbClr val="172554"/>
                </a:solidFill>
                <a:latin typeface="Aptos"/>
                <a:ea typeface="Aptos"/>
                <a:cs typeface="Aptos"/>
              </a:defRPr>
            </a:lvl1pPr>
            <a:lvl2pPr algn="l">
              <a:defRPr sz="1650" b="1">
                <a:solidFill>
                  <a:srgbClr val="172554"/>
                </a:solidFill>
                <a:latin typeface="Aptos"/>
                <a:ea typeface="Aptos"/>
                <a:cs typeface="Aptos"/>
              </a:defRPr>
            </a:lvl2pPr>
            <a:lvl3pPr algn="l">
              <a:defRPr sz="1650" b="1">
                <a:solidFill>
                  <a:srgbClr val="172554"/>
                </a:solidFill>
                <a:latin typeface="Aptos"/>
                <a:ea typeface="Aptos"/>
                <a:cs typeface="Aptos"/>
              </a:defRPr>
            </a:lvl3pPr>
            <a:lvl4pPr algn="l">
              <a:defRPr sz="1650" b="1">
                <a:solidFill>
                  <a:srgbClr val="172554"/>
                </a:solidFill>
                <a:latin typeface="Aptos"/>
                <a:ea typeface="Aptos"/>
                <a:cs typeface="Aptos"/>
              </a:defRPr>
            </a:lvl4pPr>
            <a:lvl5pPr algn="l">
              <a:defRPr sz="1650" b="1">
                <a:solidFill>
                  <a:srgbClr val="172554"/>
                </a:solidFill>
                <a:latin typeface="Aptos"/>
                <a:ea typeface="Aptos"/>
                <a:cs typeface="Aptos"/>
              </a:defRPr>
            </a:lvl5pPr>
            <a:lvl6pPr algn="l">
              <a:defRPr sz="1650" b="1">
                <a:solidFill>
                  <a:srgbClr val="172554"/>
                </a:solidFill>
                <a:latin typeface="Aptos"/>
                <a:ea typeface="Aptos"/>
                <a:cs typeface="Aptos"/>
              </a:defRPr>
            </a:lvl6pPr>
            <a:lvl7pPr algn="l">
              <a:defRPr sz="1650" b="1">
                <a:solidFill>
                  <a:srgbClr val="172554"/>
                </a:solidFill>
                <a:latin typeface="Aptos"/>
                <a:ea typeface="Aptos"/>
                <a:cs typeface="Aptos"/>
              </a:defRPr>
            </a:lvl7pPr>
            <a:lvl8pPr algn="l">
              <a:defRPr sz="1650" b="1">
                <a:solidFill>
                  <a:srgbClr val="172554"/>
                </a:solidFill>
                <a:latin typeface="Aptos"/>
                <a:ea typeface="Aptos"/>
                <a:cs typeface="Aptos"/>
              </a:defRPr>
            </a:lvl8pPr>
            <a:lvl9pPr algn="l">
              <a:defRPr sz="1650" b="1">
                <a:solidFill>
                  <a:srgbClr val="172554"/>
                </a:solidFill>
                <a:latin typeface="Aptos"/>
                <a:ea typeface="Aptos"/>
                <a:cs typeface="Aptos"/>
              </a:defRPr>
            </a:lvl9pPr>
          </a:lstStyle>
          <a:p xmlns:a="http://schemas.openxmlformats.org/drawingml/2006/main">
            <a:pPr algn="l">
              <a:defRPr sz="1650" b="1">
                <a:solidFill>
                  <a:srgbClr val="172554"/>
                </a:solidFill>
                <a:latin typeface="Aptos"/>
                <a:ea typeface="Aptos"/>
                <a:cs typeface="Aptos"/>
              </a:defRPr>
            </a:pPr>
            <a:r>
              <a:rPr sz="1650" b="1">
                <a:solidFill>
                  <a:srgbClr val="172554"/>
                </a:solidFill>
                <a:latin typeface="Aptos"/>
                <a:ea typeface="Aptos"/>
                <a:cs typeface="Aptos"/>
              </a:rPr>
              <a:t>Vincula datos con una clave</a:t>
            </a:r>
          </a:p>
        </p:txBody>
      </p:sp>
      <p:sp>
        <p:nvSpPr>
          <p:cNvPr id="46" name="">
            <a:extLst xmlns:a="http://schemas.openxmlformats.org/drawingml/2006/main">
              <a:ext uri="{FF2B5EF4-FFF2-40B4-BE49-F238E27FC236}">
                <a16:creationId xmlns:a16="http://schemas.microsoft.com/office/drawing/2014/main" id="{32478E63-15F1-4822-AA08-717647A9F6BE}"/>
              </a:ext>
            </a:extLst>
          </p:cNvPr>
          <p:cNvSpPr>
            <a:spLocks xmlns:a="http://schemas.openxmlformats.org/drawingml/2006/main" noGrp="1"/>
          </p:cNvSpPr>
          <p:nvPr/>
        </p:nvSpPr>
        <p:spPr>
          <a:xfrm xmlns:a="http://schemas.openxmlformats.org/drawingml/2006/main">
            <a:off x="8496300" y="2857500"/>
            <a:ext cx="704850" cy="7810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F2B544"/>
            </a:solidFill>
            <a:prstDash val="solid"/>
          </a:ln>
        </p:spPr>
      </p:sp>
      <p:sp>
        <p:nvSpPr>
          <p:cNvPr id="47" name="">
            <a:extLst xmlns:a="http://schemas.openxmlformats.org/drawingml/2006/main">
              <a:ext uri="{FF2B5EF4-FFF2-40B4-BE49-F238E27FC236}">
                <a16:creationId xmlns:a16="http://schemas.microsoft.com/office/drawing/2014/main" id="{9338555F-BA3E-4069-9893-BFC3B7FAD061}"/>
              </a:ext>
            </a:extLst>
          </p:cNvPr>
          <p:cNvSpPr>
            <a:spLocks xmlns:a="http://schemas.openxmlformats.org/drawingml/2006/main" noGrp="1"/>
          </p:cNvSpPr>
          <p:nvPr/>
        </p:nvSpPr>
        <p:spPr>
          <a:xfrm xmlns:a="http://schemas.openxmlformats.org/drawingml/2006/main">
            <a:off x="8620125" y="3019425"/>
            <a:ext cx="447675" cy="476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F7BBD86-DB63-4032-9247-EB9DD69ABAA2}"/>
              </a:ext>
            </a:extLst>
          </p:cNvPr>
          <p:cNvSpPr>
            <a:spLocks xmlns:a="http://schemas.openxmlformats.org/drawingml/2006/main" noGrp="1"/>
          </p:cNvSpPr>
          <p:nvPr/>
        </p:nvSpPr>
        <p:spPr>
          <a:xfrm xmlns:a="http://schemas.openxmlformats.org/drawingml/2006/main">
            <a:off x="8620125" y="3152775"/>
            <a:ext cx="3619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345BC-488D-46C2-B3F6-48A9D085F2CB}"/>
              </a:ext>
            </a:extLst>
          </p:cNvPr>
          <p:cNvSpPr>
            <a:spLocks xmlns:a="http://schemas.openxmlformats.org/drawingml/2006/main" noGrp="1"/>
          </p:cNvSpPr>
          <p:nvPr/>
        </p:nvSpPr>
        <p:spPr>
          <a:xfrm xmlns:a="http://schemas.openxmlformats.org/drawingml/2006/main">
            <a:off x="8620125" y="3286125"/>
            <a:ext cx="400050" cy="47625"/>
          </a:xfrm>
          <a:prstGeom xmlns:a="http://schemas.openxmlformats.org/drawingml/2006/main" prst="roundRect">
            <a:avLst>
              <a:gd name="adj" fmla="val 50000"/>
            </a:avLst>
          </a:prstGeom>
          <a:solidFill xmlns:a="http://schemas.openxmlformats.org/drawingml/2006/main">
            <a:srgbClr val="B8C6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814185C-B0D9-4269-900A-BAAFFD847BE1}"/>
              </a:ext>
            </a:extLst>
          </p:cNvPr>
          <p:cNvSpPr>
            <a:spLocks xmlns:a="http://schemas.openxmlformats.org/drawingml/2006/main" noGrp="1"/>
          </p:cNvSpPr>
          <p:nvPr/>
        </p:nvSpPr>
        <p:spPr>
          <a:xfrm xmlns:a="http://schemas.openxmlformats.org/drawingml/2006/main">
            <a:off x="8305800" y="36861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F2B544"/>
                </a:solidFill>
                <a:latin typeface="Aptos"/>
                <a:ea typeface="Aptos"/>
                <a:cs typeface="Aptos"/>
              </a:defRPr>
            </a:defPPr>
            <a:lvl1pPr algn="ctr">
              <a:defRPr sz="975" b="1">
                <a:solidFill>
                  <a:srgbClr val="F2B544"/>
                </a:solidFill>
                <a:latin typeface="Aptos"/>
                <a:ea typeface="Aptos"/>
                <a:cs typeface="Aptos"/>
              </a:defRPr>
            </a:lvl1pPr>
            <a:lvl2pPr algn="ctr">
              <a:defRPr sz="975" b="1">
                <a:solidFill>
                  <a:srgbClr val="F2B544"/>
                </a:solidFill>
                <a:latin typeface="Aptos"/>
                <a:ea typeface="Aptos"/>
                <a:cs typeface="Aptos"/>
              </a:defRPr>
            </a:lvl2pPr>
            <a:lvl3pPr algn="ctr">
              <a:defRPr sz="975" b="1">
                <a:solidFill>
                  <a:srgbClr val="F2B544"/>
                </a:solidFill>
                <a:latin typeface="Aptos"/>
                <a:ea typeface="Aptos"/>
                <a:cs typeface="Aptos"/>
              </a:defRPr>
            </a:lvl3pPr>
            <a:lvl4pPr algn="ctr">
              <a:defRPr sz="975" b="1">
                <a:solidFill>
                  <a:srgbClr val="F2B544"/>
                </a:solidFill>
                <a:latin typeface="Aptos"/>
                <a:ea typeface="Aptos"/>
                <a:cs typeface="Aptos"/>
              </a:defRPr>
            </a:lvl4pPr>
            <a:lvl5pPr algn="ctr">
              <a:defRPr sz="975" b="1">
                <a:solidFill>
                  <a:srgbClr val="F2B544"/>
                </a:solidFill>
                <a:latin typeface="Aptos"/>
                <a:ea typeface="Aptos"/>
                <a:cs typeface="Aptos"/>
              </a:defRPr>
            </a:lvl5pPr>
            <a:lvl6pPr algn="ctr">
              <a:defRPr sz="975" b="1">
                <a:solidFill>
                  <a:srgbClr val="F2B544"/>
                </a:solidFill>
                <a:latin typeface="Aptos"/>
                <a:ea typeface="Aptos"/>
                <a:cs typeface="Aptos"/>
              </a:defRPr>
            </a:lvl6pPr>
            <a:lvl7pPr algn="ctr">
              <a:defRPr sz="975" b="1">
                <a:solidFill>
                  <a:srgbClr val="F2B544"/>
                </a:solidFill>
                <a:latin typeface="Aptos"/>
                <a:ea typeface="Aptos"/>
                <a:cs typeface="Aptos"/>
              </a:defRPr>
            </a:lvl7pPr>
            <a:lvl8pPr algn="ctr">
              <a:defRPr sz="975" b="1">
                <a:solidFill>
                  <a:srgbClr val="F2B544"/>
                </a:solidFill>
                <a:latin typeface="Aptos"/>
                <a:ea typeface="Aptos"/>
                <a:cs typeface="Aptos"/>
              </a:defRPr>
            </a:lvl8pPr>
            <a:lvl9pPr algn="ctr">
              <a:defRPr sz="975" b="1">
                <a:solidFill>
                  <a:srgbClr val="F2B544"/>
                </a:solidFill>
                <a:latin typeface="Aptos"/>
                <a:ea typeface="Aptos"/>
                <a:cs typeface="Aptos"/>
              </a:defRPr>
            </a:lvl9pPr>
          </a:lstStyle>
          <a:p xmlns:a="http://schemas.openxmlformats.org/drawingml/2006/main">
            <a:pPr algn="ctr">
              <a:defRPr sz="975" b="1">
                <a:solidFill>
                  <a:srgbClr val="F2B544"/>
                </a:solidFill>
                <a:latin typeface="Aptos"/>
                <a:ea typeface="Aptos"/>
                <a:cs typeface="Aptos"/>
              </a:defRPr>
            </a:pPr>
            <a:r>
              <a:rPr sz="975" b="1">
                <a:solidFill>
                  <a:srgbClr val="F2B544"/>
                </a:solidFill>
                <a:latin typeface="Aptos"/>
                <a:ea typeface="Aptos"/>
                <a:cs typeface="Aptos"/>
              </a:rPr>
              <a:t>DATOS</a:t>
            </a:r>
          </a:p>
        </p:txBody>
      </p:sp>
      <p:sp>
        <p:nvSpPr>
          <p:cNvPr id="51" name="">
            <a:extLst xmlns:a="http://schemas.openxmlformats.org/drawingml/2006/main">
              <a:ext uri="{FF2B5EF4-FFF2-40B4-BE49-F238E27FC236}">
                <a16:creationId xmlns:a16="http://schemas.microsoft.com/office/drawing/2014/main" id="{B98665AB-9E04-4D5D-B550-C1C5399C9178}"/>
              </a:ext>
            </a:extLst>
          </p:cNvPr>
          <p:cNvSpPr>
            <a:spLocks xmlns:a="http://schemas.openxmlformats.org/drawingml/2006/main" noGrp="1"/>
          </p:cNvSpPr>
          <p:nvPr/>
        </p:nvSpPr>
        <p:spPr>
          <a:xfrm xmlns:a="http://schemas.openxmlformats.org/drawingml/2006/main">
            <a:off x="9277350"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B42C49D-DA2A-4100-9E7B-64450793F7CB}"/>
              </a:ext>
            </a:extLst>
          </p:cNvPr>
          <p:cNvSpPr>
            <a:spLocks xmlns:a="http://schemas.openxmlformats.org/drawingml/2006/main" noGrp="1"/>
          </p:cNvSpPr>
          <p:nvPr/>
        </p:nvSpPr>
        <p:spPr>
          <a:xfrm xmlns:a="http://schemas.openxmlformats.org/drawingml/2006/main">
            <a:off x="9658350" y="2990850"/>
            <a:ext cx="342900" cy="342900"/>
          </a:xfrm>
          <a:prstGeom xmlns:a="http://schemas.openxmlformats.org/drawingml/2006/main" prst="ellipse">
            <a:avLst/>
          </a:prstGeom>
          <a:noFill xmlns:a="http://schemas.openxmlformats.org/drawingml/2006/main"/>
          <a:ln xmlns:a="http://schemas.openxmlformats.org/drawingml/2006/main" w="57150">
            <a:solidFill>
              <a:srgbClr val="2846A0"/>
            </a:solidFill>
            <a:prstDash val="solid"/>
          </a:ln>
        </p:spPr>
      </p:sp>
      <p:sp>
        <p:nvSpPr>
          <p:cNvPr id="53" name="">
            <a:extLst xmlns:a="http://schemas.openxmlformats.org/drawingml/2006/main">
              <a:ext uri="{FF2B5EF4-FFF2-40B4-BE49-F238E27FC236}">
                <a16:creationId xmlns:a16="http://schemas.microsoft.com/office/drawing/2014/main" id="{C50BCBB5-CDB2-484F-B28A-243F4EF96983}"/>
              </a:ext>
            </a:extLst>
          </p:cNvPr>
          <p:cNvSpPr>
            <a:spLocks xmlns:a="http://schemas.openxmlformats.org/drawingml/2006/main" noGrp="1"/>
          </p:cNvSpPr>
          <p:nvPr/>
        </p:nvSpPr>
        <p:spPr>
          <a:xfrm xmlns:a="http://schemas.openxmlformats.org/drawingml/2006/main">
            <a:off x="9763125" y="3095625"/>
            <a:ext cx="133350" cy="133350"/>
          </a:xfrm>
          <a:prstGeom xmlns:a="http://schemas.openxmlformats.org/drawingml/2006/main" prst="ellipse">
            <a:avLst/>
          </a:prstGeom>
          <a:solidFill xmlns:a="http://schemas.openxmlformats.org/drawingml/2006/main">
            <a:srgbClr val="F5F7FB"/>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C436B32-36F7-47D2-A13A-40FF100CED50}"/>
              </a:ext>
            </a:extLst>
          </p:cNvPr>
          <p:cNvSpPr>
            <a:spLocks xmlns:a="http://schemas.openxmlformats.org/drawingml/2006/main" noGrp="1"/>
          </p:cNvSpPr>
          <p:nvPr/>
        </p:nvSpPr>
        <p:spPr>
          <a:xfrm xmlns:a="http://schemas.openxmlformats.org/drawingml/2006/main">
            <a:off x="9953625" y="3114675"/>
            <a:ext cx="552450" cy="857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1BA41039-9906-4668-AEA1-7D1C438F2900}"/>
              </a:ext>
            </a:extLst>
          </p:cNvPr>
          <p:cNvSpPr>
            <a:spLocks xmlns:a="http://schemas.openxmlformats.org/drawingml/2006/main" noGrp="1"/>
          </p:cNvSpPr>
          <p:nvPr/>
        </p:nvSpPr>
        <p:spPr>
          <a:xfrm xmlns:a="http://schemas.openxmlformats.org/drawingml/2006/main">
            <a:off x="10306050" y="3171825"/>
            <a:ext cx="76200" cy="1524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64B9AC0F-DDC3-4754-B519-1A4B4E5385BE}"/>
              </a:ext>
            </a:extLst>
          </p:cNvPr>
          <p:cNvSpPr>
            <a:spLocks xmlns:a="http://schemas.openxmlformats.org/drawingml/2006/main" noGrp="1"/>
          </p:cNvSpPr>
          <p:nvPr/>
        </p:nvSpPr>
        <p:spPr>
          <a:xfrm xmlns:a="http://schemas.openxmlformats.org/drawingml/2006/main">
            <a:off x="10163175" y="3171825"/>
            <a:ext cx="76200" cy="1143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57" name="">
            <a:extLst xmlns:a="http://schemas.openxmlformats.org/drawingml/2006/main">
              <a:ext uri="{FF2B5EF4-FFF2-40B4-BE49-F238E27FC236}">
                <a16:creationId xmlns:a16="http://schemas.microsoft.com/office/drawing/2014/main" id="{82F72F9B-7277-42B0-B274-3795DA4EE905}"/>
              </a:ext>
            </a:extLst>
          </p:cNvPr>
          <p:cNvSpPr>
            <a:spLocks xmlns:a="http://schemas.openxmlformats.org/drawingml/2006/main" noGrp="1"/>
          </p:cNvSpPr>
          <p:nvPr/>
        </p:nvSpPr>
        <p:spPr>
          <a:xfrm xmlns:a="http://schemas.openxmlformats.org/drawingml/2006/main">
            <a:off x="9563100" y="3448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PRIVADA</a:t>
            </a:r>
          </a:p>
        </p:txBody>
      </p:sp>
      <p:sp>
        <p:nvSpPr>
          <p:cNvPr id="58" name="">
            <a:extLst xmlns:a="http://schemas.openxmlformats.org/drawingml/2006/main">
              <a:ext uri="{FF2B5EF4-FFF2-40B4-BE49-F238E27FC236}">
                <a16:creationId xmlns:a16="http://schemas.microsoft.com/office/drawing/2014/main" id="{A3C9E7E4-73C0-43C6-AB0D-F311D5F7945D}"/>
              </a:ext>
            </a:extLst>
          </p:cNvPr>
          <p:cNvSpPr>
            <a:spLocks xmlns:a="http://schemas.openxmlformats.org/drawingml/2006/main" noGrp="1"/>
          </p:cNvSpPr>
          <p:nvPr/>
        </p:nvSpPr>
        <p:spPr>
          <a:xfrm xmlns:a="http://schemas.openxmlformats.org/drawingml/2006/main">
            <a:off x="10544175" y="3105150"/>
            <a:ext cx="323850" cy="2286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22CAD79-C5D3-434E-B90C-71E70280C358}"/>
              </a:ext>
            </a:extLst>
          </p:cNvPr>
          <p:cNvSpPr>
            <a:spLocks xmlns:a="http://schemas.openxmlformats.org/drawingml/2006/main" noGrp="1"/>
          </p:cNvSpPr>
          <p:nvPr/>
        </p:nvSpPr>
        <p:spPr>
          <a:xfrm xmlns:a="http://schemas.openxmlformats.org/drawingml/2006/main">
            <a:off x="10953750" y="2847975"/>
            <a:ext cx="457200" cy="457200"/>
          </a:xfrm>
          <a:prstGeom xmlns:a="http://schemas.openxmlformats.org/drawingml/2006/main" prst="ellipse">
            <a:avLst/>
          </a:prstGeom>
          <a:solidFill xmlns:a="http://schemas.openxmlformats.org/drawingml/2006/main">
            <a:srgbClr val="FFF2D8"/>
          </a:solidFill>
          <a:ln xmlns:a="http://schemas.openxmlformats.org/drawingml/2006/main" w="19050">
            <a:solidFill>
              <a:srgbClr val="F2B544"/>
            </a:solidFill>
            <a:prstDash val="solid"/>
          </a:ln>
        </p:spPr>
      </p:sp>
      <p:sp>
        <p:nvSpPr>
          <p:cNvPr id="60" name="">
            <a:extLst xmlns:a="http://schemas.openxmlformats.org/drawingml/2006/main">
              <a:ext uri="{FF2B5EF4-FFF2-40B4-BE49-F238E27FC236}">
                <a16:creationId xmlns:a16="http://schemas.microsoft.com/office/drawing/2014/main" id="{46628C1F-B9FF-4B4D-94AD-39445D83ADAA}"/>
              </a:ext>
            </a:extLst>
          </p:cNvPr>
          <p:cNvSpPr>
            <a:spLocks xmlns:a="http://schemas.openxmlformats.org/drawingml/2006/main" noGrp="1"/>
          </p:cNvSpPr>
          <p:nvPr/>
        </p:nvSpPr>
        <p:spPr>
          <a:xfrm xmlns:a="http://schemas.openxmlformats.org/drawingml/2006/main" flipV="0">
            <a:off x="11058525" y="3086100"/>
            <a:ext cx="95250" cy="95250"/>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1" name="">
            <a:extLst xmlns:a="http://schemas.openxmlformats.org/drawingml/2006/main">
              <a:ext uri="{FF2B5EF4-FFF2-40B4-BE49-F238E27FC236}">
                <a16:creationId xmlns:a16="http://schemas.microsoft.com/office/drawing/2014/main" id="{E52419B8-969A-40C7-819B-1840C6E018D6}"/>
              </a:ext>
            </a:extLst>
          </p:cNvPr>
          <p:cNvSpPr>
            <a:spLocks xmlns:a="http://schemas.openxmlformats.org/drawingml/2006/main" noGrp="1"/>
          </p:cNvSpPr>
          <p:nvPr/>
        </p:nvSpPr>
        <p:spPr>
          <a:xfrm xmlns:a="http://schemas.openxmlformats.org/drawingml/2006/main" flipV="1">
            <a:off x="11153775" y="2981325"/>
            <a:ext cx="171450" cy="200025"/>
          </a:xfrm>
          <a:prstGeom xmlns:a="http://schemas.openxmlformats.org/drawingml/2006/main" prst="line">
            <a:avLst/>
          </a:prstGeom>
          <a:noFill xmlns:a="http://schemas.openxmlformats.org/drawingml/2006/main"/>
          <a:ln xmlns:a="http://schemas.openxmlformats.org/drawingml/2006/main" w="38100">
            <a:solidFill>
              <a:srgbClr val="23836E"/>
            </a:solidFill>
            <a:prstDash val="solid"/>
          </a:ln>
        </p:spPr>
      </p:sp>
      <p:sp>
        <p:nvSpPr>
          <p:cNvPr id="62" name="">
            <a:extLst xmlns:a="http://schemas.openxmlformats.org/drawingml/2006/main">
              <a:ext uri="{FF2B5EF4-FFF2-40B4-BE49-F238E27FC236}">
                <a16:creationId xmlns:a16="http://schemas.microsoft.com/office/drawing/2014/main" id="{3CF085DE-9EA0-4E4F-BD5C-7866B27476AE}"/>
              </a:ext>
            </a:extLst>
          </p:cNvPr>
          <p:cNvSpPr>
            <a:spLocks xmlns:a="http://schemas.openxmlformats.org/drawingml/2006/main" noGrp="1"/>
          </p:cNvSpPr>
          <p:nvPr/>
        </p:nvSpPr>
        <p:spPr>
          <a:xfrm xmlns:a="http://schemas.openxmlformats.org/drawingml/2006/main">
            <a:off x="10915650" y="33718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9A6500"/>
                </a:solidFill>
                <a:latin typeface="Aptos"/>
                <a:ea typeface="Aptos"/>
                <a:cs typeface="Aptos"/>
              </a:defRPr>
            </a:defPPr>
            <a:lvl1pPr algn="ctr">
              <a:defRPr sz="900" b="1">
                <a:solidFill>
                  <a:srgbClr val="9A6500"/>
                </a:solidFill>
                <a:latin typeface="Aptos"/>
                <a:ea typeface="Aptos"/>
                <a:cs typeface="Aptos"/>
              </a:defRPr>
            </a:lvl1pPr>
            <a:lvl2pPr algn="ctr">
              <a:defRPr sz="900" b="1">
                <a:solidFill>
                  <a:srgbClr val="9A6500"/>
                </a:solidFill>
                <a:latin typeface="Aptos"/>
                <a:ea typeface="Aptos"/>
                <a:cs typeface="Aptos"/>
              </a:defRPr>
            </a:lvl2pPr>
            <a:lvl3pPr algn="ctr">
              <a:defRPr sz="900" b="1">
                <a:solidFill>
                  <a:srgbClr val="9A6500"/>
                </a:solidFill>
                <a:latin typeface="Aptos"/>
                <a:ea typeface="Aptos"/>
                <a:cs typeface="Aptos"/>
              </a:defRPr>
            </a:lvl3pPr>
            <a:lvl4pPr algn="ctr">
              <a:defRPr sz="900" b="1">
                <a:solidFill>
                  <a:srgbClr val="9A6500"/>
                </a:solidFill>
                <a:latin typeface="Aptos"/>
                <a:ea typeface="Aptos"/>
                <a:cs typeface="Aptos"/>
              </a:defRPr>
            </a:lvl4pPr>
            <a:lvl5pPr algn="ctr">
              <a:defRPr sz="900" b="1">
                <a:solidFill>
                  <a:srgbClr val="9A6500"/>
                </a:solidFill>
                <a:latin typeface="Aptos"/>
                <a:ea typeface="Aptos"/>
                <a:cs typeface="Aptos"/>
              </a:defRPr>
            </a:lvl5pPr>
            <a:lvl6pPr algn="ctr">
              <a:defRPr sz="900" b="1">
                <a:solidFill>
                  <a:srgbClr val="9A6500"/>
                </a:solidFill>
                <a:latin typeface="Aptos"/>
                <a:ea typeface="Aptos"/>
                <a:cs typeface="Aptos"/>
              </a:defRPr>
            </a:lvl6pPr>
            <a:lvl7pPr algn="ctr">
              <a:defRPr sz="900" b="1">
                <a:solidFill>
                  <a:srgbClr val="9A6500"/>
                </a:solidFill>
                <a:latin typeface="Aptos"/>
                <a:ea typeface="Aptos"/>
                <a:cs typeface="Aptos"/>
              </a:defRPr>
            </a:lvl7pPr>
            <a:lvl8pPr algn="ctr">
              <a:defRPr sz="900" b="1">
                <a:solidFill>
                  <a:srgbClr val="9A6500"/>
                </a:solidFill>
                <a:latin typeface="Aptos"/>
                <a:ea typeface="Aptos"/>
                <a:cs typeface="Aptos"/>
              </a:defRPr>
            </a:lvl8pPr>
            <a:lvl9pPr algn="ctr">
              <a:defRPr sz="900" b="1">
                <a:solidFill>
                  <a:srgbClr val="9A6500"/>
                </a:solidFill>
                <a:latin typeface="Aptos"/>
                <a:ea typeface="Aptos"/>
                <a:cs typeface="Aptos"/>
              </a:defRPr>
            </a:lvl9pPr>
          </a:lstStyle>
          <a:p xmlns:a="http://schemas.openxmlformats.org/drawingml/2006/main">
            <a:pPr algn="ctr">
              <a:defRPr sz="900" b="1">
                <a:solidFill>
                  <a:srgbClr val="9A6500"/>
                </a:solidFill>
                <a:latin typeface="Aptos"/>
                <a:ea typeface="Aptos"/>
                <a:cs typeface="Aptos"/>
              </a:defRPr>
            </a:pPr>
            <a:r>
              <a:rPr sz="900" b="1">
                <a:solidFill>
                  <a:srgbClr val="9A6500"/>
                </a:solidFill>
                <a:latin typeface="Aptos"/>
                <a:ea typeface="Aptos"/>
                <a:cs typeface="Aptos"/>
              </a:rPr>
              <a:t>FIRMA</a:t>
            </a:r>
          </a:p>
        </p:txBody>
      </p:sp>
      <p:sp>
        <p:nvSpPr>
          <p:cNvPr id="63" name="">
            <a:extLst xmlns:a="http://schemas.openxmlformats.org/drawingml/2006/main">
              <a:ext uri="{FF2B5EF4-FFF2-40B4-BE49-F238E27FC236}">
                <a16:creationId xmlns:a16="http://schemas.microsoft.com/office/drawing/2014/main" id="{A687B0E4-4B27-4EE2-A3F5-FBB1C56DDFA6}"/>
              </a:ext>
            </a:extLst>
          </p:cNvPr>
          <p:cNvSpPr>
            <a:spLocks xmlns:a="http://schemas.openxmlformats.org/drawingml/2006/main" noGrp="1"/>
          </p:cNvSpPr>
          <p:nvPr/>
        </p:nvSpPr>
        <p:spPr>
          <a:xfrm xmlns:a="http://schemas.openxmlformats.org/drawingml/2006/main">
            <a:off x="8401050" y="392430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0">
                <a:solidFill>
                  <a:srgbClr val="536276"/>
                </a:solidFill>
                <a:latin typeface="Aptos"/>
                <a:ea typeface="Aptos"/>
                <a:cs typeface="Aptos"/>
              </a:defRPr>
            </a:defPPr>
            <a:lvl1pPr algn="l">
              <a:defRPr sz="1050" b="0">
                <a:solidFill>
                  <a:srgbClr val="536276"/>
                </a:solidFill>
                <a:latin typeface="Aptos"/>
                <a:ea typeface="Aptos"/>
                <a:cs typeface="Aptos"/>
              </a:defRPr>
            </a:lvl1pPr>
            <a:lvl2pPr algn="l">
              <a:defRPr sz="1050" b="0">
                <a:solidFill>
                  <a:srgbClr val="536276"/>
                </a:solidFill>
                <a:latin typeface="Aptos"/>
                <a:ea typeface="Aptos"/>
                <a:cs typeface="Aptos"/>
              </a:defRPr>
            </a:lvl2pPr>
            <a:lvl3pPr algn="l">
              <a:defRPr sz="1050" b="0">
                <a:solidFill>
                  <a:srgbClr val="536276"/>
                </a:solidFill>
                <a:latin typeface="Aptos"/>
                <a:ea typeface="Aptos"/>
                <a:cs typeface="Aptos"/>
              </a:defRPr>
            </a:lvl3pPr>
            <a:lvl4pPr algn="l">
              <a:defRPr sz="1050" b="0">
                <a:solidFill>
                  <a:srgbClr val="536276"/>
                </a:solidFill>
                <a:latin typeface="Aptos"/>
                <a:ea typeface="Aptos"/>
                <a:cs typeface="Aptos"/>
              </a:defRPr>
            </a:lvl4pPr>
            <a:lvl5pPr algn="l">
              <a:defRPr sz="1050" b="0">
                <a:solidFill>
                  <a:srgbClr val="536276"/>
                </a:solidFill>
                <a:latin typeface="Aptos"/>
                <a:ea typeface="Aptos"/>
                <a:cs typeface="Aptos"/>
              </a:defRPr>
            </a:lvl5pPr>
            <a:lvl6pPr algn="l">
              <a:defRPr sz="1050" b="0">
                <a:solidFill>
                  <a:srgbClr val="536276"/>
                </a:solidFill>
                <a:latin typeface="Aptos"/>
                <a:ea typeface="Aptos"/>
                <a:cs typeface="Aptos"/>
              </a:defRPr>
            </a:lvl6pPr>
            <a:lvl7pPr algn="l">
              <a:defRPr sz="1050" b="0">
                <a:solidFill>
                  <a:srgbClr val="536276"/>
                </a:solidFill>
                <a:latin typeface="Aptos"/>
                <a:ea typeface="Aptos"/>
                <a:cs typeface="Aptos"/>
              </a:defRPr>
            </a:lvl7pPr>
            <a:lvl8pPr algn="l">
              <a:defRPr sz="1050" b="0">
                <a:solidFill>
                  <a:srgbClr val="536276"/>
                </a:solidFill>
                <a:latin typeface="Aptos"/>
                <a:ea typeface="Aptos"/>
                <a:cs typeface="Aptos"/>
              </a:defRPr>
            </a:lvl8pPr>
            <a:lvl9pPr algn="l">
              <a:defRPr sz="1050" b="0">
                <a:solidFill>
                  <a:srgbClr val="536276"/>
                </a:solidFill>
                <a:latin typeface="Aptos"/>
                <a:ea typeface="Aptos"/>
                <a:cs typeface="Aptos"/>
              </a:defRPr>
            </a:lvl9pPr>
          </a:lstStyle>
          <a:p xmlns:a="http://schemas.openxmlformats.org/drawingml/2006/main">
            <a:pPr algn="l">
              <a:defRPr sz="1050" b="0">
                <a:solidFill>
                  <a:srgbClr val="536276"/>
                </a:solidFill>
                <a:latin typeface="Aptos"/>
                <a:ea typeface="Aptos"/>
                <a:cs typeface="Aptos"/>
              </a:defRPr>
            </a:pPr>
            <a:r>
              <a:rPr sz="1050" b="0">
                <a:solidFill>
                  <a:srgbClr val="536276"/>
                </a:solidFill>
                <a:latin typeface="Aptos"/>
                <a:ea typeface="Aptos"/>
                <a:cs typeface="Aptos"/>
              </a:rPr>
              <a:t>La clave privada firma; la pública comprueba la firma y el contenido.</a:t>
            </a:r>
          </a:p>
        </p:txBody>
      </p:sp>
      <p:sp>
        <p:nvSpPr>
          <p:cNvPr id="64" name="">
            <a:extLst xmlns:a="http://schemas.openxmlformats.org/drawingml/2006/main">
              <a:ext uri="{FF2B5EF4-FFF2-40B4-BE49-F238E27FC236}">
                <a16:creationId xmlns:a16="http://schemas.microsoft.com/office/drawing/2014/main" id="{1D80D507-FFE7-41B8-9F7D-5BC89C5C535F}"/>
              </a:ext>
            </a:extLst>
          </p:cNvPr>
          <p:cNvSpPr>
            <a:spLocks xmlns:a="http://schemas.openxmlformats.org/drawingml/2006/main" noGrp="1"/>
          </p:cNvSpPr>
          <p:nvPr/>
        </p:nvSpPr>
        <p:spPr>
          <a:xfrm xmlns:a="http://schemas.openxmlformats.org/drawingml/2006/main">
            <a:off x="8410575" y="4429125"/>
            <a:ext cx="2895600" cy="285750"/>
          </a:xfrm>
          <a:prstGeom xmlns:a="http://schemas.openxmlformats.org/drawingml/2006/main" prst="roundRect">
            <a:avLst>
              <a:gd name="adj" fmla="val 26667"/>
            </a:avLst>
          </a:prstGeom>
          <a:solidFill xmlns:a="http://schemas.openxmlformats.org/drawingml/2006/main">
            <a:srgbClr val="FFF2D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BB7B0B66-95AF-43DE-900E-0EAA4B46D1DD}"/>
              </a:ext>
            </a:extLst>
          </p:cNvPr>
          <p:cNvSpPr>
            <a:spLocks xmlns:a="http://schemas.openxmlformats.org/drawingml/2006/main" noGrp="1"/>
          </p:cNvSpPr>
          <p:nvPr/>
        </p:nvSpPr>
        <p:spPr>
          <a:xfrm xmlns:a="http://schemas.openxmlformats.org/drawingml/2006/main">
            <a:off x="8505825" y="443865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775109"/>
                </a:solidFill>
                <a:latin typeface="Aptos"/>
                <a:ea typeface="Aptos"/>
                <a:cs typeface="Aptos"/>
              </a:defRPr>
            </a:defPPr>
            <a:lvl1pPr algn="ctr">
              <a:defRPr sz="975" b="1">
                <a:solidFill>
                  <a:srgbClr val="775109"/>
                </a:solidFill>
                <a:latin typeface="Aptos"/>
                <a:ea typeface="Aptos"/>
                <a:cs typeface="Aptos"/>
              </a:defRPr>
            </a:lvl1pPr>
            <a:lvl2pPr algn="ctr">
              <a:defRPr sz="975" b="1">
                <a:solidFill>
                  <a:srgbClr val="775109"/>
                </a:solidFill>
                <a:latin typeface="Aptos"/>
                <a:ea typeface="Aptos"/>
                <a:cs typeface="Aptos"/>
              </a:defRPr>
            </a:lvl2pPr>
            <a:lvl3pPr algn="ctr">
              <a:defRPr sz="975" b="1">
                <a:solidFill>
                  <a:srgbClr val="775109"/>
                </a:solidFill>
                <a:latin typeface="Aptos"/>
                <a:ea typeface="Aptos"/>
                <a:cs typeface="Aptos"/>
              </a:defRPr>
            </a:lvl3pPr>
            <a:lvl4pPr algn="ctr">
              <a:defRPr sz="975" b="1">
                <a:solidFill>
                  <a:srgbClr val="775109"/>
                </a:solidFill>
                <a:latin typeface="Aptos"/>
                <a:ea typeface="Aptos"/>
                <a:cs typeface="Aptos"/>
              </a:defRPr>
            </a:lvl4pPr>
            <a:lvl5pPr algn="ctr">
              <a:defRPr sz="975" b="1">
                <a:solidFill>
                  <a:srgbClr val="775109"/>
                </a:solidFill>
                <a:latin typeface="Aptos"/>
                <a:ea typeface="Aptos"/>
                <a:cs typeface="Aptos"/>
              </a:defRPr>
            </a:lvl5pPr>
            <a:lvl6pPr algn="ctr">
              <a:defRPr sz="975" b="1">
                <a:solidFill>
                  <a:srgbClr val="775109"/>
                </a:solidFill>
                <a:latin typeface="Aptos"/>
                <a:ea typeface="Aptos"/>
                <a:cs typeface="Aptos"/>
              </a:defRPr>
            </a:lvl6pPr>
            <a:lvl7pPr algn="ctr">
              <a:defRPr sz="975" b="1">
                <a:solidFill>
                  <a:srgbClr val="775109"/>
                </a:solidFill>
                <a:latin typeface="Aptos"/>
                <a:ea typeface="Aptos"/>
                <a:cs typeface="Aptos"/>
              </a:defRPr>
            </a:lvl7pPr>
            <a:lvl8pPr algn="ctr">
              <a:defRPr sz="975" b="1">
                <a:solidFill>
                  <a:srgbClr val="775109"/>
                </a:solidFill>
                <a:latin typeface="Aptos"/>
                <a:ea typeface="Aptos"/>
                <a:cs typeface="Aptos"/>
              </a:defRPr>
            </a:lvl8pPr>
            <a:lvl9pPr algn="ctr">
              <a:defRPr sz="975" b="1">
                <a:solidFill>
                  <a:srgbClr val="775109"/>
                </a:solidFill>
                <a:latin typeface="Aptos"/>
                <a:ea typeface="Aptos"/>
                <a:cs typeface="Aptos"/>
              </a:defRPr>
            </a:lvl9pPr>
          </a:lstStyle>
          <a:p xmlns:a="http://schemas.openxmlformats.org/drawingml/2006/main">
            <a:pPr algn="ctr">
              <a:defRPr sz="975" b="1">
                <a:solidFill>
                  <a:srgbClr val="775109"/>
                </a:solidFill>
                <a:latin typeface="Aptos"/>
                <a:ea typeface="Aptos"/>
                <a:cs typeface="Aptos"/>
              </a:defRPr>
            </a:pPr>
            <a:r>
              <a:rPr sz="975" b="1">
                <a:solidFill>
                  <a:srgbClr val="775109"/>
                </a:solidFill>
                <a:latin typeface="Aptos"/>
                <a:ea typeface="Aptos"/>
                <a:cs typeface="Aptos"/>
              </a:rPr>
              <a:t>AUTENTICIDAD + INTEGRIDAD</a:t>
            </a:r>
          </a:p>
        </p:txBody>
      </p:sp>
      <p:sp>
        <p:nvSpPr>
          <p:cNvPr id="66" name="">
            <a:extLst xmlns:a="http://schemas.openxmlformats.org/drawingml/2006/main">
              <a:ext uri="{FF2B5EF4-FFF2-40B4-BE49-F238E27FC236}">
                <a16:creationId xmlns:a16="http://schemas.microsoft.com/office/drawing/2014/main" id="{84F3DA6B-4460-40B5-A97A-B2A34123C080}"/>
              </a:ext>
            </a:extLst>
          </p:cNvPr>
          <p:cNvSpPr>
            <a:spLocks xmlns:a="http://schemas.openxmlformats.org/drawingml/2006/main" noGrp="1"/>
          </p:cNvSpPr>
          <p:nvPr/>
        </p:nvSpPr>
        <p:spPr>
          <a:xfrm xmlns:a="http://schemas.openxmlformats.org/drawingml/2006/main">
            <a:off x="1381125" y="5257800"/>
            <a:ext cx="9429750" cy="609600"/>
          </a:xfrm>
          <a:prstGeom xmlns:a="http://schemas.openxmlformats.org/drawingml/2006/main" prst="roundRect">
            <a:avLst>
              <a:gd name="adj" fmla="val 12500"/>
            </a:avLst>
          </a:prstGeom>
          <a:solidFill xmlns:a="http://schemas.openxmlformats.org/drawingml/2006/main">
            <a:srgbClr val="17255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50CB6A3A-8313-4ADE-8780-9D86C69EC66F}"/>
              </a:ext>
            </a:extLst>
          </p:cNvPr>
          <p:cNvSpPr>
            <a:spLocks xmlns:a="http://schemas.openxmlformats.org/drawingml/2006/main" noGrp="1"/>
          </p:cNvSpPr>
          <p:nvPr/>
        </p:nvSpPr>
        <p:spPr>
          <a:xfrm xmlns:a="http://schemas.openxmlformats.org/drawingml/2006/main">
            <a:off x="1666875" y="5381625"/>
            <a:ext cx="885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FFFFFF"/>
                </a:solidFill>
                <a:latin typeface="Aptos"/>
                <a:ea typeface="Aptos"/>
                <a:cs typeface="Aptos"/>
              </a:defRPr>
            </a:defPPr>
            <a:lvl1pPr algn="ctr">
              <a:defRPr sz="1650" b="1">
                <a:solidFill>
                  <a:srgbClr val="FFFFFF"/>
                </a:solidFill>
                <a:latin typeface="Aptos"/>
                <a:ea typeface="Aptos"/>
                <a:cs typeface="Aptos"/>
              </a:defRPr>
            </a:lvl1pPr>
            <a:lvl2pPr algn="ctr">
              <a:defRPr sz="1650" b="1">
                <a:solidFill>
                  <a:srgbClr val="FFFFFF"/>
                </a:solidFill>
                <a:latin typeface="Aptos"/>
                <a:ea typeface="Aptos"/>
                <a:cs typeface="Aptos"/>
              </a:defRPr>
            </a:lvl2pPr>
            <a:lvl3pPr algn="ctr">
              <a:defRPr sz="1650" b="1">
                <a:solidFill>
                  <a:srgbClr val="FFFFFF"/>
                </a:solidFill>
                <a:latin typeface="Aptos"/>
                <a:ea typeface="Aptos"/>
                <a:cs typeface="Aptos"/>
              </a:defRPr>
            </a:lvl3pPr>
            <a:lvl4pPr algn="ctr">
              <a:defRPr sz="1650" b="1">
                <a:solidFill>
                  <a:srgbClr val="FFFFFF"/>
                </a:solidFill>
                <a:latin typeface="Aptos"/>
                <a:ea typeface="Aptos"/>
                <a:cs typeface="Aptos"/>
              </a:defRPr>
            </a:lvl4pPr>
            <a:lvl5pPr algn="ctr">
              <a:defRPr sz="1650" b="1">
                <a:solidFill>
                  <a:srgbClr val="FFFFFF"/>
                </a:solidFill>
                <a:latin typeface="Aptos"/>
                <a:ea typeface="Aptos"/>
                <a:cs typeface="Aptos"/>
              </a:defRPr>
            </a:lvl5pPr>
            <a:lvl6pPr algn="ctr">
              <a:defRPr sz="1650" b="1">
                <a:solidFill>
                  <a:srgbClr val="FFFFFF"/>
                </a:solidFill>
                <a:latin typeface="Aptos"/>
                <a:ea typeface="Aptos"/>
                <a:cs typeface="Aptos"/>
              </a:defRPr>
            </a:lvl6pPr>
            <a:lvl7pPr algn="ctr">
              <a:defRPr sz="1650" b="1">
                <a:solidFill>
                  <a:srgbClr val="FFFFFF"/>
                </a:solidFill>
                <a:latin typeface="Aptos"/>
                <a:ea typeface="Aptos"/>
                <a:cs typeface="Aptos"/>
              </a:defRPr>
            </a:lvl7pPr>
            <a:lvl8pPr algn="ctr">
              <a:defRPr sz="1650" b="1">
                <a:solidFill>
                  <a:srgbClr val="FFFFFF"/>
                </a:solidFill>
                <a:latin typeface="Aptos"/>
                <a:ea typeface="Aptos"/>
                <a:cs typeface="Aptos"/>
              </a:defRPr>
            </a:lvl8pPr>
            <a:lvl9pPr algn="ctr">
              <a:defRPr sz="1650" b="1">
                <a:solidFill>
                  <a:srgbClr val="FFFFFF"/>
                </a:solidFill>
                <a:latin typeface="Aptos"/>
                <a:ea typeface="Aptos"/>
                <a:cs typeface="Aptos"/>
              </a:defRPr>
            </a:lvl9pPr>
          </a:lstStyle>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Este proyecto firma credenciales. No cifra sus datos.</a:t>
            </a:r>
          </a:p>
        </p:txBody>
      </p:sp>
    </p:spTree>
    <p:extLst>
      <p:ext uri="{BB962C8B-B14F-4D97-AF65-F5344CB8AC3E}">
        <p14:creationId xmlns:p14="http://schemas.microsoft.com/office/powerpoint/2010/main" val="47272187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97F849F7-2A75-404D-AD9C-9283C386AC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0D7AE509-A715-458B-86BA-A76B3BD986A6}"/>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1:30</a:t>
            </a:r>
          </a:p>
        </p:txBody>
      </p:sp>
      <p:sp>
        <p:nvSpPr>
          <p:cNvPr id="3" name="">
            <a:extLst xmlns:a="http://schemas.openxmlformats.org/drawingml/2006/main">
              <a:ext uri="{FF2B5EF4-FFF2-40B4-BE49-F238E27FC236}">
                <a16:creationId xmlns:a16="http://schemas.microsoft.com/office/drawing/2014/main" id="{12DF8B53-B44B-40D4-AF45-CCD5041593B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Una clave compartida cifra; dos claves permiten firmar</a:t>
            </a:r>
          </a:p>
        </p:txBody>
      </p:sp>
      <p:sp>
        <p:nvSpPr>
          <p:cNvPr id="4" name="">
            <a:extLst xmlns:a="http://schemas.openxmlformats.org/drawingml/2006/main">
              <a:ext uri="{FF2B5EF4-FFF2-40B4-BE49-F238E27FC236}">
                <a16:creationId xmlns:a16="http://schemas.microsoft.com/office/drawing/2014/main" id="{929EC6F9-45D9-422B-AC58-3FB2D0FD6D2D}"/>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38F61CAD-BAB9-4818-A47D-941E169AC7F0}"/>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27A06B9-4707-4C00-91B7-AF82AA262EB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97517B50-D98D-493C-8D81-D43340A4481C}"/>
              </a:ext>
            </a:extLst>
          </p:cNvPr>
          <p:cNvSpPr>
            <a:spLocks xmlns:a="http://schemas.openxmlformats.org/drawingml/2006/main" noGrp="1"/>
          </p:cNvSpPr>
          <p:nvPr/>
        </p:nvSpPr>
        <p:spPr>
          <a:xfrm xmlns:a="http://schemas.openxmlformats.org/drawingml/2006/main">
            <a:off x="6477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3F6A6EB-B4BE-4E12-A108-1E73F19FD8D8}"/>
              </a:ext>
            </a:extLst>
          </p:cNvPr>
          <p:cNvSpPr>
            <a:spLocks xmlns:a="http://schemas.openxmlformats.org/drawingml/2006/main" noGrp="1"/>
          </p:cNvSpPr>
          <p:nvPr/>
        </p:nvSpPr>
        <p:spPr>
          <a:xfrm xmlns:a="http://schemas.openxmlformats.org/drawingml/2006/main">
            <a:off x="647700" y="1762125"/>
            <a:ext cx="5143500" cy="1238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33F5BA2-3BD0-489A-AF85-E65EA74F725F}"/>
              </a:ext>
            </a:extLst>
          </p:cNvPr>
          <p:cNvSpPr>
            <a:spLocks xmlns:a="http://schemas.openxmlformats.org/drawingml/2006/main" noGrp="1"/>
          </p:cNvSpPr>
          <p:nvPr/>
        </p:nvSpPr>
        <p:spPr>
          <a:xfrm xmlns:a="http://schemas.openxmlformats.org/drawingml/2006/main">
            <a:off x="9334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846A0"/>
                </a:solidFill>
                <a:latin typeface="Aptos"/>
                <a:ea typeface="Aptos"/>
                <a:cs typeface="Aptos"/>
              </a:defRPr>
            </a:defPPr>
            <a:lvl1pPr algn="l">
              <a:defRPr sz="1200" b="1">
                <a:solidFill>
                  <a:srgbClr val="2846A0"/>
                </a:solidFill>
                <a:latin typeface="Aptos"/>
                <a:ea typeface="Aptos"/>
                <a:cs typeface="Aptos"/>
              </a:defRPr>
            </a:lvl1pPr>
            <a:lvl2pPr algn="l">
              <a:defRPr sz="1200" b="1">
                <a:solidFill>
                  <a:srgbClr val="2846A0"/>
                </a:solidFill>
                <a:latin typeface="Aptos"/>
                <a:ea typeface="Aptos"/>
                <a:cs typeface="Aptos"/>
              </a:defRPr>
            </a:lvl2pPr>
            <a:lvl3pPr algn="l">
              <a:defRPr sz="1200" b="1">
                <a:solidFill>
                  <a:srgbClr val="2846A0"/>
                </a:solidFill>
                <a:latin typeface="Aptos"/>
                <a:ea typeface="Aptos"/>
                <a:cs typeface="Aptos"/>
              </a:defRPr>
            </a:lvl3pPr>
            <a:lvl4pPr algn="l">
              <a:defRPr sz="1200" b="1">
                <a:solidFill>
                  <a:srgbClr val="2846A0"/>
                </a:solidFill>
                <a:latin typeface="Aptos"/>
                <a:ea typeface="Aptos"/>
                <a:cs typeface="Aptos"/>
              </a:defRPr>
            </a:lvl4pPr>
            <a:lvl5pPr algn="l">
              <a:defRPr sz="1200" b="1">
                <a:solidFill>
                  <a:srgbClr val="2846A0"/>
                </a:solidFill>
                <a:latin typeface="Aptos"/>
                <a:ea typeface="Aptos"/>
                <a:cs typeface="Aptos"/>
              </a:defRPr>
            </a:lvl5pPr>
            <a:lvl6pPr algn="l">
              <a:defRPr sz="1200" b="1">
                <a:solidFill>
                  <a:srgbClr val="2846A0"/>
                </a:solidFill>
                <a:latin typeface="Aptos"/>
                <a:ea typeface="Aptos"/>
                <a:cs typeface="Aptos"/>
              </a:defRPr>
            </a:lvl6pPr>
            <a:lvl7pPr algn="l">
              <a:defRPr sz="1200" b="1">
                <a:solidFill>
                  <a:srgbClr val="2846A0"/>
                </a:solidFill>
                <a:latin typeface="Aptos"/>
                <a:ea typeface="Aptos"/>
                <a:cs typeface="Aptos"/>
              </a:defRPr>
            </a:lvl7pPr>
            <a:lvl8pPr algn="l">
              <a:defRPr sz="1200" b="1">
                <a:solidFill>
                  <a:srgbClr val="2846A0"/>
                </a:solidFill>
                <a:latin typeface="Aptos"/>
                <a:ea typeface="Aptos"/>
                <a:cs typeface="Aptos"/>
              </a:defRPr>
            </a:lvl8pPr>
            <a:lvl9pPr algn="l">
              <a:defRPr sz="1200" b="1">
                <a:solidFill>
                  <a:srgbClr val="2846A0"/>
                </a:solidFill>
                <a:latin typeface="Aptos"/>
                <a:ea typeface="Aptos"/>
                <a:cs typeface="Aptos"/>
              </a:defRPr>
            </a:lvl9pPr>
          </a:lstStyle>
          <a:p xmlns:a="http://schemas.openxmlformats.org/drawingml/2006/main">
            <a:pPr algn="l">
              <a:defRPr sz="1200" b="1">
                <a:solidFill>
                  <a:srgbClr val="2846A0"/>
                </a:solidFill>
                <a:latin typeface="Aptos"/>
                <a:ea typeface="Aptos"/>
                <a:cs typeface="Aptos"/>
              </a:defRPr>
            </a:pPr>
            <a:r>
              <a:rPr sz="1200" b="1">
                <a:solidFill>
                  <a:srgbClr val="2846A0"/>
                </a:solidFill>
                <a:latin typeface="Aptos"/>
                <a:ea typeface="Aptos"/>
                <a:cs typeface="Aptos"/>
              </a:rPr>
              <a:t>CIFRADO SIMÉTRICO</a:t>
            </a:r>
          </a:p>
        </p:txBody>
      </p:sp>
      <p:sp>
        <p:nvSpPr>
          <p:cNvPr id="10" name="">
            <a:extLst xmlns:a="http://schemas.openxmlformats.org/drawingml/2006/main">
              <a:ext uri="{FF2B5EF4-FFF2-40B4-BE49-F238E27FC236}">
                <a16:creationId xmlns:a16="http://schemas.microsoft.com/office/drawing/2014/main" id="{7836B97E-4E35-452C-97C3-5CBC0B9F86DE}"/>
              </a:ext>
            </a:extLst>
          </p:cNvPr>
          <p:cNvSpPr>
            <a:spLocks xmlns:a="http://schemas.openxmlformats.org/drawingml/2006/main" noGrp="1"/>
          </p:cNvSpPr>
          <p:nvPr/>
        </p:nvSpPr>
        <p:spPr>
          <a:xfrm xmlns:a="http://schemas.openxmlformats.org/drawingml/2006/main">
            <a:off x="9334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defRPr sz="1725" b="1">
                <a:solidFill>
                  <a:srgbClr val="172554"/>
                </a:solidFill>
                <a:latin typeface="Aptos"/>
                <a:ea typeface="Aptos"/>
                <a:cs typeface="Aptos"/>
              </a:defRPr>
            </a:lvl1pPr>
            <a:lvl2pPr algn="l">
              <a:defRPr sz="1725" b="1">
                <a:solidFill>
                  <a:srgbClr val="172554"/>
                </a:solidFill>
                <a:latin typeface="Aptos"/>
                <a:ea typeface="Aptos"/>
                <a:cs typeface="Aptos"/>
              </a:defRPr>
            </a:lvl2pPr>
            <a:lvl3pPr algn="l">
              <a:defRPr sz="1725" b="1">
                <a:solidFill>
                  <a:srgbClr val="172554"/>
                </a:solidFill>
                <a:latin typeface="Aptos"/>
                <a:ea typeface="Aptos"/>
                <a:cs typeface="Aptos"/>
              </a:defRPr>
            </a:lvl3pPr>
            <a:lvl4pPr algn="l">
              <a:defRPr sz="1725" b="1">
                <a:solidFill>
                  <a:srgbClr val="172554"/>
                </a:solidFill>
                <a:latin typeface="Aptos"/>
                <a:ea typeface="Aptos"/>
                <a:cs typeface="Aptos"/>
              </a:defRPr>
            </a:lvl4pPr>
            <a:lvl5pPr algn="l">
              <a:defRPr sz="1725" b="1">
                <a:solidFill>
                  <a:srgbClr val="172554"/>
                </a:solidFill>
                <a:latin typeface="Aptos"/>
                <a:ea typeface="Aptos"/>
                <a:cs typeface="Aptos"/>
              </a:defRPr>
            </a:lvl5pPr>
            <a:lvl6pPr algn="l">
              <a:defRPr sz="1725" b="1">
                <a:solidFill>
                  <a:srgbClr val="172554"/>
                </a:solidFill>
                <a:latin typeface="Aptos"/>
                <a:ea typeface="Aptos"/>
                <a:cs typeface="Aptos"/>
              </a:defRPr>
            </a:lvl6pPr>
            <a:lvl7pPr algn="l">
              <a:defRPr sz="1725" b="1">
                <a:solidFill>
                  <a:srgbClr val="172554"/>
                </a:solidFill>
                <a:latin typeface="Aptos"/>
                <a:ea typeface="Aptos"/>
                <a:cs typeface="Aptos"/>
              </a:defRPr>
            </a:lvl7pPr>
            <a:lvl8pPr algn="l">
              <a:defRPr sz="1725" b="1">
                <a:solidFill>
                  <a:srgbClr val="172554"/>
                </a:solidFill>
                <a:latin typeface="Aptos"/>
                <a:ea typeface="Aptos"/>
                <a:cs typeface="Aptos"/>
              </a:defRPr>
            </a:lvl8pPr>
            <a:lvl9pPr algn="l">
              <a:defRPr sz="1725" b="1">
                <a:solidFill>
                  <a:srgbClr val="172554"/>
                </a:solidFill>
                <a:latin typeface="Aptos"/>
                <a:ea typeface="Aptos"/>
                <a:cs typeface="Aptos"/>
              </a:defRPr>
            </a:lvl9pPr>
          </a:lstStyle>
          <a:p xmlns:a="http://schemas.openxmlformats.org/drawingml/2006/main">
            <a:pPr algn="l">
              <a:defRPr sz="1725" b="1">
                <a:solidFill>
                  <a:srgbClr val="172554"/>
                </a:solidFill>
                <a:latin typeface="Aptos"/>
                <a:ea typeface="Aptos"/>
                <a:cs typeface="Aptos"/>
              </a:defRPr>
            </a:pPr>
            <a:r>
              <a:rPr sz="1725" b="1">
                <a:solidFill>
                  <a:srgbClr val="172554"/>
                </a:solidFill>
                <a:latin typeface="Aptos"/>
                <a:ea typeface="Aptos"/>
                <a:cs typeface="Aptos"/>
              </a:rPr>
              <a:t>Una clave secreta compartida</a:t>
            </a:r>
          </a:p>
        </p:txBody>
      </p:sp>
      <p:sp>
        <p:nvSpPr>
          <p:cNvPr id="11" name="">
            <a:extLst xmlns:a="http://schemas.openxmlformats.org/drawingml/2006/main">
              <a:ext uri="{FF2B5EF4-FFF2-40B4-BE49-F238E27FC236}">
                <a16:creationId xmlns:a16="http://schemas.microsoft.com/office/drawing/2014/main" id="{67117F7D-0460-4654-A29C-7560A2933BC8}"/>
              </a:ext>
            </a:extLst>
          </p:cNvPr>
          <p:cNvSpPr>
            <a:spLocks xmlns:a="http://schemas.openxmlformats.org/drawingml/2006/main" noGrp="1"/>
          </p:cNvSpPr>
          <p:nvPr/>
        </p:nvSpPr>
        <p:spPr>
          <a:xfrm xmlns:a="http://schemas.openxmlformats.org/drawingml/2006/main">
            <a:off x="876300" y="3181350"/>
            <a:ext cx="1238250"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28E77E8B-4C0E-4EB8-9190-DD7FFE8E668B}"/>
              </a:ext>
            </a:extLst>
          </p:cNvPr>
          <p:cNvSpPr>
            <a:spLocks xmlns:a="http://schemas.openxmlformats.org/drawingml/2006/main" noGrp="1"/>
          </p:cNvSpPr>
          <p:nvPr/>
        </p:nvSpPr>
        <p:spPr>
          <a:xfrm xmlns:a="http://schemas.openxmlformats.org/drawingml/2006/main">
            <a:off x="876300"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C491FC-C025-4F7E-AF08-042ACC18BB62}"/>
              </a:ext>
            </a:extLst>
          </p:cNvPr>
          <p:cNvSpPr>
            <a:spLocks xmlns:a="http://schemas.openxmlformats.org/drawingml/2006/main" noGrp="1"/>
          </p:cNvSpPr>
          <p:nvPr/>
        </p:nvSpPr>
        <p:spPr>
          <a:xfrm xmlns:a="http://schemas.openxmlformats.org/drawingml/2006/main">
            <a:off x="108585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defRPr sz="1500" b="1">
                <a:solidFill>
                  <a:srgbClr val="2846A0"/>
                </a:solidFill>
                <a:latin typeface="Aptos"/>
                <a:ea typeface="Aptos"/>
                <a:cs typeface="Aptos"/>
              </a:defRPr>
            </a:lvl1pPr>
            <a:lvl2pPr algn="l">
              <a:defRPr sz="1500" b="1">
                <a:solidFill>
                  <a:srgbClr val="2846A0"/>
                </a:solidFill>
                <a:latin typeface="Aptos"/>
                <a:ea typeface="Aptos"/>
                <a:cs typeface="Aptos"/>
              </a:defRPr>
            </a:lvl2pPr>
            <a:lvl3pPr algn="l">
              <a:defRPr sz="1500" b="1">
                <a:solidFill>
                  <a:srgbClr val="2846A0"/>
                </a:solidFill>
                <a:latin typeface="Aptos"/>
                <a:ea typeface="Aptos"/>
                <a:cs typeface="Aptos"/>
              </a:defRPr>
            </a:lvl3pPr>
            <a:lvl4pPr algn="l">
              <a:defRPr sz="1500" b="1">
                <a:solidFill>
                  <a:srgbClr val="2846A0"/>
                </a:solidFill>
                <a:latin typeface="Aptos"/>
                <a:ea typeface="Aptos"/>
                <a:cs typeface="Aptos"/>
              </a:defRPr>
            </a:lvl4pPr>
            <a:lvl5pPr algn="l">
              <a:defRPr sz="1500" b="1">
                <a:solidFill>
                  <a:srgbClr val="2846A0"/>
                </a:solidFill>
                <a:latin typeface="Aptos"/>
                <a:ea typeface="Aptos"/>
                <a:cs typeface="Aptos"/>
              </a:defRPr>
            </a:lvl5pPr>
            <a:lvl6pPr algn="l">
              <a:defRPr sz="1500" b="1">
                <a:solidFill>
                  <a:srgbClr val="2846A0"/>
                </a:solidFill>
                <a:latin typeface="Aptos"/>
                <a:ea typeface="Aptos"/>
                <a:cs typeface="Aptos"/>
              </a:defRPr>
            </a:lvl6pPr>
            <a:lvl7pPr algn="l">
              <a:defRPr sz="1500" b="1">
                <a:solidFill>
                  <a:srgbClr val="2846A0"/>
                </a:solidFill>
                <a:latin typeface="Aptos"/>
                <a:ea typeface="Aptos"/>
                <a:cs typeface="Aptos"/>
              </a:defRPr>
            </a:lvl7pPr>
            <a:lvl8pPr algn="l">
              <a:defRPr sz="1500" b="1">
                <a:solidFill>
                  <a:srgbClr val="2846A0"/>
                </a:solidFill>
                <a:latin typeface="Aptos"/>
                <a:ea typeface="Aptos"/>
                <a:cs typeface="Aptos"/>
              </a:defRPr>
            </a:lvl8pPr>
            <a:lvl9pPr algn="l">
              <a:defRPr sz="1500" b="1">
                <a:solidFill>
                  <a:srgbClr val="2846A0"/>
                </a:solidFill>
                <a:latin typeface="Aptos"/>
                <a:ea typeface="Aptos"/>
                <a:cs typeface="Aptos"/>
              </a:defRPr>
            </a:lvl9pPr>
          </a:lstStyle>
          <a:p xmlns:a="http://schemas.openxmlformats.org/drawingml/2006/main">
            <a:pPr algn="l">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14" name="">
            <a:extLst xmlns:a="http://schemas.openxmlformats.org/drawingml/2006/main">
              <a:ext uri="{FF2B5EF4-FFF2-40B4-BE49-F238E27FC236}">
                <a16:creationId xmlns:a16="http://schemas.microsoft.com/office/drawing/2014/main" id="{393F85C5-5B36-4473-BC86-A9009CE68F59}"/>
              </a:ext>
            </a:extLst>
          </p:cNvPr>
          <p:cNvSpPr>
            <a:spLocks xmlns:a="http://schemas.openxmlformats.org/drawingml/2006/main" noGrp="1"/>
          </p:cNvSpPr>
          <p:nvPr/>
        </p:nvSpPr>
        <p:spPr>
          <a:xfrm xmlns:a="http://schemas.openxmlformats.org/drawingml/2006/main">
            <a:off x="108585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Cifra con K</a:t>
            </a:r>
          </a:p>
        </p:txBody>
      </p:sp>
      <p:sp>
        <p:nvSpPr>
          <p:cNvPr id="15" name="">
            <a:extLst xmlns:a="http://schemas.openxmlformats.org/drawingml/2006/main">
              <a:ext uri="{FF2B5EF4-FFF2-40B4-BE49-F238E27FC236}">
                <a16:creationId xmlns:a16="http://schemas.microsoft.com/office/drawing/2014/main" id="{E1B9EDE4-78FB-4D44-B5EE-E8D6C6627A99}"/>
              </a:ext>
            </a:extLst>
          </p:cNvPr>
          <p:cNvSpPr>
            <a:spLocks xmlns:a="http://schemas.openxmlformats.org/drawingml/2006/main" noGrp="1"/>
          </p:cNvSpPr>
          <p:nvPr/>
        </p:nvSpPr>
        <p:spPr>
          <a:xfrm xmlns:a="http://schemas.openxmlformats.org/drawingml/2006/main">
            <a:off x="215265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80B59-A857-4F8A-8F3C-FFE19645A670}"/>
              </a:ext>
            </a:extLst>
          </p:cNvPr>
          <p:cNvSpPr>
            <a:spLocks xmlns:a="http://schemas.openxmlformats.org/drawingml/2006/main" noGrp="1"/>
          </p:cNvSpPr>
          <p:nvPr/>
        </p:nvSpPr>
        <p:spPr>
          <a:xfrm xmlns:a="http://schemas.openxmlformats.org/drawingml/2006/main">
            <a:off x="2647950" y="3181350"/>
            <a:ext cx="1238250" cy="1000125"/>
          </a:xfrm>
          <a:prstGeom xmlns:a="http://schemas.openxmlformats.org/drawingml/2006/main" prst="roundRect">
            <a:avLst>
              <a:gd name="adj" fmla="val 7619"/>
            </a:avLst>
          </a:prstGeom>
          <a:solidFill xmlns:a="http://schemas.openxmlformats.org/drawingml/2006/main">
            <a:srgbClr val="EEF2F7"/>
          </a:solidFill>
          <a:ln xmlns:a="http://schemas.openxmlformats.org/drawingml/2006/main" w="9525">
            <a:solidFill>
              <a:srgbClr val="DCE3ED"/>
            </a:solidFill>
            <a:prstDash val="solid"/>
          </a:ln>
        </p:spPr>
      </p:sp>
      <p:sp>
        <p:nvSpPr>
          <p:cNvPr id="17" name="">
            <a:extLst xmlns:a="http://schemas.openxmlformats.org/drawingml/2006/main">
              <a:ext uri="{FF2B5EF4-FFF2-40B4-BE49-F238E27FC236}">
                <a16:creationId xmlns:a16="http://schemas.microsoft.com/office/drawing/2014/main" id="{1D597AAF-6090-4C32-A2AD-8E233576B8FD}"/>
              </a:ext>
            </a:extLst>
          </p:cNvPr>
          <p:cNvSpPr>
            <a:spLocks xmlns:a="http://schemas.openxmlformats.org/drawingml/2006/main" noGrp="1"/>
          </p:cNvSpPr>
          <p:nvPr/>
        </p:nvSpPr>
        <p:spPr>
          <a:xfrm xmlns:a="http://schemas.openxmlformats.org/drawingml/2006/main">
            <a:off x="2647950" y="3181350"/>
            <a:ext cx="76200" cy="1000125"/>
          </a:xfrm>
          <a:prstGeom xmlns:a="http://schemas.openxmlformats.org/drawingml/2006/main" prst="roundRect">
            <a:avLst>
              <a:gd name="adj" fmla="val 50000"/>
            </a:avLst>
          </a:prstGeom>
          <a:solidFill xmlns:a="http://schemas.openxmlformats.org/drawingml/2006/main">
            <a:srgbClr val="53627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D54433-73B8-4388-A644-27B5FDAC6BAA}"/>
              </a:ext>
            </a:extLst>
          </p:cNvPr>
          <p:cNvSpPr>
            <a:spLocks xmlns:a="http://schemas.openxmlformats.org/drawingml/2006/main" noGrp="1"/>
          </p:cNvSpPr>
          <p:nvPr/>
        </p:nvSpPr>
        <p:spPr>
          <a:xfrm xmlns:a="http://schemas.openxmlformats.org/drawingml/2006/main">
            <a:off x="2857500" y="3314700"/>
            <a:ext cx="87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536276"/>
                </a:solidFill>
                <a:latin typeface="Aptos"/>
                <a:ea typeface="Aptos"/>
                <a:cs typeface="Aptos"/>
              </a:defRPr>
            </a:defPPr>
            <a:lvl1pPr algn="l">
              <a:defRPr sz="1500" b="1">
                <a:solidFill>
                  <a:srgbClr val="536276"/>
                </a:solidFill>
                <a:latin typeface="Aptos"/>
                <a:ea typeface="Aptos"/>
                <a:cs typeface="Aptos"/>
              </a:defRPr>
            </a:lvl1pPr>
            <a:lvl2pPr algn="l">
              <a:defRPr sz="1500" b="1">
                <a:solidFill>
                  <a:srgbClr val="536276"/>
                </a:solidFill>
                <a:latin typeface="Aptos"/>
                <a:ea typeface="Aptos"/>
                <a:cs typeface="Aptos"/>
              </a:defRPr>
            </a:lvl2pPr>
            <a:lvl3pPr algn="l">
              <a:defRPr sz="1500" b="1">
                <a:solidFill>
                  <a:srgbClr val="536276"/>
                </a:solidFill>
                <a:latin typeface="Aptos"/>
                <a:ea typeface="Aptos"/>
                <a:cs typeface="Aptos"/>
              </a:defRPr>
            </a:lvl3pPr>
            <a:lvl4pPr algn="l">
              <a:defRPr sz="1500" b="1">
                <a:solidFill>
                  <a:srgbClr val="536276"/>
                </a:solidFill>
                <a:latin typeface="Aptos"/>
                <a:ea typeface="Aptos"/>
                <a:cs typeface="Aptos"/>
              </a:defRPr>
            </a:lvl4pPr>
            <a:lvl5pPr algn="l">
              <a:defRPr sz="1500" b="1">
                <a:solidFill>
                  <a:srgbClr val="536276"/>
                </a:solidFill>
                <a:latin typeface="Aptos"/>
                <a:ea typeface="Aptos"/>
                <a:cs typeface="Aptos"/>
              </a:defRPr>
            </a:lvl5pPr>
            <a:lvl6pPr algn="l">
              <a:defRPr sz="1500" b="1">
                <a:solidFill>
                  <a:srgbClr val="536276"/>
                </a:solidFill>
                <a:latin typeface="Aptos"/>
                <a:ea typeface="Aptos"/>
                <a:cs typeface="Aptos"/>
              </a:defRPr>
            </a:lvl6pPr>
            <a:lvl7pPr algn="l">
              <a:defRPr sz="1500" b="1">
                <a:solidFill>
                  <a:srgbClr val="536276"/>
                </a:solidFill>
                <a:latin typeface="Aptos"/>
                <a:ea typeface="Aptos"/>
                <a:cs typeface="Aptos"/>
              </a:defRPr>
            </a:lvl7pPr>
            <a:lvl8pPr algn="l">
              <a:defRPr sz="1500" b="1">
                <a:solidFill>
                  <a:srgbClr val="536276"/>
                </a:solidFill>
                <a:latin typeface="Aptos"/>
                <a:ea typeface="Aptos"/>
                <a:cs typeface="Aptos"/>
              </a:defRPr>
            </a:lvl8pPr>
            <a:lvl9pPr algn="l">
              <a:defRPr sz="1500" b="1">
                <a:solidFill>
                  <a:srgbClr val="536276"/>
                </a:solidFill>
                <a:latin typeface="Aptos"/>
                <a:ea typeface="Aptos"/>
                <a:cs typeface="Aptos"/>
              </a:defRPr>
            </a:lvl9pPr>
          </a:lstStyle>
          <a:p xmlns:a="http://schemas.openxmlformats.org/drawingml/2006/main">
            <a:pPr algn="l">
              <a:defRPr sz="1500" b="1">
                <a:solidFill>
                  <a:srgbClr val="536276"/>
                </a:solidFill>
                <a:latin typeface="Aptos"/>
                <a:ea typeface="Aptos"/>
                <a:cs typeface="Aptos"/>
              </a:defRPr>
            </a:pPr>
            <a:r>
              <a:rPr sz="1500" b="1">
                <a:solidFill>
                  <a:srgbClr val="536276"/>
                </a:solidFill>
                <a:latin typeface="Aptos"/>
                <a:ea typeface="Aptos"/>
                <a:cs typeface="Aptos"/>
              </a:rPr>
              <a:t>Cifrado</a:t>
            </a:r>
          </a:p>
        </p:txBody>
      </p:sp>
      <p:sp>
        <p:nvSpPr>
          <p:cNvPr id="19" name="">
            <a:extLst xmlns:a="http://schemas.openxmlformats.org/drawingml/2006/main">
              <a:ext uri="{FF2B5EF4-FFF2-40B4-BE49-F238E27FC236}">
                <a16:creationId xmlns:a16="http://schemas.microsoft.com/office/drawing/2014/main" id="{5B87174F-13D2-4BD9-8AAA-95A2BEF957AB}"/>
              </a:ext>
            </a:extLst>
          </p:cNvPr>
          <p:cNvSpPr>
            <a:spLocks xmlns:a="http://schemas.openxmlformats.org/drawingml/2006/main" noGrp="1"/>
          </p:cNvSpPr>
          <p:nvPr/>
        </p:nvSpPr>
        <p:spPr>
          <a:xfrm xmlns:a="http://schemas.openxmlformats.org/drawingml/2006/main">
            <a:off x="2857500" y="3638550"/>
            <a:ext cx="876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Texto oculto</a:t>
            </a:r>
          </a:p>
        </p:txBody>
      </p:sp>
      <p:sp>
        <p:nvSpPr>
          <p:cNvPr id="20" name="">
            <a:extLst xmlns:a="http://schemas.openxmlformats.org/drawingml/2006/main">
              <a:ext uri="{FF2B5EF4-FFF2-40B4-BE49-F238E27FC236}">
                <a16:creationId xmlns:a16="http://schemas.microsoft.com/office/drawing/2014/main" id="{C4DA11C3-82D6-4C65-BCE6-6A22451D47E8}"/>
              </a:ext>
            </a:extLst>
          </p:cNvPr>
          <p:cNvSpPr>
            <a:spLocks xmlns:a="http://schemas.openxmlformats.org/drawingml/2006/main" noGrp="1"/>
          </p:cNvSpPr>
          <p:nvPr/>
        </p:nvSpPr>
        <p:spPr>
          <a:xfrm xmlns:a="http://schemas.openxmlformats.org/drawingml/2006/main">
            <a:off x="3924300" y="3543300"/>
            <a:ext cx="457200" cy="2667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41C004-ABCC-4123-89AD-EAC6607DB748}"/>
              </a:ext>
            </a:extLst>
          </p:cNvPr>
          <p:cNvSpPr>
            <a:spLocks xmlns:a="http://schemas.openxmlformats.org/drawingml/2006/main" noGrp="1"/>
          </p:cNvSpPr>
          <p:nvPr/>
        </p:nvSpPr>
        <p:spPr>
          <a:xfrm xmlns:a="http://schemas.openxmlformats.org/drawingml/2006/main">
            <a:off x="4419600" y="3181350"/>
            <a:ext cx="119062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22" name="">
            <a:extLst xmlns:a="http://schemas.openxmlformats.org/drawingml/2006/main">
              <a:ext uri="{FF2B5EF4-FFF2-40B4-BE49-F238E27FC236}">
                <a16:creationId xmlns:a16="http://schemas.microsoft.com/office/drawing/2014/main" id="{D3C52B3A-3750-478E-B906-4855DF39BC2C}"/>
              </a:ext>
            </a:extLst>
          </p:cNvPr>
          <p:cNvSpPr>
            <a:spLocks xmlns:a="http://schemas.openxmlformats.org/drawingml/2006/main" noGrp="1"/>
          </p:cNvSpPr>
          <p:nvPr/>
        </p:nvSpPr>
        <p:spPr>
          <a:xfrm xmlns:a="http://schemas.openxmlformats.org/drawingml/2006/main">
            <a:off x="441960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A24E31-B633-4019-95B5-A3B5BBB2F076}"/>
              </a:ext>
            </a:extLst>
          </p:cNvPr>
          <p:cNvSpPr>
            <a:spLocks xmlns:a="http://schemas.openxmlformats.org/drawingml/2006/main" noGrp="1"/>
          </p:cNvSpPr>
          <p:nvPr/>
        </p:nvSpPr>
        <p:spPr>
          <a:xfrm xmlns:a="http://schemas.openxmlformats.org/drawingml/2006/main">
            <a:off x="4629150" y="3314700"/>
            <a:ext cx="828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877"/>
          </a:bodyPr>
          <a:lstStyle xmlns:a="http://schemas.openxmlformats.org/drawingml/2006/main">
            <a:defPPr algn="l">
              <a:defRPr sz="1500" b="1">
                <a:solidFill>
                  <a:srgbClr val="23836E"/>
                </a:solidFill>
                <a:latin typeface="Aptos"/>
                <a:ea typeface="Aptos"/>
                <a:cs typeface="Aptos"/>
              </a:defRPr>
            </a:defPPr>
            <a:lvl1pPr algn="l">
              <a:defRPr sz="1500" b="1">
                <a:solidFill>
                  <a:srgbClr val="23836E"/>
                </a:solidFill>
                <a:latin typeface="Aptos"/>
                <a:ea typeface="Aptos"/>
                <a:cs typeface="Aptos"/>
              </a:defRPr>
            </a:lvl1pPr>
            <a:lvl2pPr algn="l">
              <a:defRPr sz="1500" b="1">
                <a:solidFill>
                  <a:srgbClr val="23836E"/>
                </a:solidFill>
                <a:latin typeface="Aptos"/>
                <a:ea typeface="Aptos"/>
                <a:cs typeface="Aptos"/>
              </a:defRPr>
            </a:lvl2pPr>
            <a:lvl3pPr algn="l">
              <a:defRPr sz="1500" b="1">
                <a:solidFill>
                  <a:srgbClr val="23836E"/>
                </a:solidFill>
                <a:latin typeface="Aptos"/>
                <a:ea typeface="Aptos"/>
                <a:cs typeface="Aptos"/>
              </a:defRPr>
            </a:lvl3pPr>
            <a:lvl4pPr algn="l">
              <a:defRPr sz="1500" b="1">
                <a:solidFill>
                  <a:srgbClr val="23836E"/>
                </a:solidFill>
                <a:latin typeface="Aptos"/>
                <a:ea typeface="Aptos"/>
                <a:cs typeface="Aptos"/>
              </a:defRPr>
            </a:lvl4pPr>
            <a:lvl5pPr algn="l">
              <a:defRPr sz="1500" b="1">
                <a:solidFill>
                  <a:srgbClr val="23836E"/>
                </a:solidFill>
                <a:latin typeface="Aptos"/>
                <a:ea typeface="Aptos"/>
                <a:cs typeface="Aptos"/>
              </a:defRPr>
            </a:lvl5pPr>
            <a:lvl6pPr algn="l">
              <a:defRPr sz="1500" b="1">
                <a:solidFill>
                  <a:srgbClr val="23836E"/>
                </a:solidFill>
                <a:latin typeface="Aptos"/>
                <a:ea typeface="Aptos"/>
                <a:cs typeface="Aptos"/>
              </a:defRPr>
            </a:lvl6pPr>
            <a:lvl7pPr algn="l">
              <a:defRPr sz="1500" b="1">
                <a:solidFill>
                  <a:srgbClr val="23836E"/>
                </a:solidFill>
                <a:latin typeface="Aptos"/>
                <a:ea typeface="Aptos"/>
                <a:cs typeface="Aptos"/>
              </a:defRPr>
            </a:lvl7pPr>
            <a:lvl8pPr algn="l">
              <a:defRPr sz="1500" b="1">
                <a:solidFill>
                  <a:srgbClr val="23836E"/>
                </a:solidFill>
                <a:latin typeface="Aptos"/>
                <a:ea typeface="Aptos"/>
                <a:cs typeface="Aptos"/>
              </a:defRPr>
            </a:lvl8pPr>
            <a:lvl9pPr algn="l">
              <a:defRPr sz="1500" b="1">
                <a:solidFill>
                  <a:srgbClr val="23836E"/>
                </a:solidFill>
                <a:latin typeface="Aptos"/>
                <a:ea typeface="Aptos"/>
                <a:cs typeface="Aptos"/>
              </a:defRPr>
            </a:lvl9pPr>
          </a:lstStyle>
          <a:p xmlns:a="http://schemas.openxmlformats.org/drawingml/2006/main">
            <a:pPr algn="l">
              <a:defRPr sz="1500" b="1">
                <a:solidFill>
                  <a:srgbClr val="23836E"/>
                </a:solidFill>
                <a:latin typeface="Aptos"/>
                <a:ea typeface="Aptos"/>
                <a:cs typeface="Aptos"/>
              </a:defRPr>
            </a:pPr>
            <a:r>
              <a:rPr sz="1500" b="1">
                <a:solidFill>
                  <a:srgbClr val="23836E"/>
                </a:solidFill>
                <a:latin typeface="Aptos"/>
                <a:ea typeface="Aptos"/>
                <a:cs typeface="Aptos"/>
              </a:rPr>
              <a:t>Receptor</a:t>
            </a:r>
          </a:p>
        </p:txBody>
      </p:sp>
      <p:sp>
        <p:nvSpPr>
          <p:cNvPr id="24" name="">
            <a:extLst xmlns:a="http://schemas.openxmlformats.org/drawingml/2006/main">
              <a:ext uri="{FF2B5EF4-FFF2-40B4-BE49-F238E27FC236}">
                <a16:creationId xmlns:a16="http://schemas.microsoft.com/office/drawing/2014/main" id="{2D5CC645-0521-4CF7-A56D-20114BE91347}"/>
              </a:ext>
            </a:extLst>
          </p:cNvPr>
          <p:cNvSpPr>
            <a:spLocks xmlns:a="http://schemas.openxmlformats.org/drawingml/2006/main" noGrp="1"/>
          </p:cNvSpPr>
          <p:nvPr/>
        </p:nvSpPr>
        <p:spPr>
          <a:xfrm xmlns:a="http://schemas.openxmlformats.org/drawingml/2006/main">
            <a:off x="4629150" y="3638550"/>
            <a:ext cx="8286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Descifra con K</a:t>
            </a:r>
          </a:p>
        </p:txBody>
      </p:sp>
      <p:sp>
        <p:nvSpPr>
          <p:cNvPr id="25" name="">
            <a:extLst xmlns:a="http://schemas.openxmlformats.org/drawingml/2006/main">
              <a:ext uri="{FF2B5EF4-FFF2-40B4-BE49-F238E27FC236}">
                <a16:creationId xmlns:a16="http://schemas.microsoft.com/office/drawing/2014/main" id="{DCE90A0E-694A-4DB8-A3CD-E21BB64073EE}"/>
              </a:ext>
            </a:extLst>
          </p:cNvPr>
          <p:cNvSpPr>
            <a:spLocks xmlns:a="http://schemas.openxmlformats.org/drawingml/2006/main" noGrp="1"/>
          </p:cNvSpPr>
          <p:nvPr/>
        </p:nvSpPr>
        <p:spPr>
          <a:xfrm xmlns:a="http://schemas.openxmlformats.org/drawingml/2006/main">
            <a:off x="933450" y="44958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Se usa la misma K para cifrar y descifrar.</a:t>
            </a:r>
          </a:p>
        </p:txBody>
      </p:sp>
      <p:sp>
        <p:nvSpPr>
          <p:cNvPr id="26" name="">
            <a:extLst xmlns:a="http://schemas.openxmlformats.org/drawingml/2006/main">
              <a:ext uri="{FF2B5EF4-FFF2-40B4-BE49-F238E27FC236}">
                <a16:creationId xmlns:a16="http://schemas.microsoft.com/office/drawing/2014/main" id="{FAAE914E-D6EB-424E-BEBD-7814EDA6C8F7}"/>
              </a:ext>
            </a:extLst>
          </p:cNvPr>
          <p:cNvSpPr>
            <a:spLocks xmlns:a="http://schemas.openxmlformats.org/drawingml/2006/main" noGrp="1"/>
          </p:cNvSpPr>
          <p:nvPr/>
        </p:nvSpPr>
        <p:spPr>
          <a:xfrm xmlns:a="http://schemas.openxmlformats.org/drawingml/2006/main">
            <a:off x="6400800" y="1762125"/>
            <a:ext cx="51435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5979ACD3-A29B-4F70-87A3-8933BA6D9CF9}"/>
              </a:ext>
            </a:extLst>
          </p:cNvPr>
          <p:cNvSpPr>
            <a:spLocks xmlns:a="http://schemas.openxmlformats.org/drawingml/2006/main" noGrp="1"/>
          </p:cNvSpPr>
          <p:nvPr/>
        </p:nvSpPr>
        <p:spPr>
          <a:xfrm xmlns:a="http://schemas.openxmlformats.org/drawingml/2006/main">
            <a:off x="6400800" y="1762125"/>
            <a:ext cx="5143500" cy="1238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6FFCA6-5208-4646-B265-6A0FAF5AD873}"/>
              </a:ext>
            </a:extLst>
          </p:cNvPr>
          <p:cNvSpPr>
            <a:spLocks xmlns:a="http://schemas.openxmlformats.org/drawingml/2006/main" noGrp="1"/>
          </p:cNvSpPr>
          <p:nvPr/>
        </p:nvSpPr>
        <p:spPr>
          <a:xfrm xmlns:a="http://schemas.openxmlformats.org/drawingml/2006/main">
            <a:off x="6686550" y="2076450"/>
            <a:ext cx="4429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defRPr sz="1200" b="1">
                <a:solidFill>
                  <a:srgbClr val="23836E"/>
                </a:solidFill>
                <a:latin typeface="Aptos"/>
                <a:ea typeface="Aptos"/>
                <a:cs typeface="Aptos"/>
              </a:defRPr>
            </a:lvl1pPr>
            <a:lvl2pPr algn="l">
              <a:defRPr sz="1200" b="1">
                <a:solidFill>
                  <a:srgbClr val="23836E"/>
                </a:solidFill>
                <a:latin typeface="Aptos"/>
                <a:ea typeface="Aptos"/>
                <a:cs typeface="Aptos"/>
              </a:defRPr>
            </a:lvl2pPr>
            <a:lvl3pPr algn="l">
              <a:defRPr sz="1200" b="1">
                <a:solidFill>
                  <a:srgbClr val="23836E"/>
                </a:solidFill>
                <a:latin typeface="Aptos"/>
                <a:ea typeface="Aptos"/>
                <a:cs typeface="Aptos"/>
              </a:defRPr>
            </a:lvl3pPr>
            <a:lvl4pPr algn="l">
              <a:defRPr sz="1200" b="1">
                <a:solidFill>
                  <a:srgbClr val="23836E"/>
                </a:solidFill>
                <a:latin typeface="Aptos"/>
                <a:ea typeface="Aptos"/>
                <a:cs typeface="Aptos"/>
              </a:defRPr>
            </a:lvl4pPr>
            <a:lvl5pPr algn="l">
              <a:defRPr sz="1200" b="1">
                <a:solidFill>
                  <a:srgbClr val="23836E"/>
                </a:solidFill>
                <a:latin typeface="Aptos"/>
                <a:ea typeface="Aptos"/>
                <a:cs typeface="Aptos"/>
              </a:defRPr>
            </a:lvl5pPr>
            <a:lvl6pPr algn="l">
              <a:defRPr sz="1200" b="1">
                <a:solidFill>
                  <a:srgbClr val="23836E"/>
                </a:solidFill>
                <a:latin typeface="Aptos"/>
                <a:ea typeface="Aptos"/>
                <a:cs typeface="Aptos"/>
              </a:defRPr>
            </a:lvl6pPr>
            <a:lvl7pPr algn="l">
              <a:defRPr sz="1200" b="1">
                <a:solidFill>
                  <a:srgbClr val="23836E"/>
                </a:solidFill>
                <a:latin typeface="Aptos"/>
                <a:ea typeface="Aptos"/>
                <a:cs typeface="Aptos"/>
              </a:defRPr>
            </a:lvl7pPr>
            <a:lvl8pPr algn="l">
              <a:defRPr sz="1200" b="1">
                <a:solidFill>
                  <a:srgbClr val="23836E"/>
                </a:solidFill>
                <a:latin typeface="Aptos"/>
                <a:ea typeface="Aptos"/>
                <a:cs typeface="Aptos"/>
              </a:defRPr>
            </a:lvl8pPr>
            <a:lvl9pPr algn="l">
              <a:defRPr sz="1200" b="1">
                <a:solidFill>
                  <a:srgbClr val="23836E"/>
                </a:solidFill>
                <a:latin typeface="Aptos"/>
                <a:ea typeface="Aptos"/>
                <a:cs typeface="Aptos"/>
              </a:defRPr>
            </a:lvl9pPr>
          </a:lstStyle>
          <a:p xmlns:a="http://schemas.openxmlformats.org/drawingml/2006/main">
            <a:pPr algn="l">
              <a:defRPr sz="1200" b="1">
                <a:solidFill>
                  <a:srgbClr val="23836E"/>
                </a:solidFill>
                <a:latin typeface="Aptos"/>
                <a:ea typeface="Aptos"/>
                <a:cs typeface="Aptos"/>
              </a:defRPr>
            </a:pPr>
            <a:r>
              <a:rPr sz="1200" b="1">
                <a:solidFill>
                  <a:srgbClr val="23836E"/>
                </a:solidFill>
                <a:latin typeface="Aptos"/>
                <a:ea typeface="Aptos"/>
                <a:cs typeface="Aptos"/>
              </a:rPr>
              <a:t>FIRMA ASIMÉTRICA · ED25519</a:t>
            </a:r>
          </a:p>
        </p:txBody>
      </p:sp>
      <p:sp>
        <p:nvSpPr>
          <p:cNvPr id="29" name="">
            <a:extLst xmlns:a="http://schemas.openxmlformats.org/drawingml/2006/main">
              <a:ext uri="{FF2B5EF4-FFF2-40B4-BE49-F238E27FC236}">
                <a16:creationId xmlns:a16="http://schemas.microsoft.com/office/drawing/2014/main" id="{5F7D79F0-A280-45FB-AB5D-DA85CA96BA4F}"/>
              </a:ext>
            </a:extLst>
          </p:cNvPr>
          <p:cNvSpPr>
            <a:spLocks xmlns:a="http://schemas.openxmlformats.org/drawingml/2006/main" noGrp="1"/>
          </p:cNvSpPr>
          <p:nvPr/>
        </p:nvSpPr>
        <p:spPr>
          <a:xfrm xmlns:a="http://schemas.openxmlformats.org/drawingml/2006/main">
            <a:off x="6686550" y="2514600"/>
            <a:ext cx="442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72554"/>
                </a:solidFill>
                <a:latin typeface="Aptos"/>
                <a:ea typeface="Aptos"/>
                <a:cs typeface="Aptos"/>
              </a:defRPr>
            </a:defPPr>
            <a:lvl1pPr algn="l">
              <a:defRPr sz="1725" b="1">
                <a:solidFill>
                  <a:srgbClr val="172554"/>
                </a:solidFill>
                <a:latin typeface="Aptos"/>
                <a:ea typeface="Aptos"/>
                <a:cs typeface="Aptos"/>
              </a:defRPr>
            </a:lvl1pPr>
            <a:lvl2pPr algn="l">
              <a:defRPr sz="1725" b="1">
                <a:solidFill>
                  <a:srgbClr val="172554"/>
                </a:solidFill>
                <a:latin typeface="Aptos"/>
                <a:ea typeface="Aptos"/>
                <a:cs typeface="Aptos"/>
              </a:defRPr>
            </a:lvl2pPr>
            <a:lvl3pPr algn="l">
              <a:defRPr sz="1725" b="1">
                <a:solidFill>
                  <a:srgbClr val="172554"/>
                </a:solidFill>
                <a:latin typeface="Aptos"/>
                <a:ea typeface="Aptos"/>
                <a:cs typeface="Aptos"/>
              </a:defRPr>
            </a:lvl3pPr>
            <a:lvl4pPr algn="l">
              <a:defRPr sz="1725" b="1">
                <a:solidFill>
                  <a:srgbClr val="172554"/>
                </a:solidFill>
                <a:latin typeface="Aptos"/>
                <a:ea typeface="Aptos"/>
                <a:cs typeface="Aptos"/>
              </a:defRPr>
            </a:lvl4pPr>
            <a:lvl5pPr algn="l">
              <a:defRPr sz="1725" b="1">
                <a:solidFill>
                  <a:srgbClr val="172554"/>
                </a:solidFill>
                <a:latin typeface="Aptos"/>
                <a:ea typeface="Aptos"/>
                <a:cs typeface="Aptos"/>
              </a:defRPr>
            </a:lvl5pPr>
            <a:lvl6pPr algn="l">
              <a:defRPr sz="1725" b="1">
                <a:solidFill>
                  <a:srgbClr val="172554"/>
                </a:solidFill>
                <a:latin typeface="Aptos"/>
                <a:ea typeface="Aptos"/>
                <a:cs typeface="Aptos"/>
              </a:defRPr>
            </a:lvl6pPr>
            <a:lvl7pPr algn="l">
              <a:defRPr sz="1725" b="1">
                <a:solidFill>
                  <a:srgbClr val="172554"/>
                </a:solidFill>
                <a:latin typeface="Aptos"/>
                <a:ea typeface="Aptos"/>
                <a:cs typeface="Aptos"/>
              </a:defRPr>
            </a:lvl7pPr>
            <a:lvl8pPr algn="l">
              <a:defRPr sz="1725" b="1">
                <a:solidFill>
                  <a:srgbClr val="172554"/>
                </a:solidFill>
                <a:latin typeface="Aptos"/>
                <a:ea typeface="Aptos"/>
                <a:cs typeface="Aptos"/>
              </a:defRPr>
            </a:lvl8pPr>
            <a:lvl9pPr algn="l">
              <a:defRPr sz="1725" b="1">
                <a:solidFill>
                  <a:srgbClr val="172554"/>
                </a:solidFill>
                <a:latin typeface="Aptos"/>
                <a:ea typeface="Aptos"/>
                <a:cs typeface="Aptos"/>
              </a:defRPr>
            </a:lvl9pPr>
          </a:lstStyle>
          <a:p xmlns:a="http://schemas.openxmlformats.org/drawingml/2006/main">
            <a:pPr algn="l">
              <a:defRPr sz="1725" b="1">
                <a:solidFill>
                  <a:srgbClr val="172554"/>
                </a:solidFill>
                <a:latin typeface="Aptos"/>
                <a:ea typeface="Aptos"/>
                <a:cs typeface="Aptos"/>
              </a:defRPr>
            </a:pPr>
            <a:r>
              <a:rPr sz="1725" b="1">
                <a:solidFill>
                  <a:srgbClr val="172554"/>
                </a:solidFill>
                <a:latin typeface="Aptos"/>
                <a:ea typeface="Aptos"/>
                <a:cs typeface="Aptos"/>
              </a:rPr>
              <a:t>Un par de claves relacionadas</a:t>
            </a:r>
          </a:p>
        </p:txBody>
      </p:sp>
      <p:sp>
        <p:nvSpPr>
          <p:cNvPr id="30" name="">
            <a:extLst xmlns:a="http://schemas.openxmlformats.org/drawingml/2006/main">
              <a:ext uri="{FF2B5EF4-FFF2-40B4-BE49-F238E27FC236}">
                <a16:creationId xmlns:a16="http://schemas.microsoft.com/office/drawing/2014/main" id="{5D9239A0-D36B-4156-A78D-8C824360E5E2}"/>
              </a:ext>
            </a:extLst>
          </p:cNvPr>
          <p:cNvSpPr>
            <a:spLocks xmlns:a="http://schemas.openxmlformats.org/drawingml/2006/main" noGrp="1"/>
          </p:cNvSpPr>
          <p:nvPr/>
        </p:nvSpPr>
        <p:spPr>
          <a:xfrm xmlns:a="http://schemas.openxmlformats.org/drawingml/2006/main">
            <a:off x="6619875" y="3181350"/>
            <a:ext cx="1285875" cy="1000125"/>
          </a:xfrm>
          <a:prstGeom xmlns:a="http://schemas.openxmlformats.org/drawingml/2006/main" prst="roundRect">
            <a:avLst>
              <a:gd name="adj" fmla="val 7619"/>
            </a:avLst>
          </a:prstGeom>
          <a:solidFill xmlns:a="http://schemas.openxmlformats.org/drawingml/2006/main">
            <a:srgbClr val="E8EDFF"/>
          </a:solidFill>
          <a:ln xmlns:a="http://schemas.openxmlformats.org/drawingml/2006/main" w="9525">
            <a:solidFill>
              <a:srgbClr val="DCE3ED"/>
            </a:solidFill>
            <a:prstDash val="solid"/>
          </a:ln>
        </p:spPr>
      </p:sp>
      <p:sp>
        <p:nvSpPr>
          <p:cNvPr id="31" name="">
            <a:extLst xmlns:a="http://schemas.openxmlformats.org/drawingml/2006/main">
              <a:ext uri="{FF2B5EF4-FFF2-40B4-BE49-F238E27FC236}">
                <a16:creationId xmlns:a16="http://schemas.microsoft.com/office/drawing/2014/main" id="{BB1CECA5-FD16-4829-80AB-3BCBF1C606A5}"/>
              </a:ext>
            </a:extLst>
          </p:cNvPr>
          <p:cNvSpPr>
            <a:spLocks xmlns:a="http://schemas.openxmlformats.org/drawingml/2006/main" noGrp="1"/>
          </p:cNvSpPr>
          <p:nvPr/>
        </p:nvSpPr>
        <p:spPr>
          <a:xfrm xmlns:a="http://schemas.openxmlformats.org/drawingml/2006/main">
            <a:off x="6619875" y="3181350"/>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BE0D93-E87E-4F0D-B8AE-564BA510D53D}"/>
              </a:ext>
            </a:extLst>
          </p:cNvPr>
          <p:cNvSpPr>
            <a:spLocks xmlns:a="http://schemas.openxmlformats.org/drawingml/2006/main" noGrp="1"/>
          </p:cNvSpPr>
          <p:nvPr/>
        </p:nvSpPr>
        <p:spPr>
          <a:xfrm xmlns:a="http://schemas.openxmlformats.org/drawingml/2006/main">
            <a:off x="6829425"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defRPr sz="1500" b="1">
                <a:solidFill>
                  <a:srgbClr val="2846A0"/>
                </a:solidFill>
                <a:latin typeface="Aptos"/>
                <a:ea typeface="Aptos"/>
                <a:cs typeface="Aptos"/>
              </a:defRPr>
            </a:lvl1pPr>
            <a:lvl2pPr algn="l">
              <a:defRPr sz="1500" b="1">
                <a:solidFill>
                  <a:srgbClr val="2846A0"/>
                </a:solidFill>
                <a:latin typeface="Aptos"/>
                <a:ea typeface="Aptos"/>
                <a:cs typeface="Aptos"/>
              </a:defRPr>
            </a:lvl2pPr>
            <a:lvl3pPr algn="l">
              <a:defRPr sz="1500" b="1">
                <a:solidFill>
                  <a:srgbClr val="2846A0"/>
                </a:solidFill>
                <a:latin typeface="Aptos"/>
                <a:ea typeface="Aptos"/>
                <a:cs typeface="Aptos"/>
              </a:defRPr>
            </a:lvl3pPr>
            <a:lvl4pPr algn="l">
              <a:defRPr sz="1500" b="1">
                <a:solidFill>
                  <a:srgbClr val="2846A0"/>
                </a:solidFill>
                <a:latin typeface="Aptos"/>
                <a:ea typeface="Aptos"/>
                <a:cs typeface="Aptos"/>
              </a:defRPr>
            </a:lvl4pPr>
            <a:lvl5pPr algn="l">
              <a:defRPr sz="1500" b="1">
                <a:solidFill>
                  <a:srgbClr val="2846A0"/>
                </a:solidFill>
                <a:latin typeface="Aptos"/>
                <a:ea typeface="Aptos"/>
                <a:cs typeface="Aptos"/>
              </a:defRPr>
            </a:lvl5pPr>
            <a:lvl6pPr algn="l">
              <a:defRPr sz="1500" b="1">
                <a:solidFill>
                  <a:srgbClr val="2846A0"/>
                </a:solidFill>
                <a:latin typeface="Aptos"/>
                <a:ea typeface="Aptos"/>
                <a:cs typeface="Aptos"/>
              </a:defRPr>
            </a:lvl6pPr>
            <a:lvl7pPr algn="l">
              <a:defRPr sz="1500" b="1">
                <a:solidFill>
                  <a:srgbClr val="2846A0"/>
                </a:solidFill>
                <a:latin typeface="Aptos"/>
                <a:ea typeface="Aptos"/>
                <a:cs typeface="Aptos"/>
              </a:defRPr>
            </a:lvl7pPr>
            <a:lvl8pPr algn="l">
              <a:defRPr sz="1500" b="1">
                <a:solidFill>
                  <a:srgbClr val="2846A0"/>
                </a:solidFill>
                <a:latin typeface="Aptos"/>
                <a:ea typeface="Aptos"/>
                <a:cs typeface="Aptos"/>
              </a:defRPr>
            </a:lvl8pPr>
            <a:lvl9pPr algn="l">
              <a:defRPr sz="1500" b="1">
                <a:solidFill>
                  <a:srgbClr val="2846A0"/>
                </a:solidFill>
                <a:latin typeface="Aptos"/>
                <a:ea typeface="Aptos"/>
                <a:cs typeface="Aptos"/>
              </a:defRPr>
            </a:lvl9pPr>
          </a:lstStyle>
          <a:p xmlns:a="http://schemas.openxmlformats.org/drawingml/2006/main">
            <a:pPr algn="l">
              <a:defRPr sz="1500" b="1">
                <a:solidFill>
                  <a:srgbClr val="2846A0"/>
                </a:solidFill>
                <a:latin typeface="Aptos"/>
                <a:ea typeface="Aptos"/>
                <a:cs typeface="Aptos"/>
              </a:defRPr>
            </a:pPr>
            <a:r>
              <a:rPr sz="1500" b="1">
                <a:solidFill>
                  <a:srgbClr val="2846A0"/>
                </a:solidFill>
                <a:latin typeface="Aptos"/>
                <a:ea typeface="Aptos"/>
                <a:cs typeface="Aptos"/>
              </a:rPr>
              <a:t>Emisor</a:t>
            </a:r>
          </a:p>
        </p:txBody>
      </p:sp>
      <p:sp>
        <p:nvSpPr>
          <p:cNvPr id="33" name="">
            <a:extLst xmlns:a="http://schemas.openxmlformats.org/drawingml/2006/main">
              <a:ext uri="{FF2B5EF4-FFF2-40B4-BE49-F238E27FC236}">
                <a16:creationId xmlns:a16="http://schemas.microsoft.com/office/drawing/2014/main" id="{1BF8BC73-2B4A-46C9-A6DA-E7018FAC61F1}"/>
              </a:ext>
            </a:extLst>
          </p:cNvPr>
          <p:cNvSpPr>
            <a:spLocks xmlns:a="http://schemas.openxmlformats.org/drawingml/2006/main" noGrp="1"/>
          </p:cNvSpPr>
          <p:nvPr/>
        </p:nvSpPr>
        <p:spPr>
          <a:xfrm xmlns:a="http://schemas.openxmlformats.org/drawingml/2006/main">
            <a:off x="6829425"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Privada firma</a:t>
            </a:r>
          </a:p>
        </p:txBody>
      </p:sp>
      <p:sp>
        <p:nvSpPr>
          <p:cNvPr id="34" name="">
            <a:extLst xmlns:a="http://schemas.openxmlformats.org/drawingml/2006/main">
              <a:ext uri="{FF2B5EF4-FFF2-40B4-BE49-F238E27FC236}">
                <a16:creationId xmlns:a16="http://schemas.microsoft.com/office/drawing/2014/main" id="{FDA19A1B-580E-42DD-B9DB-D515CFDEED66}"/>
              </a:ext>
            </a:extLst>
          </p:cNvPr>
          <p:cNvSpPr>
            <a:spLocks xmlns:a="http://schemas.openxmlformats.org/drawingml/2006/main" noGrp="1"/>
          </p:cNvSpPr>
          <p:nvPr/>
        </p:nvSpPr>
        <p:spPr>
          <a:xfrm xmlns:a="http://schemas.openxmlformats.org/drawingml/2006/main">
            <a:off x="79248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82C0E75-92C5-40B5-BCBE-670BA1F2B1A8}"/>
              </a:ext>
            </a:extLst>
          </p:cNvPr>
          <p:cNvSpPr>
            <a:spLocks xmlns:a="http://schemas.openxmlformats.org/drawingml/2006/main" noGrp="1"/>
          </p:cNvSpPr>
          <p:nvPr/>
        </p:nvSpPr>
        <p:spPr>
          <a:xfrm xmlns:a="http://schemas.openxmlformats.org/drawingml/2006/main">
            <a:off x="83629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81750128-6AA2-427F-8C07-091FA61444B4}"/>
              </a:ext>
            </a:extLst>
          </p:cNvPr>
          <p:cNvSpPr>
            <a:spLocks xmlns:a="http://schemas.openxmlformats.org/drawingml/2006/main" noGrp="1"/>
          </p:cNvSpPr>
          <p:nvPr/>
        </p:nvSpPr>
        <p:spPr>
          <a:xfrm xmlns:a="http://schemas.openxmlformats.org/drawingml/2006/main">
            <a:off x="8362950" y="31813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FE6DF71-AA7B-486C-A0DD-897C0975AB51}"/>
              </a:ext>
            </a:extLst>
          </p:cNvPr>
          <p:cNvSpPr>
            <a:spLocks xmlns:a="http://schemas.openxmlformats.org/drawingml/2006/main" noGrp="1"/>
          </p:cNvSpPr>
          <p:nvPr/>
        </p:nvSpPr>
        <p:spPr>
          <a:xfrm xmlns:a="http://schemas.openxmlformats.org/drawingml/2006/main">
            <a:off x="85725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defRPr sz="1500" b="1">
                <a:solidFill>
                  <a:srgbClr val="22B8A8"/>
                </a:solidFill>
                <a:latin typeface="Aptos"/>
                <a:ea typeface="Aptos"/>
                <a:cs typeface="Aptos"/>
              </a:defRPr>
            </a:lvl1pPr>
            <a:lvl2pPr algn="l">
              <a:defRPr sz="1500" b="1">
                <a:solidFill>
                  <a:srgbClr val="22B8A8"/>
                </a:solidFill>
                <a:latin typeface="Aptos"/>
                <a:ea typeface="Aptos"/>
                <a:cs typeface="Aptos"/>
              </a:defRPr>
            </a:lvl2pPr>
            <a:lvl3pPr algn="l">
              <a:defRPr sz="1500" b="1">
                <a:solidFill>
                  <a:srgbClr val="22B8A8"/>
                </a:solidFill>
                <a:latin typeface="Aptos"/>
                <a:ea typeface="Aptos"/>
                <a:cs typeface="Aptos"/>
              </a:defRPr>
            </a:lvl3pPr>
            <a:lvl4pPr algn="l">
              <a:defRPr sz="1500" b="1">
                <a:solidFill>
                  <a:srgbClr val="22B8A8"/>
                </a:solidFill>
                <a:latin typeface="Aptos"/>
                <a:ea typeface="Aptos"/>
                <a:cs typeface="Aptos"/>
              </a:defRPr>
            </a:lvl4pPr>
            <a:lvl5pPr algn="l">
              <a:defRPr sz="1500" b="1">
                <a:solidFill>
                  <a:srgbClr val="22B8A8"/>
                </a:solidFill>
                <a:latin typeface="Aptos"/>
                <a:ea typeface="Aptos"/>
                <a:cs typeface="Aptos"/>
              </a:defRPr>
            </a:lvl5pPr>
            <a:lvl6pPr algn="l">
              <a:defRPr sz="1500" b="1">
                <a:solidFill>
                  <a:srgbClr val="22B8A8"/>
                </a:solidFill>
                <a:latin typeface="Aptos"/>
                <a:ea typeface="Aptos"/>
                <a:cs typeface="Aptos"/>
              </a:defRPr>
            </a:lvl6pPr>
            <a:lvl7pPr algn="l">
              <a:defRPr sz="1500" b="1">
                <a:solidFill>
                  <a:srgbClr val="22B8A8"/>
                </a:solidFill>
                <a:latin typeface="Aptos"/>
                <a:ea typeface="Aptos"/>
                <a:cs typeface="Aptos"/>
              </a:defRPr>
            </a:lvl7pPr>
            <a:lvl8pPr algn="l">
              <a:defRPr sz="1500" b="1">
                <a:solidFill>
                  <a:srgbClr val="22B8A8"/>
                </a:solidFill>
                <a:latin typeface="Aptos"/>
                <a:ea typeface="Aptos"/>
                <a:cs typeface="Aptos"/>
              </a:defRPr>
            </a:lvl8pPr>
            <a:lvl9pPr algn="l">
              <a:defRPr sz="1500" b="1">
                <a:solidFill>
                  <a:srgbClr val="22B8A8"/>
                </a:solidFill>
                <a:latin typeface="Aptos"/>
                <a:ea typeface="Aptos"/>
                <a:cs typeface="Aptos"/>
              </a:defRPr>
            </a:lvl9pPr>
          </a:lstStyle>
          <a:p xmlns:a="http://schemas.openxmlformats.org/drawingml/2006/main">
            <a:pPr algn="l">
              <a:defRPr sz="1500" b="1">
                <a:solidFill>
                  <a:srgbClr val="22B8A8"/>
                </a:solidFill>
                <a:latin typeface="Aptos"/>
                <a:ea typeface="Aptos"/>
                <a:cs typeface="Aptos"/>
              </a:defRPr>
            </a:pPr>
            <a:r>
              <a:rPr sz="1500" b="1">
                <a:solidFill>
                  <a:srgbClr val="22B8A8"/>
                </a:solidFill>
                <a:latin typeface="Aptos"/>
                <a:ea typeface="Aptos"/>
                <a:cs typeface="Aptos"/>
              </a:rPr>
              <a:t>Resultado</a:t>
            </a:r>
          </a:p>
        </p:txBody>
      </p:sp>
      <p:sp>
        <p:nvSpPr>
          <p:cNvPr id="38" name="">
            <a:extLst xmlns:a="http://schemas.openxmlformats.org/drawingml/2006/main">
              <a:ext uri="{FF2B5EF4-FFF2-40B4-BE49-F238E27FC236}">
                <a16:creationId xmlns:a16="http://schemas.microsoft.com/office/drawing/2014/main" id="{80123717-9451-4B1F-BADF-1DF70DC3EFA3}"/>
              </a:ext>
            </a:extLst>
          </p:cNvPr>
          <p:cNvSpPr>
            <a:spLocks xmlns:a="http://schemas.openxmlformats.org/drawingml/2006/main" noGrp="1"/>
          </p:cNvSpPr>
          <p:nvPr/>
        </p:nvSpPr>
        <p:spPr>
          <a:xfrm xmlns:a="http://schemas.openxmlformats.org/drawingml/2006/main">
            <a:off x="85725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Datos + firma</a:t>
            </a:r>
          </a:p>
        </p:txBody>
      </p:sp>
      <p:sp>
        <p:nvSpPr>
          <p:cNvPr id="39" name="">
            <a:extLst xmlns:a="http://schemas.openxmlformats.org/drawingml/2006/main">
              <a:ext uri="{FF2B5EF4-FFF2-40B4-BE49-F238E27FC236}">
                <a16:creationId xmlns:a16="http://schemas.microsoft.com/office/drawing/2014/main" id="{46F4F46F-DD45-4DEF-8DE8-380441D8DF30}"/>
              </a:ext>
            </a:extLst>
          </p:cNvPr>
          <p:cNvSpPr>
            <a:spLocks xmlns:a="http://schemas.openxmlformats.org/drawingml/2006/main" noGrp="1"/>
          </p:cNvSpPr>
          <p:nvPr/>
        </p:nvSpPr>
        <p:spPr>
          <a:xfrm xmlns:a="http://schemas.openxmlformats.org/drawingml/2006/main">
            <a:off x="9677400" y="3543300"/>
            <a:ext cx="400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EE99902-186E-482D-850F-2FBF3046238F}"/>
              </a:ext>
            </a:extLst>
          </p:cNvPr>
          <p:cNvSpPr>
            <a:spLocks xmlns:a="http://schemas.openxmlformats.org/drawingml/2006/main" noGrp="1"/>
          </p:cNvSpPr>
          <p:nvPr/>
        </p:nvSpPr>
        <p:spPr>
          <a:xfrm xmlns:a="http://schemas.openxmlformats.org/drawingml/2006/main">
            <a:off x="10115550" y="3181350"/>
            <a:ext cx="1285875" cy="1000125"/>
          </a:xfrm>
          <a:prstGeom xmlns:a="http://schemas.openxmlformats.org/drawingml/2006/main" prst="roundRect">
            <a:avLst>
              <a:gd name="adj" fmla="val 7619"/>
            </a:avLst>
          </a:prstGeom>
          <a:solidFill xmlns:a="http://schemas.openxmlformats.org/drawingml/2006/main">
            <a:srgbClr val="D9F5F0"/>
          </a:solidFill>
          <a:ln xmlns:a="http://schemas.openxmlformats.org/drawingml/2006/main" w="9525">
            <a:solidFill>
              <a:srgbClr val="DCE3ED"/>
            </a:solidFill>
            <a:prstDash val="solid"/>
          </a:ln>
        </p:spPr>
      </p:sp>
      <p:sp>
        <p:nvSpPr>
          <p:cNvPr id="41" name="">
            <a:extLst xmlns:a="http://schemas.openxmlformats.org/drawingml/2006/main">
              <a:ext uri="{FF2B5EF4-FFF2-40B4-BE49-F238E27FC236}">
                <a16:creationId xmlns:a16="http://schemas.microsoft.com/office/drawing/2014/main" id="{731EF34E-3AD5-44B4-B4C7-99AB6472D720}"/>
              </a:ext>
            </a:extLst>
          </p:cNvPr>
          <p:cNvSpPr>
            <a:spLocks xmlns:a="http://schemas.openxmlformats.org/drawingml/2006/main" noGrp="1"/>
          </p:cNvSpPr>
          <p:nvPr/>
        </p:nvSpPr>
        <p:spPr>
          <a:xfrm xmlns:a="http://schemas.openxmlformats.org/drawingml/2006/main">
            <a:off x="10115550" y="3181350"/>
            <a:ext cx="76200" cy="100012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594C236-1828-4F48-BD6B-EC5CB3CD7B84}"/>
              </a:ext>
            </a:extLst>
          </p:cNvPr>
          <p:cNvSpPr>
            <a:spLocks xmlns:a="http://schemas.openxmlformats.org/drawingml/2006/main" noGrp="1"/>
          </p:cNvSpPr>
          <p:nvPr/>
        </p:nvSpPr>
        <p:spPr>
          <a:xfrm xmlns:a="http://schemas.openxmlformats.org/drawingml/2006/main">
            <a:off x="10325100" y="3314700"/>
            <a:ext cx="923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3587"/>
          </a:bodyPr>
          <a:lstStyle xmlns:a="http://schemas.openxmlformats.org/drawingml/2006/main">
            <a:defPPr algn="l">
              <a:defRPr sz="1500" b="1">
                <a:solidFill>
                  <a:srgbClr val="23836E"/>
                </a:solidFill>
                <a:latin typeface="Aptos"/>
                <a:ea typeface="Aptos"/>
                <a:cs typeface="Aptos"/>
              </a:defRPr>
            </a:defPPr>
            <a:lvl1pPr algn="l">
              <a:defRPr sz="1500" b="1">
                <a:solidFill>
                  <a:srgbClr val="23836E"/>
                </a:solidFill>
                <a:latin typeface="Aptos"/>
                <a:ea typeface="Aptos"/>
                <a:cs typeface="Aptos"/>
              </a:defRPr>
            </a:lvl1pPr>
            <a:lvl2pPr algn="l">
              <a:defRPr sz="1500" b="1">
                <a:solidFill>
                  <a:srgbClr val="23836E"/>
                </a:solidFill>
                <a:latin typeface="Aptos"/>
                <a:ea typeface="Aptos"/>
                <a:cs typeface="Aptos"/>
              </a:defRPr>
            </a:lvl2pPr>
            <a:lvl3pPr algn="l">
              <a:defRPr sz="1500" b="1">
                <a:solidFill>
                  <a:srgbClr val="23836E"/>
                </a:solidFill>
                <a:latin typeface="Aptos"/>
                <a:ea typeface="Aptos"/>
                <a:cs typeface="Aptos"/>
              </a:defRPr>
            </a:lvl3pPr>
            <a:lvl4pPr algn="l">
              <a:defRPr sz="1500" b="1">
                <a:solidFill>
                  <a:srgbClr val="23836E"/>
                </a:solidFill>
                <a:latin typeface="Aptos"/>
                <a:ea typeface="Aptos"/>
                <a:cs typeface="Aptos"/>
              </a:defRPr>
            </a:lvl4pPr>
            <a:lvl5pPr algn="l">
              <a:defRPr sz="1500" b="1">
                <a:solidFill>
                  <a:srgbClr val="23836E"/>
                </a:solidFill>
                <a:latin typeface="Aptos"/>
                <a:ea typeface="Aptos"/>
                <a:cs typeface="Aptos"/>
              </a:defRPr>
            </a:lvl5pPr>
            <a:lvl6pPr algn="l">
              <a:defRPr sz="1500" b="1">
                <a:solidFill>
                  <a:srgbClr val="23836E"/>
                </a:solidFill>
                <a:latin typeface="Aptos"/>
                <a:ea typeface="Aptos"/>
                <a:cs typeface="Aptos"/>
              </a:defRPr>
            </a:lvl6pPr>
            <a:lvl7pPr algn="l">
              <a:defRPr sz="1500" b="1">
                <a:solidFill>
                  <a:srgbClr val="23836E"/>
                </a:solidFill>
                <a:latin typeface="Aptos"/>
                <a:ea typeface="Aptos"/>
                <a:cs typeface="Aptos"/>
              </a:defRPr>
            </a:lvl7pPr>
            <a:lvl8pPr algn="l">
              <a:defRPr sz="1500" b="1">
                <a:solidFill>
                  <a:srgbClr val="23836E"/>
                </a:solidFill>
                <a:latin typeface="Aptos"/>
                <a:ea typeface="Aptos"/>
                <a:cs typeface="Aptos"/>
              </a:defRPr>
            </a:lvl8pPr>
            <a:lvl9pPr algn="l">
              <a:defRPr sz="1500" b="1">
                <a:solidFill>
                  <a:srgbClr val="23836E"/>
                </a:solidFill>
                <a:latin typeface="Aptos"/>
                <a:ea typeface="Aptos"/>
                <a:cs typeface="Aptos"/>
              </a:defRPr>
            </a:lvl9pPr>
          </a:lstStyle>
          <a:p xmlns:a="http://schemas.openxmlformats.org/drawingml/2006/main">
            <a:pPr algn="l">
              <a:defRPr sz="1500" b="1">
                <a:solidFill>
                  <a:srgbClr val="23836E"/>
                </a:solidFill>
                <a:latin typeface="Aptos"/>
                <a:ea typeface="Aptos"/>
                <a:cs typeface="Aptos"/>
              </a:defRPr>
            </a:pPr>
            <a:r>
              <a:rPr sz="1500" b="1">
                <a:solidFill>
                  <a:srgbClr val="23836E"/>
                </a:solidFill>
                <a:latin typeface="Aptos"/>
                <a:ea typeface="Aptos"/>
                <a:cs typeface="Aptos"/>
              </a:rPr>
              <a:t>Verificador</a:t>
            </a:r>
          </a:p>
        </p:txBody>
      </p:sp>
      <p:sp>
        <p:nvSpPr>
          <p:cNvPr id="43" name="">
            <a:extLst xmlns:a="http://schemas.openxmlformats.org/drawingml/2006/main">
              <a:ext uri="{FF2B5EF4-FFF2-40B4-BE49-F238E27FC236}">
                <a16:creationId xmlns:a16="http://schemas.microsoft.com/office/drawing/2014/main" id="{AC3764AE-8121-417B-A4C7-D15D43E0134D}"/>
              </a:ext>
            </a:extLst>
          </p:cNvPr>
          <p:cNvSpPr>
            <a:spLocks xmlns:a="http://schemas.openxmlformats.org/drawingml/2006/main" noGrp="1"/>
          </p:cNvSpPr>
          <p:nvPr/>
        </p:nvSpPr>
        <p:spPr>
          <a:xfrm xmlns:a="http://schemas.openxmlformats.org/drawingml/2006/main">
            <a:off x="10325100" y="3638550"/>
            <a:ext cx="923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Pública comprueba</a:t>
            </a:r>
          </a:p>
        </p:txBody>
      </p:sp>
      <p:sp>
        <p:nvSpPr>
          <p:cNvPr id="44" name="">
            <a:extLst xmlns:a="http://schemas.openxmlformats.org/drawingml/2006/main">
              <a:ext uri="{FF2B5EF4-FFF2-40B4-BE49-F238E27FC236}">
                <a16:creationId xmlns:a16="http://schemas.microsoft.com/office/drawing/2014/main" id="{AF2349CA-CD1A-4B34-A8D7-00E72DE50DC1}"/>
              </a:ext>
            </a:extLst>
          </p:cNvPr>
          <p:cNvSpPr>
            <a:spLocks xmlns:a="http://schemas.openxmlformats.org/drawingml/2006/main" noGrp="1"/>
          </p:cNvSpPr>
          <p:nvPr/>
        </p:nvSpPr>
        <p:spPr>
          <a:xfrm xmlns:a="http://schemas.openxmlformats.org/drawingml/2006/main">
            <a:off x="1619250" y="5410200"/>
            <a:ext cx="8953500" cy="590550"/>
          </a:xfrm>
          <a:prstGeom xmlns:a="http://schemas.openxmlformats.org/drawingml/2006/main" prst="roundRect">
            <a:avLst>
              <a:gd name="adj" fmla="val 12903"/>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8802E48-2FA7-4C94-AA7F-A532687E91C2}"/>
              </a:ext>
            </a:extLst>
          </p:cNvPr>
          <p:cNvSpPr>
            <a:spLocks xmlns:a="http://schemas.openxmlformats.org/drawingml/2006/main" noGrp="1"/>
          </p:cNvSpPr>
          <p:nvPr/>
        </p:nvSpPr>
        <p:spPr>
          <a:xfrm xmlns:a="http://schemas.openxmlformats.org/drawingml/2006/main">
            <a:off x="1885950" y="5524500"/>
            <a:ext cx="842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defRPr sz="1425" b="1">
                <a:solidFill>
                  <a:srgbClr val="775109"/>
                </a:solidFill>
                <a:latin typeface="Aptos"/>
                <a:ea typeface="Aptos"/>
                <a:cs typeface="Aptos"/>
              </a:defRPr>
            </a:lvl1pPr>
            <a:lvl2pPr algn="ctr">
              <a:defRPr sz="1425" b="1">
                <a:solidFill>
                  <a:srgbClr val="775109"/>
                </a:solidFill>
                <a:latin typeface="Aptos"/>
                <a:ea typeface="Aptos"/>
                <a:cs typeface="Aptos"/>
              </a:defRPr>
            </a:lvl2pPr>
            <a:lvl3pPr algn="ctr">
              <a:defRPr sz="1425" b="1">
                <a:solidFill>
                  <a:srgbClr val="775109"/>
                </a:solidFill>
                <a:latin typeface="Aptos"/>
                <a:ea typeface="Aptos"/>
                <a:cs typeface="Aptos"/>
              </a:defRPr>
            </a:lvl3pPr>
            <a:lvl4pPr algn="ctr">
              <a:defRPr sz="1425" b="1">
                <a:solidFill>
                  <a:srgbClr val="775109"/>
                </a:solidFill>
                <a:latin typeface="Aptos"/>
                <a:ea typeface="Aptos"/>
                <a:cs typeface="Aptos"/>
              </a:defRPr>
            </a:lvl4pPr>
            <a:lvl5pPr algn="ctr">
              <a:defRPr sz="1425" b="1">
                <a:solidFill>
                  <a:srgbClr val="775109"/>
                </a:solidFill>
                <a:latin typeface="Aptos"/>
                <a:ea typeface="Aptos"/>
                <a:cs typeface="Aptos"/>
              </a:defRPr>
            </a:lvl5pPr>
            <a:lvl6pPr algn="ctr">
              <a:defRPr sz="1425" b="1">
                <a:solidFill>
                  <a:srgbClr val="775109"/>
                </a:solidFill>
                <a:latin typeface="Aptos"/>
                <a:ea typeface="Aptos"/>
                <a:cs typeface="Aptos"/>
              </a:defRPr>
            </a:lvl6pPr>
            <a:lvl7pPr algn="ctr">
              <a:defRPr sz="1425" b="1">
                <a:solidFill>
                  <a:srgbClr val="775109"/>
                </a:solidFill>
                <a:latin typeface="Aptos"/>
                <a:ea typeface="Aptos"/>
                <a:cs typeface="Aptos"/>
              </a:defRPr>
            </a:lvl7pPr>
            <a:lvl8pPr algn="ctr">
              <a:defRPr sz="1425" b="1">
                <a:solidFill>
                  <a:srgbClr val="775109"/>
                </a:solidFill>
                <a:latin typeface="Aptos"/>
                <a:ea typeface="Aptos"/>
                <a:cs typeface="Aptos"/>
              </a:defRPr>
            </a:lvl8pPr>
            <a:lvl9pPr algn="ctr">
              <a:defRPr sz="1425" b="1">
                <a:solidFill>
                  <a:srgbClr val="775109"/>
                </a:solidFill>
                <a:latin typeface="Aptos"/>
                <a:ea typeface="Aptos"/>
                <a:cs typeface="Aptos"/>
              </a:defRPr>
            </a:lvl9pPr>
          </a:lstStyle>
          <a:p xmlns:a="http://schemas.openxmlformats.org/drawingml/2006/main">
            <a:pPr algn="ctr">
              <a:defRPr sz="1425" b="1">
                <a:solidFill>
                  <a:srgbClr val="775109"/>
                </a:solidFill>
                <a:latin typeface="Aptos"/>
                <a:ea typeface="Aptos"/>
                <a:cs typeface="Aptos"/>
              </a:defRPr>
            </a:pPr>
            <a:r>
              <a:rPr sz="1425" b="1">
                <a:solidFill>
                  <a:srgbClr val="775109"/>
                </a:solidFill>
                <a:latin typeface="Aptos"/>
                <a:ea typeface="Aptos"/>
                <a:cs typeface="Aptos"/>
              </a:rPr>
              <a:t>En este proyecto usamos Ed25519 para firmar. La firma no oculta el contenido.</a:t>
            </a:r>
          </a:p>
        </p:txBody>
      </p:sp>
    </p:spTree>
    <p:extLst>
      <p:ext uri="{BB962C8B-B14F-4D97-AF65-F5344CB8AC3E}">
        <p14:creationId xmlns:p14="http://schemas.microsoft.com/office/powerpoint/2010/main" val="1946744013"/>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FC88158-7D95-40EF-8069-C7560EF246A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40085BF4-ACDC-4F45-9921-11A33371250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ED63E83F-6FC6-4BBA-AA36-5C7977E19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Ed25519 convierte el contenido en una firma digital</a:t>
            </a:r>
          </a:p>
        </p:txBody>
      </p:sp>
      <p:sp>
        <p:nvSpPr>
          <p:cNvPr id="4" name="">
            <a:extLst xmlns:a="http://schemas.openxmlformats.org/drawingml/2006/main">
              <a:ext uri="{FF2B5EF4-FFF2-40B4-BE49-F238E27FC236}">
                <a16:creationId xmlns:a16="http://schemas.microsoft.com/office/drawing/2014/main" id="{A1CA437C-6CEC-48D5-83C6-1ECC6CD8D6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BCCF997-3E01-4CFA-86BB-A75CC6987D2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61CDBD7-32B9-4275-BFF3-261DAB1283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07C63AC5-D90D-4357-916B-99DB9CC3DDF3}"/>
              </a:ext>
            </a:extLst>
          </p:cNvPr>
          <p:cNvSpPr>
            <a:spLocks xmlns:a="http://schemas.openxmlformats.org/drawingml/2006/main" noGrp="1"/>
          </p:cNvSpPr>
          <p:nvPr/>
        </p:nvSpPr>
        <p:spPr>
          <a:xfrm xmlns:a="http://schemas.openxmlformats.org/drawingml/2006/main">
            <a:off x="71437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A9CC3961-2B7D-4300-A1DC-042F4E8CB4E7}"/>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72F6638-EFC1-425C-B170-D1B33DE02031}"/>
              </a:ext>
            </a:extLst>
          </p:cNvPr>
          <p:cNvSpPr>
            <a:spLocks xmlns:a="http://schemas.openxmlformats.org/drawingml/2006/main" noGrp="1"/>
          </p:cNvSpPr>
          <p:nvPr/>
        </p:nvSpPr>
        <p:spPr>
          <a:xfrm xmlns:a="http://schemas.openxmlformats.org/drawingml/2006/main">
            <a:off x="94297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10" name="">
            <a:extLst xmlns:a="http://schemas.openxmlformats.org/drawingml/2006/main">
              <a:ext uri="{FF2B5EF4-FFF2-40B4-BE49-F238E27FC236}">
                <a16:creationId xmlns:a16="http://schemas.microsoft.com/office/drawing/2014/main" id="{9EECA940-6A09-4F27-9135-81FA31B19EA2}"/>
              </a:ext>
            </a:extLst>
          </p:cNvPr>
          <p:cNvSpPr>
            <a:spLocks xmlns:a="http://schemas.openxmlformats.org/drawingml/2006/main" noGrp="1"/>
          </p:cNvSpPr>
          <p:nvPr/>
        </p:nvSpPr>
        <p:spPr>
          <a:xfrm xmlns:a="http://schemas.openxmlformats.org/drawingml/2006/main">
            <a:off x="155257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846A0"/>
                </a:solidFill>
                <a:latin typeface="Aptos"/>
                <a:ea typeface="Aptos"/>
                <a:cs typeface="Aptos"/>
              </a:defRPr>
            </a:defPPr>
            <a:lvl1pPr algn="l">
              <a:defRPr sz="1650" b="1">
                <a:solidFill>
                  <a:srgbClr val="2846A0"/>
                </a:solidFill>
                <a:latin typeface="Aptos"/>
                <a:ea typeface="Aptos"/>
                <a:cs typeface="Aptos"/>
              </a:defRPr>
            </a:lvl1pPr>
            <a:lvl2pPr algn="l">
              <a:defRPr sz="1650" b="1">
                <a:solidFill>
                  <a:srgbClr val="2846A0"/>
                </a:solidFill>
                <a:latin typeface="Aptos"/>
                <a:ea typeface="Aptos"/>
                <a:cs typeface="Aptos"/>
              </a:defRPr>
            </a:lvl2pPr>
            <a:lvl3pPr algn="l">
              <a:defRPr sz="1650" b="1">
                <a:solidFill>
                  <a:srgbClr val="2846A0"/>
                </a:solidFill>
                <a:latin typeface="Aptos"/>
                <a:ea typeface="Aptos"/>
                <a:cs typeface="Aptos"/>
              </a:defRPr>
            </a:lvl3pPr>
            <a:lvl4pPr algn="l">
              <a:defRPr sz="1650" b="1">
                <a:solidFill>
                  <a:srgbClr val="2846A0"/>
                </a:solidFill>
                <a:latin typeface="Aptos"/>
                <a:ea typeface="Aptos"/>
                <a:cs typeface="Aptos"/>
              </a:defRPr>
            </a:lvl4pPr>
            <a:lvl5pPr algn="l">
              <a:defRPr sz="1650" b="1">
                <a:solidFill>
                  <a:srgbClr val="2846A0"/>
                </a:solidFill>
                <a:latin typeface="Aptos"/>
                <a:ea typeface="Aptos"/>
                <a:cs typeface="Aptos"/>
              </a:defRPr>
            </a:lvl5pPr>
            <a:lvl6pPr algn="l">
              <a:defRPr sz="1650" b="1">
                <a:solidFill>
                  <a:srgbClr val="2846A0"/>
                </a:solidFill>
                <a:latin typeface="Aptos"/>
                <a:ea typeface="Aptos"/>
                <a:cs typeface="Aptos"/>
              </a:defRPr>
            </a:lvl6pPr>
            <a:lvl7pPr algn="l">
              <a:defRPr sz="1650" b="1">
                <a:solidFill>
                  <a:srgbClr val="2846A0"/>
                </a:solidFill>
                <a:latin typeface="Aptos"/>
                <a:ea typeface="Aptos"/>
                <a:cs typeface="Aptos"/>
              </a:defRPr>
            </a:lvl7pPr>
            <a:lvl8pPr algn="l">
              <a:defRPr sz="1650" b="1">
                <a:solidFill>
                  <a:srgbClr val="2846A0"/>
                </a:solidFill>
                <a:latin typeface="Aptos"/>
                <a:ea typeface="Aptos"/>
                <a:cs typeface="Aptos"/>
              </a:defRPr>
            </a:lvl8pPr>
            <a:lvl9pPr algn="l">
              <a:defRPr sz="1650" b="1">
                <a:solidFill>
                  <a:srgbClr val="2846A0"/>
                </a:solidFill>
                <a:latin typeface="Aptos"/>
                <a:ea typeface="Aptos"/>
                <a:cs typeface="Aptos"/>
              </a:defRPr>
            </a:lvl9pPr>
          </a:lstStyle>
          <a:p xmlns:a="http://schemas.openxmlformats.org/drawingml/2006/main">
            <a:pPr algn="l">
              <a:defRPr sz="1650" b="1">
                <a:solidFill>
                  <a:srgbClr val="2846A0"/>
                </a:solidFill>
                <a:latin typeface="Aptos"/>
                <a:ea typeface="Aptos"/>
                <a:cs typeface="Aptos"/>
              </a:defRPr>
            </a:pPr>
            <a:r>
              <a:rPr sz="1650" b="1">
                <a:solidFill>
                  <a:srgbClr val="2846A0"/>
                </a:solidFill>
                <a:latin typeface="Aptos"/>
                <a:ea typeface="Aptos"/>
                <a:cs typeface="Aptos"/>
              </a:rPr>
              <a:t>Preparar</a:t>
            </a:r>
          </a:p>
        </p:txBody>
      </p:sp>
      <p:sp>
        <p:nvSpPr>
          <p:cNvPr id="11" name="">
            <a:extLst xmlns:a="http://schemas.openxmlformats.org/drawingml/2006/main">
              <a:ext uri="{FF2B5EF4-FFF2-40B4-BE49-F238E27FC236}">
                <a16:creationId xmlns:a16="http://schemas.microsoft.com/office/drawing/2014/main" id="{212BEF28-E392-4DA9-82C9-3ED259778040}"/>
              </a:ext>
            </a:extLst>
          </p:cNvPr>
          <p:cNvSpPr>
            <a:spLocks xmlns:a="http://schemas.openxmlformats.org/drawingml/2006/main" noGrp="1"/>
          </p:cNvSpPr>
          <p:nvPr/>
        </p:nvSpPr>
        <p:spPr>
          <a:xfrm xmlns:a="http://schemas.openxmlformats.org/drawingml/2006/main">
            <a:off x="94297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defRPr sz="1350" b="0">
                <a:solidFill>
                  <a:srgbClr val="536276"/>
                </a:solidFill>
                <a:latin typeface="Aptos"/>
                <a:ea typeface="Aptos"/>
                <a:cs typeface="Aptos"/>
              </a:defRPr>
            </a:lvl1pPr>
            <a:lvl2pPr algn="l">
              <a:defRPr sz="1350" b="0">
                <a:solidFill>
                  <a:srgbClr val="536276"/>
                </a:solidFill>
                <a:latin typeface="Aptos"/>
                <a:ea typeface="Aptos"/>
                <a:cs typeface="Aptos"/>
              </a:defRPr>
            </a:lvl2pPr>
            <a:lvl3pPr algn="l">
              <a:defRPr sz="1350" b="0">
                <a:solidFill>
                  <a:srgbClr val="536276"/>
                </a:solidFill>
                <a:latin typeface="Aptos"/>
                <a:ea typeface="Aptos"/>
                <a:cs typeface="Aptos"/>
              </a:defRPr>
            </a:lvl3pPr>
            <a:lvl4pPr algn="l">
              <a:defRPr sz="1350" b="0">
                <a:solidFill>
                  <a:srgbClr val="536276"/>
                </a:solidFill>
                <a:latin typeface="Aptos"/>
                <a:ea typeface="Aptos"/>
                <a:cs typeface="Aptos"/>
              </a:defRPr>
            </a:lvl4pPr>
            <a:lvl5pPr algn="l">
              <a:defRPr sz="1350" b="0">
                <a:solidFill>
                  <a:srgbClr val="536276"/>
                </a:solidFill>
                <a:latin typeface="Aptos"/>
                <a:ea typeface="Aptos"/>
                <a:cs typeface="Aptos"/>
              </a:defRPr>
            </a:lvl5pPr>
            <a:lvl6pPr algn="l">
              <a:defRPr sz="1350" b="0">
                <a:solidFill>
                  <a:srgbClr val="536276"/>
                </a:solidFill>
                <a:latin typeface="Aptos"/>
                <a:ea typeface="Aptos"/>
                <a:cs typeface="Aptos"/>
              </a:defRPr>
            </a:lvl6pPr>
            <a:lvl7pPr algn="l">
              <a:defRPr sz="1350" b="0">
                <a:solidFill>
                  <a:srgbClr val="536276"/>
                </a:solidFill>
                <a:latin typeface="Aptos"/>
                <a:ea typeface="Aptos"/>
                <a:cs typeface="Aptos"/>
              </a:defRPr>
            </a:lvl7pPr>
            <a:lvl8pPr algn="l">
              <a:defRPr sz="1350" b="0">
                <a:solidFill>
                  <a:srgbClr val="536276"/>
                </a:solidFill>
                <a:latin typeface="Aptos"/>
                <a:ea typeface="Aptos"/>
                <a:cs typeface="Aptos"/>
              </a:defRPr>
            </a:lvl8pPr>
            <a:lvl9pPr algn="l">
              <a:defRPr sz="1350" b="0">
                <a:solidFill>
                  <a:srgbClr val="536276"/>
                </a:solidFill>
                <a:latin typeface="Aptos"/>
                <a:ea typeface="Aptos"/>
                <a:cs typeface="Aptos"/>
              </a:defRPr>
            </a:lvl9pPr>
          </a:lstStyle>
          <a:p xmlns:a="http://schemas.openxmlformats.org/drawingml/2006/main">
            <a:pPr algn="l">
              <a:defRPr sz="1350" b="0">
                <a:solidFill>
                  <a:srgbClr val="536276"/>
                </a:solidFill>
                <a:latin typeface="Aptos"/>
                <a:ea typeface="Aptos"/>
                <a:cs typeface="Aptos"/>
              </a:defRPr>
            </a:pPr>
            <a:r>
              <a:rPr sz="1350" b="0">
                <a:solidFill>
                  <a:srgbClr val="536276"/>
                </a:solidFill>
                <a:latin typeface="Aptos"/>
                <a:ea typeface="Aptos"/>
                <a:cs typeface="Aptos"/>
              </a:rPr>
              <a:t>El sistema ordena los campos y obtiene bytes reproducibles.</a:t>
            </a:r>
          </a:p>
        </p:txBody>
      </p:sp>
      <p:sp>
        <p:nvSpPr>
          <p:cNvPr id="12" name="">
            <a:extLst xmlns:a="http://schemas.openxmlformats.org/drawingml/2006/main">
              <a:ext uri="{FF2B5EF4-FFF2-40B4-BE49-F238E27FC236}">
                <a16:creationId xmlns:a16="http://schemas.microsoft.com/office/drawing/2014/main" id="{A48BCE5F-CF1A-4892-8421-DE037DA687A0}"/>
              </a:ext>
            </a:extLst>
          </p:cNvPr>
          <p:cNvSpPr>
            <a:spLocks xmlns:a="http://schemas.openxmlformats.org/drawingml/2006/main" noGrp="1"/>
          </p:cNvSpPr>
          <p:nvPr/>
        </p:nvSpPr>
        <p:spPr>
          <a:xfrm xmlns:a="http://schemas.openxmlformats.org/drawingml/2006/main">
            <a:off x="3952875"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1A1736-04A6-4609-8E1A-331F0CB4FF80}"/>
              </a:ext>
            </a:extLst>
          </p:cNvPr>
          <p:cNvSpPr>
            <a:spLocks xmlns:a="http://schemas.openxmlformats.org/drawingml/2006/main" noGrp="1"/>
          </p:cNvSpPr>
          <p:nvPr/>
        </p:nvSpPr>
        <p:spPr>
          <a:xfrm xmlns:a="http://schemas.openxmlformats.org/drawingml/2006/main">
            <a:off x="4476750"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5FA37BF2-631D-45D9-9AAF-FD6A47442EA9}"/>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D431D2-2197-4207-B295-7176324A680C}"/>
              </a:ext>
            </a:extLst>
          </p:cNvPr>
          <p:cNvSpPr>
            <a:spLocks xmlns:a="http://schemas.openxmlformats.org/drawingml/2006/main" noGrp="1"/>
          </p:cNvSpPr>
          <p:nvPr/>
        </p:nvSpPr>
        <p:spPr>
          <a:xfrm xmlns:a="http://schemas.openxmlformats.org/drawingml/2006/main">
            <a:off x="4705350"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58169AE3-6095-42F7-A4A4-4A05A8F7DCA4}"/>
              </a:ext>
            </a:extLst>
          </p:cNvPr>
          <p:cNvSpPr>
            <a:spLocks xmlns:a="http://schemas.openxmlformats.org/drawingml/2006/main" noGrp="1"/>
          </p:cNvSpPr>
          <p:nvPr/>
        </p:nvSpPr>
        <p:spPr>
          <a:xfrm xmlns:a="http://schemas.openxmlformats.org/drawingml/2006/main">
            <a:off x="53149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22B8A8"/>
                </a:solidFill>
                <a:latin typeface="Aptos"/>
                <a:ea typeface="Aptos"/>
                <a:cs typeface="Aptos"/>
              </a:defRPr>
            </a:defPPr>
            <a:lvl1pPr algn="l">
              <a:defRPr sz="1650" b="1">
                <a:solidFill>
                  <a:srgbClr val="22B8A8"/>
                </a:solidFill>
                <a:latin typeface="Aptos"/>
                <a:ea typeface="Aptos"/>
                <a:cs typeface="Aptos"/>
              </a:defRPr>
            </a:lvl1pPr>
            <a:lvl2pPr algn="l">
              <a:defRPr sz="1650" b="1">
                <a:solidFill>
                  <a:srgbClr val="22B8A8"/>
                </a:solidFill>
                <a:latin typeface="Aptos"/>
                <a:ea typeface="Aptos"/>
                <a:cs typeface="Aptos"/>
              </a:defRPr>
            </a:lvl2pPr>
            <a:lvl3pPr algn="l">
              <a:defRPr sz="1650" b="1">
                <a:solidFill>
                  <a:srgbClr val="22B8A8"/>
                </a:solidFill>
                <a:latin typeface="Aptos"/>
                <a:ea typeface="Aptos"/>
                <a:cs typeface="Aptos"/>
              </a:defRPr>
            </a:lvl3pPr>
            <a:lvl4pPr algn="l">
              <a:defRPr sz="1650" b="1">
                <a:solidFill>
                  <a:srgbClr val="22B8A8"/>
                </a:solidFill>
                <a:latin typeface="Aptos"/>
                <a:ea typeface="Aptos"/>
                <a:cs typeface="Aptos"/>
              </a:defRPr>
            </a:lvl4pPr>
            <a:lvl5pPr algn="l">
              <a:defRPr sz="1650" b="1">
                <a:solidFill>
                  <a:srgbClr val="22B8A8"/>
                </a:solidFill>
                <a:latin typeface="Aptos"/>
                <a:ea typeface="Aptos"/>
                <a:cs typeface="Aptos"/>
              </a:defRPr>
            </a:lvl5pPr>
            <a:lvl6pPr algn="l">
              <a:defRPr sz="1650" b="1">
                <a:solidFill>
                  <a:srgbClr val="22B8A8"/>
                </a:solidFill>
                <a:latin typeface="Aptos"/>
                <a:ea typeface="Aptos"/>
                <a:cs typeface="Aptos"/>
              </a:defRPr>
            </a:lvl6pPr>
            <a:lvl7pPr algn="l">
              <a:defRPr sz="1650" b="1">
                <a:solidFill>
                  <a:srgbClr val="22B8A8"/>
                </a:solidFill>
                <a:latin typeface="Aptos"/>
                <a:ea typeface="Aptos"/>
                <a:cs typeface="Aptos"/>
              </a:defRPr>
            </a:lvl7pPr>
            <a:lvl8pPr algn="l">
              <a:defRPr sz="1650" b="1">
                <a:solidFill>
                  <a:srgbClr val="22B8A8"/>
                </a:solidFill>
                <a:latin typeface="Aptos"/>
                <a:ea typeface="Aptos"/>
                <a:cs typeface="Aptos"/>
              </a:defRPr>
            </a:lvl8pPr>
            <a:lvl9pPr algn="l">
              <a:defRPr sz="1650" b="1">
                <a:solidFill>
                  <a:srgbClr val="22B8A8"/>
                </a:solidFill>
                <a:latin typeface="Aptos"/>
                <a:ea typeface="Aptos"/>
                <a:cs typeface="Aptos"/>
              </a:defRPr>
            </a:lvl9pPr>
          </a:lstStyle>
          <a:p xmlns:a="http://schemas.openxmlformats.org/drawingml/2006/main">
            <a:pPr algn="l">
              <a:defRPr sz="1650" b="1">
                <a:solidFill>
                  <a:srgbClr val="22B8A8"/>
                </a:solidFill>
                <a:latin typeface="Aptos"/>
                <a:ea typeface="Aptos"/>
                <a:cs typeface="Aptos"/>
              </a:defRPr>
            </a:pPr>
            <a:r>
              <a:rPr sz="1650" b="1">
                <a:solidFill>
                  <a:srgbClr val="22B8A8"/>
                </a:solidFill>
                <a:latin typeface="Aptos"/>
                <a:ea typeface="Aptos"/>
                <a:cs typeface="Aptos"/>
              </a:rPr>
              <a:t>Firmar</a:t>
            </a:r>
          </a:p>
        </p:txBody>
      </p:sp>
      <p:sp>
        <p:nvSpPr>
          <p:cNvPr id="17" name="">
            <a:extLst xmlns:a="http://schemas.openxmlformats.org/drawingml/2006/main">
              <a:ext uri="{FF2B5EF4-FFF2-40B4-BE49-F238E27FC236}">
                <a16:creationId xmlns:a16="http://schemas.microsoft.com/office/drawing/2014/main" id="{24AE8488-4A8F-46DB-A0AC-20C35CBF2AE1}"/>
              </a:ext>
            </a:extLst>
          </p:cNvPr>
          <p:cNvSpPr>
            <a:spLocks xmlns:a="http://schemas.openxmlformats.org/drawingml/2006/main" noGrp="1"/>
          </p:cNvSpPr>
          <p:nvPr/>
        </p:nvSpPr>
        <p:spPr>
          <a:xfrm xmlns:a="http://schemas.openxmlformats.org/drawingml/2006/main">
            <a:off x="4705350"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defRPr sz="1350" b="0">
                <a:solidFill>
                  <a:srgbClr val="536276"/>
                </a:solidFill>
                <a:latin typeface="Aptos"/>
                <a:ea typeface="Aptos"/>
                <a:cs typeface="Aptos"/>
              </a:defRPr>
            </a:lvl1pPr>
            <a:lvl2pPr algn="l">
              <a:defRPr sz="1350" b="0">
                <a:solidFill>
                  <a:srgbClr val="536276"/>
                </a:solidFill>
                <a:latin typeface="Aptos"/>
                <a:ea typeface="Aptos"/>
                <a:cs typeface="Aptos"/>
              </a:defRPr>
            </a:lvl2pPr>
            <a:lvl3pPr algn="l">
              <a:defRPr sz="1350" b="0">
                <a:solidFill>
                  <a:srgbClr val="536276"/>
                </a:solidFill>
                <a:latin typeface="Aptos"/>
                <a:ea typeface="Aptos"/>
                <a:cs typeface="Aptos"/>
              </a:defRPr>
            </a:lvl3pPr>
            <a:lvl4pPr algn="l">
              <a:defRPr sz="1350" b="0">
                <a:solidFill>
                  <a:srgbClr val="536276"/>
                </a:solidFill>
                <a:latin typeface="Aptos"/>
                <a:ea typeface="Aptos"/>
                <a:cs typeface="Aptos"/>
              </a:defRPr>
            </a:lvl4pPr>
            <a:lvl5pPr algn="l">
              <a:defRPr sz="1350" b="0">
                <a:solidFill>
                  <a:srgbClr val="536276"/>
                </a:solidFill>
                <a:latin typeface="Aptos"/>
                <a:ea typeface="Aptos"/>
                <a:cs typeface="Aptos"/>
              </a:defRPr>
            </a:lvl5pPr>
            <a:lvl6pPr algn="l">
              <a:defRPr sz="1350" b="0">
                <a:solidFill>
                  <a:srgbClr val="536276"/>
                </a:solidFill>
                <a:latin typeface="Aptos"/>
                <a:ea typeface="Aptos"/>
                <a:cs typeface="Aptos"/>
              </a:defRPr>
            </a:lvl6pPr>
            <a:lvl7pPr algn="l">
              <a:defRPr sz="1350" b="0">
                <a:solidFill>
                  <a:srgbClr val="536276"/>
                </a:solidFill>
                <a:latin typeface="Aptos"/>
                <a:ea typeface="Aptos"/>
                <a:cs typeface="Aptos"/>
              </a:defRPr>
            </a:lvl7pPr>
            <a:lvl8pPr algn="l">
              <a:defRPr sz="1350" b="0">
                <a:solidFill>
                  <a:srgbClr val="536276"/>
                </a:solidFill>
                <a:latin typeface="Aptos"/>
                <a:ea typeface="Aptos"/>
                <a:cs typeface="Aptos"/>
              </a:defRPr>
            </a:lvl8pPr>
            <a:lvl9pPr algn="l">
              <a:defRPr sz="1350" b="0">
                <a:solidFill>
                  <a:srgbClr val="536276"/>
                </a:solidFill>
                <a:latin typeface="Aptos"/>
                <a:ea typeface="Aptos"/>
                <a:cs typeface="Aptos"/>
              </a:defRPr>
            </a:lvl9pPr>
          </a:lstStyle>
          <a:p xmlns:a="http://schemas.openxmlformats.org/drawingml/2006/main">
            <a:pPr algn="l">
              <a:defRPr sz="1350" b="0">
                <a:solidFill>
                  <a:srgbClr val="536276"/>
                </a:solidFill>
                <a:latin typeface="Aptos"/>
                <a:ea typeface="Aptos"/>
                <a:cs typeface="Aptos"/>
              </a:defRPr>
            </a:pPr>
            <a:r>
              <a:rPr sz="1350" b="0">
                <a:solidFill>
                  <a:srgbClr val="536276"/>
                </a:solidFill>
                <a:latin typeface="Aptos"/>
                <a:ea typeface="Aptos"/>
                <a:cs typeface="Aptos"/>
              </a:rPr>
              <a:t>Node.js aplica Ed25519 con la clave privada del emisor.</a:t>
            </a:r>
          </a:p>
        </p:txBody>
      </p:sp>
      <p:sp>
        <p:nvSpPr>
          <p:cNvPr id="18" name="">
            <a:extLst xmlns:a="http://schemas.openxmlformats.org/drawingml/2006/main">
              <a:ext uri="{FF2B5EF4-FFF2-40B4-BE49-F238E27FC236}">
                <a16:creationId xmlns:a16="http://schemas.microsoft.com/office/drawing/2014/main" id="{FEC65EC7-C9A2-45F9-B57B-69B4988D5A99}"/>
              </a:ext>
            </a:extLst>
          </p:cNvPr>
          <p:cNvSpPr>
            <a:spLocks xmlns:a="http://schemas.openxmlformats.org/drawingml/2006/main" noGrp="1"/>
          </p:cNvSpPr>
          <p:nvPr/>
        </p:nvSpPr>
        <p:spPr>
          <a:xfrm xmlns:a="http://schemas.openxmlformats.org/drawingml/2006/main">
            <a:off x="7715250" y="2790825"/>
            <a:ext cx="428625" cy="2857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5AB92F-196E-4B69-96BD-6939BA0F8F5E}"/>
              </a:ext>
            </a:extLst>
          </p:cNvPr>
          <p:cNvSpPr>
            <a:spLocks xmlns:a="http://schemas.openxmlformats.org/drawingml/2006/main" noGrp="1"/>
          </p:cNvSpPr>
          <p:nvPr/>
        </p:nvSpPr>
        <p:spPr>
          <a:xfrm xmlns:a="http://schemas.openxmlformats.org/drawingml/2006/main">
            <a:off x="8239125" y="2000250"/>
            <a:ext cx="319087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986DBF66-D18C-44EC-BD9C-29AA61AAC668}"/>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814504D-32B7-43CA-92FB-5BA84A162FA2}"/>
              </a:ext>
            </a:extLst>
          </p:cNvPr>
          <p:cNvSpPr>
            <a:spLocks xmlns:a="http://schemas.openxmlformats.org/drawingml/2006/main" noGrp="1"/>
          </p:cNvSpPr>
          <p:nvPr/>
        </p:nvSpPr>
        <p:spPr>
          <a:xfrm xmlns:a="http://schemas.openxmlformats.org/drawingml/2006/main">
            <a:off x="8467725" y="2209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6B579BC5-92A0-4086-9CD6-F93DD40F5594}"/>
              </a:ext>
            </a:extLst>
          </p:cNvPr>
          <p:cNvSpPr>
            <a:spLocks xmlns:a="http://schemas.openxmlformats.org/drawingml/2006/main" noGrp="1"/>
          </p:cNvSpPr>
          <p:nvPr/>
        </p:nvSpPr>
        <p:spPr>
          <a:xfrm xmlns:a="http://schemas.openxmlformats.org/drawingml/2006/main">
            <a:off x="9077325"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2B544"/>
                </a:solidFill>
                <a:latin typeface="Aptos"/>
                <a:ea typeface="Aptos"/>
                <a:cs typeface="Aptos"/>
              </a:defRPr>
            </a:defPPr>
            <a:lvl1pPr algn="l">
              <a:defRPr sz="1650" b="1">
                <a:solidFill>
                  <a:srgbClr val="F2B544"/>
                </a:solidFill>
                <a:latin typeface="Aptos"/>
                <a:ea typeface="Aptos"/>
                <a:cs typeface="Aptos"/>
              </a:defRPr>
            </a:lvl1pPr>
            <a:lvl2pPr algn="l">
              <a:defRPr sz="1650" b="1">
                <a:solidFill>
                  <a:srgbClr val="F2B544"/>
                </a:solidFill>
                <a:latin typeface="Aptos"/>
                <a:ea typeface="Aptos"/>
                <a:cs typeface="Aptos"/>
              </a:defRPr>
            </a:lvl2pPr>
            <a:lvl3pPr algn="l">
              <a:defRPr sz="1650" b="1">
                <a:solidFill>
                  <a:srgbClr val="F2B544"/>
                </a:solidFill>
                <a:latin typeface="Aptos"/>
                <a:ea typeface="Aptos"/>
                <a:cs typeface="Aptos"/>
              </a:defRPr>
            </a:lvl3pPr>
            <a:lvl4pPr algn="l">
              <a:defRPr sz="1650" b="1">
                <a:solidFill>
                  <a:srgbClr val="F2B544"/>
                </a:solidFill>
                <a:latin typeface="Aptos"/>
                <a:ea typeface="Aptos"/>
                <a:cs typeface="Aptos"/>
              </a:defRPr>
            </a:lvl4pPr>
            <a:lvl5pPr algn="l">
              <a:defRPr sz="1650" b="1">
                <a:solidFill>
                  <a:srgbClr val="F2B544"/>
                </a:solidFill>
                <a:latin typeface="Aptos"/>
                <a:ea typeface="Aptos"/>
                <a:cs typeface="Aptos"/>
              </a:defRPr>
            </a:lvl5pPr>
            <a:lvl6pPr algn="l">
              <a:defRPr sz="1650" b="1">
                <a:solidFill>
                  <a:srgbClr val="F2B544"/>
                </a:solidFill>
                <a:latin typeface="Aptos"/>
                <a:ea typeface="Aptos"/>
                <a:cs typeface="Aptos"/>
              </a:defRPr>
            </a:lvl6pPr>
            <a:lvl7pPr algn="l">
              <a:defRPr sz="1650" b="1">
                <a:solidFill>
                  <a:srgbClr val="F2B544"/>
                </a:solidFill>
                <a:latin typeface="Aptos"/>
                <a:ea typeface="Aptos"/>
                <a:cs typeface="Aptos"/>
              </a:defRPr>
            </a:lvl7pPr>
            <a:lvl8pPr algn="l">
              <a:defRPr sz="1650" b="1">
                <a:solidFill>
                  <a:srgbClr val="F2B544"/>
                </a:solidFill>
                <a:latin typeface="Aptos"/>
                <a:ea typeface="Aptos"/>
                <a:cs typeface="Aptos"/>
              </a:defRPr>
            </a:lvl8pPr>
            <a:lvl9pPr algn="l">
              <a:defRPr sz="1650" b="1">
                <a:solidFill>
                  <a:srgbClr val="F2B544"/>
                </a:solidFill>
                <a:latin typeface="Aptos"/>
                <a:ea typeface="Aptos"/>
                <a:cs typeface="Aptos"/>
              </a:defRPr>
            </a:lvl9pPr>
          </a:lstStyle>
          <a:p xmlns:a="http://schemas.openxmlformats.org/drawingml/2006/main">
            <a:pPr algn="l">
              <a:defRPr sz="1650" b="1">
                <a:solidFill>
                  <a:srgbClr val="F2B544"/>
                </a:solidFill>
                <a:latin typeface="Aptos"/>
                <a:ea typeface="Aptos"/>
                <a:cs typeface="Aptos"/>
              </a:defRPr>
            </a:pPr>
            <a:r>
              <a:rPr sz="1650" b="1">
                <a:solidFill>
                  <a:srgbClr val="F2B544"/>
                </a:solidFill>
                <a:latin typeface="Aptos"/>
                <a:ea typeface="Aptos"/>
                <a:cs typeface="Aptos"/>
              </a:rPr>
              <a:t>Adjuntar</a:t>
            </a:r>
          </a:p>
        </p:txBody>
      </p:sp>
      <p:sp>
        <p:nvSpPr>
          <p:cNvPr id="23" name="">
            <a:extLst xmlns:a="http://schemas.openxmlformats.org/drawingml/2006/main">
              <a:ext uri="{FF2B5EF4-FFF2-40B4-BE49-F238E27FC236}">
                <a16:creationId xmlns:a16="http://schemas.microsoft.com/office/drawing/2014/main" id="{D91DC515-48DA-4456-89F8-72F11A529770}"/>
              </a:ext>
            </a:extLst>
          </p:cNvPr>
          <p:cNvSpPr>
            <a:spLocks xmlns:a="http://schemas.openxmlformats.org/drawingml/2006/main" noGrp="1"/>
          </p:cNvSpPr>
          <p:nvPr/>
        </p:nvSpPr>
        <p:spPr>
          <a:xfrm xmlns:a="http://schemas.openxmlformats.org/drawingml/2006/main">
            <a:off x="8467725" y="28575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536276"/>
                </a:solidFill>
                <a:latin typeface="Aptos"/>
                <a:ea typeface="Aptos"/>
                <a:cs typeface="Aptos"/>
              </a:defRPr>
            </a:defPPr>
            <a:lvl1pPr algn="l">
              <a:defRPr sz="1350" b="0">
                <a:solidFill>
                  <a:srgbClr val="536276"/>
                </a:solidFill>
                <a:latin typeface="Aptos"/>
                <a:ea typeface="Aptos"/>
                <a:cs typeface="Aptos"/>
              </a:defRPr>
            </a:lvl1pPr>
            <a:lvl2pPr algn="l">
              <a:defRPr sz="1350" b="0">
                <a:solidFill>
                  <a:srgbClr val="536276"/>
                </a:solidFill>
                <a:latin typeface="Aptos"/>
                <a:ea typeface="Aptos"/>
                <a:cs typeface="Aptos"/>
              </a:defRPr>
            </a:lvl2pPr>
            <a:lvl3pPr algn="l">
              <a:defRPr sz="1350" b="0">
                <a:solidFill>
                  <a:srgbClr val="536276"/>
                </a:solidFill>
                <a:latin typeface="Aptos"/>
                <a:ea typeface="Aptos"/>
                <a:cs typeface="Aptos"/>
              </a:defRPr>
            </a:lvl3pPr>
            <a:lvl4pPr algn="l">
              <a:defRPr sz="1350" b="0">
                <a:solidFill>
                  <a:srgbClr val="536276"/>
                </a:solidFill>
                <a:latin typeface="Aptos"/>
                <a:ea typeface="Aptos"/>
                <a:cs typeface="Aptos"/>
              </a:defRPr>
            </a:lvl4pPr>
            <a:lvl5pPr algn="l">
              <a:defRPr sz="1350" b="0">
                <a:solidFill>
                  <a:srgbClr val="536276"/>
                </a:solidFill>
                <a:latin typeface="Aptos"/>
                <a:ea typeface="Aptos"/>
                <a:cs typeface="Aptos"/>
              </a:defRPr>
            </a:lvl5pPr>
            <a:lvl6pPr algn="l">
              <a:defRPr sz="1350" b="0">
                <a:solidFill>
                  <a:srgbClr val="536276"/>
                </a:solidFill>
                <a:latin typeface="Aptos"/>
                <a:ea typeface="Aptos"/>
                <a:cs typeface="Aptos"/>
              </a:defRPr>
            </a:lvl6pPr>
            <a:lvl7pPr algn="l">
              <a:defRPr sz="1350" b="0">
                <a:solidFill>
                  <a:srgbClr val="536276"/>
                </a:solidFill>
                <a:latin typeface="Aptos"/>
                <a:ea typeface="Aptos"/>
                <a:cs typeface="Aptos"/>
              </a:defRPr>
            </a:lvl7pPr>
            <a:lvl8pPr algn="l">
              <a:defRPr sz="1350" b="0">
                <a:solidFill>
                  <a:srgbClr val="536276"/>
                </a:solidFill>
                <a:latin typeface="Aptos"/>
                <a:ea typeface="Aptos"/>
                <a:cs typeface="Aptos"/>
              </a:defRPr>
            </a:lvl8pPr>
            <a:lvl9pPr algn="l">
              <a:defRPr sz="1350" b="0">
                <a:solidFill>
                  <a:srgbClr val="536276"/>
                </a:solidFill>
                <a:latin typeface="Aptos"/>
                <a:ea typeface="Aptos"/>
                <a:cs typeface="Aptos"/>
              </a:defRPr>
            </a:lvl9pPr>
          </a:lstStyle>
          <a:p xmlns:a="http://schemas.openxmlformats.org/drawingml/2006/main">
            <a:pPr algn="l">
              <a:defRPr sz="1350" b="0">
                <a:solidFill>
                  <a:srgbClr val="536276"/>
                </a:solidFill>
                <a:latin typeface="Aptos"/>
                <a:ea typeface="Aptos"/>
                <a:cs typeface="Aptos"/>
              </a:defRPr>
            </a:pPr>
            <a:r>
              <a:rPr sz="1350" b="0">
                <a:solidFill>
                  <a:srgbClr val="536276"/>
                </a:solidFill>
                <a:latin typeface="Aptos"/>
                <a:ea typeface="Aptos"/>
                <a:cs typeface="Aptos"/>
              </a:rPr>
              <a:t>La credencial conserva datos + firma + identificador del emisor.</a:t>
            </a:r>
          </a:p>
        </p:txBody>
      </p:sp>
      <p:sp>
        <p:nvSpPr>
          <p:cNvPr id="24" name="">
            <a:extLst xmlns:a="http://schemas.openxmlformats.org/drawingml/2006/main">
              <a:ext uri="{FF2B5EF4-FFF2-40B4-BE49-F238E27FC236}">
                <a16:creationId xmlns:a16="http://schemas.microsoft.com/office/drawing/2014/main" id="{498BA27D-62F1-455C-AD84-F2FD7E72B1CB}"/>
              </a:ext>
            </a:extLst>
          </p:cNvPr>
          <p:cNvSpPr>
            <a:spLocks xmlns:a="http://schemas.openxmlformats.org/drawingml/2006/main" noGrp="1"/>
          </p:cNvSpPr>
          <p:nvPr/>
        </p:nvSpPr>
        <p:spPr>
          <a:xfrm xmlns:a="http://schemas.openxmlformats.org/drawingml/2006/main">
            <a:off x="1095375" y="4524375"/>
            <a:ext cx="10001250" cy="876300"/>
          </a:xfrm>
          <a:prstGeom xmlns:a="http://schemas.openxmlformats.org/drawingml/2006/main" prst="roundRect">
            <a:avLst>
              <a:gd name="adj" fmla="val 8696"/>
            </a:avLst>
          </a:prstGeom>
          <a:solidFill xmlns:a="http://schemas.openxmlformats.org/drawingml/2006/main">
            <a:srgbClr val="101B2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411C4AA-1FFC-4455-9608-F6D2F267947E}"/>
              </a:ext>
            </a:extLst>
          </p:cNvPr>
          <p:cNvSpPr>
            <a:spLocks xmlns:a="http://schemas.openxmlformats.org/drawingml/2006/main" noGrp="1"/>
          </p:cNvSpPr>
          <p:nvPr/>
        </p:nvSpPr>
        <p:spPr>
          <a:xfrm xmlns:a="http://schemas.openxmlformats.org/drawingml/2006/main">
            <a:off x="1428750" y="47148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E6EDF7"/>
                </a:solidFill>
                <a:latin typeface="Aptos"/>
                <a:ea typeface="Aptos"/>
                <a:cs typeface="Aptos"/>
              </a:defRPr>
            </a:defPPr>
            <a:lvl1pPr algn="ctr">
              <a:defRPr sz="1500" b="1">
                <a:solidFill>
                  <a:srgbClr val="E6EDF7"/>
                </a:solidFill>
                <a:latin typeface="Aptos"/>
                <a:ea typeface="Aptos"/>
                <a:cs typeface="Aptos"/>
              </a:defRPr>
            </a:lvl1pPr>
            <a:lvl2pPr algn="ctr">
              <a:defRPr sz="1500" b="1">
                <a:solidFill>
                  <a:srgbClr val="E6EDF7"/>
                </a:solidFill>
                <a:latin typeface="Aptos"/>
                <a:ea typeface="Aptos"/>
                <a:cs typeface="Aptos"/>
              </a:defRPr>
            </a:lvl2pPr>
            <a:lvl3pPr algn="ctr">
              <a:defRPr sz="1500" b="1">
                <a:solidFill>
                  <a:srgbClr val="E6EDF7"/>
                </a:solidFill>
                <a:latin typeface="Aptos"/>
                <a:ea typeface="Aptos"/>
                <a:cs typeface="Aptos"/>
              </a:defRPr>
            </a:lvl3pPr>
            <a:lvl4pPr algn="ctr">
              <a:defRPr sz="1500" b="1">
                <a:solidFill>
                  <a:srgbClr val="E6EDF7"/>
                </a:solidFill>
                <a:latin typeface="Aptos"/>
                <a:ea typeface="Aptos"/>
                <a:cs typeface="Aptos"/>
              </a:defRPr>
            </a:lvl4pPr>
            <a:lvl5pPr algn="ctr">
              <a:defRPr sz="1500" b="1">
                <a:solidFill>
                  <a:srgbClr val="E6EDF7"/>
                </a:solidFill>
                <a:latin typeface="Aptos"/>
                <a:ea typeface="Aptos"/>
                <a:cs typeface="Aptos"/>
              </a:defRPr>
            </a:lvl5pPr>
            <a:lvl6pPr algn="ctr">
              <a:defRPr sz="1500" b="1">
                <a:solidFill>
                  <a:srgbClr val="E6EDF7"/>
                </a:solidFill>
                <a:latin typeface="Aptos"/>
                <a:ea typeface="Aptos"/>
                <a:cs typeface="Aptos"/>
              </a:defRPr>
            </a:lvl6pPr>
            <a:lvl7pPr algn="ctr">
              <a:defRPr sz="1500" b="1">
                <a:solidFill>
                  <a:srgbClr val="E6EDF7"/>
                </a:solidFill>
                <a:latin typeface="Aptos"/>
                <a:ea typeface="Aptos"/>
                <a:cs typeface="Aptos"/>
              </a:defRPr>
            </a:lvl7pPr>
            <a:lvl8pPr algn="ctr">
              <a:defRPr sz="1500" b="1">
                <a:solidFill>
                  <a:srgbClr val="E6EDF7"/>
                </a:solidFill>
                <a:latin typeface="Aptos"/>
                <a:ea typeface="Aptos"/>
                <a:cs typeface="Aptos"/>
              </a:defRPr>
            </a:lvl8pPr>
            <a:lvl9pPr algn="ctr">
              <a:defRPr sz="1500" b="1">
                <a:solidFill>
                  <a:srgbClr val="E6EDF7"/>
                </a:solidFill>
                <a:latin typeface="Aptos"/>
                <a:ea typeface="Aptos"/>
                <a:cs typeface="Aptos"/>
              </a:defRPr>
            </a:lvl9pPr>
          </a:lstStyle>
          <a:p xmlns:a="http://schemas.openxmlformats.org/drawingml/2006/main">
            <a:pPr algn="ctr">
              <a:defRPr sz="1500" b="1">
                <a:solidFill>
                  <a:srgbClr val="E6EDF7"/>
                </a:solidFill>
                <a:latin typeface="Aptos"/>
                <a:ea typeface="Aptos"/>
                <a:cs typeface="Aptos"/>
              </a:defRPr>
            </a:pPr>
            <a:r>
              <a:rPr sz="1500" b="1">
                <a:solidFill>
                  <a:srgbClr val="E6EDF7"/>
                </a:solidFill>
                <a:latin typeface="Aptos"/>
                <a:ea typeface="Aptos"/>
                <a:cs typeface="Aptos"/>
              </a:rPr>
              <a:t>payload</a:t>
            </a:r>
          </a:p>
        </p:txBody>
      </p:sp>
      <p:sp>
        <p:nvSpPr>
          <p:cNvPr id="26" name="">
            <a:extLst xmlns:a="http://schemas.openxmlformats.org/drawingml/2006/main">
              <a:ext uri="{FF2B5EF4-FFF2-40B4-BE49-F238E27FC236}">
                <a16:creationId xmlns:a16="http://schemas.microsoft.com/office/drawing/2014/main" id="{9DB5F830-313B-495A-B888-DBD2FA9657EA}"/>
              </a:ext>
            </a:extLst>
          </p:cNvPr>
          <p:cNvSpPr>
            <a:spLocks xmlns:a="http://schemas.openxmlformats.org/drawingml/2006/main" noGrp="1"/>
          </p:cNvSpPr>
          <p:nvPr/>
        </p:nvSpPr>
        <p:spPr>
          <a:xfrm xmlns:a="http://schemas.openxmlformats.org/drawingml/2006/main">
            <a:off x="3429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6AA1CC-F177-4A2C-9ACA-962178293C2B}"/>
              </a:ext>
            </a:extLst>
          </p:cNvPr>
          <p:cNvSpPr>
            <a:spLocks xmlns:a="http://schemas.openxmlformats.org/drawingml/2006/main" noGrp="1"/>
          </p:cNvSpPr>
          <p:nvPr/>
        </p:nvSpPr>
        <p:spPr>
          <a:xfrm xmlns:a="http://schemas.openxmlformats.org/drawingml/2006/main">
            <a:off x="4333875" y="4714875"/>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C792EA"/>
                </a:solidFill>
                <a:latin typeface="Aptos"/>
                <a:ea typeface="Aptos"/>
                <a:cs typeface="Aptos"/>
              </a:defRPr>
            </a:defPPr>
            <a:lvl1pPr algn="ctr">
              <a:defRPr sz="1425" b="1">
                <a:solidFill>
                  <a:srgbClr val="C792EA"/>
                </a:solidFill>
                <a:latin typeface="Aptos"/>
                <a:ea typeface="Aptos"/>
                <a:cs typeface="Aptos"/>
              </a:defRPr>
            </a:lvl1pPr>
            <a:lvl2pPr algn="ctr">
              <a:defRPr sz="1425" b="1">
                <a:solidFill>
                  <a:srgbClr val="C792EA"/>
                </a:solidFill>
                <a:latin typeface="Aptos"/>
                <a:ea typeface="Aptos"/>
                <a:cs typeface="Aptos"/>
              </a:defRPr>
            </a:lvl2pPr>
            <a:lvl3pPr algn="ctr">
              <a:defRPr sz="1425" b="1">
                <a:solidFill>
                  <a:srgbClr val="C792EA"/>
                </a:solidFill>
                <a:latin typeface="Aptos"/>
                <a:ea typeface="Aptos"/>
                <a:cs typeface="Aptos"/>
              </a:defRPr>
            </a:lvl3pPr>
            <a:lvl4pPr algn="ctr">
              <a:defRPr sz="1425" b="1">
                <a:solidFill>
                  <a:srgbClr val="C792EA"/>
                </a:solidFill>
                <a:latin typeface="Aptos"/>
                <a:ea typeface="Aptos"/>
                <a:cs typeface="Aptos"/>
              </a:defRPr>
            </a:lvl4pPr>
            <a:lvl5pPr algn="ctr">
              <a:defRPr sz="1425" b="1">
                <a:solidFill>
                  <a:srgbClr val="C792EA"/>
                </a:solidFill>
                <a:latin typeface="Aptos"/>
                <a:ea typeface="Aptos"/>
                <a:cs typeface="Aptos"/>
              </a:defRPr>
            </a:lvl5pPr>
            <a:lvl6pPr algn="ctr">
              <a:defRPr sz="1425" b="1">
                <a:solidFill>
                  <a:srgbClr val="C792EA"/>
                </a:solidFill>
                <a:latin typeface="Aptos"/>
                <a:ea typeface="Aptos"/>
                <a:cs typeface="Aptos"/>
              </a:defRPr>
            </a:lvl6pPr>
            <a:lvl7pPr algn="ctr">
              <a:defRPr sz="1425" b="1">
                <a:solidFill>
                  <a:srgbClr val="C792EA"/>
                </a:solidFill>
                <a:latin typeface="Aptos"/>
                <a:ea typeface="Aptos"/>
                <a:cs typeface="Aptos"/>
              </a:defRPr>
            </a:lvl7pPr>
            <a:lvl8pPr algn="ctr">
              <a:defRPr sz="1425" b="1">
                <a:solidFill>
                  <a:srgbClr val="C792EA"/>
                </a:solidFill>
                <a:latin typeface="Aptos"/>
                <a:ea typeface="Aptos"/>
                <a:cs typeface="Aptos"/>
              </a:defRPr>
            </a:lvl8pPr>
            <a:lvl9pPr algn="ctr">
              <a:defRPr sz="1425" b="1">
                <a:solidFill>
                  <a:srgbClr val="C792EA"/>
                </a:solidFill>
                <a:latin typeface="Aptos"/>
                <a:ea typeface="Aptos"/>
                <a:cs typeface="Aptos"/>
              </a:defRPr>
            </a:lvl9pPr>
          </a:lstStyle>
          <a:p xmlns:a="http://schemas.openxmlformats.org/drawingml/2006/main">
            <a:pPr algn="ctr">
              <a:defRPr sz="1425" b="1">
                <a:solidFill>
                  <a:srgbClr val="C792EA"/>
                </a:solidFill>
                <a:latin typeface="Aptos"/>
                <a:ea typeface="Aptos"/>
                <a:cs typeface="Aptos"/>
              </a:defRPr>
            </a:pPr>
            <a:r>
              <a:rPr sz="1425" b="1">
                <a:solidFill>
                  <a:srgbClr val="C792EA"/>
                </a:solidFill>
                <a:latin typeface="Aptos"/>
                <a:ea typeface="Aptos"/>
                <a:cs typeface="Aptos"/>
              </a:rPr>
              <a:t>clave privada</a:t>
            </a:r>
          </a:p>
        </p:txBody>
      </p:sp>
      <p:sp>
        <p:nvSpPr>
          <p:cNvPr id="28" name="">
            <a:extLst xmlns:a="http://schemas.openxmlformats.org/drawingml/2006/main">
              <a:ext uri="{FF2B5EF4-FFF2-40B4-BE49-F238E27FC236}">
                <a16:creationId xmlns:a16="http://schemas.microsoft.com/office/drawing/2014/main" id="{21C86ED5-2B86-4338-9CEA-7BB165AC19CB}"/>
              </a:ext>
            </a:extLst>
          </p:cNvPr>
          <p:cNvSpPr>
            <a:spLocks xmlns:a="http://schemas.openxmlformats.org/drawingml/2006/main" noGrp="1"/>
          </p:cNvSpPr>
          <p:nvPr/>
        </p:nvSpPr>
        <p:spPr>
          <a:xfrm xmlns:a="http://schemas.openxmlformats.org/drawingml/2006/main">
            <a:off x="6477000" y="4762500"/>
            <a:ext cx="781050" cy="2667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112C3CC-5508-448B-97BC-772BC4E83AB5}"/>
              </a:ext>
            </a:extLst>
          </p:cNvPr>
          <p:cNvSpPr>
            <a:spLocks xmlns:a="http://schemas.openxmlformats.org/drawingml/2006/main" noGrp="1"/>
          </p:cNvSpPr>
          <p:nvPr/>
        </p:nvSpPr>
        <p:spPr>
          <a:xfrm xmlns:a="http://schemas.openxmlformats.org/drawingml/2006/main">
            <a:off x="7477125" y="4714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A8D88A"/>
                </a:solidFill>
                <a:latin typeface="Aptos"/>
                <a:ea typeface="Aptos"/>
                <a:cs typeface="Aptos"/>
              </a:defRPr>
            </a:defPPr>
            <a:lvl1pPr algn="ctr">
              <a:defRPr sz="1500" b="1">
                <a:solidFill>
                  <a:srgbClr val="A8D88A"/>
                </a:solidFill>
                <a:latin typeface="Aptos"/>
                <a:ea typeface="Aptos"/>
                <a:cs typeface="Aptos"/>
              </a:defRPr>
            </a:lvl1pPr>
            <a:lvl2pPr algn="ctr">
              <a:defRPr sz="1500" b="1">
                <a:solidFill>
                  <a:srgbClr val="A8D88A"/>
                </a:solidFill>
                <a:latin typeface="Aptos"/>
                <a:ea typeface="Aptos"/>
                <a:cs typeface="Aptos"/>
              </a:defRPr>
            </a:lvl2pPr>
            <a:lvl3pPr algn="ctr">
              <a:defRPr sz="1500" b="1">
                <a:solidFill>
                  <a:srgbClr val="A8D88A"/>
                </a:solidFill>
                <a:latin typeface="Aptos"/>
                <a:ea typeface="Aptos"/>
                <a:cs typeface="Aptos"/>
              </a:defRPr>
            </a:lvl3pPr>
            <a:lvl4pPr algn="ctr">
              <a:defRPr sz="1500" b="1">
                <a:solidFill>
                  <a:srgbClr val="A8D88A"/>
                </a:solidFill>
                <a:latin typeface="Aptos"/>
                <a:ea typeface="Aptos"/>
                <a:cs typeface="Aptos"/>
              </a:defRPr>
            </a:lvl4pPr>
            <a:lvl5pPr algn="ctr">
              <a:defRPr sz="1500" b="1">
                <a:solidFill>
                  <a:srgbClr val="A8D88A"/>
                </a:solidFill>
                <a:latin typeface="Aptos"/>
                <a:ea typeface="Aptos"/>
                <a:cs typeface="Aptos"/>
              </a:defRPr>
            </a:lvl5pPr>
            <a:lvl6pPr algn="ctr">
              <a:defRPr sz="1500" b="1">
                <a:solidFill>
                  <a:srgbClr val="A8D88A"/>
                </a:solidFill>
                <a:latin typeface="Aptos"/>
                <a:ea typeface="Aptos"/>
                <a:cs typeface="Aptos"/>
              </a:defRPr>
            </a:lvl6pPr>
            <a:lvl7pPr algn="ctr">
              <a:defRPr sz="1500" b="1">
                <a:solidFill>
                  <a:srgbClr val="A8D88A"/>
                </a:solidFill>
                <a:latin typeface="Aptos"/>
                <a:ea typeface="Aptos"/>
                <a:cs typeface="Aptos"/>
              </a:defRPr>
            </a:lvl7pPr>
            <a:lvl8pPr algn="ctr">
              <a:defRPr sz="1500" b="1">
                <a:solidFill>
                  <a:srgbClr val="A8D88A"/>
                </a:solidFill>
                <a:latin typeface="Aptos"/>
                <a:ea typeface="Aptos"/>
                <a:cs typeface="Aptos"/>
              </a:defRPr>
            </a:lvl8pPr>
            <a:lvl9pPr algn="ctr">
              <a:defRPr sz="1500" b="1">
                <a:solidFill>
                  <a:srgbClr val="A8D88A"/>
                </a:solidFill>
                <a:latin typeface="Aptos"/>
                <a:ea typeface="Aptos"/>
                <a:cs typeface="Aptos"/>
              </a:defRPr>
            </a:lvl9pPr>
          </a:lstStyle>
          <a:p xmlns:a="http://schemas.openxmlformats.org/drawingml/2006/main">
            <a:pPr algn="ctr">
              <a:defRPr sz="1500" b="1">
                <a:solidFill>
                  <a:srgbClr val="A8D88A"/>
                </a:solidFill>
                <a:latin typeface="Aptos"/>
                <a:ea typeface="Aptos"/>
                <a:cs typeface="Aptos"/>
              </a:defRPr>
            </a:pPr>
            <a:r>
              <a:rPr sz="1500" b="1">
                <a:solidFill>
                  <a:srgbClr val="A8D88A"/>
                </a:solidFill>
                <a:latin typeface="Aptos"/>
                <a:ea typeface="Aptos"/>
                <a:cs typeface="Aptos"/>
              </a:rPr>
              <a:t>firma Ed25519</a:t>
            </a:r>
          </a:p>
        </p:txBody>
      </p:sp>
      <p:sp>
        <p:nvSpPr>
          <p:cNvPr id="30" name="">
            <a:extLst xmlns:a="http://schemas.openxmlformats.org/drawingml/2006/main">
              <a:ext uri="{FF2B5EF4-FFF2-40B4-BE49-F238E27FC236}">
                <a16:creationId xmlns:a16="http://schemas.microsoft.com/office/drawing/2014/main" id="{AAEABA33-30F1-4D45-86EF-F2E51DBAB84A}"/>
              </a:ext>
            </a:extLst>
          </p:cNvPr>
          <p:cNvSpPr>
            <a:spLocks xmlns:a="http://schemas.openxmlformats.org/drawingml/2006/main" noGrp="1"/>
          </p:cNvSpPr>
          <p:nvPr/>
        </p:nvSpPr>
        <p:spPr>
          <a:xfrm xmlns:a="http://schemas.openxmlformats.org/drawingml/2006/main">
            <a:off x="952500" y="5657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La salida no es el texto oculto: son los datos originales acompañados por una firma.</a:t>
            </a:r>
          </a:p>
        </p:txBody>
      </p:sp>
    </p:spTree>
    <p:extLst>
      <p:ext uri="{BB962C8B-B14F-4D97-AF65-F5344CB8AC3E}">
        <p14:creationId xmlns:p14="http://schemas.microsoft.com/office/powerpoint/2010/main" val="763439242"/>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16C0671-E3F5-48AA-9C15-30702264CD5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C63DF925-6176-48C1-BCDE-092CBACF086D}"/>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2C2C8FB-4338-42E1-841E-2D295C3F76A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Qué calcula Ed25519 por dentro</a:t>
            </a:r>
          </a:p>
        </p:txBody>
      </p:sp>
      <p:sp>
        <p:nvSpPr>
          <p:cNvPr id="4" name="">
            <a:extLst xmlns:a="http://schemas.openxmlformats.org/drawingml/2006/main">
              <a:ext uri="{FF2B5EF4-FFF2-40B4-BE49-F238E27FC236}">
                <a16:creationId xmlns:a16="http://schemas.microsoft.com/office/drawing/2014/main" id="{34CBB86B-630D-4E26-85EA-444462F22DA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080E5FDC-D3CC-4F37-AFE0-F2C88ED5C751}"/>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D0C000B-6D93-467E-888E-343A0993A4A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B9898F85-5E6F-431B-B610-896B28371CE8}"/>
              </a:ext>
            </a:extLst>
          </p:cNvPr>
          <p:cNvSpPr>
            <a:spLocks xmlns:a="http://schemas.openxmlformats.org/drawingml/2006/main" noGrp="1"/>
          </p:cNvSpPr>
          <p:nvPr/>
        </p:nvSpPr>
        <p:spPr>
          <a:xfrm xmlns:a="http://schemas.openxmlformats.org/drawingml/2006/main">
            <a:off x="685800" y="1504950"/>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536276"/>
                </a:solidFill>
                <a:latin typeface="Aptos"/>
                <a:ea typeface="Aptos"/>
                <a:cs typeface="Aptos"/>
              </a:defRPr>
            </a:defPPr>
            <a:lvl1pPr algn="l">
              <a:defRPr sz="1575" b="0">
                <a:solidFill>
                  <a:srgbClr val="536276"/>
                </a:solidFill>
                <a:latin typeface="Aptos"/>
                <a:ea typeface="Aptos"/>
                <a:cs typeface="Aptos"/>
              </a:defRPr>
            </a:lvl1pPr>
            <a:lvl2pPr algn="l">
              <a:defRPr sz="1575" b="0">
                <a:solidFill>
                  <a:srgbClr val="536276"/>
                </a:solidFill>
                <a:latin typeface="Aptos"/>
                <a:ea typeface="Aptos"/>
                <a:cs typeface="Aptos"/>
              </a:defRPr>
            </a:lvl2pPr>
            <a:lvl3pPr algn="l">
              <a:defRPr sz="1575" b="0">
                <a:solidFill>
                  <a:srgbClr val="536276"/>
                </a:solidFill>
                <a:latin typeface="Aptos"/>
                <a:ea typeface="Aptos"/>
                <a:cs typeface="Aptos"/>
              </a:defRPr>
            </a:lvl3pPr>
            <a:lvl4pPr algn="l">
              <a:defRPr sz="1575" b="0">
                <a:solidFill>
                  <a:srgbClr val="536276"/>
                </a:solidFill>
                <a:latin typeface="Aptos"/>
                <a:ea typeface="Aptos"/>
                <a:cs typeface="Aptos"/>
              </a:defRPr>
            </a:lvl4pPr>
            <a:lvl5pPr algn="l">
              <a:defRPr sz="1575" b="0">
                <a:solidFill>
                  <a:srgbClr val="536276"/>
                </a:solidFill>
                <a:latin typeface="Aptos"/>
                <a:ea typeface="Aptos"/>
                <a:cs typeface="Aptos"/>
              </a:defRPr>
            </a:lvl5pPr>
            <a:lvl6pPr algn="l">
              <a:defRPr sz="1575" b="0">
                <a:solidFill>
                  <a:srgbClr val="536276"/>
                </a:solidFill>
                <a:latin typeface="Aptos"/>
                <a:ea typeface="Aptos"/>
                <a:cs typeface="Aptos"/>
              </a:defRPr>
            </a:lvl6pPr>
            <a:lvl7pPr algn="l">
              <a:defRPr sz="1575" b="0">
                <a:solidFill>
                  <a:srgbClr val="536276"/>
                </a:solidFill>
                <a:latin typeface="Aptos"/>
                <a:ea typeface="Aptos"/>
                <a:cs typeface="Aptos"/>
              </a:defRPr>
            </a:lvl7pPr>
            <a:lvl8pPr algn="l">
              <a:defRPr sz="1575" b="0">
                <a:solidFill>
                  <a:srgbClr val="536276"/>
                </a:solidFill>
                <a:latin typeface="Aptos"/>
                <a:ea typeface="Aptos"/>
                <a:cs typeface="Aptos"/>
              </a:defRPr>
            </a:lvl8pPr>
            <a:lvl9pPr algn="l">
              <a:defRPr sz="1575" b="0">
                <a:solidFill>
                  <a:srgbClr val="536276"/>
                </a:solidFill>
                <a:latin typeface="Aptos"/>
                <a:ea typeface="Aptos"/>
                <a:cs typeface="Aptos"/>
              </a:defRPr>
            </a:lvl9pPr>
          </a:lstStyle>
          <a:p xmlns:a="http://schemas.openxmlformats.org/drawingml/2006/main">
            <a:pPr algn="l">
              <a:defRPr sz="1575" b="0">
                <a:solidFill>
                  <a:srgbClr val="536276"/>
                </a:solidFill>
                <a:latin typeface="Aptos"/>
                <a:ea typeface="Aptos"/>
                <a:cs typeface="Aptos"/>
              </a:defRPr>
            </a:pPr>
            <a:r>
              <a:rPr sz="1575" b="0">
                <a:solidFill>
                  <a:srgbClr val="536276"/>
                </a:solidFill>
                <a:latin typeface="Aptos"/>
                <a:ea typeface="Aptos"/>
                <a:cs typeface="Aptos"/>
              </a:rPr>
              <a:t>La firma convierte el mensaje en dos valores verificables: un punto R y un escalar S.</a:t>
            </a:r>
          </a:p>
        </p:txBody>
      </p:sp>
      <p:sp>
        <p:nvSpPr>
          <p:cNvPr id="8" name="">
            <a:extLst xmlns:a="http://schemas.openxmlformats.org/drawingml/2006/main">
              <a:ext uri="{FF2B5EF4-FFF2-40B4-BE49-F238E27FC236}">
                <a16:creationId xmlns:a16="http://schemas.microsoft.com/office/drawing/2014/main" id="{6AB4F60C-A0C5-4DEE-90F3-2342B9F1325F}"/>
              </a:ext>
            </a:extLst>
          </p:cNvPr>
          <p:cNvSpPr>
            <a:spLocks xmlns:a="http://schemas.openxmlformats.org/drawingml/2006/main" noGrp="1"/>
          </p:cNvSpPr>
          <p:nvPr/>
        </p:nvSpPr>
        <p:spPr>
          <a:xfrm xmlns:a="http://schemas.openxmlformats.org/drawingml/2006/main">
            <a:off x="609600" y="1952625"/>
            <a:ext cx="72390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DCE3ED"/>
            </a:solidFill>
            <a:prstDash val="solid"/>
          </a:ln>
        </p:spPr>
      </p:sp>
      <p:sp>
        <p:nvSpPr>
          <p:cNvPr id="9" name="">
            <a:extLst xmlns:a="http://schemas.openxmlformats.org/drawingml/2006/main">
              <a:ext uri="{FF2B5EF4-FFF2-40B4-BE49-F238E27FC236}">
                <a16:creationId xmlns:a16="http://schemas.microsoft.com/office/drawing/2014/main" id="{FC328ACA-DFEA-4582-AFC5-AE1328F7DA6F}"/>
              </a:ext>
            </a:extLst>
          </p:cNvPr>
          <p:cNvSpPr>
            <a:spLocks xmlns:a="http://schemas.openxmlformats.org/drawingml/2006/main" noGrp="1"/>
          </p:cNvSpPr>
          <p:nvPr/>
        </p:nvSpPr>
        <p:spPr>
          <a:xfrm xmlns:a="http://schemas.openxmlformats.org/drawingml/2006/main">
            <a:off x="609600" y="1952625"/>
            <a:ext cx="7239000" cy="1143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1276F9-3E9F-4D6C-823C-833158A55DE9}"/>
              </a:ext>
            </a:extLst>
          </p:cNvPr>
          <p:cNvSpPr>
            <a:spLocks xmlns:a="http://schemas.openxmlformats.org/drawingml/2006/main" noGrp="1"/>
          </p:cNvSpPr>
          <p:nvPr/>
        </p:nvSpPr>
        <p:spPr>
          <a:xfrm xmlns:a="http://schemas.openxmlformats.org/drawingml/2006/main">
            <a:off x="838200" y="2095500"/>
            <a:ext cx="671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172554"/>
                </a:solidFill>
                <a:latin typeface="Aptos"/>
                <a:ea typeface="Aptos"/>
                <a:cs typeface="Aptos"/>
              </a:defRPr>
            </a:defPPr>
            <a:lvl1pPr algn="l">
              <a:defRPr sz="1275" b="1">
                <a:solidFill>
                  <a:srgbClr val="172554"/>
                </a:solidFill>
                <a:latin typeface="Aptos"/>
                <a:ea typeface="Aptos"/>
                <a:cs typeface="Aptos"/>
              </a:defRPr>
            </a:lvl1pPr>
            <a:lvl2pPr algn="l">
              <a:defRPr sz="1275" b="1">
                <a:solidFill>
                  <a:srgbClr val="172554"/>
                </a:solidFill>
                <a:latin typeface="Aptos"/>
                <a:ea typeface="Aptos"/>
                <a:cs typeface="Aptos"/>
              </a:defRPr>
            </a:lvl2pPr>
            <a:lvl3pPr algn="l">
              <a:defRPr sz="1275" b="1">
                <a:solidFill>
                  <a:srgbClr val="172554"/>
                </a:solidFill>
                <a:latin typeface="Aptos"/>
                <a:ea typeface="Aptos"/>
                <a:cs typeface="Aptos"/>
              </a:defRPr>
            </a:lvl3pPr>
            <a:lvl4pPr algn="l">
              <a:defRPr sz="1275" b="1">
                <a:solidFill>
                  <a:srgbClr val="172554"/>
                </a:solidFill>
                <a:latin typeface="Aptos"/>
                <a:ea typeface="Aptos"/>
                <a:cs typeface="Aptos"/>
              </a:defRPr>
            </a:lvl4pPr>
            <a:lvl5pPr algn="l">
              <a:defRPr sz="1275" b="1">
                <a:solidFill>
                  <a:srgbClr val="172554"/>
                </a:solidFill>
                <a:latin typeface="Aptos"/>
                <a:ea typeface="Aptos"/>
                <a:cs typeface="Aptos"/>
              </a:defRPr>
            </a:lvl5pPr>
            <a:lvl6pPr algn="l">
              <a:defRPr sz="1275" b="1">
                <a:solidFill>
                  <a:srgbClr val="172554"/>
                </a:solidFill>
                <a:latin typeface="Aptos"/>
                <a:ea typeface="Aptos"/>
                <a:cs typeface="Aptos"/>
              </a:defRPr>
            </a:lvl6pPr>
            <a:lvl7pPr algn="l">
              <a:defRPr sz="1275" b="1">
                <a:solidFill>
                  <a:srgbClr val="172554"/>
                </a:solidFill>
                <a:latin typeface="Aptos"/>
                <a:ea typeface="Aptos"/>
                <a:cs typeface="Aptos"/>
              </a:defRPr>
            </a:lvl7pPr>
            <a:lvl8pPr algn="l">
              <a:defRPr sz="1275" b="1">
                <a:solidFill>
                  <a:srgbClr val="172554"/>
                </a:solidFill>
                <a:latin typeface="Aptos"/>
                <a:ea typeface="Aptos"/>
                <a:cs typeface="Aptos"/>
              </a:defRPr>
            </a:lvl8pPr>
            <a:lvl9pPr algn="l">
              <a:defRPr sz="1275" b="1">
                <a:solidFill>
                  <a:srgbClr val="172554"/>
                </a:solidFill>
                <a:latin typeface="Aptos"/>
                <a:ea typeface="Aptos"/>
                <a:cs typeface="Aptos"/>
              </a:defRPr>
            </a:lvl9pPr>
          </a:lstStyle>
          <a:p xmlns:a="http://schemas.openxmlformats.org/drawingml/2006/main">
            <a:pPr algn="l">
              <a:defRPr sz="1275" b="1">
                <a:solidFill>
                  <a:srgbClr val="172554"/>
                </a:solidFill>
                <a:latin typeface="Aptos"/>
                <a:ea typeface="Aptos"/>
                <a:cs typeface="Aptos"/>
              </a:defRPr>
            </a:pPr>
            <a:r>
              <a:rPr sz="1275" b="1">
                <a:solidFill>
                  <a:srgbClr val="172554"/>
                </a:solidFill>
                <a:latin typeface="Aptos"/>
                <a:ea typeface="Aptos"/>
                <a:cs typeface="Aptos"/>
              </a:rPr>
              <a:t>1 · FIRMAR  |  la clave privada a no sale del emisor</a:t>
            </a:r>
          </a:p>
        </p:txBody>
      </p:sp>
      <p:sp>
        <p:nvSpPr>
          <p:cNvPr id="11" name="">
            <a:extLst xmlns:a="http://schemas.openxmlformats.org/drawingml/2006/main">
              <a:ext uri="{FF2B5EF4-FFF2-40B4-BE49-F238E27FC236}">
                <a16:creationId xmlns:a16="http://schemas.microsoft.com/office/drawing/2014/main" id="{5B761A5B-2794-4A5E-B4B9-72A00F0A4D80}"/>
              </a:ext>
            </a:extLst>
          </p:cNvPr>
          <p:cNvSpPr>
            <a:spLocks xmlns:a="http://schemas.openxmlformats.org/drawingml/2006/main" noGrp="1"/>
          </p:cNvSpPr>
          <p:nvPr/>
        </p:nvSpPr>
        <p:spPr>
          <a:xfrm xmlns:a="http://schemas.openxmlformats.org/drawingml/2006/main">
            <a:off x="895350" y="2476500"/>
            <a:ext cx="6543675" cy="419100"/>
          </a:xfrm>
          <a:prstGeom xmlns:a="http://schemas.openxmlformats.org/drawingml/2006/main" prst="roundRect">
            <a:avLst>
              <a:gd name="adj" fmla="val 18182"/>
            </a:avLst>
          </a:prstGeom>
          <a:solidFill xmlns:a="http://schemas.openxmlformats.org/drawingml/2006/main">
            <a:srgbClr val="E8E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B80E7F-D2E7-4686-AE9B-4E226D34870D}"/>
              </a:ext>
            </a:extLst>
          </p:cNvPr>
          <p:cNvSpPr>
            <a:spLocks xmlns:a="http://schemas.openxmlformats.org/drawingml/2006/main" noGrp="1"/>
          </p:cNvSpPr>
          <p:nvPr/>
        </p:nvSpPr>
        <p:spPr>
          <a:xfrm xmlns:a="http://schemas.openxmlformats.org/drawingml/2006/main">
            <a:off x="1028700" y="2543175"/>
            <a:ext cx="6238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2846A0"/>
                </a:solidFill>
                <a:latin typeface="Aptos"/>
                <a:ea typeface="Aptos"/>
                <a:cs typeface="Aptos"/>
              </a:defRPr>
            </a:defPPr>
            <a:lvl1pPr algn="ctr">
              <a:defRPr sz="1275" b="1">
                <a:solidFill>
                  <a:srgbClr val="2846A0"/>
                </a:solidFill>
                <a:latin typeface="Aptos"/>
                <a:ea typeface="Aptos"/>
                <a:cs typeface="Aptos"/>
              </a:defRPr>
            </a:lvl1pPr>
            <a:lvl2pPr algn="ctr">
              <a:defRPr sz="1275" b="1">
                <a:solidFill>
                  <a:srgbClr val="2846A0"/>
                </a:solidFill>
                <a:latin typeface="Aptos"/>
                <a:ea typeface="Aptos"/>
                <a:cs typeface="Aptos"/>
              </a:defRPr>
            </a:lvl2pPr>
            <a:lvl3pPr algn="ctr">
              <a:defRPr sz="1275" b="1">
                <a:solidFill>
                  <a:srgbClr val="2846A0"/>
                </a:solidFill>
                <a:latin typeface="Aptos"/>
                <a:ea typeface="Aptos"/>
                <a:cs typeface="Aptos"/>
              </a:defRPr>
            </a:lvl3pPr>
            <a:lvl4pPr algn="ctr">
              <a:defRPr sz="1275" b="1">
                <a:solidFill>
                  <a:srgbClr val="2846A0"/>
                </a:solidFill>
                <a:latin typeface="Aptos"/>
                <a:ea typeface="Aptos"/>
                <a:cs typeface="Aptos"/>
              </a:defRPr>
            </a:lvl4pPr>
            <a:lvl5pPr algn="ctr">
              <a:defRPr sz="1275" b="1">
                <a:solidFill>
                  <a:srgbClr val="2846A0"/>
                </a:solidFill>
                <a:latin typeface="Aptos"/>
                <a:ea typeface="Aptos"/>
                <a:cs typeface="Aptos"/>
              </a:defRPr>
            </a:lvl5pPr>
            <a:lvl6pPr algn="ctr">
              <a:defRPr sz="1275" b="1">
                <a:solidFill>
                  <a:srgbClr val="2846A0"/>
                </a:solidFill>
                <a:latin typeface="Aptos"/>
                <a:ea typeface="Aptos"/>
                <a:cs typeface="Aptos"/>
              </a:defRPr>
            </a:lvl6pPr>
            <a:lvl7pPr algn="ctr">
              <a:defRPr sz="1275" b="1">
                <a:solidFill>
                  <a:srgbClr val="2846A0"/>
                </a:solidFill>
                <a:latin typeface="Aptos"/>
                <a:ea typeface="Aptos"/>
                <a:cs typeface="Aptos"/>
              </a:defRPr>
            </a:lvl7pPr>
            <a:lvl8pPr algn="ctr">
              <a:defRPr sz="1275" b="1">
                <a:solidFill>
                  <a:srgbClr val="2846A0"/>
                </a:solidFill>
                <a:latin typeface="Aptos"/>
                <a:ea typeface="Aptos"/>
                <a:cs typeface="Aptos"/>
              </a:defRPr>
            </a:lvl8pPr>
            <a:lvl9pPr algn="ctr">
              <a:defRPr sz="1275" b="1">
                <a:solidFill>
                  <a:srgbClr val="2846A0"/>
                </a:solidFill>
                <a:latin typeface="Aptos"/>
                <a:ea typeface="Aptos"/>
                <a:cs typeface="Aptos"/>
              </a:defRPr>
            </a:lvl9pPr>
          </a:lstStyle>
          <a:p xmlns:a="http://schemas.openxmlformats.org/drawingml/2006/main">
            <a:pPr algn="ctr">
              <a:defRPr sz="1275" b="1">
                <a:solidFill>
                  <a:srgbClr val="2846A0"/>
                </a:solidFill>
                <a:latin typeface="Aptos"/>
                <a:ea typeface="Aptos"/>
                <a:cs typeface="Aptos"/>
              </a:defRPr>
            </a:pPr>
            <a:r>
              <a:rPr sz="1275" b="1">
                <a:solidFill>
                  <a:srgbClr val="2846A0"/>
                </a:solidFill>
                <a:latin typeface="Aptos"/>
                <a:ea typeface="Aptos"/>
                <a:cs typeface="Aptos"/>
              </a:rPr>
              <a:t>a (secreto)  ×  B (punto base)   →   A (clave pública)</a:t>
            </a:r>
          </a:p>
        </p:txBody>
      </p:sp>
      <p:sp>
        <p:nvSpPr>
          <p:cNvPr id="13" name="">
            <a:extLst xmlns:a="http://schemas.openxmlformats.org/drawingml/2006/main">
              <a:ext uri="{FF2B5EF4-FFF2-40B4-BE49-F238E27FC236}">
                <a16:creationId xmlns:a16="http://schemas.microsoft.com/office/drawing/2014/main" id="{C8516711-0FAF-4EBF-A8DB-D46D9F766049}"/>
              </a:ext>
            </a:extLst>
          </p:cNvPr>
          <p:cNvSpPr>
            <a:spLocks xmlns:a="http://schemas.openxmlformats.org/drawingml/2006/main" noGrp="1"/>
          </p:cNvSpPr>
          <p:nvPr/>
        </p:nvSpPr>
        <p:spPr>
          <a:xfrm xmlns:a="http://schemas.openxmlformats.org/drawingml/2006/main">
            <a:off x="1000125" y="2924175"/>
            <a:ext cx="6334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536276"/>
                </a:solidFill>
                <a:latin typeface="Aptos"/>
                <a:ea typeface="Aptos"/>
                <a:cs typeface="Aptos"/>
              </a:defRPr>
            </a:defPPr>
            <a:lvl1pPr algn="ctr">
              <a:defRPr sz="1050" b="0">
                <a:solidFill>
                  <a:srgbClr val="536276"/>
                </a:solidFill>
                <a:latin typeface="Aptos"/>
                <a:ea typeface="Aptos"/>
                <a:cs typeface="Aptos"/>
              </a:defRPr>
            </a:lvl1pPr>
            <a:lvl2pPr algn="ctr">
              <a:defRPr sz="1050" b="0">
                <a:solidFill>
                  <a:srgbClr val="536276"/>
                </a:solidFill>
                <a:latin typeface="Aptos"/>
                <a:ea typeface="Aptos"/>
                <a:cs typeface="Aptos"/>
              </a:defRPr>
            </a:lvl2pPr>
            <a:lvl3pPr algn="ctr">
              <a:defRPr sz="1050" b="0">
                <a:solidFill>
                  <a:srgbClr val="536276"/>
                </a:solidFill>
                <a:latin typeface="Aptos"/>
                <a:ea typeface="Aptos"/>
                <a:cs typeface="Aptos"/>
              </a:defRPr>
            </a:lvl3pPr>
            <a:lvl4pPr algn="ctr">
              <a:defRPr sz="1050" b="0">
                <a:solidFill>
                  <a:srgbClr val="536276"/>
                </a:solidFill>
                <a:latin typeface="Aptos"/>
                <a:ea typeface="Aptos"/>
                <a:cs typeface="Aptos"/>
              </a:defRPr>
            </a:lvl4pPr>
            <a:lvl5pPr algn="ctr">
              <a:defRPr sz="1050" b="0">
                <a:solidFill>
                  <a:srgbClr val="536276"/>
                </a:solidFill>
                <a:latin typeface="Aptos"/>
                <a:ea typeface="Aptos"/>
                <a:cs typeface="Aptos"/>
              </a:defRPr>
            </a:lvl5pPr>
            <a:lvl6pPr algn="ctr">
              <a:defRPr sz="1050" b="0">
                <a:solidFill>
                  <a:srgbClr val="536276"/>
                </a:solidFill>
                <a:latin typeface="Aptos"/>
                <a:ea typeface="Aptos"/>
                <a:cs typeface="Aptos"/>
              </a:defRPr>
            </a:lvl6pPr>
            <a:lvl7pPr algn="ctr">
              <a:defRPr sz="1050" b="0">
                <a:solidFill>
                  <a:srgbClr val="536276"/>
                </a:solidFill>
                <a:latin typeface="Aptos"/>
                <a:ea typeface="Aptos"/>
                <a:cs typeface="Aptos"/>
              </a:defRPr>
            </a:lvl7pPr>
            <a:lvl8pPr algn="ctr">
              <a:defRPr sz="1050" b="0">
                <a:solidFill>
                  <a:srgbClr val="536276"/>
                </a:solidFill>
                <a:latin typeface="Aptos"/>
                <a:ea typeface="Aptos"/>
                <a:cs typeface="Aptos"/>
              </a:defRPr>
            </a:lvl8pPr>
            <a:lvl9pPr algn="ctr">
              <a:defRPr sz="1050" b="0">
                <a:solidFill>
                  <a:srgbClr val="536276"/>
                </a:solidFill>
                <a:latin typeface="Aptos"/>
                <a:ea typeface="Aptos"/>
                <a:cs typeface="Aptos"/>
              </a:defRPr>
            </a:lvl9pPr>
          </a:lstStyle>
          <a:p xmlns:a="http://schemas.openxmlformats.org/drawingml/2006/main">
            <a:pPr algn="ctr">
              <a:defRPr sz="1050" b="0">
                <a:solidFill>
                  <a:srgbClr val="536276"/>
                </a:solidFill>
                <a:latin typeface="Aptos"/>
                <a:ea typeface="Aptos"/>
                <a:cs typeface="Aptos"/>
              </a:defRPr>
            </a:pPr>
            <a:r>
              <a:rPr sz="1050" b="0">
                <a:solidFill>
                  <a:srgbClr val="536276"/>
                </a:solidFill>
                <a:latin typeface="Aptos"/>
                <a:ea typeface="Aptos"/>
                <a:cs typeface="Aptos"/>
              </a:rPr>
              <a:t>A se publica; solo quien conoce a puede producir la firma.</a:t>
            </a:r>
          </a:p>
        </p:txBody>
      </p:sp>
      <p:sp>
        <p:nvSpPr>
          <p:cNvPr id="14" name="">
            <a:extLst xmlns:a="http://schemas.openxmlformats.org/drawingml/2006/main">
              <a:ext uri="{FF2B5EF4-FFF2-40B4-BE49-F238E27FC236}">
                <a16:creationId xmlns:a16="http://schemas.microsoft.com/office/drawing/2014/main" id="{815DC83D-AF2E-466D-8AAA-E6C75C558C09}"/>
              </a:ext>
            </a:extLst>
          </p:cNvPr>
          <p:cNvSpPr>
            <a:spLocks xmlns:a="http://schemas.openxmlformats.org/drawingml/2006/main" noGrp="1"/>
          </p:cNvSpPr>
          <p:nvPr/>
        </p:nvSpPr>
        <p:spPr>
          <a:xfrm xmlns:a="http://schemas.openxmlformats.org/drawingml/2006/main">
            <a:off x="866775" y="3219450"/>
            <a:ext cx="1352550"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F60F52-B6AA-433A-B800-4BE16C88CBAA}"/>
              </a:ext>
            </a:extLst>
          </p:cNvPr>
          <p:cNvSpPr>
            <a:spLocks xmlns:a="http://schemas.openxmlformats.org/drawingml/2006/main" noGrp="1"/>
          </p:cNvSpPr>
          <p:nvPr/>
        </p:nvSpPr>
        <p:spPr>
          <a:xfrm xmlns:a="http://schemas.openxmlformats.org/drawingml/2006/main">
            <a:off x="914400" y="3257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prefix + M</a:t>
            </a:r>
          </a:p>
        </p:txBody>
      </p:sp>
      <p:sp>
        <p:nvSpPr>
          <p:cNvPr id="16" name="">
            <a:extLst xmlns:a="http://schemas.openxmlformats.org/drawingml/2006/main">
              <a:ext uri="{FF2B5EF4-FFF2-40B4-BE49-F238E27FC236}">
                <a16:creationId xmlns:a16="http://schemas.microsoft.com/office/drawing/2014/main" id="{8F41A0EA-674A-46D2-AD5E-CA3930350C4D}"/>
              </a:ext>
            </a:extLst>
          </p:cNvPr>
          <p:cNvSpPr>
            <a:spLocks xmlns:a="http://schemas.openxmlformats.org/drawingml/2006/main" noGrp="1"/>
          </p:cNvSpPr>
          <p:nvPr/>
        </p:nvSpPr>
        <p:spPr>
          <a:xfrm xmlns:a="http://schemas.openxmlformats.org/drawingml/2006/main">
            <a:off x="914400" y="3486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secreto + mensaje</a:t>
            </a:r>
          </a:p>
        </p:txBody>
      </p:sp>
      <p:sp>
        <p:nvSpPr>
          <p:cNvPr id="17" name="">
            <a:extLst xmlns:a="http://schemas.openxmlformats.org/drawingml/2006/main">
              <a:ext uri="{FF2B5EF4-FFF2-40B4-BE49-F238E27FC236}">
                <a16:creationId xmlns:a16="http://schemas.microsoft.com/office/drawing/2014/main" id="{90D30671-177A-4F8A-A462-7B53CBAE26F6}"/>
              </a:ext>
            </a:extLst>
          </p:cNvPr>
          <p:cNvSpPr>
            <a:spLocks xmlns:a="http://schemas.openxmlformats.org/drawingml/2006/main" noGrp="1"/>
          </p:cNvSpPr>
          <p:nvPr/>
        </p:nvSpPr>
        <p:spPr>
          <a:xfrm xmlns:a="http://schemas.openxmlformats.org/drawingml/2006/main">
            <a:off x="2257425" y="3352800"/>
            <a:ext cx="266700" cy="1905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1D57096-573C-43BE-B062-2E88329C39E8}"/>
              </a:ext>
            </a:extLst>
          </p:cNvPr>
          <p:cNvSpPr>
            <a:spLocks xmlns:a="http://schemas.openxmlformats.org/drawingml/2006/main" noGrp="1"/>
          </p:cNvSpPr>
          <p:nvPr/>
        </p:nvSpPr>
        <p:spPr>
          <a:xfrm xmlns:a="http://schemas.openxmlformats.org/drawingml/2006/main">
            <a:off x="2590800" y="321945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720A1AF-689D-4130-A9F6-726D85E8A7E3}"/>
              </a:ext>
            </a:extLst>
          </p:cNvPr>
          <p:cNvSpPr>
            <a:spLocks xmlns:a="http://schemas.openxmlformats.org/drawingml/2006/main" noGrp="1"/>
          </p:cNvSpPr>
          <p:nvPr/>
        </p:nvSpPr>
        <p:spPr>
          <a:xfrm xmlns:a="http://schemas.openxmlformats.org/drawingml/2006/main">
            <a:off x="2638425" y="32575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20" name="">
            <a:extLst xmlns:a="http://schemas.openxmlformats.org/drawingml/2006/main">
              <a:ext uri="{FF2B5EF4-FFF2-40B4-BE49-F238E27FC236}">
                <a16:creationId xmlns:a16="http://schemas.microsoft.com/office/drawing/2014/main" id="{85A1557D-78D6-4001-8515-E1CF10D96E42}"/>
              </a:ext>
            </a:extLst>
          </p:cNvPr>
          <p:cNvSpPr>
            <a:spLocks xmlns:a="http://schemas.openxmlformats.org/drawingml/2006/main" noGrp="1"/>
          </p:cNvSpPr>
          <p:nvPr/>
        </p:nvSpPr>
        <p:spPr>
          <a:xfrm xmlns:a="http://schemas.openxmlformats.org/drawingml/2006/main">
            <a:off x="2638425" y="348615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mezcla los bytes</a:t>
            </a:r>
          </a:p>
        </p:txBody>
      </p:sp>
      <p:sp>
        <p:nvSpPr>
          <p:cNvPr id="21" name="">
            <a:extLst xmlns:a="http://schemas.openxmlformats.org/drawingml/2006/main">
              <a:ext uri="{FF2B5EF4-FFF2-40B4-BE49-F238E27FC236}">
                <a16:creationId xmlns:a16="http://schemas.microsoft.com/office/drawing/2014/main" id="{8AC9A5A9-7D0B-444D-82D1-B847DB2686D5}"/>
              </a:ext>
            </a:extLst>
          </p:cNvPr>
          <p:cNvSpPr>
            <a:spLocks xmlns:a="http://schemas.openxmlformats.org/drawingml/2006/main" noGrp="1"/>
          </p:cNvSpPr>
          <p:nvPr/>
        </p:nvSpPr>
        <p:spPr>
          <a:xfrm xmlns:a="http://schemas.openxmlformats.org/drawingml/2006/main">
            <a:off x="3819525" y="3352800"/>
            <a:ext cx="266700" cy="1905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E16BF9-9F87-45DB-8837-905C04B15F4E}"/>
              </a:ext>
            </a:extLst>
          </p:cNvPr>
          <p:cNvSpPr>
            <a:spLocks xmlns:a="http://schemas.openxmlformats.org/drawingml/2006/main" noGrp="1"/>
          </p:cNvSpPr>
          <p:nvPr/>
        </p:nvSpPr>
        <p:spPr>
          <a:xfrm xmlns:a="http://schemas.openxmlformats.org/drawingml/2006/main">
            <a:off x="4143375" y="321945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1A1F5C-D4D2-42AA-90ED-1D3EE934BF60}"/>
              </a:ext>
            </a:extLst>
          </p:cNvPr>
          <p:cNvSpPr>
            <a:spLocks xmlns:a="http://schemas.openxmlformats.org/drawingml/2006/main" noGrp="1"/>
          </p:cNvSpPr>
          <p:nvPr/>
        </p:nvSpPr>
        <p:spPr>
          <a:xfrm xmlns:a="http://schemas.openxmlformats.org/drawingml/2006/main">
            <a:off x="4191000" y="325755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mod L → r</a:t>
            </a:r>
          </a:p>
        </p:txBody>
      </p:sp>
      <p:sp>
        <p:nvSpPr>
          <p:cNvPr id="24" name="">
            <a:extLst xmlns:a="http://schemas.openxmlformats.org/drawingml/2006/main">
              <a:ext uri="{FF2B5EF4-FFF2-40B4-BE49-F238E27FC236}">
                <a16:creationId xmlns:a16="http://schemas.microsoft.com/office/drawing/2014/main" id="{AB4C4E9D-F2C7-4E73-BF0A-491A9609A430}"/>
              </a:ext>
            </a:extLst>
          </p:cNvPr>
          <p:cNvSpPr>
            <a:spLocks xmlns:a="http://schemas.openxmlformats.org/drawingml/2006/main" noGrp="1"/>
          </p:cNvSpPr>
          <p:nvPr/>
        </p:nvSpPr>
        <p:spPr>
          <a:xfrm xmlns:a="http://schemas.openxmlformats.org/drawingml/2006/main">
            <a:off x="4191000" y="34861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nonce determinista</a:t>
            </a:r>
          </a:p>
        </p:txBody>
      </p:sp>
      <p:sp>
        <p:nvSpPr>
          <p:cNvPr id="25" name="">
            <a:extLst xmlns:a="http://schemas.openxmlformats.org/drawingml/2006/main">
              <a:ext uri="{FF2B5EF4-FFF2-40B4-BE49-F238E27FC236}">
                <a16:creationId xmlns:a16="http://schemas.microsoft.com/office/drawing/2014/main" id="{896EDBC2-A1BD-4B96-99BC-1D10AE23032B}"/>
              </a:ext>
            </a:extLst>
          </p:cNvPr>
          <p:cNvSpPr>
            <a:spLocks xmlns:a="http://schemas.openxmlformats.org/drawingml/2006/main" noGrp="1"/>
          </p:cNvSpPr>
          <p:nvPr/>
        </p:nvSpPr>
        <p:spPr>
          <a:xfrm xmlns:a="http://schemas.openxmlformats.org/drawingml/2006/main">
            <a:off x="5438775" y="3352800"/>
            <a:ext cx="266700" cy="190500"/>
          </a:xfrm>
          <a:prstGeom xmlns:a="http://schemas.openxmlformats.org/drawingml/2006/main" prst="rightArrow">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EB0F557-3E05-4C65-B7E5-517C37AB603F}"/>
              </a:ext>
            </a:extLst>
          </p:cNvPr>
          <p:cNvSpPr>
            <a:spLocks xmlns:a="http://schemas.openxmlformats.org/drawingml/2006/main" noGrp="1"/>
          </p:cNvSpPr>
          <p:nvPr/>
        </p:nvSpPr>
        <p:spPr>
          <a:xfrm xmlns:a="http://schemas.openxmlformats.org/drawingml/2006/main">
            <a:off x="5743575" y="321945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E66981A-CFC7-4300-96E9-FC2250E51EC5}"/>
              </a:ext>
            </a:extLst>
          </p:cNvPr>
          <p:cNvSpPr>
            <a:spLocks xmlns:a="http://schemas.openxmlformats.org/drawingml/2006/main" noGrp="1"/>
          </p:cNvSpPr>
          <p:nvPr/>
        </p:nvSpPr>
        <p:spPr>
          <a:xfrm xmlns:a="http://schemas.openxmlformats.org/drawingml/2006/main">
            <a:off x="5791200" y="325755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R = r · B</a:t>
            </a:r>
          </a:p>
        </p:txBody>
      </p:sp>
      <p:sp>
        <p:nvSpPr>
          <p:cNvPr id="28" name="">
            <a:extLst xmlns:a="http://schemas.openxmlformats.org/drawingml/2006/main">
              <a:ext uri="{FF2B5EF4-FFF2-40B4-BE49-F238E27FC236}">
                <a16:creationId xmlns:a16="http://schemas.microsoft.com/office/drawing/2014/main" id="{383CCC69-16FA-4B21-B5F7-FAEA57C43EF7}"/>
              </a:ext>
            </a:extLst>
          </p:cNvPr>
          <p:cNvSpPr>
            <a:spLocks xmlns:a="http://schemas.openxmlformats.org/drawingml/2006/main" noGrp="1"/>
          </p:cNvSpPr>
          <p:nvPr/>
        </p:nvSpPr>
        <p:spPr>
          <a:xfrm xmlns:a="http://schemas.openxmlformats.org/drawingml/2006/main">
            <a:off x="5791200" y="34861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punto efímero</a:t>
            </a:r>
          </a:p>
        </p:txBody>
      </p:sp>
      <p:sp>
        <p:nvSpPr>
          <p:cNvPr id="29" name="">
            <a:extLst xmlns:a="http://schemas.openxmlformats.org/drawingml/2006/main">
              <a:ext uri="{FF2B5EF4-FFF2-40B4-BE49-F238E27FC236}">
                <a16:creationId xmlns:a16="http://schemas.microsoft.com/office/drawing/2014/main" id="{8F94BE5C-2CEE-47B9-AB8E-AD8F527B44DB}"/>
              </a:ext>
            </a:extLst>
          </p:cNvPr>
          <p:cNvSpPr>
            <a:spLocks xmlns:a="http://schemas.openxmlformats.org/drawingml/2006/main" noGrp="1"/>
          </p:cNvSpPr>
          <p:nvPr/>
        </p:nvSpPr>
        <p:spPr>
          <a:xfrm xmlns:a="http://schemas.openxmlformats.org/drawingml/2006/main">
            <a:off x="885825" y="3848100"/>
            <a:ext cx="1371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2846A0"/>
                </a:solidFill>
                <a:latin typeface="Aptos"/>
                <a:ea typeface="Aptos"/>
                <a:cs typeface="Aptos"/>
              </a:defRPr>
            </a:defPPr>
            <a:lvl1pPr algn="ctr">
              <a:defRPr sz="1125" b="1">
                <a:solidFill>
                  <a:srgbClr val="2846A0"/>
                </a:solidFill>
                <a:latin typeface="Aptos"/>
                <a:ea typeface="Aptos"/>
                <a:cs typeface="Aptos"/>
              </a:defRPr>
            </a:lvl1pPr>
            <a:lvl2pPr algn="ctr">
              <a:defRPr sz="1125" b="1">
                <a:solidFill>
                  <a:srgbClr val="2846A0"/>
                </a:solidFill>
                <a:latin typeface="Aptos"/>
                <a:ea typeface="Aptos"/>
                <a:cs typeface="Aptos"/>
              </a:defRPr>
            </a:lvl2pPr>
            <a:lvl3pPr algn="ctr">
              <a:defRPr sz="1125" b="1">
                <a:solidFill>
                  <a:srgbClr val="2846A0"/>
                </a:solidFill>
                <a:latin typeface="Aptos"/>
                <a:ea typeface="Aptos"/>
                <a:cs typeface="Aptos"/>
              </a:defRPr>
            </a:lvl3pPr>
            <a:lvl4pPr algn="ctr">
              <a:defRPr sz="1125" b="1">
                <a:solidFill>
                  <a:srgbClr val="2846A0"/>
                </a:solidFill>
                <a:latin typeface="Aptos"/>
                <a:ea typeface="Aptos"/>
                <a:cs typeface="Aptos"/>
              </a:defRPr>
            </a:lvl4pPr>
            <a:lvl5pPr algn="ctr">
              <a:defRPr sz="1125" b="1">
                <a:solidFill>
                  <a:srgbClr val="2846A0"/>
                </a:solidFill>
                <a:latin typeface="Aptos"/>
                <a:ea typeface="Aptos"/>
                <a:cs typeface="Aptos"/>
              </a:defRPr>
            </a:lvl5pPr>
            <a:lvl6pPr algn="ctr">
              <a:defRPr sz="1125" b="1">
                <a:solidFill>
                  <a:srgbClr val="2846A0"/>
                </a:solidFill>
                <a:latin typeface="Aptos"/>
                <a:ea typeface="Aptos"/>
                <a:cs typeface="Aptos"/>
              </a:defRPr>
            </a:lvl6pPr>
            <a:lvl7pPr algn="ctr">
              <a:defRPr sz="1125" b="1">
                <a:solidFill>
                  <a:srgbClr val="2846A0"/>
                </a:solidFill>
                <a:latin typeface="Aptos"/>
                <a:ea typeface="Aptos"/>
                <a:cs typeface="Aptos"/>
              </a:defRPr>
            </a:lvl7pPr>
            <a:lvl8pPr algn="ctr">
              <a:defRPr sz="1125" b="1">
                <a:solidFill>
                  <a:srgbClr val="2846A0"/>
                </a:solidFill>
                <a:latin typeface="Aptos"/>
                <a:ea typeface="Aptos"/>
                <a:cs typeface="Aptos"/>
              </a:defRPr>
            </a:lvl8pPr>
            <a:lvl9pPr algn="ctr">
              <a:defRPr sz="1125" b="1">
                <a:solidFill>
                  <a:srgbClr val="2846A0"/>
                </a:solidFill>
                <a:latin typeface="Aptos"/>
                <a:ea typeface="Aptos"/>
                <a:cs typeface="Aptos"/>
              </a:defRPr>
            </a:lvl9pPr>
          </a:lstStyle>
          <a:p xmlns:a="http://schemas.openxmlformats.org/drawingml/2006/main">
            <a:pPr algn="ctr">
              <a:defRPr sz="1125" b="1">
                <a:solidFill>
                  <a:srgbClr val="2846A0"/>
                </a:solidFill>
                <a:latin typeface="Aptos"/>
                <a:ea typeface="Aptos"/>
                <a:cs typeface="Aptos"/>
              </a:defRPr>
            </a:pPr>
            <a:r>
              <a:rPr sz="1125" b="1">
                <a:solidFill>
                  <a:srgbClr val="2846A0"/>
                </a:solidFill>
                <a:latin typeface="Aptos"/>
                <a:ea typeface="Aptos"/>
                <a:cs typeface="Aptos"/>
              </a:rPr>
              <a:t>R, A y M</a:t>
            </a:r>
          </a:p>
        </p:txBody>
      </p:sp>
      <p:sp>
        <p:nvSpPr>
          <p:cNvPr id="30" name="">
            <a:extLst xmlns:a="http://schemas.openxmlformats.org/drawingml/2006/main">
              <a:ext uri="{FF2B5EF4-FFF2-40B4-BE49-F238E27FC236}">
                <a16:creationId xmlns:a16="http://schemas.microsoft.com/office/drawing/2014/main" id="{F0F44AE3-C542-41B3-AFE0-BDE382309510}"/>
              </a:ext>
            </a:extLst>
          </p:cNvPr>
          <p:cNvSpPr>
            <a:spLocks xmlns:a="http://schemas.openxmlformats.org/drawingml/2006/main" noGrp="1"/>
          </p:cNvSpPr>
          <p:nvPr/>
        </p:nvSpPr>
        <p:spPr>
          <a:xfrm xmlns:a="http://schemas.openxmlformats.org/drawingml/2006/main">
            <a:off x="2257425" y="3876675"/>
            <a:ext cx="266700" cy="17145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4F86635-9974-4660-B10C-9F30A0DF5863}"/>
              </a:ext>
            </a:extLst>
          </p:cNvPr>
          <p:cNvSpPr>
            <a:spLocks xmlns:a="http://schemas.openxmlformats.org/drawingml/2006/main" noGrp="1"/>
          </p:cNvSpPr>
          <p:nvPr/>
        </p:nvSpPr>
        <p:spPr>
          <a:xfrm xmlns:a="http://schemas.openxmlformats.org/drawingml/2006/main">
            <a:off x="2590800" y="3771900"/>
            <a:ext cx="1190625" cy="476250"/>
          </a:xfrm>
          <a:prstGeom xmlns:a="http://schemas.openxmlformats.org/drawingml/2006/main" prst="roundRect">
            <a:avLst>
              <a:gd name="adj" fmla="val 16000"/>
            </a:avLst>
          </a:prstGeom>
          <a:solidFill xmlns:a="http://schemas.openxmlformats.org/drawingml/2006/main">
            <a:srgbClr val="D9F5F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DB02CF1-4BCD-4E44-A86D-400D35E3873F}"/>
              </a:ext>
            </a:extLst>
          </p:cNvPr>
          <p:cNvSpPr>
            <a:spLocks xmlns:a="http://schemas.openxmlformats.org/drawingml/2006/main" noGrp="1"/>
          </p:cNvSpPr>
          <p:nvPr/>
        </p:nvSpPr>
        <p:spPr>
          <a:xfrm xmlns:a="http://schemas.openxmlformats.org/drawingml/2006/main">
            <a:off x="2638425" y="3810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SHA-512</a:t>
            </a:r>
          </a:p>
        </p:txBody>
      </p:sp>
      <p:sp>
        <p:nvSpPr>
          <p:cNvPr id="33" name="">
            <a:extLst xmlns:a="http://schemas.openxmlformats.org/drawingml/2006/main">
              <a:ext uri="{FF2B5EF4-FFF2-40B4-BE49-F238E27FC236}">
                <a16:creationId xmlns:a16="http://schemas.microsoft.com/office/drawing/2014/main" id="{82C6BBC7-6166-4DD9-9C37-A9994FBD8881}"/>
              </a:ext>
            </a:extLst>
          </p:cNvPr>
          <p:cNvSpPr>
            <a:spLocks xmlns:a="http://schemas.openxmlformats.org/drawingml/2006/main" noGrp="1"/>
          </p:cNvSpPr>
          <p:nvPr/>
        </p:nvSpPr>
        <p:spPr>
          <a:xfrm xmlns:a="http://schemas.openxmlformats.org/drawingml/2006/main">
            <a:off x="2638425" y="4038600"/>
            <a:ext cx="1095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crea el desafío</a:t>
            </a:r>
          </a:p>
        </p:txBody>
      </p:sp>
      <p:sp>
        <p:nvSpPr>
          <p:cNvPr id="34" name="">
            <a:extLst xmlns:a="http://schemas.openxmlformats.org/drawingml/2006/main">
              <a:ext uri="{FF2B5EF4-FFF2-40B4-BE49-F238E27FC236}">
                <a16:creationId xmlns:a16="http://schemas.microsoft.com/office/drawing/2014/main" id="{D66E2B8E-E441-463C-83F6-586B8DE375FB}"/>
              </a:ext>
            </a:extLst>
          </p:cNvPr>
          <p:cNvSpPr>
            <a:spLocks xmlns:a="http://schemas.openxmlformats.org/drawingml/2006/main" noGrp="1"/>
          </p:cNvSpPr>
          <p:nvPr/>
        </p:nvSpPr>
        <p:spPr>
          <a:xfrm xmlns:a="http://schemas.openxmlformats.org/drawingml/2006/main">
            <a:off x="3819525" y="3905250"/>
            <a:ext cx="266700" cy="1714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3555BB3-AC07-48C5-863B-1B1BEF635741}"/>
              </a:ext>
            </a:extLst>
          </p:cNvPr>
          <p:cNvSpPr>
            <a:spLocks xmlns:a="http://schemas.openxmlformats.org/drawingml/2006/main" noGrp="1"/>
          </p:cNvSpPr>
          <p:nvPr/>
        </p:nvSpPr>
        <p:spPr>
          <a:xfrm xmlns:a="http://schemas.openxmlformats.org/drawingml/2006/main">
            <a:off x="4143375" y="3771900"/>
            <a:ext cx="1257300" cy="476250"/>
          </a:xfrm>
          <a:prstGeom xmlns:a="http://schemas.openxmlformats.org/drawingml/2006/main" prst="roundRect">
            <a:avLst>
              <a:gd name="adj" fmla="val 16000"/>
            </a:avLst>
          </a:prstGeom>
          <a:solidFill xmlns:a="http://schemas.openxmlformats.org/drawingml/2006/main">
            <a:srgbClr val="FFF2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D315088-6086-4C11-B940-AC0B7265887E}"/>
              </a:ext>
            </a:extLst>
          </p:cNvPr>
          <p:cNvSpPr>
            <a:spLocks xmlns:a="http://schemas.openxmlformats.org/drawingml/2006/main" noGrp="1"/>
          </p:cNvSpPr>
          <p:nvPr/>
        </p:nvSpPr>
        <p:spPr>
          <a:xfrm xmlns:a="http://schemas.openxmlformats.org/drawingml/2006/main">
            <a:off x="4191000" y="3810000"/>
            <a:ext cx="116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mod L → k</a:t>
            </a:r>
          </a:p>
        </p:txBody>
      </p:sp>
      <p:sp>
        <p:nvSpPr>
          <p:cNvPr id="37" name="">
            <a:extLst xmlns:a="http://schemas.openxmlformats.org/drawingml/2006/main">
              <a:ext uri="{FF2B5EF4-FFF2-40B4-BE49-F238E27FC236}">
                <a16:creationId xmlns:a16="http://schemas.microsoft.com/office/drawing/2014/main" id="{4E7C0670-7186-4CE7-ADFE-28E4ABCD8EE8}"/>
              </a:ext>
            </a:extLst>
          </p:cNvPr>
          <p:cNvSpPr>
            <a:spLocks xmlns:a="http://schemas.openxmlformats.org/drawingml/2006/main" noGrp="1"/>
          </p:cNvSpPr>
          <p:nvPr/>
        </p:nvSpPr>
        <p:spPr>
          <a:xfrm xmlns:a="http://schemas.openxmlformats.org/drawingml/2006/main">
            <a:off x="4191000" y="40386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liga firma y mensaje</a:t>
            </a:r>
          </a:p>
        </p:txBody>
      </p:sp>
      <p:sp>
        <p:nvSpPr>
          <p:cNvPr id="38" name="">
            <a:extLst xmlns:a="http://schemas.openxmlformats.org/drawingml/2006/main">
              <a:ext uri="{FF2B5EF4-FFF2-40B4-BE49-F238E27FC236}">
                <a16:creationId xmlns:a16="http://schemas.microsoft.com/office/drawing/2014/main" id="{BE4E3302-E3DF-41F1-823E-5CA8EDA7B862}"/>
              </a:ext>
            </a:extLst>
          </p:cNvPr>
          <p:cNvSpPr>
            <a:spLocks xmlns:a="http://schemas.openxmlformats.org/drawingml/2006/main" noGrp="1"/>
          </p:cNvSpPr>
          <p:nvPr/>
        </p:nvSpPr>
        <p:spPr>
          <a:xfrm xmlns:a="http://schemas.openxmlformats.org/drawingml/2006/main">
            <a:off x="5743575" y="3771900"/>
            <a:ext cx="1666875" cy="476250"/>
          </a:xfrm>
          <a:prstGeom xmlns:a="http://schemas.openxmlformats.org/drawingml/2006/main" prst="roundRect">
            <a:avLst>
              <a:gd name="adj" fmla="val 16000"/>
            </a:avLst>
          </a:prstGeom>
          <a:solidFill xmlns:a="http://schemas.openxmlformats.org/drawingml/2006/main">
            <a:srgbClr val="E8ED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D64EAD5-1108-4F6D-BF7D-F1640F8286E2}"/>
              </a:ext>
            </a:extLst>
          </p:cNvPr>
          <p:cNvSpPr>
            <a:spLocks xmlns:a="http://schemas.openxmlformats.org/drawingml/2006/main" noGrp="1"/>
          </p:cNvSpPr>
          <p:nvPr/>
        </p:nvSpPr>
        <p:spPr>
          <a:xfrm xmlns:a="http://schemas.openxmlformats.org/drawingml/2006/main">
            <a:off x="5791200" y="3810000"/>
            <a:ext cx="157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r + k · a</a:t>
            </a:r>
          </a:p>
        </p:txBody>
      </p:sp>
      <p:sp>
        <p:nvSpPr>
          <p:cNvPr id="40" name="">
            <a:extLst xmlns:a="http://schemas.openxmlformats.org/drawingml/2006/main">
              <a:ext uri="{FF2B5EF4-FFF2-40B4-BE49-F238E27FC236}">
                <a16:creationId xmlns:a16="http://schemas.microsoft.com/office/drawing/2014/main" id="{073A76D8-D612-42FD-8A59-AFA2FE035363}"/>
              </a:ext>
            </a:extLst>
          </p:cNvPr>
          <p:cNvSpPr>
            <a:spLocks xmlns:a="http://schemas.openxmlformats.org/drawingml/2006/main" noGrp="1"/>
          </p:cNvSpPr>
          <p:nvPr/>
        </p:nvSpPr>
        <p:spPr>
          <a:xfrm xmlns:a="http://schemas.openxmlformats.org/drawingml/2006/main">
            <a:off x="5791200" y="40386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536276"/>
                </a:solidFill>
                <a:latin typeface="Aptos"/>
                <a:ea typeface="Aptos"/>
                <a:cs typeface="Aptos"/>
              </a:defRPr>
            </a:defPPr>
            <a:lvl1pPr algn="ctr">
              <a:defRPr sz="825" b="0">
                <a:solidFill>
                  <a:srgbClr val="536276"/>
                </a:solidFill>
                <a:latin typeface="Aptos"/>
                <a:ea typeface="Aptos"/>
                <a:cs typeface="Aptos"/>
              </a:defRPr>
            </a:lvl1pPr>
            <a:lvl2pPr algn="ctr">
              <a:defRPr sz="825" b="0">
                <a:solidFill>
                  <a:srgbClr val="536276"/>
                </a:solidFill>
                <a:latin typeface="Aptos"/>
                <a:ea typeface="Aptos"/>
                <a:cs typeface="Aptos"/>
              </a:defRPr>
            </a:lvl2pPr>
            <a:lvl3pPr algn="ctr">
              <a:defRPr sz="825" b="0">
                <a:solidFill>
                  <a:srgbClr val="536276"/>
                </a:solidFill>
                <a:latin typeface="Aptos"/>
                <a:ea typeface="Aptos"/>
                <a:cs typeface="Aptos"/>
              </a:defRPr>
            </a:lvl3pPr>
            <a:lvl4pPr algn="ctr">
              <a:defRPr sz="825" b="0">
                <a:solidFill>
                  <a:srgbClr val="536276"/>
                </a:solidFill>
                <a:latin typeface="Aptos"/>
                <a:ea typeface="Aptos"/>
                <a:cs typeface="Aptos"/>
              </a:defRPr>
            </a:lvl4pPr>
            <a:lvl5pPr algn="ctr">
              <a:defRPr sz="825" b="0">
                <a:solidFill>
                  <a:srgbClr val="536276"/>
                </a:solidFill>
                <a:latin typeface="Aptos"/>
                <a:ea typeface="Aptos"/>
                <a:cs typeface="Aptos"/>
              </a:defRPr>
            </a:lvl5pPr>
            <a:lvl6pPr algn="ctr">
              <a:defRPr sz="825" b="0">
                <a:solidFill>
                  <a:srgbClr val="536276"/>
                </a:solidFill>
                <a:latin typeface="Aptos"/>
                <a:ea typeface="Aptos"/>
                <a:cs typeface="Aptos"/>
              </a:defRPr>
            </a:lvl6pPr>
            <a:lvl7pPr algn="ctr">
              <a:defRPr sz="825" b="0">
                <a:solidFill>
                  <a:srgbClr val="536276"/>
                </a:solidFill>
                <a:latin typeface="Aptos"/>
                <a:ea typeface="Aptos"/>
                <a:cs typeface="Aptos"/>
              </a:defRPr>
            </a:lvl7pPr>
            <a:lvl8pPr algn="ctr">
              <a:defRPr sz="825" b="0">
                <a:solidFill>
                  <a:srgbClr val="536276"/>
                </a:solidFill>
                <a:latin typeface="Aptos"/>
                <a:ea typeface="Aptos"/>
                <a:cs typeface="Aptos"/>
              </a:defRPr>
            </a:lvl8pPr>
            <a:lvl9pPr algn="ctr">
              <a:defRPr sz="825" b="0">
                <a:solidFill>
                  <a:srgbClr val="536276"/>
                </a:solidFill>
                <a:latin typeface="Aptos"/>
                <a:ea typeface="Aptos"/>
                <a:cs typeface="Aptos"/>
              </a:defRPr>
            </a:lvl9pPr>
          </a:lstStyle>
          <a:p xmlns:a="http://schemas.openxmlformats.org/drawingml/2006/main">
            <a:pPr algn="ctr">
              <a:defRPr sz="825" b="0">
                <a:solidFill>
                  <a:srgbClr val="536276"/>
                </a:solidFill>
                <a:latin typeface="Aptos"/>
                <a:ea typeface="Aptos"/>
                <a:cs typeface="Aptos"/>
              </a:defRPr>
            </a:pPr>
            <a:r>
              <a:rPr sz="825" b="0">
                <a:solidFill>
                  <a:srgbClr val="536276"/>
                </a:solidFill>
                <a:latin typeface="Aptos"/>
                <a:ea typeface="Aptos"/>
                <a:cs typeface="Aptos"/>
              </a:rPr>
              <a:t>combina nonce y secreto</a:t>
            </a:r>
          </a:p>
        </p:txBody>
      </p:sp>
      <p:sp>
        <p:nvSpPr>
          <p:cNvPr id="41" name="">
            <a:extLst xmlns:a="http://schemas.openxmlformats.org/drawingml/2006/main">
              <a:ext uri="{FF2B5EF4-FFF2-40B4-BE49-F238E27FC236}">
                <a16:creationId xmlns:a16="http://schemas.microsoft.com/office/drawing/2014/main" id="{41B37857-677E-44F6-978E-D91FAC53AF91}"/>
              </a:ext>
            </a:extLst>
          </p:cNvPr>
          <p:cNvSpPr>
            <a:spLocks xmlns:a="http://schemas.openxmlformats.org/drawingml/2006/main" noGrp="1"/>
          </p:cNvSpPr>
          <p:nvPr/>
        </p:nvSpPr>
        <p:spPr>
          <a:xfrm xmlns:a="http://schemas.openxmlformats.org/drawingml/2006/main">
            <a:off x="6315075" y="4286250"/>
            <a:ext cx="361950" cy="190500"/>
          </a:xfrm>
          <a:prstGeom xmlns:a="http://schemas.openxmlformats.org/drawingml/2006/main" prst="downArrow">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9EC6C96-0C4C-49EA-B3F3-4BFE7970E46C}"/>
              </a:ext>
            </a:extLst>
          </p:cNvPr>
          <p:cNvSpPr>
            <a:spLocks xmlns:a="http://schemas.openxmlformats.org/drawingml/2006/main" noGrp="1"/>
          </p:cNvSpPr>
          <p:nvPr/>
        </p:nvSpPr>
        <p:spPr>
          <a:xfrm xmlns:a="http://schemas.openxmlformats.org/drawingml/2006/main">
            <a:off x="5743575" y="4524375"/>
            <a:ext cx="1666875" cy="457200"/>
          </a:xfrm>
          <a:prstGeom xmlns:a="http://schemas.openxmlformats.org/drawingml/2006/main" prst="roundRect">
            <a:avLst>
              <a:gd name="adj" fmla="val 16667"/>
            </a:avLst>
          </a:prstGeom>
          <a:solidFill xmlns:a="http://schemas.openxmlformats.org/drawingml/2006/main">
            <a:srgbClr val="17255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B1A72D0-289E-4C2B-ABE8-B3D038ED51A6}"/>
              </a:ext>
            </a:extLst>
          </p:cNvPr>
          <p:cNvSpPr>
            <a:spLocks xmlns:a="http://schemas.openxmlformats.org/drawingml/2006/main" noGrp="1"/>
          </p:cNvSpPr>
          <p:nvPr/>
        </p:nvSpPr>
        <p:spPr>
          <a:xfrm xmlns:a="http://schemas.openxmlformats.org/drawingml/2006/main">
            <a:off x="5800725" y="4600575"/>
            <a:ext cx="15525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ptos"/>
                <a:ea typeface="Aptos"/>
                <a:cs typeface="Aptos"/>
              </a:defRPr>
            </a:defPPr>
            <a:lvl1pPr algn="ctr">
              <a:defRPr sz="1200" b="1">
                <a:solidFill>
                  <a:srgbClr val="FFFFFF"/>
                </a:solidFill>
                <a:latin typeface="Aptos"/>
                <a:ea typeface="Aptos"/>
                <a:cs typeface="Aptos"/>
              </a:defRPr>
            </a:lvl1pPr>
            <a:lvl2pPr algn="ctr">
              <a:defRPr sz="1200" b="1">
                <a:solidFill>
                  <a:srgbClr val="FFFFFF"/>
                </a:solidFill>
                <a:latin typeface="Aptos"/>
                <a:ea typeface="Aptos"/>
                <a:cs typeface="Aptos"/>
              </a:defRPr>
            </a:lvl2pPr>
            <a:lvl3pPr algn="ctr">
              <a:defRPr sz="1200" b="1">
                <a:solidFill>
                  <a:srgbClr val="FFFFFF"/>
                </a:solidFill>
                <a:latin typeface="Aptos"/>
                <a:ea typeface="Aptos"/>
                <a:cs typeface="Aptos"/>
              </a:defRPr>
            </a:lvl3pPr>
            <a:lvl4pPr algn="ctr">
              <a:defRPr sz="1200" b="1">
                <a:solidFill>
                  <a:srgbClr val="FFFFFF"/>
                </a:solidFill>
                <a:latin typeface="Aptos"/>
                <a:ea typeface="Aptos"/>
                <a:cs typeface="Aptos"/>
              </a:defRPr>
            </a:lvl4pPr>
            <a:lvl5pPr algn="ctr">
              <a:defRPr sz="1200" b="1">
                <a:solidFill>
                  <a:srgbClr val="FFFFFF"/>
                </a:solidFill>
                <a:latin typeface="Aptos"/>
                <a:ea typeface="Aptos"/>
                <a:cs typeface="Aptos"/>
              </a:defRPr>
            </a:lvl5pPr>
            <a:lvl6pPr algn="ctr">
              <a:defRPr sz="1200" b="1">
                <a:solidFill>
                  <a:srgbClr val="FFFFFF"/>
                </a:solidFill>
                <a:latin typeface="Aptos"/>
                <a:ea typeface="Aptos"/>
                <a:cs typeface="Aptos"/>
              </a:defRPr>
            </a:lvl6pPr>
            <a:lvl7pPr algn="ctr">
              <a:defRPr sz="1200" b="1">
                <a:solidFill>
                  <a:srgbClr val="FFFFFF"/>
                </a:solidFill>
                <a:latin typeface="Aptos"/>
                <a:ea typeface="Aptos"/>
                <a:cs typeface="Aptos"/>
              </a:defRPr>
            </a:lvl7pPr>
            <a:lvl8pPr algn="ctr">
              <a:defRPr sz="1200" b="1">
                <a:solidFill>
                  <a:srgbClr val="FFFFFF"/>
                </a:solidFill>
                <a:latin typeface="Aptos"/>
                <a:ea typeface="Aptos"/>
                <a:cs typeface="Aptos"/>
              </a:defRPr>
            </a:lvl8pPr>
            <a:lvl9pPr algn="ctr">
              <a:defRPr sz="1200" b="1">
                <a:solidFill>
                  <a:srgbClr val="FFFFFF"/>
                </a:solidFill>
                <a:latin typeface="Aptos"/>
                <a:ea typeface="Aptos"/>
                <a:cs typeface="Aptos"/>
              </a:defRPr>
            </a:lvl9pPr>
          </a:lstStyle>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 = (r + k·a) mod L</a:t>
            </a:r>
          </a:p>
        </p:txBody>
      </p:sp>
      <p:sp>
        <p:nvSpPr>
          <p:cNvPr id="44" name="">
            <a:extLst xmlns:a="http://schemas.openxmlformats.org/drawingml/2006/main">
              <a:ext uri="{FF2B5EF4-FFF2-40B4-BE49-F238E27FC236}">
                <a16:creationId xmlns:a16="http://schemas.microsoft.com/office/drawing/2014/main" id="{92CB7745-EDAC-41DE-BF18-80825C0CFE16}"/>
              </a:ext>
            </a:extLst>
          </p:cNvPr>
          <p:cNvSpPr>
            <a:spLocks xmlns:a="http://schemas.openxmlformats.org/drawingml/2006/main" noGrp="1"/>
          </p:cNvSpPr>
          <p:nvPr/>
        </p:nvSpPr>
        <p:spPr>
          <a:xfrm xmlns:a="http://schemas.openxmlformats.org/drawingml/2006/main">
            <a:off x="876300" y="50482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0">
                <a:solidFill>
                  <a:srgbClr val="536276"/>
                </a:solidFill>
                <a:latin typeface="Aptos"/>
                <a:ea typeface="Aptos"/>
                <a:cs typeface="Aptos"/>
              </a:defRPr>
            </a:defPPr>
            <a:lvl1pPr algn="ctr">
              <a:defRPr sz="975" b="0">
                <a:solidFill>
                  <a:srgbClr val="536276"/>
                </a:solidFill>
                <a:latin typeface="Aptos"/>
                <a:ea typeface="Aptos"/>
                <a:cs typeface="Aptos"/>
              </a:defRPr>
            </a:lvl1pPr>
            <a:lvl2pPr algn="ctr">
              <a:defRPr sz="975" b="0">
                <a:solidFill>
                  <a:srgbClr val="536276"/>
                </a:solidFill>
                <a:latin typeface="Aptos"/>
                <a:ea typeface="Aptos"/>
                <a:cs typeface="Aptos"/>
              </a:defRPr>
            </a:lvl2pPr>
            <a:lvl3pPr algn="ctr">
              <a:defRPr sz="975" b="0">
                <a:solidFill>
                  <a:srgbClr val="536276"/>
                </a:solidFill>
                <a:latin typeface="Aptos"/>
                <a:ea typeface="Aptos"/>
                <a:cs typeface="Aptos"/>
              </a:defRPr>
            </a:lvl3pPr>
            <a:lvl4pPr algn="ctr">
              <a:defRPr sz="975" b="0">
                <a:solidFill>
                  <a:srgbClr val="536276"/>
                </a:solidFill>
                <a:latin typeface="Aptos"/>
                <a:ea typeface="Aptos"/>
                <a:cs typeface="Aptos"/>
              </a:defRPr>
            </a:lvl4pPr>
            <a:lvl5pPr algn="ctr">
              <a:defRPr sz="975" b="0">
                <a:solidFill>
                  <a:srgbClr val="536276"/>
                </a:solidFill>
                <a:latin typeface="Aptos"/>
                <a:ea typeface="Aptos"/>
                <a:cs typeface="Aptos"/>
              </a:defRPr>
            </a:lvl5pPr>
            <a:lvl6pPr algn="ctr">
              <a:defRPr sz="975" b="0">
                <a:solidFill>
                  <a:srgbClr val="536276"/>
                </a:solidFill>
                <a:latin typeface="Aptos"/>
                <a:ea typeface="Aptos"/>
                <a:cs typeface="Aptos"/>
              </a:defRPr>
            </a:lvl6pPr>
            <a:lvl7pPr algn="ctr">
              <a:defRPr sz="975" b="0">
                <a:solidFill>
                  <a:srgbClr val="536276"/>
                </a:solidFill>
                <a:latin typeface="Aptos"/>
                <a:ea typeface="Aptos"/>
                <a:cs typeface="Aptos"/>
              </a:defRPr>
            </a:lvl7pPr>
            <a:lvl8pPr algn="ctr">
              <a:defRPr sz="975" b="0">
                <a:solidFill>
                  <a:srgbClr val="536276"/>
                </a:solidFill>
                <a:latin typeface="Aptos"/>
                <a:ea typeface="Aptos"/>
                <a:cs typeface="Aptos"/>
              </a:defRPr>
            </a:lvl8pPr>
            <a:lvl9pPr algn="ctr">
              <a:defRPr sz="975" b="0">
                <a:solidFill>
                  <a:srgbClr val="536276"/>
                </a:solidFill>
                <a:latin typeface="Aptos"/>
                <a:ea typeface="Aptos"/>
                <a:cs typeface="Aptos"/>
              </a:defRPr>
            </a:lvl9pPr>
          </a:lstStyle>
          <a:p xmlns:a="http://schemas.openxmlformats.org/drawingml/2006/main">
            <a:pPr algn="ctr">
              <a:defRPr sz="975" b="0">
                <a:solidFill>
                  <a:srgbClr val="536276"/>
                </a:solidFill>
                <a:latin typeface="Aptos"/>
                <a:ea typeface="Aptos"/>
                <a:cs typeface="Aptos"/>
              </a:defRPr>
            </a:pPr>
            <a:r>
              <a:rPr sz="975" b="0">
                <a:solidFill>
                  <a:srgbClr val="536276"/>
                </a:solidFill>
                <a:latin typeface="Aptos"/>
                <a:ea typeface="Aptos"/>
                <a:cs typeface="Aptos"/>
              </a:rPr>
              <a:t>Nonce determinista: secreto + mensaje. El desafío k ata la respuesta al contenido.</a:t>
            </a:r>
          </a:p>
        </p:txBody>
      </p:sp>
      <p:sp>
        <p:nvSpPr>
          <p:cNvPr id="45" name="">
            <a:extLst xmlns:a="http://schemas.openxmlformats.org/drawingml/2006/main">
              <a:ext uri="{FF2B5EF4-FFF2-40B4-BE49-F238E27FC236}">
                <a16:creationId xmlns:a16="http://schemas.microsoft.com/office/drawing/2014/main" id="{4426653D-17A7-4E05-9718-DB6900C0F169}"/>
              </a:ext>
            </a:extLst>
          </p:cNvPr>
          <p:cNvSpPr>
            <a:spLocks xmlns:a="http://schemas.openxmlformats.org/drawingml/2006/main" noGrp="1"/>
          </p:cNvSpPr>
          <p:nvPr/>
        </p:nvSpPr>
        <p:spPr>
          <a:xfrm xmlns:a="http://schemas.openxmlformats.org/drawingml/2006/main">
            <a:off x="8058150" y="1952625"/>
            <a:ext cx="3524250" cy="3352800"/>
          </a:xfrm>
          <a:prstGeom xmlns:a="http://schemas.openxmlformats.org/drawingml/2006/main" prst="roundRect">
            <a:avLst>
              <a:gd name="adj" fmla="val 2273"/>
            </a:avLst>
          </a:prstGeom>
          <a:solidFill xmlns:a="http://schemas.openxmlformats.org/drawingml/2006/main">
            <a:srgbClr val="17255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50B658A-8235-4644-8606-0B2D133FFE6B}"/>
              </a:ext>
            </a:extLst>
          </p:cNvPr>
          <p:cNvSpPr>
            <a:spLocks xmlns:a="http://schemas.openxmlformats.org/drawingml/2006/main" noGrp="1"/>
          </p:cNvSpPr>
          <p:nvPr/>
        </p:nvSpPr>
        <p:spPr>
          <a:xfrm xmlns:a="http://schemas.openxmlformats.org/drawingml/2006/main">
            <a:off x="8058150" y="1952625"/>
            <a:ext cx="3524250" cy="1143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57AD2353-0B99-4BA4-B910-116C29B561F0}"/>
              </a:ext>
            </a:extLst>
          </p:cNvPr>
          <p:cNvSpPr>
            <a:spLocks xmlns:a="http://schemas.openxmlformats.org/drawingml/2006/main" noGrp="1"/>
          </p:cNvSpPr>
          <p:nvPr/>
        </p:nvSpPr>
        <p:spPr>
          <a:xfrm xmlns:a="http://schemas.openxmlformats.org/drawingml/2006/main">
            <a:off x="8267700" y="20955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FFFFFF"/>
                </a:solidFill>
                <a:latin typeface="Aptos"/>
                <a:ea typeface="Aptos"/>
                <a:cs typeface="Aptos"/>
              </a:defRPr>
            </a:defPPr>
            <a:lvl1pPr algn="ctr">
              <a:defRPr sz="1275" b="1">
                <a:solidFill>
                  <a:srgbClr val="FFFFFF"/>
                </a:solidFill>
                <a:latin typeface="Aptos"/>
                <a:ea typeface="Aptos"/>
                <a:cs typeface="Aptos"/>
              </a:defRPr>
            </a:lvl1pPr>
            <a:lvl2pPr algn="ctr">
              <a:defRPr sz="1275" b="1">
                <a:solidFill>
                  <a:srgbClr val="FFFFFF"/>
                </a:solidFill>
                <a:latin typeface="Aptos"/>
                <a:ea typeface="Aptos"/>
                <a:cs typeface="Aptos"/>
              </a:defRPr>
            </a:lvl2pPr>
            <a:lvl3pPr algn="ctr">
              <a:defRPr sz="1275" b="1">
                <a:solidFill>
                  <a:srgbClr val="FFFFFF"/>
                </a:solidFill>
                <a:latin typeface="Aptos"/>
                <a:ea typeface="Aptos"/>
                <a:cs typeface="Aptos"/>
              </a:defRPr>
            </a:lvl3pPr>
            <a:lvl4pPr algn="ctr">
              <a:defRPr sz="1275" b="1">
                <a:solidFill>
                  <a:srgbClr val="FFFFFF"/>
                </a:solidFill>
                <a:latin typeface="Aptos"/>
                <a:ea typeface="Aptos"/>
                <a:cs typeface="Aptos"/>
              </a:defRPr>
            </a:lvl4pPr>
            <a:lvl5pPr algn="ctr">
              <a:defRPr sz="1275" b="1">
                <a:solidFill>
                  <a:srgbClr val="FFFFFF"/>
                </a:solidFill>
                <a:latin typeface="Aptos"/>
                <a:ea typeface="Aptos"/>
                <a:cs typeface="Aptos"/>
              </a:defRPr>
            </a:lvl5pPr>
            <a:lvl6pPr algn="ctr">
              <a:defRPr sz="1275" b="1">
                <a:solidFill>
                  <a:srgbClr val="FFFFFF"/>
                </a:solidFill>
                <a:latin typeface="Aptos"/>
                <a:ea typeface="Aptos"/>
                <a:cs typeface="Aptos"/>
              </a:defRPr>
            </a:lvl6pPr>
            <a:lvl7pPr algn="ctr">
              <a:defRPr sz="1275" b="1">
                <a:solidFill>
                  <a:srgbClr val="FFFFFF"/>
                </a:solidFill>
                <a:latin typeface="Aptos"/>
                <a:ea typeface="Aptos"/>
                <a:cs typeface="Aptos"/>
              </a:defRPr>
            </a:lvl7pPr>
            <a:lvl8pPr algn="ctr">
              <a:defRPr sz="1275" b="1">
                <a:solidFill>
                  <a:srgbClr val="FFFFFF"/>
                </a:solidFill>
                <a:latin typeface="Aptos"/>
                <a:ea typeface="Aptos"/>
                <a:cs typeface="Aptos"/>
              </a:defRPr>
            </a:lvl8pPr>
            <a:lvl9pPr algn="ctr">
              <a:defRPr sz="1275" b="1">
                <a:solidFill>
                  <a:srgbClr val="FFFFFF"/>
                </a:solidFill>
                <a:latin typeface="Aptos"/>
                <a:ea typeface="Aptos"/>
                <a:cs typeface="Aptos"/>
              </a:defRPr>
            </a:lvl9pPr>
          </a:lstStyle>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2 · VERIFICAR  |  se usa A, nunca a</a:t>
            </a:r>
          </a:p>
        </p:txBody>
      </p:sp>
      <p:sp>
        <p:nvSpPr>
          <p:cNvPr id="48" name="">
            <a:extLst xmlns:a="http://schemas.openxmlformats.org/drawingml/2006/main">
              <a:ext uri="{FF2B5EF4-FFF2-40B4-BE49-F238E27FC236}">
                <a16:creationId xmlns:a16="http://schemas.microsoft.com/office/drawing/2014/main" id="{1D3B60BE-1DA8-4B73-B979-4465D5681F3F}"/>
              </a:ext>
            </a:extLst>
          </p:cNvPr>
          <p:cNvSpPr>
            <a:spLocks xmlns:a="http://schemas.openxmlformats.org/drawingml/2006/main" noGrp="1"/>
          </p:cNvSpPr>
          <p:nvPr/>
        </p:nvSpPr>
        <p:spPr>
          <a:xfrm xmlns:a="http://schemas.openxmlformats.org/drawingml/2006/main">
            <a:off x="8277225" y="2505075"/>
            <a:ext cx="3086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0">
                <a:solidFill>
                  <a:srgbClr val="C9D6EA"/>
                </a:solidFill>
                <a:latin typeface="Aptos"/>
                <a:ea typeface="Aptos"/>
                <a:cs typeface="Aptos"/>
              </a:defRPr>
            </a:defPPr>
            <a:lvl1pPr algn="ctr">
              <a:defRPr sz="1050" b="0">
                <a:solidFill>
                  <a:srgbClr val="C9D6EA"/>
                </a:solidFill>
                <a:latin typeface="Aptos"/>
                <a:ea typeface="Aptos"/>
                <a:cs typeface="Aptos"/>
              </a:defRPr>
            </a:lvl1pPr>
            <a:lvl2pPr algn="ctr">
              <a:defRPr sz="1050" b="0">
                <a:solidFill>
                  <a:srgbClr val="C9D6EA"/>
                </a:solidFill>
                <a:latin typeface="Aptos"/>
                <a:ea typeface="Aptos"/>
                <a:cs typeface="Aptos"/>
              </a:defRPr>
            </a:lvl2pPr>
            <a:lvl3pPr algn="ctr">
              <a:defRPr sz="1050" b="0">
                <a:solidFill>
                  <a:srgbClr val="C9D6EA"/>
                </a:solidFill>
                <a:latin typeface="Aptos"/>
                <a:ea typeface="Aptos"/>
                <a:cs typeface="Aptos"/>
              </a:defRPr>
            </a:lvl3pPr>
            <a:lvl4pPr algn="ctr">
              <a:defRPr sz="1050" b="0">
                <a:solidFill>
                  <a:srgbClr val="C9D6EA"/>
                </a:solidFill>
                <a:latin typeface="Aptos"/>
                <a:ea typeface="Aptos"/>
                <a:cs typeface="Aptos"/>
              </a:defRPr>
            </a:lvl4pPr>
            <a:lvl5pPr algn="ctr">
              <a:defRPr sz="1050" b="0">
                <a:solidFill>
                  <a:srgbClr val="C9D6EA"/>
                </a:solidFill>
                <a:latin typeface="Aptos"/>
                <a:ea typeface="Aptos"/>
                <a:cs typeface="Aptos"/>
              </a:defRPr>
            </a:lvl5pPr>
            <a:lvl6pPr algn="ctr">
              <a:defRPr sz="1050" b="0">
                <a:solidFill>
                  <a:srgbClr val="C9D6EA"/>
                </a:solidFill>
                <a:latin typeface="Aptos"/>
                <a:ea typeface="Aptos"/>
                <a:cs typeface="Aptos"/>
              </a:defRPr>
            </a:lvl6pPr>
            <a:lvl7pPr algn="ctr">
              <a:defRPr sz="1050" b="0">
                <a:solidFill>
                  <a:srgbClr val="C9D6EA"/>
                </a:solidFill>
                <a:latin typeface="Aptos"/>
                <a:ea typeface="Aptos"/>
                <a:cs typeface="Aptos"/>
              </a:defRPr>
            </a:lvl7pPr>
            <a:lvl8pPr algn="ctr">
              <a:defRPr sz="1050" b="0">
                <a:solidFill>
                  <a:srgbClr val="C9D6EA"/>
                </a:solidFill>
                <a:latin typeface="Aptos"/>
                <a:ea typeface="Aptos"/>
                <a:cs typeface="Aptos"/>
              </a:defRPr>
            </a:lvl8pPr>
            <a:lvl9pPr algn="ctr">
              <a:defRPr sz="1050" b="0">
                <a:solidFill>
                  <a:srgbClr val="C9D6EA"/>
                </a:solidFill>
                <a:latin typeface="Aptos"/>
                <a:ea typeface="Aptos"/>
                <a:cs typeface="Aptos"/>
              </a:defRPr>
            </a:lvl9pPr>
          </a:lstStyle>
          <a:p xmlns:a="http://schemas.openxmlformats.org/drawingml/2006/main">
            <a:pPr algn="ctr">
              <a:defRPr sz="1050" b="0">
                <a:solidFill>
                  <a:srgbClr val="C9D6EA"/>
                </a:solidFill>
                <a:latin typeface="Aptos"/>
                <a:ea typeface="Aptos"/>
                <a:cs typeface="Aptos"/>
              </a:defRPr>
            </a:pPr>
            <a:r>
              <a:rPr sz="1050" b="0">
                <a:solidFill>
                  <a:srgbClr val="C9D6EA"/>
                </a:solidFill>
                <a:latin typeface="Aptos"/>
                <a:ea typeface="Aptos"/>
                <a:cs typeface="Aptos"/>
              </a:rPr>
              <a:t>El verificador calcula k con el mismo M, R y A.</a:t>
            </a:r>
          </a:p>
        </p:txBody>
      </p:sp>
      <p:sp>
        <p:nvSpPr>
          <p:cNvPr id="49" name="">
            <a:extLst xmlns:a="http://schemas.openxmlformats.org/drawingml/2006/main">
              <a:ext uri="{FF2B5EF4-FFF2-40B4-BE49-F238E27FC236}">
                <a16:creationId xmlns:a16="http://schemas.microsoft.com/office/drawing/2014/main" id="{B272BE79-7C8B-4E90-BAB8-797B8F605B78}"/>
              </a:ext>
            </a:extLst>
          </p:cNvPr>
          <p:cNvSpPr>
            <a:spLocks xmlns:a="http://schemas.openxmlformats.org/drawingml/2006/main" noGrp="1"/>
          </p:cNvSpPr>
          <p:nvPr/>
        </p:nvSpPr>
        <p:spPr>
          <a:xfrm xmlns:a="http://schemas.openxmlformats.org/drawingml/2006/main">
            <a:off x="8343900"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982FE75-3992-430E-AA01-0D177B7EF465}"/>
              </a:ext>
            </a:extLst>
          </p:cNvPr>
          <p:cNvSpPr>
            <a:spLocks xmlns:a="http://schemas.openxmlformats.org/drawingml/2006/main" noGrp="1"/>
          </p:cNvSpPr>
          <p:nvPr/>
        </p:nvSpPr>
        <p:spPr>
          <a:xfrm xmlns:a="http://schemas.openxmlformats.org/drawingml/2006/main">
            <a:off x="8420100" y="3028950"/>
            <a:ext cx="1152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F5F0"/>
                </a:solidFill>
                <a:latin typeface="Aptos"/>
                <a:ea typeface="Aptos"/>
                <a:cs typeface="Aptos"/>
              </a:defRPr>
            </a:defPPr>
            <a:lvl1pPr algn="ctr">
              <a:defRPr sz="1500" b="1">
                <a:solidFill>
                  <a:srgbClr val="D9F5F0"/>
                </a:solidFill>
                <a:latin typeface="Aptos"/>
                <a:ea typeface="Aptos"/>
                <a:cs typeface="Aptos"/>
              </a:defRPr>
            </a:lvl1pPr>
            <a:lvl2pPr algn="ctr">
              <a:defRPr sz="1500" b="1">
                <a:solidFill>
                  <a:srgbClr val="D9F5F0"/>
                </a:solidFill>
                <a:latin typeface="Aptos"/>
                <a:ea typeface="Aptos"/>
                <a:cs typeface="Aptos"/>
              </a:defRPr>
            </a:lvl2pPr>
            <a:lvl3pPr algn="ctr">
              <a:defRPr sz="1500" b="1">
                <a:solidFill>
                  <a:srgbClr val="D9F5F0"/>
                </a:solidFill>
                <a:latin typeface="Aptos"/>
                <a:ea typeface="Aptos"/>
                <a:cs typeface="Aptos"/>
              </a:defRPr>
            </a:lvl3pPr>
            <a:lvl4pPr algn="ctr">
              <a:defRPr sz="1500" b="1">
                <a:solidFill>
                  <a:srgbClr val="D9F5F0"/>
                </a:solidFill>
                <a:latin typeface="Aptos"/>
                <a:ea typeface="Aptos"/>
                <a:cs typeface="Aptos"/>
              </a:defRPr>
            </a:lvl4pPr>
            <a:lvl5pPr algn="ctr">
              <a:defRPr sz="1500" b="1">
                <a:solidFill>
                  <a:srgbClr val="D9F5F0"/>
                </a:solidFill>
                <a:latin typeface="Aptos"/>
                <a:ea typeface="Aptos"/>
                <a:cs typeface="Aptos"/>
              </a:defRPr>
            </a:lvl5pPr>
            <a:lvl6pPr algn="ctr">
              <a:defRPr sz="1500" b="1">
                <a:solidFill>
                  <a:srgbClr val="D9F5F0"/>
                </a:solidFill>
                <a:latin typeface="Aptos"/>
                <a:ea typeface="Aptos"/>
                <a:cs typeface="Aptos"/>
              </a:defRPr>
            </a:lvl6pPr>
            <a:lvl7pPr algn="ctr">
              <a:defRPr sz="1500" b="1">
                <a:solidFill>
                  <a:srgbClr val="D9F5F0"/>
                </a:solidFill>
                <a:latin typeface="Aptos"/>
                <a:ea typeface="Aptos"/>
                <a:cs typeface="Aptos"/>
              </a:defRPr>
            </a:lvl7pPr>
            <a:lvl8pPr algn="ctr">
              <a:defRPr sz="1500" b="1">
                <a:solidFill>
                  <a:srgbClr val="D9F5F0"/>
                </a:solidFill>
                <a:latin typeface="Aptos"/>
                <a:ea typeface="Aptos"/>
                <a:cs typeface="Aptos"/>
              </a:defRPr>
            </a:lvl8pPr>
            <a:lvl9pPr algn="ctr">
              <a:defRPr sz="1500" b="1">
                <a:solidFill>
                  <a:srgbClr val="D9F5F0"/>
                </a:solidFill>
                <a:latin typeface="Aptos"/>
                <a:ea typeface="Aptos"/>
                <a:cs typeface="Aptos"/>
              </a:defRPr>
            </a:lvl9pPr>
          </a:lstStyle>
          <a:p xmlns:a="http://schemas.openxmlformats.org/drawingml/2006/main">
            <a:pPr algn="ctr">
              <a:defRPr sz="1500" b="1">
                <a:solidFill>
                  <a:srgbClr val="D9F5F0"/>
                </a:solidFill>
                <a:latin typeface="Aptos"/>
                <a:ea typeface="Aptos"/>
                <a:cs typeface="Aptos"/>
              </a:defRPr>
            </a:pPr>
            <a:r>
              <a:rPr sz="1500" b="1">
                <a:solidFill>
                  <a:srgbClr val="D9F5F0"/>
                </a:solidFill>
                <a:latin typeface="Aptos"/>
                <a:ea typeface="Aptos"/>
                <a:cs typeface="Aptos"/>
              </a:rPr>
              <a:t>S · B</a:t>
            </a:r>
          </a:p>
        </p:txBody>
      </p:sp>
      <p:sp>
        <p:nvSpPr>
          <p:cNvPr id="51" name="">
            <a:extLst xmlns:a="http://schemas.openxmlformats.org/drawingml/2006/main">
              <a:ext uri="{FF2B5EF4-FFF2-40B4-BE49-F238E27FC236}">
                <a16:creationId xmlns:a16="http://schemas.microsoft.com/office/drawing/2014/main" id="{22AF0E8B-AC36-4E1F-85EE-97E5B34D04D7}"/>
              </a:ext>
            </a:extLst>
          </p:cNvPr>
          <p:cNvSpPr>
            <a:spLocks xmlns:a="http://schemas.openxmlformats.org/drawingml/2006/main" noGrp="1"/>
          </p:cNvSpPr>
          <p:nvPr/>
        </p:nvSpPr>
        <p:spPr>
          <a:xfrm xmlns:a="http://schemas.openxmlformats.org/drawingml/2006/main">
            <a:off x="8420100" y="3267075"/>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0">
                <a:solidFill>
                  <a:srgbClr val="C9D6EA"/>
                </a:solidFill>
                <a:latin typeface="Aptos"/>
                <a:ea typeface="Aptos"/>
                <a:cs typeface="Aptos"/>
              </a:defRPr>
            </a:defPPr>
            <a:lvl1pPr algn="ctr">
              <a:defRPr sz="825" b="0">
                <a:solidFill>
                  <a:srgbClr val="C9D6EA"/>
                </a:solidFill>
                <a:latin typeface="Aptos"/>
                <a:ea typeface="Aptos"/>
                <a:cs typeface="Aptos"/>
              </a:defRPr>
            </a:lvl1pPr>
            <a:lvl2pPr algn="ctr">
              <a:defRPr sz="825" b="0">
                <a:solidFill>
                  <a:srgbClr val="C9D6EA"/>
                </a:solidFill>
                <a:latin typeface="Aptos"/>
                <a:ea typeface="Aptos"/>
                <a:cs typeface="Aptos"/>
              </a:defRPr>
            </a:lvl2pPr>
            <a:lvl3pPr algn="ctr">
              <a:defRPr sz="825" b="0">
                <a:solidFill>
                  <a:srgbClr val="C9D6EA"/>
                </a:solidFill>
                <a:latin typeface="Aptos"/>
                <a:ea typeface="Aptos"/>
                <a:cs typeface="Aptos"/>
              </a:defRPr>
            </a:lvl3pPr>
            <a:lvl4pPr algn="ctr">
              <a:defRPr sz="825" b="0">
                <a:solidFill>
                  <a:srgbClr val="C9D6EA"/>
                </a:solidFill>
                <a:latin typeface="Aptos"/>
                <a:ea typeface="Aptos"/>
                <a:cs typeface="Aptos"/>
              </a:defRPr>
            </a:lvl4pPr>
            <a:lvl5pPr algn="ctr">
              <a:defRPr sz="825" b="0">
                <a:solidFill>
                  <a:srgbClr val="C9D6EA"/>
                </a:solidFill>
                <a:latin typeface="Aptos"/>
                <a:ea typeface="Aptos"/>
                <a:cs typeface="Aptos"/>
              </a:defRPr>
            </a:lvl5pPr>
            <a:lvl6pPr algn="ctr">
              <a:defRPr sz="825" b="0">
                <a:solidFill>
                  <a:srgbClr val="C9D6EA"/>
                </a:solidFill>
                <a:latin typeface="Aptos"/>
                <a:ea typeface="Aptos"/>
                <a:cs typeface="Aptos"/>
              </a:defRPr>
            </a:lvl6pPr>
            <a:lvl7pPr algn="ctr">
              <a:defRPr sz="825" b="0">
                <a:solidFill>
                  <a:srgbClr val="C9D6EA"/>
                </a:solidFill>
                <a:latin typeface="Aptos"/>
                <a:ea typeface="Aptos"/>
                <a:cs typeface="Aptos"/>
              </a:defRPr>
            </a:lvl7pPr>
            <a:lvl8pPr algn="ctr">
              <a:defRPr sz="825" b="0">
                <a:solidFill>
                  <a:srgbClr val="C9D6EA"/>
                </a:solidFill>
                <a:latin typeface="Aptos"/>
                <a:ea typeface="Aptos"/>
                <a:cs typeface="Aptos"/>
              </a:defRPr>
            </a:lvl8pPr>
            <a:lvl9pPr algn="ctr">
              <a:defRPr sz="825" b="0">
                <a:solidFill>
                  <a:srgbClr val="C9D6EA"/>
                </a:solidFill>
                <a:latin typeface="Aptos"/>
                <a:ea typeface="Aptos"/>
                <a:cs typeface="Aptos"/>
              </a:defRPr>
            </a:lvl9pPr>
          </a:lstStyle>
          <a:p xmlns:a="http://schemas.openxmlformats.org/drawingml/2006/main">
            <a:pPr algn="ctr">
              <a:defRPr sz="825" b="0">
                <a:solidFill>
                  <a:srgbClr val="C9D6EA"/>
                </a:solidFill>
                <a:latin typeface="Aptos"/>
                <a:ea typeface="Aptos"/>
                <a:cs typeface="Aptos"/>
              </a:defRPr>
            </a:pPr>
            <a:r>
              <a:rPr sz="825" b="0">
                <a:solidFill>
                  <a:srgbClr val="C9D6EA"/>
                </a:solidFill>
                <a:latin typeface="Aptos"/>
                <a:ea typeface="Aptos"/>
                <a:cs typeface="Aptos"/>
              </a:rPr>
              <a:t>respuesta × base</a:t>
            </a:r>
          </a:p>
        </p:txBody>
      </p:sp>
      <p:sp>
        <p:nvSpPr>
          <p:cNvPr id="52" name="">
            <a:extLst xmlns:a="http://schemas.openxmlformats.org/drawingml/2006/main">
              <a:ext uri="{FF2B5EF4-FFF2-40B4-BE49-F238E27FC236}">
                <a16:creationId xmlns:a16="http://schemas.microsoft.com/office/drawing/2014/main" id="{6C0416E0-D362-49E4-9545-964473ADD582}"/>
              </a:ext>
            </a:extLst>
          </p:cNvPr>
          <p:cNvSpPr>
            <a:spLocks xmlns:a="http://schemas.openxmlformats.org/drawingml/2006/main" noGrp="1"/>
          </p:cNvSpPr>
          <p:nvPr/>
        </p:nvSpPr>
        <p:spPr>
          <a:xfrm xmlns:a="http://schemas.openxmlformats.org/drawingml/2006/main">
            <a:off x="9696450" y="303847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950" b="1">
                <a:solidFill>
                  <a:srgbClr val="F2B544"/>
                </a:solidFill>
                <a:latin typeface="Aptos"/>
                <a:ea typeface="Aptos"/>
                <a:cs typeface="Aptos"/>
              </a:defRPr>
            </a:defPPr>
            <a:lvl1pPr algn="ctr">
              <a:defRPr sz="1950" b="1">
                <a:solidFill>
                  <a:srgbClr val="F2B544"/>
                </a:solidFill>
                <a:latin typeface="Aptos"/>
                <a:ea typeface="Aptos"/>
                <a:cs typeface="Aptos"/>
              </a:defRPr>
            </a:lvl1pPr>
            <a:lvl2pPr algn="ctr">
              <a:defRPr sz="1950" b="1">
                <a:solidFill>
                  <a:srgbClr val="F2B544"/>
                </a:solidFill>
                <a:latin typeface="Aptos"/>
                <a:ea typeface="Aptos"/>
                <a:cs typeface="Aptos"/>
              </a:defRPr>
            </a:lvl2pPr>
            <a:lvl3pPr algn="ctr">
              <a:defRPr sz="1950" b="1">
                <a:solidFill>
                  <a:srgbClr val="F2B544"/>
                </a:solidFill>
                <a:latin typeface="Aptos"/>
                <a:ea typeface="Aptos"/>
                <a:cs typeface="Aptos"/>
              </a:defRPr>
            </a:lvl3pPr>
            <a:lvl4pPr algn="ctr">
              <a:defRPr sz="1950" b="1">
                <a:solidFill>
                  <a:srgbClr val="F2B544"/>
                </a:solidFill>
                <a:latin typeface="Aptos"/>
                <a:ea typeface="Aptos"/>
                <a:cs typeface="Aptos"/>
              </a:defRPr>
            </a:lvl4pPr>
            <a:lvl5pPr algn="ctr">
              <a:defRPr sz="1950" b="1">
                <a:solidFill>
                  <a:srgbClr val="F2B544"/>
                </a:solidFill>
                <a:latin typeface="Aptos"/>
                <a:ea typeface="Aptos"/>
                <a:cs typeface="Aptos"/>
              </a:defRPr>
            </a:lvl5pPr>
            <a:lvl6pPr algn="ctr">
              <a:defRPr sz="1950" b="1">
                <a:solidFill>
                  <a:srgbClr val="F2B544"/>
                </a:solidFill>
                <a:latin typeface="Aptos"/>
                <a:ea typeface="Aptos"/>
                <a:cs typeface="Aptos"/>
              </a:defRPr>
            </a:lvl6pPr>
            <a:lvl7pPr algn="ctr">
              <a:defRPr sz="1950" b="1">
                <a:solidFill>
                  <a:srgbClr val="F2B544"/>
                </a:solidFill>
                <a:latin typeface="Aptos"/>
                <a:ea typeface="Aptos"/>
                <a:cs typeface="Aptos"/>
              </a:defRPr>
            </a:lvl7pPr>
            <a:lvl8pPr algn="ctr">
              <a:defRPr sz="1950" b="1">
                <a:solidFill>
                  <a:srgbClr val="F2B544"/>
                </a:solidFill>
                <a:latin typeface="Aptos"/>
                <a:ea typeface="Aptos"/>
                <a:cs typeface="Aptos"/>
              </a:defRPr>
            </a:lvl8pPr>
            <a:lvl9pPr algn="ctr">
              <a:defRPr sz="1950" b="1">
                <a:solidFill>
                  <a:srgbClr val="F2B544"/>
                </a:solidFill>
                <a:latin typeface="Aptos"/>
                <a:ea typeface="Aptos"/>
                <a:cs typeface="Aptos"/>
              </a:defRPr>
            </a:lvl9pPr>
          </a:lstStyle>
          <a:p xmlns:a="http://schemas.openxmlformats.org/drawingml/2006/main">
            <a:pPr algn="ctr">
              <a:defRPr sz="1950" b="1">
                <a:solidFill>
                  <a:srgbClr val="F2B544"/>
                </a:solidFill>
                <a:latin typeface="Aptos"/>
                <a:ea typeface="Aptos"/>
                <a:cs typeface="Aptos"/>
              </a:defRPr>
            </a:pPr>
            <a:r>
              <a:rPr sz="1950" b="1">
                <a:solidFill>
                  <a:srgbClr val="F2B544"/>
                </a:solidFill>
                <a:latin typeface="Aptos"/>
                <a:ea typeface="Aptos"/>
                <a:cs typeface="Aptos"/>
              </a:rPr>
              <a:t>=</a:t>
            </a:r>
          </a:p>
        </p:txBody>
      </p:sp>
      <p:sp>
        <p:nvSpPr>
          <p:cNvPr id="53" name="">
            <a:extLst xmlns:a="http://schemas.openxmlformats.org/drawingml/2006/main">
              <a:ext uri="{FF2B5EF4-FFF2-40B4-BE49-F238E27FC236}">
                <a16:creationId xmlns:a16="http://schemas.microsoft.com/office/drawing/2014/main" id="{16BA4DC8-4548-41E3-B47C-67628CB445D9}"/>
              </a:ext>
            </a:extLst>
          </p:cNvPr>
          <p:cNvSpPr>
            <a:spLocks xmlns:a="http://schemas.openxmlformats.org/drawingml/2006/main" noGrp="1"/>
          </p:cNvSpPr>
          <p:nvPr/>
        </p:nvSpPr>
        <p:spPr>
          <a:xfrm xmlns:a="http://schemas.openxmlformats.org/drawingml/2006/main">
            <a:off x="10067925" y="2962275"/>
            <a:ext cx="1304925" cy="552450"/>
          </a:xfrm>
          <a:prstGeom xmlns:a="http://schemas.openxmlformats.org/drawingml/2006/main" prst="roundRect">
            <a:avLst>
              <a:gd name="adj" fmla="val 13793"/>
            </a:avLst>
          </a:prstGeom>
          <a:solidFill xmlns:a="http://schemas.openxmlformats.org/drawingml/2006/main">
            <a:srgbClr val="263A63"/>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911BA6A-9D17-4675-AACF-F09B6A47ED0B}"/>
              </a:ext>
            </a:extLst>
          </p:cNvPr>
          <p:cNvSpPr>
            <a:spLocks xmlns:a="http://schemas.openxmlformats.org/drawingml/2006/main" noGrp="1"/>
          </p:cNvSpPr>
          <p:nvPr/>
        </p:nvSpPr>
        <p:spPr>
          <a:xfrm xmlns:a="http://schemas.openxmlformats.org/drawingml/2006/main">
            <a:off x="10125075" y="30289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D9F5F0"/>
                </a:solidFill>
                <a:latin typeface="Aptos"/>
                <a:ea typeface="Aptos"/>
                <a:cs typeface="Aptos"/>
              </a:defRPr>
            </a:defPPr>
            <a:lvl1pPr algn="ctr">
              <a:defRPr sz="1425" b="1">
                <a:solidFill>
                  <a:srgbClr val="D9F5F0"/>
                </a:solidFill>
                <a:latin typeface="Aptos"/>
                <a:ea typeface="Aptos"/>
                <a:cs typeface="Aptos"/>
              </a:defRPr>
            </a:lvl1pPr>
            <a:lvl2pPr algn="ctr">
              <a:defRPr sz="1425" b="1">
                <a:solidFill>
                  <a:srgbClr val="D9F5F0"/>
                </a:solidFill>
                <a:latin typeface="Aptos"/>
                <a:ea typeface="Aptos"/>
                <a:cs typeface="Aptos"/>
              </a:defRPr>
            </a:lvl2pPr>
            <a:lvl3pPr algn="ctr">
              <a:defRPr sz="1425" b="1">
                <a:solidFill>
                  <a:srgbClr val="D9F5F0"/>
                </a:solidFill>
                <a:latin typeface="Aptos"/>
                <a:ea typeface="Aptos"/>
                <a:cs typeface="Aptos"/>
              </a:defRPr>
            </a:lvl3pPr>
            <a:lvl4pPr algn="ctr">
              <a:defRPr sz="1425" b="1">
                <a:solidFill>
                  <a:srgbClr val="D9F5F0"/>
                </a:solidFill>
                <a:latin typeface="Aptos"/>
                <a:ea typeface="Aptos"/>
                <a:cs typeface="Aptos"/>
              </a:defRPr>
            </a:lvl4pPr>
            <a:lvl5pPr algn="ctr">
              <a:defRPr sz="1425" b="1">
                <a:solidFill>
                  <a:srgbClr val="D9F5F0"/>
                </a:solidFill>
                <a:latin typeface="Aptos"/>
                <a:ea typeface="Aptos"/>
                <a:cs typeface="Aptos"/>
              </a:defRPr>
            </a:lvl5pPr>
            <a:lvl6pPr algn="ctr">
              <a:defRPr sz="1425" b="1">
                <a:solidFill>
                  <a:srgbClr val="D9F5F0"/>
                </a:solidFill>
                <a:latin typeface="Aptos"/>
                <a:ea typeface="Aptos"/>
                <a:cs typeface="Aptos"/>
              </a:defRPr>
            </a:lvl6pPr>
            <a:lvl7pPr algn="ctr">
              <a:defRPr sz="1425" b="1">
                <a:solidFill>
                  <a:srgbClr val="D9F5F0"/>
                </a:solidFill>
                <a:latin typeface="Aptos"/>
                <a:ea typeface="Aptos"/>
                <a:cs typeface="Aptos"/>
              </a:defRPr>
            </a:lvl7pPr>
            <a:lvl8pPr algn="ctr">
              <a:defRPr sz="1425" b="1">
                <a:solidFill>
                  <a:srgbClr val="D9F5F0"/>
                </a:solidFill>
                <a:latin typeface="Aptos"/>
                <a:ea typeface="Aptos"/>
                <a:cs typeface="Aptos"/>
              </a:defRPr>
            </a:lvl8pPr>
            <a:lvl9pPr algn="ctr">
              <a:defRPr sz="1425" b="1">
                <a:solidFill>
                  <a:srgbClr val="D9F5F0"/>
                </a:solidFill>
                <a:latin typeface="Aptos"/>
                <a:ea typeface="Aptos"/>
                <a:cs typeface="Aptos"/>
              </a:defRPr>
            </a:lvl9pPr>
          </a:lstStyle>
          <a:p xmlns:a="http://schemas.openxmlformats.org/drawingml/2006/main">
            <a:pPr algn="ctr">
              <a:defRPr sz="1425" b="1">
                <a:solidFill>
                  <a:srgbClr val="D9F5F0"/>
                </a:solidFill>
                <a:latin typeface="Aptos"/>
                <a:ea typeface="Aptos"/>
                <a:cs typeface="Aptos"/>
              </a:defRPr>
            </a:pPr>
            <a:r>
              <a:rPr sz="1425" b="1">
                <a:solidFill>
                  <a:srgbClr val="D9F5F0"/>
                </a:solidFill>
                <a:latin typeface="Aptos"/>
                <a:ea typeface="Aptos"/>
                <a:cs typeface="Aptos"/>
              </a:rPr>
              <a:t>R + k · A</a:t>
            </a:r>
          </a:p>
        </p:txBody>
      </p:sp>
      <p:sp>
        <p:nvSpPr>
          <p:cNvPr id="55" name="">
            <a:extLst xmlns:a="http://schemas.openxmlformats.org/drawingml/2006/main">
              <a:ext uri="{FF2B5EF4-FFF2-40B4-BE49-F238E27FC236}">
                <a16:creationId xmlns:a16="http://schemas.microsoft.com/office/drawing/2014/main" id="{1A693B4B-AAE8-4F9F-A28E-BD1BD3A50BF7}"/>
              </a:ext>
            </a:extLst>
          </p:cNvPr>
          <p:cNvSpPr>
            <a:spLocks xmlns:a="http://schemas.openxmlformats.org/drawingml/2006/main" noGrp="1"/>
          </p:cNvSpPr>
          <p:nvPr/>
        </p:nvSpPr>
        <p:spPr>
          <a:xfrm xmlns:a="http://schemas.openxmlformats.org/drawingml/2006/main">
            <a:off x="10115550" y="3267075"/>
            <a:ext cx="1209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750" b="0">
                <a:solidFill>
                  <a:srgbClr val="C9D6EA"/>
                </a:solidFill>
                <a:latin typeface="Aptos"/>
                <a:ea typeface="Aptos"/>
                <a:cs typeface="Aptos"/>
              </a:defRPr>
            </a:defPPr>
            <a:lvl1pPr algn="ctr">
              <a:defRPr sz="750" b="0">
                <a:solidFill>
                  <a:srgbClr val="C9D6EA"/>
                </a:solidFill>
                <a:latin typeface="Aptos"/>
                <a:ea typeface="Aptos"/>
                <a:cs typeface="Aptos"/>
              </a:defRPr>
            </a:lvl1pPr>
            <a:lvl2pPr algn="ctr">
              <a:defRPr sz="750" b="0">
                <a:solidFill>
                  <a:srgbClr val="C9D6EA"/>
                </a:solidFill>
                <a:latin typeface="Aptos"/>
                <a:ea typeface="Aptos"/>
                <a:cs typeface="Aptos"/>
              </a:defRPr>
            </a:lvl2pPr>
            <a:lvl3pPr algn="ctr">
              <a:defRPr sz="750" b="0">
                <a:solidFill>
                  <a:srgbClr val="C9D6EA"/>
                </a:solidFill>
                <a:latin typeface="Aptos"/>
                <a:ea typeface="Aptos"/>
                <a:cs typeface="Aptos"/>
              </a:defRPr>
            </a:lvl3pPr>
            <a:lvl4pPr algn="ctr">
              <a:defRPr sz="750" b="0">
                <a:solidFill>
                  <a:srgbClr val="C9D6EA"/>
                </a:solidFill>
                <a:latin typeface="Aptos"/>
                <a:ea typeface="Aptos"/>
                <a:cs typeface="Aptos"/>
              </a:defRPr>
            </a:lvl4pPr>
            <a:lvl5pPr algn="ctr">
              <a:defRPr sz="750" b="0">
                <a:solidFill>
                  <a:srgbClr val="C9D6EA"/>
                </a:solidFill>
                <a:latin typeface="Aptos"/>
                <a:ea typeface="Aptos"/>
                <a:cs typeface="Aptos"/>
              </a:defRPr>
            </a:lvl5pPr>
            <a:lvl6pPr algn="ctr">
              <a:defRPr sz="750" b="0">
                <a:solidFill>
                  <a:srgbClr val="C9D6EA"/>
                </a:solidFill>
                <a:latin typeface="Aptos"/>
                <a:ea typeface="Aptos"/>
                <a:cs typeface="Aptos"/>
              </a:defRPr>
            </a:lvl6pPr>
            <a:lvl7pPr algn="ctr">
              <a:defRPr sz="750" b="0">
                <a:solidFill>
                  <a:srgbClr val="C9D6EA"/>
                </a:solidFill>
                <a:latin typeface="Aptos"/>
                <a:ea typeface="Aptos"/>
                <a:cs typeface="Aptos"/>
              </a:defRPr>
            </a:lvl7pPr>
            <a:lvl8pPr algn="ctr">
              <a:defRPr sz="750" b="0">
                <a:solidFill>
                  <a:srgbClr val="C9D6EA"/>
                </a:solidFill>
                <a:latin typeface="Aptos"/>
                <a:ea typeface="Aptos"/>
                <a:cs typeface="Aptos"/>
              </a:defRPr>
            </a:lvl8pPr>
            <a:lvl9pPr algn="ctr">
              <a:defRPr sz="750" b="0">
                <a:solidFill>
                  <a:srgbClr val="C9D6EA"/>
                </a:solidFill>
                <a:latin typeface="Aptos"/>
                <a:ea typeface="Aptos"/>
                <a:cs typeface="Aptos"/>
              </a:defRPr>
            </a:lvl9pPr>
          </a:lstStyle>
          <a:p xmlns:a="http://schemas.openxmlformats.org/drawingml/2006/main">
            <a:pPr algn="ctr">
              <a:defRPr sz="750" b="0">
                <a:solidFill>
                  <a:srgbClr val="C9D6EA"/>
                </a:solidFill>
                <a:latin typeface="Aptos"/>
                <a:ea typeface="Aptos"/>
                <a:cs typeface="Aptos"/>
              </a:defRPr>
            </a:pPr>
            <a:r>
              <a:rPr sz="750" b="0">
                <a:solidFill>
                  <a:srgbClr val="C9D6EA"/>
                </a:solidFill>
                <a:latin typeface="Aptos"/>
                <a:ea typeface="Aptos"/>
                <a:cs typeface="Aptos"/>
              </a:rPr>
              <a:t>punto + desafío × clave</a:t>
            </a:r>
          </a:p>
        </p:txBody>
      </p:sp>
      <p:sp>
        <p:nvSpPr>
          <p:cNvPr id="56" name="">
            <a:extLst xmlns:a="http://schemas.openxmlformats.org/drawingml/2006/main">
              <a:ext uri="{FF2B5EF4-FFF2-40B4-BE49-F238E27FC236}">
                <a16:creationId xmlns:a16="http://schemas.microsoft.com/office/drawing/2014/main" id="{558FBA53-F174-4619-A01A-202B7277A716}"/>
              </a:ext>
            </a:extLst>
          </p:cNvPr>
          <p:cNvSpPr>
            <a:spLocks xmlns:a="http://schemas.openxmlformats.org/drawingml/2006/main" noGrp="1"/>
          </p:cNvSpPr>
          <p:nvPr/>
        </p:nvSpPr>
        <p:spPr>
          <a:xfrm xmlns:a="http://schemas.openxmlformats.org/drawingml/2006/main" flipV="0">
            <a:off x="8991600"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7" name="">
            <a:extLst xmlns:a="http://schemas.openxmlformats.org/drawingml/2006/main">
              <a:ext uri="{FF2B5EF4-FFF2-40B4-BE49-F238E27FC236}">
                <a16:creationId xmlns:a16="http://schemas.microsoft.com/office/drawing/2014/main" id="{068BB657-33E4-4325-AF83-B05FBA6B3371}"/>
              </a:ext>
            </a:extLst>
          </p:cNvPr>
          <p:cNvSpPr>
            <a:spLocks xmlns:a="http://schemas.openxmlformats.org/drawingml/2006/main" noGrp="1"/>
          </p:cNvSpPr>
          <p:nvPr/>
        </p:nvSpPr>
        <p:spPr>
          <a:xfrm xmlns:a="http://schemas.openxmlformats.org/drawingml/2006/main" flipV="0">
            <a:off x="10715625" y="3581400"/>
            <a:ext cx="9525" cy="3143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8" name="">
            <a:extLst xmlns:a="http://schemas.openxmlformats.org/drawingml/2006/main">
              <a:ext uri="{FF2B5EF4-FFF2-40B4-BE49-F238E27FC236}">
                <a16:creationId xmlns:a16="http://schemas.microsoft.com/office/drawing/2014/main" id="{98D958D4-1B01-49EC-BDD2-F16B208067F1}"/>
              </a:ext>
            </a:extLst>
          </p:cNvPr>
          <p:cNvSpPr>
            <a:spLocks xmlns:a="http://schemas.openxmlformats.org/drawingml/2006/main" noGrp="1"/>
          </p:cNvSpPr>
          <p:nvPr/>
        </p:nvSpPr>
        <p:spPr>
          <a:xfrm xmlns:a="http://schemas.openxmlformats.org/drawingml/2006/main" flipV="0">
            <a:off x="8991600" y="3895725"/>
            <a:ext cx="857250"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59" name="">
            <a:extLst xmlns:a="http://schemas.openxmlformats.org/drawingml/2006/main">
              <a:ext uri="{FF2B5EF4-FFF2-40B4-BE49-F238E27FC236}">
                <a16:creationId xmlns:a16="http://schemas.microsoft.com/office/drawing/2014/main" id="{A7436CE6-9111-4DF2-8E33-FE58E7C27440}"/>
              </a:ext>
            </a:extLst>
          </p:cNvPr>
          <p:cNvSpPr>
            <a:spLocks xmlns:a="http://schemas.openxmlformats.org/drawingml/2006/main" noGrp="1"/>
          </p:cNvSpPr>
          <p:nvPr/>
        </p:nvSpPr>
        <p:spPr>
          <a:xfrm xmlns:a="http://schemas.openxmlformats.org/drawingml/2006/main" flipV="1">
            <a:off x="9848850" y="3895725"/>
            <a:ext cx="866775" cy="2286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60" name="">
            <a:extLst xmlns:a="http://schemas.openxmlformats.org/drawingml/2006/main">
              <a:ext uri="{FF2B5EF4-FFF2-40B4-BE49-F238E27FC236}">
                <a16:creationId xmlns:a16="http://schemas.microsoft.com/office/drawing/2014/main" id="{C86C41C5-0841-4345-923A-70C77DBE5493}"/>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7C5CBAF-A3EB-4CD1-9176-8147D7947F77}"/>
              </a:ext>
            </a:extLst>
          </p:cNvPr>
          <p:cNvSpPr>
            <a:spLocks xmlns:a="http://schemas.openxmlformats.org/drawingml/2006/main" noGrp="1"/>
          </p:cNvSpPr>
          <p:nvPr/>
        </p:nvSpPr>
        <p:spPr>
          <a:xfrm xmlns:a="http://schemas.openxmlformats.org/drawingml/2006/main">
            <a:off x="9601200" y="401002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172554"/>
                </a:solidFill>
                <a:latin typeface="Aptos"/>
                <a:ea typeface="Aptos"/>
                <a:cs typeface="Aptos"/>
              </a:defRPr>
            </a:defPPr>
            <a:lvl1pPr algn="ctr">
              <a:defRPr sz="2025" b="1">
                <a:solidFill>
                  <a:srgbClr val="172554"/>
                </a:solidFill>
                <a:latin typeface="Aptos"/>
                <a:ea typeface="Aptos"/>
                <a:cs typeface="Aptos"/>
              </a:defRPr>
            </a:lvl1pPr>
            <a:lvl2pPr algn="ctr">
              <a:defRPr sz="2025" b="1">
                <a:solidFill>
                  <a:srgbClr val="172554"/>
                </a:solidFill>
                <a:latin typeface="Aptos"/>
                <a:ea typeface="Aptos"/>
                <a:cs typeface="Aptos"/>
              </a:defRPr>
            </a:lvl2pPr>
            <a:lvl3pPr algn="ctr">
              <a:defRPr sz="2025" b="1">
                <a:solidFill>
                  <a:srgbClr val="172554"/>
                </a:solidFill>
                <a:latin typeface="Aptos"/>
                <a:ea typeface="Aptos"/>
                <a:cs typeface="Aptos"/>
              </a:defRPr>
            </a:lvl3pPr>
            <a:lvl4pPr algn="ctr">
              <a:defRPr sz="2025" b="1">
                <a:solidFill>
                  <a:srgbClr val="172554"/>
                </a:solidFill>
                <a:latin typeface="Aptos"/>
                <a:ea typeface="Aptos"/>
                <a:cs typeface="Aptos"/>
              </a:defRPr>
            </a:lvl4pPr>
            <a:lvl5pPr algn="ctr">
              <a:defRPr sz="2025" b="1">
                <a:solidFill>
                  <a:srgbClr val="172554"/>
                </a:solidFill>
                <a:latin typeface="Aptos"/>
                <a:ea typeface="Aptos"/>
                <a:cs typeface="Aptos"/>
              </a:defRPr>
            </a:lvl5pPr>
            <a:lvl6pPr algn="ctr">
              <a:defRPr sz="2025" b="1">
                <a:solidFill>
                  <a:srgbClr val="172554"/>
                </a:solidFill>
                <a:latin typeface="Aptos"/>
                <a:ea typeface="Aptos"/>
                <a:cs typeface="Aptos"/>
              </a:defRPr>
            </a:lvl6pPr>
            <a:lvl7pPr algn="ctr">
              <a:defRPr sz="2025" b="1">
                <a:solidFill>
                  <a:srgbClr val="172554"/>
                </a:solidFill>
                <a:latin typeface="Aptos"/>
                <a:ea typeface="Aptos"/>
                <a:cs typeface="Aptos"/>
              </a:defRPr>
            </a:lvl7pPr>
            <a:lvl8pPr algn="ctr">
              <a:defRPr sz="2025" b="1">
                <a:solidFill>
                  <a:srgbClr val="172554"/>
                </a:solidFill>
                <a:latin typeface="Aptos"/>
                <a:ea typeface="Aptos"/>
                <a:cs typeface="Aptos"/>
              </a:defRPr>
            </a:lvl8pPr>
            <a:lvl9pPr algn="ctr">
              <a:defRPr sz="2025" b="1">
                <a:solidFill>
                  <a:srgbClr val="172554"/>
                </a:solidFill>
                <a:latin typeface="Aptos"/>
                <a:ea typeface="Aptos"/>
                <a:cs typeface="Aptos"/>
              </a:defRPr>
            </a:lvl9pPr>
          </a:lstStyle>
          <a:p xmlns:a="http://schemas.openxmlformats.org/drawingml/2006/main">
            <a:pPr algn="ctr">
              <a:defRPr sz="2025" b="1">
                <a:solidFill>
                  <a:srgbClr val="172554"/>
                </a:solidFill>
                <a:latin typeface="Aptos"/>
                <a:ea typeface="Aptos"/>
                <a:cs typeface="Aptos"/>
              </a:defRPr>
            </a:pPr>
            <a:r>
              <a:rPr sz="2025" b="1">
                <a:solidFill>
                  <a:srgbClr val="172554"/>
                </a:solidFill>
                <a:latin typeface="Aptos"/>
                <a:ea typeface="Aptos"/>
                <a:cs typeface="Aptos"/>
              </a:rPr>
              <a:t>=</a:t>
            </a:r>
          </a:p>
        </p:txBody>
      </p:sp>
      <p:sp>
        <p:nvSpPr>
          <p:cNvPr id="62" name="">
            <a:extLst xmlns:a="http://schemas.openxmlformats.org/drawingml/2006/main">
              <a:ext uri="{FF2B5EF4-FFF2-40B4-BE49-F238E27FC236}">
                <a16:creationId xmlns:a16="http://schemas.microsoft.com/office/drawing/2014/main" id="{EBE30F22-4682-4A89-A9B0-7E5D34514346}"/>
              </a:ext>
            </a:extLst>
          </p:cNvPr>
          <p:cNvSpPr>
            <a:spLocks xmlns:a="http://schemas.openxmlformats.org/drawingml/2006/main" noGrp="1"/>
          </p:cNvSpPr>
          <p:nvPr/>
        </p:nvSpPr>
        <p:spPr>
          <a:xfrm xmlns:a="http://schemas.openxmlformats.org/drawingml/2006/main">
            <a:off x="8286750" y="4619625"/>
            <a:ext cx="3067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Si llegan al mismo punto, la firma</a:t>
            </a:r>
          </a:p>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corresponde a M y a la clave A.</a:t>
            </a:r>
          </a:p>
        </p:txBody>
      </p:sp>
      <p:sp>
        <p:nvSpPr>
          <p:cNvPr id="63" name="">
            <a:extLst xmlns:a="http://schemas.openxmlformats.org/drawingml/2006/main">
              <a:ext uri="{FF2B5EF4-FFF2-40B4-BE49-F238E27FC236}">
                <a16:creationId xmlns:a16="http://schemas.microsoft.com/office/drawing/2014/main" id="{082CE1E5-1F40-44F5-A37F-D8222BBD8B14}"/>
              </a:ext>
            </a:extLst>
          </p:cNvPr>
          <p:cNvSpPr>
            <a:spLocks xmlns:a="http://schemas.openxmlformats.org/drawingml/2006/main" noGrp="1"/>
          </p:cNvSpPr>
          <p:nvPr/>
        </p:nvSpPr>
        <p:spPr>
          <a:xfrm xmlns:a="http://schemas.openxmlformats.org/drawingml/2006/main">
            <a:off x="1238250" y="5543550"/>
            <a:ext cx="9715500" cy="504825"/>
          </a:xfrm>
          <a:prstGeom xmlns:a="http://schemas.openxmlformats.org/drawingml/2006/main" prst="roundRect">
            <a:avLst>
              <a:gd name="adj" fmla="val 15094"/>
            </a:avLst>
          </a:prstGeom>
          <a:solidFill xmlns:a="http://schemas.openxmlformats.org/drawingml/2006/main">
            <a:srgbClr val="FFF2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BB33BD5B-3E48-4613-A9E0-A56D37A73F1C}"/>
              </a:ext>
            </a:extLst>
          </p:cNvPr>
          <p:cNvSpPr>
            <a:spLocks xmlns:a="http://schemas.openxmlformats.org/drawingml/2006/main" noGrp="1"/>
          </p:cNvSpPr>
          <p:nvPr/>
        </p:nvSpPr>
        <p:spPr>
          <a:xfrm xmlns:a="http://schemas.openxmlformats.org/drawingml/2006/main">
            <a:off x="1438275" y="5638800"/>
            <a:ext cx="931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775109"/>
                </a:solidFill>
                <a:latin typeface="Aptos"/>
                <a:ea typeface="Aptos"/>
                <a:cs typeface="Aptos"/>
              </a:defRPr>
            </a:defPPr>
            <a:lvl1pPr algn="ctr">
              <a:defRPr sz="1200" b="1">
                <a:solidFill>
                  <a:srgbClr val="775109"/>
                </a:solidFill>
                <a:latin typeface="Aptos"/>
                <a:ea typeface="Aptos"/>
                <a:cs typeface="Aptos"/>
              </a:defRPr>
            </a:lvl1pPr>
            <a:lvl2pPr algn="ctr">
              <a:defRPr sz="1200" b="1">
                <a:solidFill>
                  <a:srgbClr val="775109"/>
                </a:solidFill>
                <a:latin typeface="Aptos"/>
                <a:ea typeface="Aptos"/>
                <a:cs typeface="Aptos"/>
              </a:defRPr>
            </a:lvl2pPr>
            <a:lvl3pPr algn="ctr">
              <a:defRPr sz="1200" b="1">
                <a:solidFill>
                  <a:srgbClr val="775109"/>
                </a:solidFill>
                <a:latin typeface="Aptos"/>
                <a:ea typeface="Aptos"/>
                <a:cs typeface="Aptos"/>
              </a:defRPr>
            </a:lvl3pPr>
            <a:lvl4pPr algn="ctr">
              <a:defRPr sz="1200" b="1">
                <a:solidFill>
                  <a:srgbClr val="775109"/>
                </a:solidFill>
                <a:latin typeface="Aptos"/>
                <a:ea typeface="Aptos"/>
                <a:cs typeface="Aptos"/>
              </a:defRPr>
            </a:lvl4pPr>
            <a:lvl5pPr algn="ctr">
              <a:defRPr sz="1200" b="1">
                <a:solidFill>
                  <a:srgbClr val="775109"/>
                </a:solidFill>
                <a:latin typeface="Aptos"/>
                <a:ea typeface="Aptos"/>
                <a:cs typeface="Aptos"/>
              </a:defRPr>
            </a:lvl5pPr>
            <a:lvl6pPr algn="ctr">
              <a:defRPr sz="1200" b="1">
                <a:solidFill>
                  <a:srgbClr val="775109"/>
                </a:solidFill>
                <a:latin typeface="Aptos"/>
                <a:ea typeface="Aptos"/>
                <a:cs typeface="Aptos"/>
              </a:defRPr>
            </a:lvl6pPr>
            <a:lvl7pPr algn="ctr">
              <a:defRPr sz="1200" b="1">
                <a:solidFill>
                  <a:srgbClr val="775109"/>
                </a:solidFill>
                <a:latin typeface="Aptos"/>
                <a:ea typeface="Aptos"/>
                <a:cs typeface="Aptos"/>
              </a:defRPr>
            </a:lvl7pPr>
            <a:lvl8pPr algn="ctr">
              <a:defRPr sz="1200" b="1">
                <a:solidFill>
                  <a:srgbClr val="775109"/>
                </a:solidFill>
                <a:latin typeface="Aptos"/>
                <a:ea typeface="Aptos"/>
                <a:cs typeface="Aptos"/>
              </a:defRPr>
            </a:lvl8pPr>
            <a:lvl9pPr algn="ctr">
              <a:defRPr sz="1200" b="1">
                <a:solidFill>
                  <a:srgbClr val="775109"/>
                </a:solidFill>
                <a:latin typeface="Aptos"/>
                <a:ea typeface="Aptos"/>
                <a:cs typeface="Aptos"/>
              </a:defRPr>
            </a:lvl9pPr>
          </a:lstStyle>
          <a:p xmlns:a="http://schemas.openxmlformats.org/drawingml/2006/main">
            <a:pPr algn="ctr">
              <a:defRPr sz="1200" b="1">
                <a:solidFill>
                  <a:srgbClr val="775109"/>
                </a:solidFill>
                <a:latin typeface="Aptos"/>
                <a:ea typeface="Aptos"/>
                <a:cs typeface="Aptos"/>
              </a:defRPr>
            </a:pPr>
            <a:r>
              <a:rPr sz="1200" b="1">
                <a:solidFill>
                  <a:srgbClr val="775109"/>
                </a:solidFill>
                <a:latin typeface="Aptos"/>
                <a:ea typeface="Aptos"/>
                <a:cs typeface="Aptos"/>
              </a:rPr>
              <a:t>H = SHA-512  ·  mod L = reducir dentro del grupo  ·  la firma final es (R, S)</a:t>
            </a:r>
          </a:p>
        </p:txBody>
      </p:sp>
    </p:spTree>
    <p:extLst>
      <p:ext uri="{BB962C8B-B14F-4D97-AF65-F5344CB8AC3E}">
        <p14:creationId xmlns:p14="http://schemas.microsoft.com/office/powerpoint/2010/main" val="131803396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BD1B087-3ECD-4F32-B622-9ED09215738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DF3E4C1C-07FC-4C13-8382-510823094B81}"/>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8F87A9EA-48CB-4639-9B27-D940CE2F6E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Verificar responde si la firma coincide con estos datos</a:t>
            </a:r>
          </a:p>
        </p:txBody>
      </p:sp>
      <p:sp>
        <p:nvSpPr>
          <p:cNvPr id="4" name="">
            <a:extLst xmlns:a="http://schemas.openxmlformats.org/drawingml/2006/main">
              <a:ext uri="{FF2B5EF4-FFF2-40B4-BE49-F238E27FC236}">
                <a16:creationId xmlns:a16="http://schemas.microsoft.com/office/drawing/2014/main" id="{97F3B8DA-8621-4D0A-8F0B-A07F047E4D5E}"/>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96B4EAB-32AD-4686-BE4D-499DCB68BE7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20B5EF3-2891-45F4-AC0C-7E3C210B0D9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1F0FCA2A-EFE2-4D77-8D9B-ACA6FEDC5F97}"/>
              </a:ext>
            </a:extLst>
          </p:cNvPr>
          <p:cNvSpPr>
            <a:spLocks xmlns:a="http://schemas.openxmlformats.org/drawingml/2006/main" noGrp="1"/>
          </p:cNvSpPr>
          <p:nvPr/>
        </p:nvSpPr>
        <p:spPr>
          <a:xfrm xmlns:a="http://schemas.openxmlformats.org/drawingml/2006/main">
            <a:off x="685800" y="1952625"/>
            <a:ext cx="3190875"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96083BB-7DCC-4146-AC94-1207AC7CCA72}"/>
              </a:ext>
            </a:extLst>
          </p:cNvPr>
          <p:cNvSpPr>
            <a:spLocks xmlns:a="http://schemas.openxmlformats.org/drawingml/2006/main" noGrp="1"/>
          </p:cNvSpPr>
          <p:nvPr/>
        </p:nvSpPr>
        <p:spPr>
          <a:xfrm xmlns:a="http://schemas.openxmlformats.org/drawingml/2006/main">
            <a:off x="9525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846A0"/>
                </a:solidFill>
                <a:latin typeface="Aptos"/>
                <a:ea typeface="Aptos"/>
                <a:cs typeface="Aptos"/>
              </a:defRPr>
            </a:defPPr>
            <a:lvl1pPr algn="ctr">
              <a:defRPr sz="1200" b="1">
                <a:solidFill>
                  <a:srgbClr val="2846A0"/>
                </a:solidFill>
                <a:latin typeface="Aptos"/>
                <a:ea typeface="Aptos"/>
                <a:cs typeface="Aptos"/>
              </a:defRPr>
            </a:lvl1pPr>
            <a:lvl2pPr algn="ctr">
              <a:defRPr sz="1200" b="1">
                <a:solidFill>
                  <a:srgbClr val="2846A0"/>
                </a:solidFill>
                <a:latin typeface="Aptos"/>
                <a:ea typeface="Aptos"/>
                <a:cs typeface="Aptos"/>
              </a:defRPr>
            </a:lvl2pPr>
            <a:lvl3pPr algn="ctr">
              <a:defRPr sz="1200" b="1">
                <a:solidFill>
                  <a:srgbClr val="2846A0"/>
                </a:solidFill>
                <a:latin typeface="Aptos"/>
                <a:ea typeface="Aptos"/>
                <a:cs typeface="Aptos"/>
              </a:defRPr>
            </a:lvl3pPr>
            <a:lvl4pPr algn="ctr">
              <a:defRPr sz="1200" b="1">
                <a:solidFill>
                  <a:srgbClr val="2846A0"/>
                </a:solidFill>
                <a:latin typeface="Aptos"/>
                <a:ea typeface="Aptos"/>
                <a:cs typeface="Aptos"/>
              </a:defRPr>
            </a:lvl4pPr>
            <a:lvl5pPr algn="ctr">
              <a:defRPr sz="1200" b="1">
                <a:solidFill>
                  <a:srgbClr val="2846A0"/>
                </a:solidFill>
                <a:latin typeface="Aptos"/>
                <a:ea typeface="Aptos"/>
                <a:cs typeface="Aptos"/>
              </a:defRPr>
            </a:lvl5pPr>
            <a:lvl6pPr algn="ctr">
              <a:defRPr sz="1200" b="1">
                <a:solidFill>
                  <a:srgbClr val="2846A0"/>
                </a:solidFill>
                <a:latin typeface="Aptos"/>
                <a:ea typeface="Aptos"/>
                <a:cs typeface="Aptos"/>
              </a:defRPr>
            </a:lvl6pPr>
            <a:lvl7pPr algn="ctr">
              <a:defRPr sz="1200" b="1">
                <a:solidFill>
                  <a:srgbClr val="2846A0"/>
                </a:solidFill>
                <a:latin typeface="Aptos"/>
                <a:ea typeface="Aptos"/>
                <a:cs typeface="Aptos"/>
              </a:defRPr>
            </a:lvl7pPr>
            <a:lvl8pPr algn="ctr">
              <a:defRPr sz="1200" b="1">
                <a:solidFill>
                  <a:srgbClr val="2846A0"/>
                </a:solidFill>
                <a:latin typeface="Aptos"/>
                <a:ea typeface="Aptos"/>
                <a:cs typeface="Aptos"/>
              </a:defRPr>
            </a:lvl8pPr>
            <a:lvl9pPr algn="ctr">
              <a:defRPr sz="1200" b="1">
                <a:solidFill>
                  <a:srgbClr val="2846A0"/>
                </a:solidFill>
                <a:latin typeface="Aptos"/>
                <a:ea typeface="Aptos"/>
                <a:cs typeface="Aptos"/>
              </a:defRPr>
            </a:lvl9pPr>
          </a:lstStyle>
          <a:p xmlns:a="http://schemas.openxmlformats.org/drawingml/2006/main">
            <a:pPr algn="ctr">
              <a:defRPr sz="1200" b="1">
                <a:solidFill>
                  <a:srgbClr val="2846A0"/>
                </a:solidFill>
                <a:latin typeface="Aptos"/>
                <a:ea typeface="Aptos"/>
                <a:cs typeface="Aptos"/>
              </a:defRPr>
            </a:pPr>
            <a:r>
              <a:rPr sz="1200" b="1">
                <a:solidFill>
                  <a:srgbClr val="2846A0"/>
                </a:solidFill>
                <a:latin typeface="Aptos"/>
                <a:ea typeface="Aptos"/>
                <a:cs typeface="Aptos"/>
              </a:rPr>
              <a:t>DATOS + FIRMA</a:t>
            </a:r>
          </a:p>
        </p:txBody>
      </p:sp>
      <p:sp>
        <p:nvSpPr>
          <p:cNvPr id="9" name="">
            <a:extLst xmlns:a="http://schemas.openxmlformats.org/drawingml/2006/main">
              <a:ext uri="{FF2B5EF4-FFF2-40B4-BE49-F238E27FC236}">
                <a16:creationId xmlns:a16="http://schemas.microsoft.com/office/drawing/2014/main" id="{4369B4C1-1CF9-4122-BDF7-E3D749B01D7B}"/>
              </a:ext>
            </a:extLst>
          </p:cNvPr>
          <p:cNvSpPr>
            <a:spLocks xmlns:a="http://schemas.openxmlformats.org/drawingml/2006/main" noGrp="1"/>
          </p:cNvSpPr>
          <p:nvPr/>
        </p:nvSpPr>
        <p:spPr>
          <a:xfrm xmlns:a="http://schemas.openxmlformats.org/drawingml/2006/main">
            <a:off x="1000125" y="2714625"/>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172554"/>
                </a:solidFill>
                <a:latin typeface="Aptos"/>
                <a:ea typeface="Aptos"/>
                <a:cs typeface="Aptos"/>
              </a:defRPr>
            </a:defPPr>
            <a:lvl1pPr algn="ctr">
              <a:defRPr sz="1650" b="1">
                <a:solidFill>
                  <a:srgbClr val="172554"/>
                </a:solidFill>
                <a:latin typeface="Aptos"/>
                <a:ea typeface="Aptos"/>
                <a:cs typeface="Aptos"/>
              </a:defRPr>
            </a:lvl1pPr>
            <a:lvl2pPr algn="ctr">
              <a:defRPr sz="1650" b="1">
                <a:solidFill>
                  <a:srgbClr val="172554"/>
                </a:solidFill>
                <a:latin typeface="Aptos"/>
                <a:ea typeface="Aptos"/>
                <a:cs typeface="Aptos"/>
              </a:defRPr>
            </a:lvl2pPr>
            <a:lvl3pPr algn="ctr">
              <a:defRPr sz="1650" b="1">
                <a:solidFill>
                  <a:srgbClr val="172554"/>
                </a:solidFill>
                <a:latin typeface="Aptos"/>
                <a:ea typeface="Aptos"/>
                <a:cs typeface="Aptos"/>
              </a:defRPr>
            </a:lvl3pPr>
            <a:lvl4pPr algn="ctr">
              <a:defRPr sz="1650" b="1">
                <a:solidFill>
                  <a:srgbClr val="172554"/>
                </a:solidFill>
                <a:latin typeface="Aptos"/>
                <a:ea typeface="Aptos"/>
                <a:cs typeface="Aptos"/>
              </a:defRPr>
            </a:lvl4pPr>
            <a:lvl5pPr algn="ctr">
              <a:defRPr sz="1650" b="1">
                <a:solidFill>
                  <a:srgbClr val="172554"/>
                </a:solidFill>
                <a:latin typeface="Aptos"/>
                <a:ea typeface="Aptos"/>
                <a:cs typeface="Aptos"/>
              </a:defRPr>
            </a:lvl5pPr>
            <a:lvl6pPr algn="ctr">
              <a:defRPr sz="1650" b="1">
                <a:solidFill>
                  <a:srgbClr val="172554"/>
                </a:solidFill>
                <a:latin typeface="Aptos"/>
                <a:ea typeface="Aptos"/>
                <a:cs typeface="Aptos"/>
              </a:defRPr>
            </a:lvl6pPr>
            <a:lvl7pPr algn="ctr">
              <a:defRPr sz="1650" b="1">
                <a:solidFill>
                  <a:srgbClr val="172554"/>
                </a:solidFill>
                <a:latin typeface="Aptos"/>
                <a:ea typeface="Aptos"/>
                <a:cs typeface="Aptos"/>
              </a:defRPr>
            </a:lvl7pPr>
            <a:lvl8pPr algn="ctr">
              <a:defRPr sz="1650" b="1">
                <a:solidFill>
                  <a:srgbClr val="172554"/>
                </a:solidFill>
                <a:latin typeface="Aptos"/>
                <a:ea typeface="Aptos"/>
                <a:cs typeface="Aptos"/>
              </a:defRPr>
            </a:lvl8pPr>
            <a:lvl9pPr algn="ctr">
              <a:defRPr sz="1650" b="1">
                <a:solidFill>
                  <a:srgbClr val="172554"/>
                </a:solidFill>
                <a:latin typeface="Aptos"/>
                <a:ea typeface="Aptos"/>
                <a:cs typeface="Aptos"/>
              </a:defRPr>
            </a:lvl9pPr>
          </a:lstStyle>
          <a:p xmlns:a="http://schemas.openxmlformats.org/drawingml/2006/main">
            <a:pPr algn="ctr">
              <a:defRPr sz="1650" b="1">
                <a:solidFill>
                  <a:srgbClr val="172554"/>
                </a:solidFill>
                <a:latin typeface="Aptos"/>
                <a:ea typeface="Aptos"/>
                <a:cs typeface="Aptos"/>
              </a:defRPr>
            </a:pPr>
            <a:r>
              <a:rPr sz="1650" b="1">
                <a:solidFill>
                  <a:srgbClr val="172554"/>
                </a:solidFill>
                <a:latin typeface="Aptos"/>
                <a:ea typeface="Aptos"/>
                <a:cs typeface="Aptos"/>
              </a:rPr>
              <a:t>Nota: 8</a:t>
            </a:r>
          </a:p>
          <a:p xmlns:a="http://schemas.openxmlformats.org/drawingml/2006/main">
            <a:pPr algn="ctr">
              <a:defRPr sz="1650" b="1">
                <a:solidFill>
                  <a:srgbClr val="172554"/>
                </a:solidFill>
                <a:latin typeface="Aptos"/>
                <a:ea typeface="Aptos"/>
                <a:cs typeface="Aptos"/>
              </a:defRPr>
            </a:pPr>
            <a:r>
              <a:rPr sz="1650" b="1">
                <a:solidFill>
                  <a:srgbClr val="172554"/>
                </a:solidFill>
                <a:latin typeface="Aptos"/>
                <a:ea typeface="Aptos"/>
                <a:cs typeface="Aptos"/>
              </a:rPr>
              <a:t>Titular: estudiante A</a:t>
            </a:r>
          </a:p>
          <a:p xmlns:a="http://schemas.openxmlformats.org/drawingml/2006/main">
            <a:pPr algn="ctr">
              <a:defRPr sz="1650" b="1">
                <a:solidFill>
                  <a:srgbClr val="172554"/>
                </a:solidFill>
                <a:latin typeface="Aptos"/>
                <a:ea typeface="Aptos"/>
                <a:cs typeface="Aptos"/>
              </a:defRPr>
            </a:pPr>
            <a:r>
              <a:rPr sz="1650" b="1">
                <a:solidFill>
                  <a:srgbClr val="172554"/>
                </a:solidFill>
                <a:latin typeface="Aptos"/>
                <a:ea typeface="Aptos"/>
                <a:cs typeface="Aptos"/>
              </a:rPr>
              <a:t>Firma: …</a:t>
            </a:r>
          </a:p>
        </p:txBody>
      </p:sp>
      <p:sp>
        <p:nvSpPr>
          <p:cNvPr id="10" name="">
            <a:extLst xmlns:a="http://schemas.openxmlformats.org/drawingml/2006/main">
              <a:ext uri="{FF2B5EF4-FFF2-40B4-BE49-F238E27FC236}">
                <a16:creationId xmlns:a16="http://schemas.microsoft.com/office/drawing/2014/main" id="{B9F893C0-2399-4311-ABD6-F5955619AD29}"/>
              </a:ext>
            </a:extLst>
          </p:cNvPr>
          <p:cNvSpPr>
            <a:spLocks xmlns:a="http://schemas.openxmlformats.org/drawingml/2006/main" noGrp="1"/>
          </p:cNvSpPr>
          <p:nvPr/>
        </p:nvSpPr>
        <p:spPr>
          <a:xfrm xmlns:a="http://schemas.openxmlformats.org/drawingml/2006/main">
            <a:off x="685800" y="4429125"/>
            <a:ext cx="3190875" cy="857250"/>
          </a:xfrm>
          <a:prstGeom xmlns:a="http://schemas.openxmlformats.org/drawingml/2006/main" prst="roundRect">
            <a:avLst>
              <a:gd name="adj" fmla="val 8889"/>
            </a:avLst>
          </a:prstGeom>
          <a:solidFill xmlns:a="http://schemas.openxmlformats.org/drawingml/2006/main">
            <a:srgbClr val="E8E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177C06-E4F9-4DF5-808B-D96792D7B8D1}"/>
              </a:ext>
            </a:extLst>
          </p:cNvPr>
          <p:cNvSpPr>
            <a:spLocks xmlns:a="http://schemas.openxmlformats.org/drawingml/2006/main" noGrp="1"/>
          </p:cNvSpPr>
          <p:nvPr/>
        </p:nvSpPr>
        <p:spPr>
          <a:xfrm xmlns:a="http://schemas.openxmlformats.org/drawingml/2006/main">
            <a:off x="952500" y="4552950"/>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defRPr sz="1350" b="1">
                <a:solidFill>
                  <a:srgbClr val="2846A0"/>
                </a:solidFill>
                <a:latin typeface="Aptos"/>
                <a:ea typeface="Aptos"/>
                <a:cs typeface="Aptos"/>
              </a:defRPr>
            </a:lvl1pPr>
            <a:lvl2pPr algn="ctr">
              <a:defRPr sz="1350" b="1">
                <a:solidFill>
                  <a:srgbClr val="2846A0"/>
                </a:solidFill>
                <a:latin typeface="Aptos"/>
                <a:ea typeface="Aptos"/>
                <a:cs typeface="Aptos"/>
              </a:defRPr>
            </a:lvl2pPr>
            <a:lvl3pPr algn="ctr">
              <a:defRPr sz="1350" b="1">
                <a:solidFill>
                  <a:srgbClr val="2846A0"/>
                </a:solidFill>
                <a:latin typeface="Aptos"/>
                <a:ea typeface="Aptos"/>
                <a:cs typeface="Aptos"/>
              </a:defRPr>
            </a:lvl3pPr>
            <a:lvl4pPr algn="ctr">
              <a:defRPr sz="1350" b="1">
                <a:solidFill>
                  <a:srgbClr val="2846A0"/>
                </a:solidFill>
                <a:latin typeface="Aptos"/>
                <a:ea typeface="Aptos"/>
                <a:cs typeface="Aptos"/>
              </a:defRPr>
            </a:lvl4pPr>
            <a:lvl5pPr algn="ctr">
              <a:defRPr sz="1350" b="1">
                <a:solidFill>
                  <a:srgbClr val="2846A0"/>
                </a:solidFill>
                <a:latin typeface="Aptos"/>
                <a:ea typeface="Aptos"/>
                <a:cs typeface="Aptos"/>
              </a:defRPr>
            </a:lvl5pPr>
            <a:lvl6pPr algn="ctr">
              <a:defRPr sz="1350" b="1">
                <a:solidFill>
                  <a:srgbClr val="2846A0"/>
                </a:solidFill>
                <a:latin typeface="Aptos"/>
                <a:ea typeface="Aptos"/>
                <a:cs typeface="Aptos"/>
              </a:defRPr>
            </a:lvl6pPr>
            <a:lvl7pPr algn="ctr">
              <a:defRPr sz="1350" b="1">
                <a:solidFill>
                  <a:srgbClr val="2846A0"/>
                </a:solidFill>
                <a:latin typeface="Aptos"/>
                <a:ea typeface="Aptos"/>
                <a:cs typeface="Aptos"/>
              </a:defRPr>
            </a:lvl7pPr>
            <a:lvl8pPr algn="ctr">
              <a:defRPr sz="1350" b="1">
                <a:solidFill>
                  <a:srgbClr val="2846A0"/>
                </a:solidFill>
                <a:latin typeface="Aptos"/>
                <a:ea typeface="Aptos"/>
                <a:cs typeface="Aptos"/>
              </a:defRPr>
            </a:lvl8pPr>
            <a:lvl9pPr algn="ctr">
              <a:defRPr sz="1350" b="1">
                <a:solidFill>
                  <a:srgbClr val="2846A0"/>
                </a:solidFill>
                <a:latin typeface="Aptos"/>
                <a:ea typeface="Aptos"/>
                <a:cs typeface="Aptos"/>
              </a:defRPr>
            </a:lvl9pPr>
          </a:lstStyle>
          <a:p xmlns:a="http://schemas.openxmlformats.org/drawingml/2006/main">
            <a:pPr algn="ctr">
              <a:defRPr sz="1350" b="1">
                <a:solidFill>
                  <a:srgbClr val="2846A0"/>
                </a:solidFill>
                <a:latin typeface="Aptos"/>
                <a:ea typeface="Aptos"/>
                <a:cs typeface="Aptos"/>
              </a:defRPr>
            </a:pPr>
            <a:r>
              <a:rPr sz="1350" b="1">
                <a:solidFill>
                  <a:srgbClr val="2846A0"/>
                </a:solidFill>
                <a:latin typeface="Aptos"/>
                <a:ea typeface="Aptos"/>
                <a:cs typeface="Aptos"/>
              </a:rPr>
              <a:t>Clave pública confiable</a:t>
            </a:r>
          </a:p>
          <a:p xmlns:a="http://schemas.openxmlformats.org/drawingml/2006/main">
            <a:pPr algn="ctr">
              <a:defRPr sz="1350" b="1">
                <a:solidFill>
                  <a:srgbClr val="2846A0"/>
                </a:solidFill>
                <a:latin typeface="Aptos"/>
                <a:ea typeface="Aptos"/>
                <a:cs typeface="Aptos"/>
              </a:defRPr>
            </a:pPr>
            <a:r>
              <a:rPr sz="1350" b="1">
                <a:solidFill>
                  <a:srgbClr val="2846A0"/>
                </a:solidFill>
                <a:latin typeface="Aptos"/>
                <a:ea typeface="Aptos"/>
                <a:cs typeface="Aptos"/>
              </a:rPr>
              <a:t>del emisor</a:t>
            </a:r>
          </a:p>
        </p:txBody>
      </p:sp>
      <p:sp>
        <p:nvSpPr>
          <p:cNvPr id="12" name="">
            <a:extLst xmlns:a="http://schemas.openxmlformats.org/drawingml/2006/main">
              <a:ext uri="{FF2B5EF4-FFF2-40B4-BE49-F238E27FC236}">
                <a16:creationId xmlns:a16="http://schemas.microsoft.com/office/drawing/2014/main" id="{F96AA485-7894-4B74-9AEA-B00BA65895E2}"/>
              </a:ext>
            </a:extLst>
          </p:cNvPr>
          <p:cNvSpPr>
            <a:spLocks xmlns:a="http://schemas.openxmlformats.org/drawingml/2006/main" noGrp="1"/>
          </p:cNvSpPr>
          <p:nvPr/>
        </p:nvSpPr>
        <p:spPr>
          <a:xfrm xmlns:a="http://schemas.openxmlformats.org/drawingml/2006/main">
            <a:off x="4191000" y="3143250"/>
            <a:ext cx="95250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E2D4E72-73D9-4392-BFD4-A95347F64561}"/>
              </a:ext>
            </a:extLst>
          </p:cNvPr>
          <p:cNvSpPr>
            <a:spLocks xmlns:a="http://schemas.openxmlformats.org/drawingml/2006/main" noGrp="1"/>
          </p:cNvSpPr>
          <p:nvPr/>
        </p:nvSpPr>
        <p:spPr>
          <a:xfrm xmlns:a="http://schemas.openxmlformats.org/drawingml/2006/main">
            <a:off x="5476875" y="2381250"/>
            <a:ext cx="2524125" cy="1666875"/>
          </a:xfrm>
          <a:prstGeom xmlns:a="http://schemas.openxmlformats.org/drawingml/2006/main" prst="roundRect">
            <a:avLst>
              <a:gd name="adj" fmla="val 4571"/>
            </a:avLst>
          </a:prstGeom>
          <a:solidFill xmlns:a="http://schemas.openxmlformats.org/drawingml/2006/main">
            <a:srgbClr val="172554"/>
          </a:solidFill>
          <a:ln xmlns:a="http://schemas.openxmlformats.org/drawingml/2006/main" w="0">
            <a:noFill/>
            <a:prstDash val="solid"/>
          </a:ln>
        </p:spPr>
      </p:sp>
      <p:sp>
        <p:nvSpPr>
          <p:cNvPr id="14" name="brand-mark">
            <a:extLst xmlns:a="http://schemas.openxmlformats.org/drawingml/2006/main">
              <a:ext uri="{FF2B5EF4-FFF2-40B4-BE49-F238E27FC236}">
                <a16:creationId xmlns:a16="http://schemas.microsoft.com/office/drawing/2014/main" id="{CED4657A-7133-4FD7-9547-32346361793A}"/>
              </a:ext>
            </a:extLst>
          </p:cNvPr>
          <p:cNvSpPr>
            <a:spLocks xmlns:a="http://schemas.openxmlformats.org/drawingml/2006/main" noGrp="1"/>
          </p:cNvSpPr>
          <p:nvPr/>
        </p:nvSpPr>
        <p:spPr>
          <a:xfrm xmlns:a="http://schemas.openxmlformats.org/drawingml/2006/main">
            <a:off x="6505575" y="2571750"/>
            <a:ext cx="47625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3A6A2-183A-425A-A5EB-8546ADAC1DF3}"/>
              </a:ext>
            </a:extLst>
          </p:cNvPr>
          <p:cNvSpPr>
            <a:spLocks xmlns:a="http://schemas.openxmlformats.org/drawingml/2006/main" noGrp="1"/>
          </p:cNvSpPr>
          <p:nvPr/>
        </p:nvSpPr>
        <p:spPr>
          <a:xfrm xmlns:a="http://schemas.openxmlformats.org/drawingml/2006/main">
            <a:off x="6600825" y="2657475"/>
            <a:ext cx="285750" cy="304800"/>
          </a:xfrm>
          <a:prstGeom xmlns:a="http://schemas.openxmlformats.org/drawingml/2006/main" prst="roundRect">
            <a:avLst>
              <a:gd name="adj" fmla="val 26667"/>
            </a:avLst>
          </a:prstGeom>
          <a:noFill xmlns:a="http://schemas.openxmlformats.org/drawingml/2006/main"/>
          <a:ln xmlns:a="http://schemas.openxmlformats.org/drawingml/2006/main" w="21908">
            <a:solidFill>
              <a:srgbClr val="172554"/>
            </a:solidFill>
            <a:prstDash val="solid"/>
          </a:ln>
        </p:spPr>
      </p:sp>
      <p:sp>
        <p:nvSpPr>
          <p:cNvPr id="16" name="">
            <a:extLst xmlns:a="http://schemas.openxmlformats.org/drawingml/2006/main">
              <a:ext uri="{FF2B5EF4-FFF2-40B4-BE49-F238E27FC236}">
                <a16:creationId xmlns:a16="http://schemas.microsoft.com/office/drawing/2014/main" id="{BB0BBCC8-DF01-4492-8ED1-5A66A8053F37}"/>
              </a:ext>
            </a:extLst>
          </p:cNvPr>
          <p:cNvSpPr>
            <a:spLocks xmlns:a="http://schemas.openxmlformats.org/drawingml/2006/main" noGrp="1"/>
          </p:cNvSpPr>
          <p:nvPr/>
        </p:nvSpPr>
        <p:spPr>
          <a:xfrm xmlns:a="http://schemas.openxmlformats.org/drawingml/2006/main" flipV="0">
            <a:off x="6653213" y="2747963"/>
            <a:ext cx="11430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7" name="">
            <a:extLst xmlns:a="http://schemas.openxmlformats.org/drawingml/2006/main">
              <a:ext uri="{FF2B5EF4-FFF2-40B4-BE49-F238E27FC236}">
                <a16:creationId xmlns:a16="http://schemas.microsoft.com/office/drawing/2014/main" id="{A1398BB5-D46E-4776-A947-5DCF5759455F}"/>
              </a:ext>
            </a:extLst>
          </p:cNvPr>
          <p:cNvSpPr>
            <a:spLocks xmlns:a="http://schemas.openxmlformats.org/drawingml/2006/main" noGrp="1"/>
          </p:cNvSpPr>
          <p:nvPr/>
        </p:nvSpPr>
        <p:spPr>
          <a:xfrm xmlns:a="http://schemas.openxmlformats.org/drawingml/2006/main" flipV="0">
            <a:off x="6653213" y="2800350"/>
            <a:ext cx="57150" cy="9525"/>
          </a:xfrm>
          <a:prstGeom xmlns:a="http://schemas.openxmlformats.org/drawingml/2006/main" prst="line">
            <a:avLst/>
          </a:prstGeom>
          <a:noFill xmlns:a="http://schemas.openxmlformats.org/drawingml/2006/main"/>
          <a:ln xmlns:a="http://schemas.openxmlformats.org/drawingml/2006/main" w="20003">
            <a:solidFill>
              <a:srgbClr val="172554"/>
            </a:solidFill>
            <a:prstDash val="solid"/>
          </a:ln>
        </p:spPr>
      </p:sp>
      <p:sp>
        <p:nvSpPr>
          <p:cNvPr id="18" name="">
            <a:extLst xmlns:a="http://schemas.openxmlformats.org/drawingml/2006/main">
              <a:ext uri="{FF2B5EF4-FFF2-40B4-BE49-F238E27FC236}">
                <a16:creationId xmlns:a16="http://schemas.microsoft.com/office/drawing/2014/main" id="{885E1FA9-AB2A-45B2-85FB-1554ACA4DA72}"/>
              </a:ext>
            </a:extLst>
          </p:cNvPr>
          <p:cNvSpPr>
            <a:spLocks xmlns:a="http://schemas.openxmlformats.org/drawingml/2006/main" noGrp="1"/>
          </p:cNvSpPr>
          <p:nvPr/>
        </p:nvSpPr>
        <p:spPr>
          <a:xfrm xmlns:a="http://schemas.openxmlformats.org/drawingml/2006/main" flipV="0">
            <a:off x="6743700" y="2867025"/>
            <a:ext cx="42863" cy="3810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19" name="">
            <a:extLst xmlns:a="http://schemas.openxmlformats.org/drawingml/2006/main">
              <a:ext uri="{FF2B5EF4-FFF2-40B4-BE49-F238E27FC236}">
                <a16:creationId xmlns:a16="http://schemas.microsoft.com/office/drawing/2014/main" id="{49B2C6CF-5E66-4780-9130-87AA24521E7B}"/>
              </a:ext>
            </a:extLst>
          </p:cNvPr>
          <p:cNvSpPr>
            <a:spLocks xmlns:a="http://schemas.openxmlformats.org/drawingml/2006/main" noGrp="1"/>
          </p:cNvSpPr>
          <p:nvPr/>
        </p:nvSpPr>
        <p:spPr>
          <a:xfrm xmlns:a="http://schemas.openxmlformats.org/drawingml/2006/main" flipV="1">
            <a:off x="6786563" y="2819400"/>
            <a:ext cx="71438" cy="8572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0" name="">
            <a:extLst xmlns:a="http://schemas.openxmlformats.org/drawingml/2006/main">
              <a:ext uri="{FF2B5EF4-FFF2-40B4-BE49-F238E27FC236}">
                <a16:creationId xmlns:a16="http://schemas.microsoft.com/office/drawing/2014/main" id="{CBFAFAFD-1243-4E17-9A5B-23C8A4F99B06}"/>
              </a:ext>
            </a:extLst>
          </p:cNvPr>
          <p:cNvSpPr>
            <a:spLocks xmlns:a="http://schemas.openxmlformats.org/drawingml/2006/main" noGrp="1"/>
          </p:cNvSpPr>
          <p:nvPr/>
        </p:nvSpPr>
        <p:spPr>
          <a:xfrm xmlns:a="http://schemas.openxmlformats.org/drawingml/2006/main">
            <a:off x="5667375" y="319087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75" b="1">
                <a:solidFill>
                  <a:srgbClr val="FFFFFF"/>
                </a:solidFill>
                <a:latin typeface="Aptos"/>
                <a:ea typeface="Aptos"/>
                <a:cs typeface="Aptos"/>
              </a:defRPr>
            </a:defPPr>
            <a:lvl1pPr algn="ctr">
              <a:defRPr sz="1875" b="1">
                <a:solidFill>
                  <a:srgbClr val="FFFFFF"/>
                </a:solidFill>
                <a:latin typeface="Aptos"/>
                <a:ea typeface="Aptos"/>
                <a:cs typeface="Aptos"/>
              </a:defRPr>
            </a:lvl1pPr>
            <a:lvl2pPr algn="ctr">
              <a:defRPr sz="1875" b="1">
                <a:solidFill>
                  <a:srgbClr val="FFFFFF"/>
                </a:solidFill>
                <a:latin typeface="Aptos"/>
                <a:ea typeface="Aptos"/>
                <a:cs typeface="Aptos"/>
              </a:defRPr>
            </a:lvl2pPr>
            <a:lvl3pPr algn="ctr">
              <a:defRPr sz="1875" b="1">
                <a:solidFill>
                  <a:srgbClr val="FFFFFF"/>
                </a:solidFill>
                <a:latin typeface="Aptos"/>
                <a:ea typeface="Aptos"/>
                <a:cs typeface="Aptos"/>
              </a:defRPr>
            </a:lvl3pPr>
            <a:lvl4pPr algn="ctr">
              <a:defRPr sz="1875" b="1">
                <a:solidFill>
                  <a:srgbClr val="FFFFFF"/>
                </a:solidFill>
                <a:latin typeface="Aptos"/>
                <a:ea typeface="Aptos"/>
                <a:cs typeface="Aptos"/>
              </a:defRPr>
            </a:lvl4pPr>
            <a:lvl5pPr algn="ctr">
              <a:defRPr sz="1875" b="1">
                <a:solidFill>
                  <a:srgbClr val="FFFFFF"/>
                </a:solidFill>
                <a:latin typeface="Aptos"/>
                <a:ea typeface="Aptos"/>
                <a:cs typeface="Aptos"/>
              </a:defRPr>
            </a:lvl5pPr>
            <a:lvl6pPr algn="ctr">
              <a:defRPr sz="1875" b="1">
                <a:solidFill>
                  <a:srgbClr val="FFFFFF"/>
                </a:solidFill>
                <a:latin typeface="Aptos"/>
                <a:ea typeface="Aptos"/>
                <a:cs typeface="Aptos"/>
              </a:defRPr>
            </a:lvl6pPr>
            <a:lvl7pPr algn="ctr">
              <a:defRPr sz="1875" b="1">
                <a:solidFill>
                  <a:srgbClr val="FFFFFF"/>
                </a:solidFill>
                <a:latin typeface="Aptos"/>
                <a:ea typeface="Aptos"/>
                <a:cs typeface="Aptos"/>
              </a:defRPr>
            </a:lvl7pPr>
            <a:lvl8pPr algn="ctr">
              <a:defRPr sz="1875" b="1">
                <a:solidFill>
                  <a:srgbClr val="FFFFFF"/>
                </a:solidFill>
                <a:latin typeface="Aptos"/>
                <a:ea typeface="Aptos"/>
                <a:cs typeface="Aptos"/>
              </a:defRPr>
            </a:lvl8pPr>
            <a:lvl9pPr algn="ctr">
              <a:defRPr sz="1875" b="1">
                <a:solidFill>
                  <a:srgbClr val="FFFFFF"/>
                </a:solidFill>
                <a:latin typeface="Aptos"/>
                <a:ea typeface="Aptos"/>
                <a:cs typeface="Aptos"/>
              </a:defRPr>
            </a:lvl9pPr>
          </a:lstStyle>
          <a:p xmlns:a="http://schemas.openxmlformats.org/drawingml/2006/main">
            <a:pPr algn="ctr">
              <a:defRPr sz="1875" b="1">
                <a:solidFill>
                  <a:srgbClr val="FFFFFF"/>
                </a:solidFill>
                <a:latin typeface="Aptos"/>
                <a:ea typeface="Aptos"/>
                <a:cs typeface="Aptos"/>
              </a:defRPr>
            </a:pPr>
            <a:r>
              <a:rPr sz="1875" b="1">
                <a:solidFill>
                  <a:srgbClr val="FFFFFF"/>
                </a:solidFill>
                <a:latin typeface="Aptos"/>
                <a:ea typeface="Aptos"/>
                <a:cs typeface="Aptos"/>
              </a:rPr>
              <a:t>verify()</a:t>
            </a:r>
          </a:p>
        </p:txBody>
      </p:sp>
      <p:sp>
        <p:nvSpPr>
          <p:cNvPr id="21" name="">
            <a:extLst xmlns:a="http://schemas.openxmlformats.org/drawingml/2006/main">
              <a:ext uri="{FF2B5EF4-FFF2-40B4-BE49-F238E27FC236}">
                <a16:creationId xmlns:a16="http://schemas.microsoft.com/office/drawing/2014/main" id="{C4E5C4D2-125F-49F7-8186-6D47044589A8}"/>
              </a:ext>
            </a:extLst>
          </p:cNvPr>
          <p:cNvSpPr>
            <a:spLocks xmlns:a="http://schemas.openxmlformats.org/drawingml/2006/main" noGrp="1"/>
          </p:cNvSpPr>
          <p:nvPr/>
        </p:nvSpPr>
        <p:spPr>
          <a:xfrm xmlns:a="http://schemas.openxmlformats.org/drawingml/2006/main">
            <a:off x="5667375" y="360997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22B8A8"/>
                </a:solidFill>
                <a:latin typeface="Aptos"/>
                <a:ea typeface="Aptos"/>
                <a:cs typeface="Aptos"/>
              </a:defRPr>
            </a:defPPr>
            <a:lvl1pPr algn="ctr">
              <a:defRPr sz="1200" b="1">
                <a:solidFill>
                  <a:srgbClr val="22B8A8"/>
                </a:solidFill>
                <a:latin typeface="Aptos"/>
                <a:ea typeface="Aptos"/>
                <a:cs typeface="Aptos"/>
              </a:defRPr>
            </a:lvl1pPr>
            <a:lvl2pPr algn="ctr">
              <a:defRPr sz="1200" b="1">
                <a:solidFill>
                  <a:srgbClr val="22B8A8"/>
                </a:solidFill>
                <a:latin typeface="Aptos"/>
                <a:ea typeface="Aptos"/>
                <a:cs typeface="Aptos"/>
              </a:defRPr>
            </a:lvl2pPr>
            <a:lvl3pPr algn="ctr">
              <a:defRPr sz="1200" b="1">
                <a:solidFill>
                  <a:srgbClr val="22B8A8"/>
                </a:solidFill>
                <a:latin typeface="Aptos"/>
                <a:ea typeface="Aptos"/>
                <a:cs typeface="Aptos"/>
              </a:defRPr>
            </a:lvl3pPr>
            <a:lvl4pPr algn="ctr">
              <a:defRPr sz="1200" b="1">
                <a:solidFill>
                  <a:srgbClr val="22B8A8"/>
                </a:solidFill>
                <a:latin typeface="Aptos"/>
                <a:ea typeface="Aptos"/>
                <a:cs typeface="Aptos"/>
              </a:defRPr>
            </a:lvl4pPr>
            <a:lvl5pPr algn="ctr">
              <a:defRPr sz="1200" b="1">
                <a:solidFill>
                  <a:srgbClr val="22B8A8"/>
                </a:solidFill>
                <a:latin typeface="Aptos"/>
                <a:ea typeface="Aptos"/>
                <a:cs typeface="Aptos"/>
              </a:defRPr>
            </a:lvl5pPr>
            <a:lvl6pPr algn="ctr">
              <a:defRPr sz="1200" b="1">
                <a:solidFill>
                  <a:srgbClr val="22B8A8"/>
                </a:solidFill>
                <a:latin typeface="Aptos"/>
                <a:ea typeface="Aptos"/>
                <a:cs typeface="Aptos"/>
              </a:defRPr>
            </a:lvl6pPr>
            <a:lvl7pPr algn="ctr">
              <a:defRPr sz="1200" b="1">
                <a:solidFill>
                  <a:srgbClr val="22B8A8"/>
                </a:solidFill>
                <a:latin typeface="Aptos"/>
                <a:ea typeface="Aptos"/>
                <a:cs typeface="Aptos"/>
              </a:defRPr>
            </a:lvl7pPr>
            <a:lvl8pPr algn="ctr">
              <a:defRPr sz="1200" b="1">
                <a:solidFill>
                  <a:srgbClr val="22B8A8"/>
                </a:solidFill>
                <a:latin typeface="Aptos"/>
                <a:ea typeface="Aptos"/>
                <a:cs typeface="Aptos"/>
              </a:defRPr>
            </a:lvl8pPr>
            <a:lvl9pPr algn="ctr">
              <a:defRPr sz="1200" b="1">
                <a:solidFill>
                  <a:srgbClr val="22B8A8"/>
                </a:solidFill>
                <a:latin typeface="Aptos"/>
                <a:ea typeface="Aptos"/>
                <a:cs typeface="Aptos"/>
              </a:defRPr>
            </a:lvl9pPr>
          </a:lstStyle>
          <a:p xmlns:a="http://schemas.openxmlformats.org/drawingml/2006/main">
            <a:pPr algn="ctr">
              <a:defRPr sz="1200" b="1">
                <a:solidFill>
                  <a:srgbClr val="22B8A8"/>
                </a:solidFill>
                <a:latin typeface="Aptos"/>
                <a:ea typeface="Aptos"/>
                <a:cs typeface="Aptos"/>
              </a:defRPr>
            </a:pPr>
            <a:r>
              <a:rPr sz="1200" b="1">
                <a:solidFill>
                  <a:srgbClr val="22B8A8"/>
                </a:solidFill>
                <a:latin typeface="Aptos"/>
                <a:ea typeface="Aptos"/>
                <a:cs typeface="Aptos"/>
              </a:rPr>
              <a:t>Ed25519</a:t>
            </a:r>
          </a:p>
        </p:txBody>
      </p:sp>
      <p:sp>
        <p:nvSpPr>
          <p:cNvPr id="22" name="">
            <a:extLst xmlns:a="http://schemas.openxmlformats.org/drawingml/2006/main">
              <a:ext uri="{FF2B5EF4-FFF2-40B4-BE49-F238E27FC236}">
                <a16:creationId xmlns:a16="http://schemas.microsoft.com/office/drawing/2014/main" id="{31CA9A51-89C8-4B8B-AC56-CCE592A5AFE8}"/>
              </a:ext>
            </a:extLst>
          </p:cNvPr>
          <p:cNvSpPr>
            <a:spLocks xmlns:a="http://schemas.openxmlformats.org/drawingml/2006/main" noGrp="1"/>
          </p:cNvSpPr>
          <p:nvPr/>
        </p:nvSpPr>
        <p:spPr>
          <a:xfrm xmlns:a="http://schemas.openxmlformats.org/drawingml/2006/main">
            <a:off x="8286750" y="3143250"/>
            <a:ext cx="742950" cy="4000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FCCC0C5-735F-4D12-A265-D84C1ADE4085}"/>
              </a:ext>
            </a:extLst>
          </p:cNvPr>
          <p:cNvSpPr>
            <a:spLocks xmlns:a="http://schemas.openxmlformats.org/drawingml/2006/main" noGrp="1"/>
          </p:cNvSpPr>
          <p:nvPr/>
        </p:nvSpPr>
        <p:spPr>
          <a:xfrm xmlns:a="http://schemas.openxmlformats.org/drawingml/2006/main">
            <a:off x="9239250" y="2095500"/>
            <a:ext cx="2238375" cy="1190625"/>
          </a:xfrm>
          <a:prstGeom xmlns:a="http://schemas.openxmlformats.org/drawingml/2006/main" prst="roundRect">
            <a:avLst>
              <a:gd name="adj" fmla="val 6400"/>
            </a:avLst>
          </a:prstGeom>
          <a:solidFill xmlns:a="http://schemas.openxmlformats.org/drawingml/2006/main">
            <a:srgbClr val="D9F5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A3082D1-1591-4928-A3E2-448573469A58}"/>
              </a:ext>
            </a:extLst>
          </p:cNvPr>
          <p:cNvSpPr>
            <a:spLocks xmlns:a="http://schemas.openxmlformats.org/drawingml/2006/main" noGrp="1"/>
          </p:cNvSpPr>
          <p:nvPr/>
        </p:nvSpPr>
        <p:spPr>
          <a:xfrm xmlns:a="http://schemas.openxmlformats.org/drawingml/2006/main">
            <a:off x="9448800" y="2286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23836E"/>
                </a:solidFill>
                <a:latin typeface="Aptos"/>
                <a:ea typeface="Aptos"/>
                <a:cs typeface="Aptos"/>
              </a:defRPr>
            </a:defPPr>
            <a:lvl1pPr algn="ctr">
              <a:defRPr sz="1500" b="1">
                <a:solidFill>
                  <a:srgbClr val="23836E"/>
                </a:solidFill>
                <a:latin typeface="Aptos"/>
                <a:ea typeface="Aptos"/>
                <a:cs typeface="Aptos"/>
              </a:defRPr>
            </a:lvl1pPr>
            <a:lvl2pPr algn="ctr">
              <a:defRPr sz="1500" b="1">
                <a:solidFill>
                  <a:srgbClr val="23836E"/>
                </a:solidFill>
                <a:latin typeface="Aptos"/>
                <a:ea typeface="Aptos"/>
                <a:cs typeface="Aptos"/>
              </a:defRPr>
            </a:lvl2pPr>
            <a:lvl3pPr algn="ctr">
              <a:defRPr sz="1500" b="1">
                <a:solidFill>
                  <a:srgbClr val="23836E"/>
                </a:solidFill>
                <a:latin typeface="Aptos"/>
                <a:ea typeface="Aptos"/>
                <a:cs typeface="Aptos"/>
              </a:defRPr>
            </a:lvl3pPr>
            <a:lvl4pPr algn="ctr">
              <a:defRPr sz="1500" b="1">
                <a:solidFill>
                  <a:srgbClr val="23836E"/>
                </a:solidFill>
                <a:latin typeface="Aptos"/>
                <a:ea typeface="Aptos"/>
                <a:cs typeface="Aptos"/>
              </a:defRPr>
            </a:lvl4pPr>
            <a:lvl5pPr algn="ctr">
              <a:defRPr sz="1500" b="1">
                <a:solidFill>
                  <a:srgbClr val="23836E"/>
                </a:solidFill>
                <a:latin typeface="Aptos"/>
                <a:ea typeface="Aptos"/>
                <a:cs typeface="Aptos"/>
              </a:defRPr>
            </a:lvl5pPr>
            <a:lvl6pPr algn="ctr">
              <a:defRPr sz="1500" b="1">
                <a:solidFill>
                  <a:srgbClr val="23836E"/>
                </a:solidFill>
                <a:latin typeface="Aptos"/>
                <a:ea typeface="Aptos"/>
                <a:cs typeface="Aptos"/>
              </a:defRPr>
            </a:lvl6pPr>
            <a:lvl7pPr algn="ctr">
              <a:defRPr sz="1500" b="1">
                <a:solidFill>
                  <a:srgbClr val="23836E"/>
                </a:solidFill>
                <a:latin typeface="Aptos"/>
                <a:ea typeface="Aptos"/>
                <a:cs typeface="Aptos"/>
              </a:defRPr>
            </a:lvl7pPr>
            <a:lvl8pPr algn="ctr">
              <a:defRPr sz="1500" b="1">
                <a:solidFill>
                  <a:srgbClr val="23836E"/>
                </a:solidFill>
                <a:latin typeface="Aptos"/>
                <a:ea typeface="Aptos"/>
                <a:cs typeface="Aptos"/>
              </a:defRPr>
            </a:lvl8pPr>
            <a:lvl9pPr algn="ctr">
              <a:defRPr sz="1500" b="1">
                <a:solidFill>
                  <a:srgbClr val="23836E"/>
                </a:solidFill>
                <a:latin typeface="Aptos"/>
                <a:ea typeface="Aptos"/>
                <a:cs typeface="Aptos"/>
              </a:defRPr>
            </a:lvl9pPr>
          </a:lstStyle>
          <a:p xmlns:a="http://schemas.openxmlformats.org/drawingml/2006/main">
            <a:pPr algn="ctr">
              <a:defRPr sz="1500" b="1">
                <a:solidFill>
                  <a:srgbClr val="23836E"/>
                </a:solidFill>
                <a:latin typeface="Aptos"/>
                <a:ea typeface="Aptos"/>
                <a:cs typeface="Aptos"/>
              </a:defRPr>
            </a:pPr>
            <a:r>
              <a:rPr sz="1500" b="1">
                <a:solidFill>
                  <a:srgbClr val="23836E"/>
                </a:solidFill>
                <a:latin typeface="Aptos"/>
                <a:ea typeface="Aptos"/>
                <a:cs typeface="Aptos"/>
              </a:rPr>
              <a:t>VÁLIDA</a:t>
            </a:r>
          </a:p>
        </p:txBody>
      </p:sp>
      <p:sp>
        <p:nvSpPr>
          <p:cNvPr id="25" name="">
            <a:extLst xmlns:a="http://schemas.openxmlformats.org/drawingml/2006/main">
              <a:ext uri="{FF2B5EF4-FFF2-40B4-BE49-F238E27FC236}">
                <a16:creationId xmlns:a16="http://schemas.microsoft.com/office/drawing/2014/main" id="{159C1CA7-9A9F-4311-B608-1EFC7FDC2788}"/>
              </a:ext>
            </a:extLst>
          </p:cNvPr>
          <p:cNvSpPr>
            <a:spLocks xmlns:a="http://schemas.openxmlformats.org/drawingml/2006/main" noGrp="1"/>
          </p:cNvSpPr>
          <p:nvPr/>
        </p:nvSpPr>
        <p:spPr>
          <a:xfrm xmlns:a="http://schemas.openxmlformats.org/drawingml/2006/main">
            <a:off x="9429750" y="2667000"/>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defRPr sz="1125" b="0">
                <a:solidFill>
                  <a:srgbClr val="182230"/>
                </a:solidFill>
                <a:latin typeface="Aptos"/>
                <a:ea typeface="Aptos"/>
                <a:cs typeface="Aptos"/>
              </a:defRPr>
            </a:lvl1pPr>
            <a:lvl2pPr algn="ctr">
              <a:defRPr sz="1125" b="0">
                <a:solidFill>
                  <a:srgbClr val="182230"/>
                </a:solidFill>
                <a:latin typeface="Aptos"/>
                <a:ea typeface="Aptos"/>
                <a:cs typeface="Aptos"/>
              </a:defRPr>
            </a:lvl2pPr>
            <a:lvl3pPr algn="ctr">
              <a:defRPr sz="1125" b="0">
                <a:solidFill>
                  <a:srgbClr val="182230"/>
                </a:solidFill>
                <a:latin typeface="Aptos"/>
                <a:ea typeface="Aptos"/>
                <a:cs typeface="Aptos"/>
              </a:defRPr>
            </a:lvl3pPr>
            <a:lvl4pPr algn="ctr">
              <a:defRPr sz="1125" b="0">
                <a:solidFill>
                  <a:srgbClr val="182230"/>
                </a:solidFill>
                <a:latin typeface="Aptos"/>
                <a:ea typeface="Aptos"/>
                <a:cs typeface="Aptos"/>
              </a:defRPr>
            </a:lvl4pPr>
            <a:lvl5pPr algn="ctr">
              <a:defRPr sz="1125" b="0">
                <a:solidFill>
                  <a:srgbClr val="182230"/>
                </a:solidFill>
                <a:latin typeface="Aptos"/>
                <a:ea typeface="Aptos"/>
                <a:cs typeface="Aptos"/>
              </a:defRPr>
            </a:lvl5pPr>
            <a:lvl6pPr algn="ctr">
              <a:defRPr sz="1125" b="0">
                <a:solidFill>
                  <a:srgbClr val="182230"/>
                </a:solidFill>
                <a:latin typeface="Aptos"/>
                <a:ea typeface="Aptos"/>
                <a:cs typeface="Aptos"/>
              </a:defRPr>
            </a:lvl6pPr>
            <a:lvl7pPr algn="ctr">
              <a:defRPr sz="1125" b="0">
                <a:solidFill>
                  <a:srgbClr val="182230"/>
                </a:solidFill>
                <a:latin typeface="Aptos"/>
                <a:ea typeface="Aptos"/>
                <a:cs typeface="Aptos"/>
              </a:defRPr>
            </a:lvl7pPr>
            <a:lvl8pPr algn="ctr">
              <a:defRPr sz="1125" b="0">
                <a:solidFill>
                  <a:srgbClr val="182230"/>
                </a:solidFill>
                <a:latin typeface="Aptos"/>
                <a:ea typeface="Aptos"/>
                <a:cs typeface="Aptos"/>
              </a:defRPr>
            </a:lvl8pPr>
            <a:lvl9pPr algn="ctr">
              <a:defRPr sz="1125" b="0">
                <a:solidFill>
                  <a:srgbClr val="182230"/>
                </a:solidFill>
                <a:latin typeface="Aptos"/>
                <a:ea typeface="Aptos"/>
                <a:cs typeface="Aptos"/>
              </a:defRPr>
            </a:lvl9pPr>
          </a:lstStyle>
          <a:p xmlns:a="http://schemas.openxmlformats.org/drawingml/2006/main">
            <a:pPr algn="ctr">
              <a:defRPr sz="1125" b="0">
                <a:solidFill>
                  <a:srgbClr val="182230"/>
                </a:solidFill>
                <a:latin typeface="Aptos"/>
                <a:ea typeface="Aptos"/>
                <a:cs typeface="Aptos"/>
              </a:defRPr>
            </a:pPr>
            <a:r>
              <a:rPr sz="1125" b="0">
                <a:solidFill>
                  <a:srgbClr val="182230"/>
                </a:solidFill>
                <a:latin typeface="Aptos"/>
                <a:ea typeface="Aptos"/>
                <a:cs typeface="Aptos"/>
              </a:rPr>
              <a:t>La firma coincide con</a:t>
            </a:r>
          </a:p>
          <a:p xmlns:a="http://schemas.openxmlformats.org/drawingml/2006/main">
            <a:pPr algn="ctr">
              <a:defRPr sz="1125" b="0">
                <a:solidFill>
                  <a:srgbClr val="182230"/>
                </a:solidFill>
                <a:latin typeface="Aptos"/>
                <a:ea typeface="Aptos"/>
                <a:cs typeface="Aptos"/>
              </a:defRPr>
            </a:pPr>
            <a:r>
              <a:rPr sz="1125" b="0">
                <a:solidFill>
                  <a:srgbClr val="182230"/>
                </a:solidFill>
                <a:latin typeface="Aptos"/>
                <a:ea typeface="Aptos"/>
                <a:cs typeface="Aptos"/>
              </a:rPr>
              <a:t>estos datos y esta clave.</a:t>
            </a:r>
          </a:p>
        </p:txBody>
      </p:sp>
      <p:sp>
        <p:nvSpPr>
          <p:cNvPr id="26" name="">
            <a:extLst xmlns:a="http://schemas.openxmlformats.org/drawingml/2006/main">
              <a:ext uri="{FF2B5EF4-FFF2-40B4-BE49-F238E27FC236}">
                <a16:creationId xmlns:a16="http://schemas.microsoft.com/office/drawing/2014/main" id="{EDDDEAED-5B57-4236-9D8E-479549105369}"/>
              </a:ext>
            </a:extLst>
          </p:cNvPr>
          <p:cNvSpPr>
            <a:spLocks xmlns:a="http://schemas.openxmlformats.org/drawingml/2006/main" noGrp="1"/>
          </p:cNvSpPr>
          <p:nvPr/>
        </p:nvSpPr>
        <p:spPr>
          <a:xfrm xmlns:a="http://schemas.openxmlformats.org/drawingml/2006/main">
            <a:off x="9239250" y="3714750"/>
            <a:ext cx="2238375" cy="1190625"/>
          </a:xfrm>
          <a:prstGeom xmlns:a="http://schemas.openxmlformats.org/drawingml/2006/main" prst="roundRect">
            <a:avLst>
              <a:gd name="adj" fmla="val 6400"/>
            </a:avLst>
          </a:prstGeom>
          <a:solidFill xmlns:a="http://schemas.openxmlformats.org/drawingml/2006/main">
            <a:srgbClr val="FCE9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0926E6E-795C-48F5-BF99-DC6151B7F9A8}"/>
              </a:ext>
            </a:extLst>
          </p:cNvPr>
          <p:cNvSpPr>
            <a:spLocks xmlns:a="http://schemas.openxmlformats.org/drawingml/2006/main" noGrp="1"/>
          </p:cNvSpPr>
          <p:nvPr/>
        </p:nvSpPr>
        <p:spPr>
          <a:xfrm xmlns:a="http://schemas.openxmlformats.org/drawingml/2006/main">
            <a:off x="9448800" y="3905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D95757"/>
                </a:solidFill>
                <a:latin typeface="Aptos"/>
                <a:ea typeface="Aptos"/>
                <a:cs typeface="Aptos"/>
              </a:defRPr>
            </a:defPPr>
            <a:lvl1pPr algn="ctr">
              <a:defRPr sz="1500" b="1">
                <a:solidFill>
                  <a:srgbClr val="D95757"/>
                </a:solidFill>
                <a:latin typeface="Aptos"/>
                <a:ea typeface="Aptos"/>
                <a:cs typeface="Aptos"/>
              </a:defRPr>
            </a:lvl1pPr>
            <a:lvl2pPr algn="ctr">
              <a:defRPr sz="1500" b="1">
                <a:solidFill>
                  <a:srgbClr val="D95757"/>
                </a:solidFill>
                <a:latin typeface="Aptos"/>
                <a:ea typeface="Aptos"/>
                <a:cs typeface="Aptos"/>
              </a:defRPr>
            </a:lvl2pPr>
            <a:lvl3pPr algn="ctr">
              <a:defRPr sz="1500" b="1">
                <a:solidFill>
                  <a:srgbClr val="D95757"/>
                </a:solidFill>
                <a:latin typeface="Aptos"/>
                <a:ea typeface="Aptos"/>
                <a:cs typeface="Aptos"/>
              </a:defRPr>
            </a:lvl3pPr>
            <a:lvl4pPr algn="ctr">
              <a:defRPr sz="1500" b="1">
                <a:solidFill>
                  <a:srgbClr val="D95757"/>
                </a:solidFill>
                <a:latin typeface="Aptos"/>
                <a:ea typeface="Aptos"/>
                <a:cs typeface="Aptos"/>
              </a:defRPr>
            </a:lvl4pPr>
            <a:lvl5pPr algn="ctr">
              <a:defRPr sz="1500" b="1">
                <a:solidFill>
                  <a:srgbClr val="D95757"/>
                </a:solidFill>
                <a:latin typeface="Aptos"/>
                <a:ea typeface="Aptos"/>
                <a:cs typeface="Aptos"/>
              </a:defRPr>
            </a:lvl5pPr>
            <a:lvl6pPr algn="ctr">
              <a:defRPr sz="1500" b="1">
                <a:solidFill>
                  <a:srgbClr val="D95757"/>
                </a:solidFill>
                <a:latin typeface="Aptos"/>
                <a:ea typeface="Aptos"/>
                <a:cs typeface="Aptos"/>
              </a:defRPr>
            </a:lvl6pPr>
            <a:lvl7pPr algn="ctr">
              <a:defRPr sz="1500" b="1">
                <a:solidFill>
                  <a:srgbClr val="D95757"/>
                </a:solidFill>
                <a:latin typeface="Aptos"/>
                <a:ea typeface="Aptos"/>
                <a:cs typeface="Aptos"/>
              </a:defRPr>
            </a:lvl7pPr>
            <a:lvl8pPr algn="ctr">
              <a:defRPr sz="1500" b="1">
                <a:solidFill>
                  <a:srgbClr val="D95757"/>
                </a:solidFill>
                <a:latin typeface="Aptos"/>
                <a:ea typeface="Aptos"/>
                <a:cs typeface="Aptos"/>
              </a:defRPr>
            </a:lvl8pPr>
            <a:lvl9pPr algn="ctr">
              <a:defRPr sz="1500" b="1">
                <a:solidFill>
                  <a:srgbClr val="D95757"/>
                </a:solidFill>
                <a:latin typeface="Aptos"/>
                <a:ea typeface="Aptos"/>
                <a:cs typeface="Aptos"/>
              </a:defRPr>
            </a:lvl9pPr>
          </a:lstStyle>
          <a:p xmlns:a="http://schemas.openxmlformats.org/drawingml/2006/main">
            <a:pPr algn="ctr">
              <a:defRPr sz="1500" b="1">
                <a:solidFill>
                  <a:srgbClr val="D95757"/>
                </a:solidFill>
                <a:latin typeface="Aptos"/>
                <a:ea typeface="Aptos"/>
                <a:cs typeface="Aptos"/>
              </a:defRPr>
            </a:pPr>
            <a:r>
              <a:rPr sz="1500" b="1">
                <a:solidFill>
                  <a:srgbClr val="D95757"/>
                </a:solidFill>
                <a:latin typeface="Aptos"/>
                <a:ea typeface="Aptos"/>
                <a:cs typeface="Aptos"/>
              </a:rPr>
              <a:t>INVÁLIDA</a:t>
            </a:r>
          </a:p>
        </p:txBody>
      </p:sp>
      <p:sp>
        <p:nvSpPr>
          <p:cNvPr id="28" name="">
            <a:extLst xmlns:a="http://schemas.openxmlformats.org/drawingml/2006/main">
              <a:ext uri="{FF2B5EF4-FFF2-40B4-BE49-F238E27FC236}">
                <a16:creationId xmlns:a16="http://schemas.microsoft.com/office/drawing/2014/main" id="{424CD13F-44AA-480E-8438-BC30335E8711}"/>
              </a:ext>
            </a:extLst>
          </p:cNvPr>
          <p:cNvSpPr>
            <a:spLocks xmlns:a="http://schemas.openxmlformats.org/drawingml/2006/main" noGrp="1"/>
          </p:cNvSpPr>
          <p:nvPr/>
        </p:nvSpPr>
        <p:spPr>
          <a:xfrm xmlns:a="http://schemas.openxmlformats.org/drawingml/2006/main">
            <a:off x="9410700" y="42862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0">
                <a:solidFill>
                  <a:srgbClr val="182230"/>
                </a:solidFill>
                <a:latin typeface="Aptos"/>
                <a:ea typeface="Aptos"/>
                <a:cs typeface="Aptos"/>
              </a:defRPr>
            </a:defPPr>
            <a:lvl1pPr algn="ctr">
              <a:defRPr sz="1125" b="0">
                <a:solidFill>
                  <a:srgbClr val="182230"/>
                </a:solidFill>
                <a:latin typeface="Aptos"/>
                <a:ea typeface="Aptos"/>
                <a:cs typeface="Aptos"/>
              </a:defRPr>
            </a:lvl1pPr>
            <a:lvl2pPr algn="ctr">
              <a:defRPr sz="1125" b="0">
                <a:solidFill>
                  <a:srgbClr val="182230"/>
                </a:solidFill>
                <a:latin typeface="Aptos"/>
                <a:ea typeface="Aptos"/>
                <a:cs typeface="Aptos"/>
              </a:defRPr>
            </a:lvl2pPr>
            <a:lvl3pPr algn="ctr">
              <a:defRPr sz="1125" b="0">
                <a:solidFill>
                  <a:srgbClr val="182230"/>
                </a:solidFill>
                <a:latin typeface="Aptos"/>
                <a:ea typeface="Aptos"/>
                <a:cs typeface="Aptos"/>
              </a:defRPr>
            </a:lvl3pPr>
            <a:lvl4pPr algn="ctr">
              <a:defRPr sz="1125" b="0">
                <a:solidFill>
                  <a:srgbClr val="182230"/>
                </a:solidFill>
                <a:latin typeface="Aptos"/>
                <a:ea typeface="Aptos"/>
                <a:cs typeface="Aptos"/>
              </a:defRPr>
            </a:lvl4pPr>
            <a:lvl5pPr algn="ctr">
              <a:defRPr sz="1125" b="0">
                <a:solidFill>
                  <a:srgbClr val="182230"/>
                </a:solidFill>
                <a:latin typeface="Aptos"/>
                <a:ea typeface="Aptos"/>
                <a:cs typeface="Aptos"/>
              </a:defRPr>
            </a:lvl5pPr>
            <a:lvl6pPr algn="ctr">
              <a:defRPr sz="1125" b="0">
                <a:solidFill>
                  <a:srgbClr val="182230"/>
                </a:solidFill>
                <a:latin typeface="Aptos"/>
                <a:ea typeface="Aptos"/>
                <a:cs typeface="Aptos"/>
              </a:defRPr>
            </a:lvl6pPr>
            <a:lvl7pPr algn="ctr">
              <a:defRPr sz="1125" b="0">
                <a:solidFill>
                  <a:srgbClr val="182230"/>
                </a:solidFill>
                <a:latin typeface="Aptos"/>
                <a:ea typeface="Aptos"/>
                <a:cs typeface="Aptos"/>
              </a:defRPr>
            </a:lvl7pPr>
            <a:lvl8pPr algn="ctr">
              <a:defRPr sz="1125" b="0">
                <a:solidFill>
                  <a:srgbClr val="182230"/>
                </a:solidFill>
                <a:latin typeface="Aptos"/>
                <a:ea typeface="Aptos"/>
                <a:cs typeface="Aptos"/>
              </a:defRPr>
            </a:lvl8pPr>
            <a:lvl9pPr algn="ctr">
              <a:defRPr sz="1125" b="0">
                <a:solidFill>
                  <a:srgbClr val="182230"/>
                </a:solidFill>
                <a:latin typeface="Aptos"/>
                <a:ea typeface="Aptos"/>
                <a:cs typeface="Aptos"/>
              </a:defRPr>
            </a:lvl9pPr>
          </a:lstStyle>
          <a:p xmlns:a="http://schemas.openxmlformats.org/drawingml/2006/main">
            <a:pPr algn="ctr">
              <a:defRPr sz="1125" b="0">
                <a:solidFill>
                  <a:srgbClr val="182230"/>
                </a:solidFill>
                <a:latin typeface="Aptos"/>
                <a:ea typeface="Aptos"/>
                <a:cs typeface="Aptos"/>
              </a:defRPr>
            </a:pPr>
            <a:r>
              <a:rPr sz="1125" b="0">
                <a:solidFill>
                  <a:srgbClr val="182230"/>
                </a:solidFill>
                <a:latin typeface="Aptos"/>
                <a:ea typeface="Aptos"/>
                <a:cs typeface="Aptos"/>
              </a:rPr>
              <a:t>Cambió un dato, la firma</a:t>
            </a:r>
          </a:p>
          <a:p xmlns:a="http://schemas.openxmlformats.org/drawingml/2006/main">
            <a:pPr algn="ctr">
              <a:defRPr sz="1125" b="0">
                <a:solidFill>
                  <a:srgbClr val="182230"/>
                </a:solidFill>
                <a:latin typeface="Aptos"/>
                <a:ea typeface="Aptos"/>
                <a:cs typeface="Aptos"/>
              </a:defRPr>
            </a:pPr>
            <a:r>
              <a:rPr sz="1125" b="0">
                <a:solidFill>
                  <a:srgbClr val="182230"/>
                </a:solidFill>
                <a:latin typeface="Aptos"/>
                <a:ea typeface="Aptos"/>
                <a:cs typeface="Aptos"/>
              </a:rPr>
              <a:t>o la clave no corresponde.</a:t>
            </a:r>
          </a:p>
        </p:txBody>
      </p:sp>
      <p:sp>
        <p:nvSpPr>
          <p:cNvPr id="29" name="">
            <a:extLst xmlns:a="http://schemas.openxmlformats.org/drawingml/2006/main">
              <a:ext uri="{FF2B5EF4-FFF2-40B4-BE49-F238E27FC236}">
                <a16:creationId xmlns:a16="http://schemas.microsoft.com/office/drawing/2014/main" id="{B1EFCB27-BA46-4924-B662-836A2E7F8C48}"/>
              </a:ext>
            </a:extLst>
          </p:cNvPr>
          <p:cNvSpPr>
            <a:spLocks xmlns:a="http://schemas.openxmlformats.org/drawingml/2006/main" noGrp="1"/>
          </p:cNvSpPr>
          <p:nvPr/>
        </p:nvSpPr>
        <p:spPr>
          <a:xfrm xmlns:a="http://schemas.openxmlformats.org/drawingml/2006/main">
            <a:off x="1162050" y="5619750"/>
            <a:ext cx="985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defRPr sz="1425" b="1">
                <a:solidFill>
                  <a:srgbClr val="775109"/>
                </a:solidFill>
                <a:latin typeface="Aptos"/>
                <a:ea typeface="Aptos"/>
                <a:cs typeface="Aptos"/>
              </a:defRPr>
            </a:lvl1pPr>
            <a:lvl2pPr algn="ctr">
              <a:defRPr sz="1425" b="1">
                <a:solidFill>
                  <a:srgbClr val="775109"/>
                </a:solidFill>
                <a:latin typeface="Aptos"/>
                <a:ea typeface="Aptos"/>
                <a:cs typeface="Aptos"/>
              </a:defRPr>
            </a:lvl2pPr>
            <a:lvl3pPr algn="ctr">
              <a:defRPr sz="1425" b="1">
                <a:solidFill>
                  <a:srgbClr val="775109"/>
                </a:solidFill>
                <a:latin typeface="Aptos"/>
                <a:ea typeface="Aptos"/>
                <a:cs typeface="Aptos"/>
              </a:defRPr>
            </a:lvl3pPr>
            <a:lvl4pPr algn="ctr">
              <a:defRPr sz="1425" b="1">
                <a:solidFill>
                  <a:srgbClr val="775109"/>
                </a:solidFill>
                <a:latin typeface="Aptos"/>
                <a:ea typeface="Aptos"/>
                <a:cs typeface="Aptos"/>
              </a:defRPr>
            </a:lvl4pPr>
            <a:lvl5pPr algn="ctr">
              <a:defRPr sz="1425" b="1">
                <a:solidFill>
                  <a:srgbClr val="775109"/>
                </a:solidFill>
                <a:latin typeface="Aptos"/>
                <a:ea typeface="Aptos"/>
                <a:cs typeface="Aptos"/>
              </a:defRPr>
            </a:lvl5pPr>
            <a:lvl6pPr algn="ctr">
              <a:defRPr sz="1425" b="1">
                <a:solidFill>
                  <a:srgbClr val="775109"/>
                </a:solidFill>
                <a:latin typeface="Aptos"/>
                <a:ea typeface="Aptos"/>
                <a:cs typeface="Aptos"/>
              </a:defRPr>
            </a:lvl6pPr>
            <a:lvl7pPr algn="ctr">
              <a:defRPr sz="1425" b="1">
                <a:solidFill>
                  <a:srgbClr val="775109"/>
                </a:solidFill>
                <a:latin typeface="Aptos"/>
                <a:ea typeface="Aptos"/>
                <a:cs typeface="Aptos"/>
              </a:defRPr>
            </a:lvl7pPr>
            <a:lvl8pPr algn="ctr">
              <a:defRPr sz="1425" b="1">
                <a:solidFill>
                  <a:srgbClr val="775109"/>
                </a:solidFill>
                <a:latin typeface="Aptos"/>
                <a:ea typeface="Aptos"/>
                <a:cs typeface="Aptos"/>
              </a:defRPr>
            </a:lvl8pPr>
            <a:lvl9pPr algn="ctr">
              <a:defRPr sz="1425" b="1">
                <a:solidFill>
                  <a:srgbClr val="775109"/>
                </a:solidFill>
                <a:latin typeface="Aptos"/>
                <a:ea typeface="Aptos"/>
                <a:cs typeface="Aptos"/>
              </a:defRPr>
            </a:lvl9pPr>
          </a:lstStyle>
          <a:p xmlns:a="http://schemas.openxmlformats.org/drawingml/2006/main">
            <a:pPr algn="ctr">
              <a:defRPr sz="1425" b="1">
                <a:solidFill>
                  <a:srgbClr val="775109"/>
                </a:solidFill>
                <a:latin typeface="Aptos"/>
                <a:ea typeface="Aptos"/>
                <a:cs typeface="Aptos"/>
              </a:defRPr>
            </a:pPr>
            <a:r>
              <a:rPr sz="1425" b="1">
                <a:solidFill>
                  <a:srgbClr val="775109"/>
                </a:solidFill>
                <a:latin typeface="Aptos"/>
                <a:ea typeface="Aptos"/>
                <a:cs typeface="Aptos"/>
              </a:rPr>
              <a:t>Válida no significa “vigente”: la revocación se consulta aparte.</a:t>
            </a:r>
          </a:p>
        </p:txBody>
      </p:sp>
    </p:spTree>
    <p:extLst>
      <p:ext uri="{BB962C8B-B14F-4D97-AF65-F5344CB8AC3E}">
        <p14:creationId xmlns:p14="http://schemas.microsoft.com/office/powerpoint/2010/main" val="1916466977"/>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2862120F-CBB3-48AC-AC00-282D55F2750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CRIPTOGRAFÍA DESDE CERO</a:t>
            </a:r>
          </a:p>
        </p:txBody>
      </p:sp>
      <p:sp>
        <p:nvSpPr>
          <p:cNvPr id="2" name="">
            <a:extLst xmlns:a="http://schemas.openxmlformats.org/drawingml/2006/main">
              <a:ext uri="{FF2B5EF4-FFF2-40B4-BE49-F238E27FC236}">
                <a16:creationId xmlns:a16="http://schemas.microsoft.com/office/drawing/2014/main" id="{18397C3A-D03B-4C94-A190-9F9F84E9969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1:00</a:t>
            </a:r>
          </a:p>
        </p:txBody>
      </p:sp>
      <p:sp>
        <p:nvSpPr>
          <p:cNvPr id="3" name="">
            <a:extLst xmlns:a="http://schemas.openxmlformats.org/drawingml/2006/main">
              <a:ext uri="{FF2B5EF4-FFF2-40B4-BE49-F238E27FC236}">
                <a16:creationId xmlns:a16="http://schemas.microsoft.com/office/drawing/2014/main" id="{5922AE2C-D03D-4145-8F2D-78168CA7568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En el prototipo hay dos pares de claves y dos almacenes</a:t>
            </a:r>
          </a:p>
        </p:txBody>
      </p:sp>
      <p:sp>
        <p:nvSpPr>
          <p:cNvPr id="4" name="">
            <a:extLst xmlns:a="http://schemas.openxmlformats.org/drawingml/2006/main">
              <a:ext uri="{FF2B5EF4-FFF2-40B4-BE49-F238E27FC236}">
                <a16:creationId xmlns:a16="http://schemas.microsoft.com/office/drawing/2014/main" id="{F96429F5-14F9-406C-90BD-3234A7AB11DC}"/>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DD2588E-4B88-49F8-9772-9A14431D39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7ACDCC7-CE10-455E-A2F4-EF8ABAA670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ED3961F8-A515-4D9A-9E98-BF1080747FDC}"/>
              </a:ext>
            </a:extLst>
          </p:cNvPr>
          <p:cNvSpPr>
            <a:spLocks xmlns:a="http://schemas.openxmlformats.org/drawingml/2006/main" noGrp="1"/>
          </p:cNvSpPr>
          <p:nvPr/>
        </p:nvSpPr>
        <p:spPr>
          <a:xfrm xmlns:a="http://schemas.openxmlformats.org/drawingml/2006/main">
            <a:off x="66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1A1F22FE-4323-4DDE-A2CE-374059EAB4F5}"/>
              </a:ext>
            </a:extLst>
          </p:cNvPr>
          <p:cNvSpPr>
            <a:spLocks xmlns:a="http://schemas.openxmlformats.org/drawingml/2006/main" noGrp="1"/>
          </p:cNvSpPr>
          <p:nvPr/>
        </p:nvSpPr>
        <p:spPr>
          <a:xfrm xmlns:a="http://schemas.openxmlformats.org/drawingml/2006/main">
            <a:off x="666750" y="1714500"/>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B22036-B8B5-43E1-9D85-86AE79BCDA36}"/>
              </a:ext>
            </a:extLst>
          </p:cNvPr>
          <p:cNvSpPr>
            <a:spLocks xmlns:a="http://schemas.openxmlformats.org/drawingml/2006/main" noGrp="1"/>
          </p:cNvSpPr>
          <p:nvPr/>
        </p:nvSpPr>
        <p:spPr>
          <a:xfrm xmlns:a="http://schemas.openxmlformats.org/drawingml/2006/main">
            <a:off x="838200" y="2181225"/>
            <a:ext cx="495300" cy="133731"/>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64C3ED-A3AE-4E1F-8E6D-F5A540EB01A1}"/>
              </a:ext>
            </a:extLst>
          </p:cNvPr>
          <p:cNvSpPr>
            <a:spLocks xmlns:a="http://schemas.openxmlformats.org/drawingml/2006/main" noGrp="1"/>
          </p:cNvSpPr>
          <p:nvPr/>
        </p:nvSpPr>
        <p:spPr>
          <a:xfrm xmlns:a="http://schemas.openxmlformats.org/drawingml/2006/main">
            <a:off x="877824" y="2319909"/>
            <a:ext cx="416052" cy="3467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E4DD73-47B3-4912-81B6-D83350DF3C6E}"/>
              </a:ext>
            </a:extLst>
          </p:cNvPr>
          <p:cNvSpPr>
            <a:spLocks xmlns:a="http://schemas.openxmlformats.org/drawingml/2006/main" noGrp="1"/>
          </p:cNvSpPr>
          <p:nvPr/>
        </p:nvSpPr>
        <p:spPr>
          <a:xfrm xmlns:a="http://schemas.openxmlformats.org/drawingml/2006/main">
            <a:off x="907542"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0A6A92B5-1797-4A4B-B709-ECFC26661CAD}"/>
              </a:ext>
            </a:extLst>
          </p:cNvPr>
          <p:cNvSpPr>
            <a:spLocks xmlns:a="http://schemas.openxmlformats.org/drawingml/2006/main" noGrp="1"/>
          </p:cNvSpPr>
          <p:nvPr/>
        </p:nvSpPr>
        <p:spPr>
          <a:xfrm xmlns:a="http://schemas.openxmlformats.org/drawingml/2006/main">
            <a:off x="1016508"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7A790AC-7018-4E9D-B853-E89D68B65AE1}"/>
              </a:ext>
            </a:extLst>
          </p:cNvPr>
          <p:cNvSpPr>
            <a:spLocks xmlns:a="http://schemas.openxmlformats.org/drawingml/2006/main" noGrp="1"/>
          </p:cNvSpPr>
          <p:nvPr/>
        </p:nvSpPr>
        <p:spPr>
          <a:xfrm xmlns:a="http://schemas.openxmlformats.org/drawingml/2006/main">
            <a:off x="1125474"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DD75847-6161-45F2-A064-4D0305EC49E8}"/>
              </a:ext>
            </a:extLst>
          </p:cNvPr>
          <p:cNvSpPr>
            <a:spLocks xmlns:a="http://schemas.openxmlformats.org/drawingml/2006/main" noGrp="1"/>
          </p:cNvSpPr>
          <p:nvPr/>
        </p:nvSpPr>
        <p:spPr>
          <a:xfrm xmlns:a="http://schemas.openxmlformats.org/drawingml/2006/main">
            <a:off x="1234440" y="2369439"/>
            <a:ext cx="39624" cy="212979"/>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81E8B36-F8F6-4523-AEEC-938ABF06F40E}"/>
              </a:ext>
            </a:extLst>
          </p:cNvPr>
          <p:cNvSpPr>
            <a:spLocks xmlns:a="http://schemas.openxmlformats.org/drawingml/2006/main" noGrp="1"/>
          </p:cNvSpPr>
          <p:nvPr/>
        </p:nvSpPr>
        <p:spPr>
          <a:xfrm xmlns:a="http://schemas.openxmlformats.org/drawingml/2006/main">
            <a:off x="858012" y="2592324"/>
            <a:ext cx="455676" cy="3962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2BBFCC-A316-4651-A0AC-63F18C7FFFCC}"/>
              </a:ext>
            </a:extLst>
          </p:cNvPr>
          <p:cNvSpPr>
            <a:spLocks xmlns:a="http://schemas.openxmlformats.org/drawingml/2006/main" noGrp="1"/>
          </p:cNvSpPr>
          <p:nvPr/>
        </p:nvSpPr>
        <p:spPr>
          <a:xfrm xmlns:a="http://schemas.openxmlformats.org/drawingml/2006/main">
            <a:off x="147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defRPr sz="1425" b="1">
                <a:solidFill>
                  <a:srgbClr val="2846A0"/>
                </a:solidFill>
                <a:latin typeface="Aptos"/>
                <a:ea typeface="Aptos"/>
                <a:cs typeface="Aptos"/>
              </a:defRPr>
            </a:lvl1pPr>
            <a:lvl2pPr algn="l">
              <a:defRPr sz="1425" b="1">
                <a:solidFill>
                  <a:srgbClr val="2846A0"/>
                </a:solidFill>
                <a:latin typeface="Aptos"/>
                <a:ea typeface="Aptos"/>
                <a:cs typeface="Aptos"/>
              </a:defRPr>
            </a:lvl2pPr>
            <a:lvl3pPr algn="l">
              <a:defRPr sz="1425" b="1">
                <a:solidFill>
                  <a:srgbClr val="2846A0"/>
                </a:solidFill>
                <a:latin typeface="Aptos"/>
                <a:ea typeface="Aptos"/>
                <a:cs typeface="Aptos"/>
              </a:defRPr>
            </a:lvl3pPr>
            <a:lvl4pPr algn="l">
              <a:defRPr sz="1425" b="1">
                <a:solidFill>
                  <a:srgbClr val="2846A0"/>
                </a:solidFill>
                <a:latin typeface="Aptos"/>
                <a:ea typeface="Aptos"/>
                <a:cs typeface="Aptos"/>
              </a:defRPr>
            </a:lvl4pPr>
            <a:lvl5pPr algn="l">
              <a:defRPr sz="1425" b="1">
                <a:solidFill>
                  <a:srgbClr val="2846A0"/>
                </a:solidFill>
                <a:latin typeface="Aptos"/>
                <a:ea typeface="Aptos"/>
                <a:cs typeface="Aptos"/>
              </a:defRPr>
            </a:lvl5pPr>
            <a:lvl6pPr algn="l">
              <a:defRPr sz="1425" b="1">
                <a:solidFill>
                  <a:srgbClr val="2846A0"/>
                </a:solidFill>
                <a:latin typeface="Aptos"/>
                <a:ea typeface="Aptos"/>
                <a:cs typeface="Aptos"/>
              </a:defRPr>
            </a:lvl6pPr>
            <a:lvl7pPr algn="l">
              <a:defRPr sz="1425" b="1">
                <a:solidFill>
                  <a:srgbClr val="2846A0"/>
                </a:solidFill>
                <a:latin typeface="Aptos"/>
                <a:ea typeface="Aptos"/>
                <a:cs typeface="Aptos"/>
              </a:defRPr>
            </a:lvl7pPr>
            <a:lvl8pPr algn="l">
              <a:defRPr sz="1425" b="1">
                <a:solidFill>
                  <a:srgbClr val="2846A0"/>
                </a:solidFill>
                <a:latin typeface="Aptos"/>
                <a:ea typeface="Aptos"/>
                <a:cs typeface="Aptos"/>
              </a:defRPr>
            </a:lvl8pPr>
            <a:lvl9pPr algn="l">
              <a:defRPr sz="1425" b="1">
                <a:solidFill>
                  <a:srgbClr val="2846A0"/>
                </a:solidFill>
                <a:latin typeface="Aptos"/>
                <a:ea typeface="Aptos"/>
                <a:cs typeface="Aptos"/>
              </a:defRPr>
            </a:lvl9pPr>
          </a:lstStyle>
          <a:p xmlns:a="http://schemas.openxmlformats.org/drawingml/2006/main">
            <a:pPr algn="l">
              <a:defRPr sz="1425" b="1">
                <a:solidFill>
                  <a:srgbClr val="2846A0"/>
                </a:solidFill>
                <a:latin typeface="Aptos"/>
                <a:ea typeface="Aptos"/>
                <a:cs typeface="Aptos"/>
              </a:defRPr>
            </a:pPr>
            <a:r>
              <a:rPr sz="1425" b="1">
                <a:solidFill>
                  <a:srgbClr val="2846A0"/>
                </a:solidFill>
                <a:latin typeface="Aptos"/>
                <a:ea typeface="Aptos"/>
                <a:cs typeface="Aptos"/>
              </a:rPr>
              <a:t>Emisor · Mac</a:t>
            </a:r>
          </a:p>
        </p:txBody>
      </p:sp>
      <p:sp>
        <p:nvSpPr>
          <p:cNvPr id="17" name="">
            <a:extLst xmlns:a="http://schemas.openxmlformats.org/drawingml/2006/main">
              <a:ext uri="{FF2B5EF4-FFF2-40B4-BE49-F238E27FC236}">
                <a16:creationId xmlns:a16="http://schemas.microsoft.com/office/drawing/2014/main" id="{197E2832-2650-4D60-985A-266B1C7FE2EC}"/>
              </a:ext>
            </a:extLst>
          </p:cNvPr>
          <p:cNvSpPr>
            <a:spLocks xmlns:a="http://schemas.openxmlformats.org/drawingml/2006/main" noGrp="1"/>
          </p:cNvSpPr>
          <p:nvPr/>
        </p:nvSpPr>
        <p:spPr>
          <a:xfrm xmlns:a="http://schemas.openxmlformats.org/drawingml/2006/main">
            <a:off x="147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La institución firma la credencial.</a:t>
            </a:r>
          </a:p>
        </p:txBody>
      </p:sp>
      <p:sp>
        <p:nvSpPr>
          <p:cNvPr id="18" name="">
            <a:extLst xmlns:a="http://schemas.openxmlformats.org/drawingml/2006/main">
              <a:ext uri="{FF2B5EF4-FFF2-40B4-BE49-F238E27FC236}">
                <a16:creationId xmlns:a16="http://schemas.microsoft.com/office/drawing/2014/main" id="{39D27C77-2481-4ED4-A41C-9F78E70070D2}"/>
              </a:ext>
            </a:extLst>
          </p:cNvPr>
          <p:cNvSpPr>
            <a:spLocks xmlns:a="http://schemas.openxmlformats.org/drawingml/2006/main" noGrp="1"/>
          </p:cNvSpPr>
          <p:nvPr/>
        </p:nvSpPr>
        <p:spPr>
          <a:xfrm xmlns:a="http://schemas.openxmlformats.org/drawingml/2006/main">
            <a:off x="4476750" y="1714500"/>
            <a:ext cx="32861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9" name="">
            <a:extLst xmlns:a="http://schemas.openxmlformats.org/drawingml/2006/main">
              <a:ext uri="{FF2B5EF4-FFF2-40B4-BE49-F238E27FC236}">
                <a16:creationId xmlns:a16="http://schemas.microsoft.com/office/drawing/2014/main" id="{B120662B-77C7-4DC7-B746-3E4DAE97D216}"/>
              </a:ext>
            </a:extLst>
          </p:cNvPr>
          <p:cNvSpPr>
            <a:spLocks xmlns:a="http://schemas.openxmlformats.org/drawingml/2006/main" noGrp="1"/>
          </p:cNvSpPr>
          <p:nvPr/>
        </p:nvSpPr>
        <p:spPr>
          <a:xfrm xmlns:a="http://schemas.openxmlformats.org/drawingml/2006/main">
            <a:off x="4476750" y="1714500"/>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E304CC-5214-4A98-9946-D74E6BC9E971}"/>
              </a:ext>
            </a:extLst>
          </p:cNvPr>
          <p:cNvSpPr>
            <a:spLocks xmlns:a="http://schemas.openxmlformats.org/drawingml/2006/main" noGrp="1"/>
          </p:cNvSpPr>
          <p:nvPr/>
        </p:nvSpPr>
        <p:spPr>
          <a:xfrm xmlns:a="http://schemas.openxmlformats.org/drawingml/2006/main">
            <a:off x="4816602" y="2201037"/>
            <a:ext cx="158496"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58A526-3130-41BC-B0D1-58B306BD1179}"/>
              </a:ext>
            </a:extLst>
          </p:cNvPr>
          <p:cNvSpPr>
            <a:spLocks xmlns:a="http://schemas.openxmlformats.org/drawingml/2006/main" noGrp="1"/>
          </p:cNvSpPr>
          <p:nvPr/>
        </p:nvSpPr>
        <p:spPr>
          <a:xfrm xmlns:a="http://schemas.openxmlformats.org/drawingml/2006/main">
            <a:off x="4712589" y="2389251"/>
            <a:ext cx="366522" cy="25755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9D8D97-1D31-4A55-9EAB-EE3014725805}"/>
              </a:ext>
            </a:extLst>
          </p:cNvPr>
          <p:cNvSpPr>
            <a:spLocks xmlns:a="http://schemas.openxmlformats.org/drawingml/2006/main" noGrp="1"/>
          </p:cNvSpPr>
          <p:nvPr/>
        </p:nvSpPr>
        <p:spPr>
          <a:xfrm xmlns:a="http://schemas.openxmlformats.org/drawingml/2006/main">
            <a:off x="5286375" y="1885950"/>
            <a:ext cx="2314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defRPr sz="1425" b="1">
                <a:solidFill>
                  <a:srgbClr val="22B8A8"/>
                </a:solidFill>
                <a:latin typeface="Aptos"/>
                <a:ea typeface="Aptos"/>
                <a:cs typeface="Aptos"/>
              </a:defRPr>
            </a:lvl1pPr>
            <a:lvl2pPr algn="l">
              <a:defRPr sz="1425" b="1">
                <a:solidFill>
                  <a:srgbClr val="22B8A8"/>
                </a:solidFill>
                <a:latin typeface="Aptos"/>
                <a:ea typeface="Aptos"/>
                <a:cs typeface="Aptos"/>
              </a:defRPr>
            </a:lvl2pPr>
            <a:lvl3pPr algn="l">
              <a:defRPr sz="1425" b="1">
                <a:solidFill>
                  <a:srgbClr val="22B8A8"/>
                </a:solidFill>
                <a:latin typeface="Aptos"/>
                <a:ea typeface="Aptos"/>
                <a:cs typeface="Aptos"/>
              </a:defRPr>
            </a:lvl3pPr>
            <a:lvl4pPr algn="l">
              <a:defRPr sz="1425" b="1">
                <a:solidFill>
                  <a:srgbClr val="22B8A8"/>
                </a:solidFill>
                <a:latin typeface="Aptos"/>
                <a:ea typeface="Aptos"/>
                <a:cs typeface="Aptos"/>
              </a:defRPr>
            </a:lvl4pPr>
            <a:lvl5pPr algn="l">
              <a:defRPr sz="1425" b="1">
                <a:solidFill>
                  <a:srgbClr val="22B8A8"/>
                </a:solidFill>
                <a:latin typeface="Aptos"/>
                <a:ea typeface="Aptos"/>
                <a:cs typeface="Aptos"/>
              </a:defRPr>
            </a:lvl5pPr>
            <a:lvl6pPr algn="l">
              <a:defRPr sz="1425" b="1">
                <a:solidFill>
                  <a:srgbClr val="22B8A8"/>
                </a:solidFill>
                <a:latin typeface="Aptos"/>
                <a:ea typeface="Aptos"/>
                <a:cs typeface="Aptos"/>
              </a:defRPr>
            </a:lvl6pPr>
            <a:lvl7pPr algn="l">
              <a:defRPr sz="1425" b="1">
                <a:solidFill>
                  <a:srgbClr val="22B8A8"/>
                </a:solidFill>
                <a:latin typeface="Aptos"/>
                <a:ea typeface="Aptos"/>
                <a:cs typeface="Aptos"/>
              </a:defRPr>
            </a:lvl7pPr>
            <a:lvl8pPr algn="l">
              <a:defRPr sz="1425" b="1">
                <a:solidFill>
                  <a:srgbClr val="22B8A8"/>
                </a:solidFill>
                <a:latin typeface="Aptos"/>
                <a:ea typeface="Aptos"/>
                <a:cs typeface="Aptos"/>
              </a:defRPr>
            </a:lvl8pPr>
            <a:lvl9pPr algn="l">
              <a:defRPr sz="1425" b="1">
                <a:solidFill>
                  <a:srgbClr val="22B8A8"/>
                </a:solidFill>
                <a:latin typeface="Aptos"/>
                <a:ea typeface="Aptos"/>
                <a:cs typeface="Aptos"/>
              </a:defRPr>
            </a:lvl9pPr>
          </a:lstStyle>
          <a:p xmlns:a="http://schemas.openxmlformats.org/drawingml/2006/main">
            <a:pPr algn="l">
              <a:defRPr sz="1425" b="1">
                <a:solidFill>
                  <a:srgbClr val="22B8A8"/>
                </a:solidFill>
                <a:latin typeface="Aptos"/>
                <a:ea typeface="Aptos"/>
                <a:cs typeface="Aptos"/>
              </a:defRPr>
            </a:pPr>
            <a:r>
              <a:rPr sz="1425" b="1">
                <a:solidFill>
                  <a:srgbClr val="22B8A8"/>
                </a:solidFill>
                <a:latin typeface="Aptos"/>
                <a:ea typeface="Aptos"/>
                <a:cs typeface="Aptos"/>
              </a:rPr>
              <a:t>Billetera · Android</a:t>
            </a:r>
          </a:p>
        </p:txBody>
      </p:sp>
      <p:sp>
        <p:nvSpPr>
          <p:cNvPr id="23" name="">
            <a:extLst xmlns:a="http://schemas.openxmlformats.org/drawingml/2006/main">
              <a:ext uri="{FF2B5EF4-FFF2-40B4-BE49-F238E27FC236}">
                <a16:creationId xmlns:a16="http://schemas.microsoft.com/office/drawing/2014/main" id="{37709DBC-344B-4140-AC60-4F73EB63B8DA}"/>
              </a:ext>
            </a:extLst>
          </p:cNvPr>
          <p:cNvSpPr>
            <a:spLocks xmlns:a="http://schemas.openxmlformats.org/drawingml/2006/main" noGrp="1"/>
          </p:cNvSpPr>
          <p:nvPr/>
        </p:nvSpPr>
        <p:spPr>
          <a:xfrm xmlns:a="http://schemas.openxmlformats.org/drawingml/2006/main">
            <a:off x="5286375" y="2190750"/>
            <a:ext cx="23145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El estudiante conserva la clave.</a:t>
            </a:r>
          </a:p>
        </p:txBody>
      </p:sp>
      <p:sp>
        <p:nvSpPr>
          <p:cNvPr id="24" name="">
            <a:extLst xmlns:a="http://schemas.openxmlformats.org/drawingml/2006/main">
              <a:ext uri="{FF2B5EF4-FFF2-40B4-BE49-F238E27FC236}">
                <a16:creationId xmlns:a16="http://schemas.microsoft.com/office/drawing/2014/main" id="{B661886B-3844-42B7-B1E3-74C1346B5E32}"/>
              </a:ext>
            </a:extLst>
          </p:cNvPr>
          <p:cNvSpPr>
            <a:spLocks xmlns:a="http://schemas.openxmlformats.org/drawingml/2006/main" noGrp="1"/>
          </p:cNvSpPr>
          <p:nvPr/>
        </p:nvSpPr>
        <p:spPr>
          <a:xfrm xmlns:a="http://schemas.openxmlformats.org/drawingml/2006/main">
            <a:off x="8286750" y="1714500"/>
            <a:ext cx="3238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25" name="">
            <a:extLst xmlns:a="http://schemas.openxmlformats.org/drawingml/2006/main">
              <a:ext uri="{FF2B5EF4-FFF2-40B4-BE49-F238E27FC236}">
                <a16:creationId xmlns:a16="http://schemas.microsoft.com/office/drawing/2014/main" id="{432A562C-711F-48E0-BE5B-0DD83F5CF15E}"/>
              </a:ext>
            </a:extLst>
          </p:cNvPr>
          <p:cNvSpPr>
            <a:spLocks xmlns:a="http://schemas.openxmlformats.org/drawingml/2006/main" noGrp="1"/>
          </p:cNvSpPr>
          <p:nvPr/>
        </p:nvSpPr>
        <p:spPr>
          <a:xfrm xmlns:a="http://schemas.openxmlformats.org/drawingml/2006/main">
            <a:off x="8286750" y="1714500"/>
            <a:ext cx="76200" cy="142875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8AFD9DA-067E-46E6-89D9-8DD34093402B}"/>
              </a:ext>
            </a:extLst>
          </p:cNvPr>
          <p:cNvSpPr>
            <a:spLocks xmlns:a="http://schemas.openxmlformats.org/drawingml/2006/main" noGrp="1"/>
          </p:cNvSpPr>
          <p:nvPr/>
        </p:nvSpPr>
        <p:spPr>
          <a:xfrm xmlns:a="http://schemas.openxmlformats.org/drawingml/2006/main">
            <a:off x="8478012" y="2196084"/>
            <a:ext cx="307086" cy="307086"/>
          </a:xfrm>
          <a:prstGeom xmlns:a="http://schemas.openxmlformats.org/drawingml/2006/main" prst="ellipse">
            <a:avLst/>
          </a:prstGeom>
          <a:noFill xmlns:a="http://schemas.openxmlformats.org/drawingml/2006/main"/>
          <a:ln xmlns:a="http://schemas.openxmlformats.org/drawingml/2006/main" w="54483">
            <a:solidFill>
              <a:srgbClr val="F2B544"/>
            </a:solidFill>
            <a:prstDash val="solid"/>
          </a:ln>
        </p:spPr>
      </p:sp>
      <p:sp>
        <p:nvSpPr>
          <p:cNvPr id="27" name="">
            <a:extLst xmlns:a="http://schemas.openxmlformats.org/drawingml/2006/main">
              <a:ext uri="{FF2B5EF4-FFF2-40B4-BE49-F238E27FC236}">
                <a16:creationId xmlns:a16="http://schemas.microsoft.com/office/drawing/2014/main" id="{A9AE5FD3-8697-44CF-A3B5-724B35F5013B}"/>
              </a:ext>
            </a:extLst>
          </p:cNvPr>
          <p:cNvSpPr>
            <a:spLocks xmlns:a="http://schemas.openxmlformats.org/drawingml/2006/main" noGrp="1"/>
          </p:cNvSpPr>
          <p:nvPr/>
        </p:nvSpPr>
        <p:spPr>
          <a:xfrm xmlns:a="http://schemas.openxmlformats.org/drawingml/2006/main">
            <a:off x="8740521" y="2463546"/>
            <a:ext cx="208026" cy="59436"/>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03DE3F3C-4B49-4311-9E61-BE38D8D7484D}"/>
              </a:ext>
            </a:extLst>
          </p:cNvPr>
          <p:cNvSpPr>
            <a:spLocks xmlns:a="http://schemas.openxmlformats.org/drawingml/2006/main" noGrp="1"/>
          </p:cNvSpPr>
          <p:nvPr/>
        </p:nvSpPr>
        <p:spPr>
          <a:xfrm xmlns:a="http://schemas.openxmlformats.org/drawingml/2006/main">
            <a:off x="9096375" y="18859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defRPr sz="1425" b="1">
                <a:solidFill>
                  <a:srgbClr val="F2B544"/>
                </a:solidFill>
                <a:latin typeface="Aptos"/>
                <a:ea typeface="Aptos"/>
                <a:cs typeface="Aptos"/>
              </a:defRPr>
            </a:lvl1pPr>
            <a:lvl2pPr algn="l">
              <a:defRPr sz="1425" b="1">
                <a:solidFill>
                  <a:srgbClr val="F2B544"/>
                </a:solidFill>
                <a:latin typeface="Aptos"/>
                <a:ea typeface="Aptos"/>
                <a:cs typeface="Aptos"/>
              </a:defRPr>
            </a:lvl2pPr>
            <a:lvl3pPr algn="l">
              <a:defRPr sz="1425" b="1">
                <a:solidFill>
                  <a:srgbClr val="F2B544"/>
                </a:solidFill>
                <a:latin typeface="Aptos"/>
                <a:ea typeface="Aptos"/>
                <a:cs typeface="Aptos"/>
              </a:defRPr>
            </a:lvl3pPr>
            <a:lvl4pPr algn="l">
              <a:defRPr sz="1425" b="1">
                <a:solidFill>
                  <a:srgbClr val="F2B544"/>
                </a:solidFill>
                <a:latin typeface="Aptos"/>
                <a:ea typeface="Aptos"/>
                <a:cs typeface="Aptos"/>
              </a:defRPr>
            </a:lvl4pPr>
            <a:lvl5pPr algn="l">
              <a:defRPr sz="1425" b="1">
                <a:solidFill>
                  <a:srgbClr val="F2B544"/>
                </a:solidFill>
                <a:latin typeface="Aptos"/>
                <a:ea typeface="Aptos"/>
                <a:cs typeface="Aptos"/>
              </a:defRPr>
            </a:lvl5pPr>
            <a:lvl6pPr algn="l">
              <a:defRPr sz="1425" b="1">
                <a:solidFill>
                  <a:srgbClr val="F2B544"/>
                </a:solidFill>
                <a:latin typeface="Aptos"/>
                <a:ea typeface="Aptos"/>
                <a:cs typeface="Aptos"/>
              </a:defRPr>
            </a:lvl6pPr>
            <a:lvl7pPr algn="l">
              <a:defRPr sz="1425" b="1">
                <a:solidFill>
                  <a:srgbClr val="F2B544"/>
                </a:solidFill>
                <a:latin typeface="Aptos"/>
                <a:ea typeface="Aptos"/>
                <a:cs typeface="Aptos"/>
              </a:defRPr>
            </a:lvl7pPr>
            <a:lvl8pPr algn="l">
              <a:defRPr sz="1425" b="1">
                <a:solidFill>
                  <a:srgbClr val="F2B544"/>
                </a:solidFill>
                <a:latin typeface="Aptos"/>
                <a:ea typeface="Aptos"/>
                <a:cs typeface="Aptos"/>
              </a:defRPr>
            </a:lvl8pPr>
            <a:lvl9pPr algn="l">
              <a:defRPr sz="1425" b="1">
                <a:solidFill>
                  <a:srgbClr val="F2B544"/>
                </a:solidFill>
                <a:latin typeface="Aptos"/>
                <a:ea typeface="Aptos"/>
                <a:cs typeface="Aptos"/>
              </a:defRPr>
            </a:lvl9pPr>
          </a:lstStyle>
          <a:p xmlns:a="http://schemas.openxmlformats.org/drawingml/2006/main">
            <a:pPr algn="l">
              <a:defRPr sz="1425" b="1">
                <a:solidFill>
                  <a:srgbClr val="F2B544"/>
                </a:solidFill>
                <a:latin typeface="Aptos"/>
                <a:ea typeface="Aptos"/>
                <a:cs typeface="Aptos"/>
              </a:defRPr>
            </a:pPr>
            <a:r>
              <a:rPr sz="1425" b="1">
                <a:solidFill>
                  <a:srgbClr val="F2B544"/>
                </a:solidFill>
                <a:latin typeface="Aptos"/>
                <a:ea typeface="Aptos"/>
                <a:cs typeface="Aptos"/>
              </a:rPr>
              <a:t>Verificador · API</a:t>
            </a:r>
          </a:p>
        </p:txBody>
      </p:sp>
      <p:sp>
        <p:nvSpPr>
          <p:cNvPr id="29" name="">
            <a:extLst xmlns:a="http://schemas.openxmlformats.org/drawingml/2006/main">
              <a:ext uri="{FF2B5EF4-FFF2-40B4-BE49-F238E27FC236}">
                <a16:creationId xmlns:a16="http://schemas.microsoft.com/office/drawing/2014/main" id="{7C393653-28CE-4B3F-ADFE-7BB85B6BCF30}"/>
              </a:ext>
            </a:extLst>
          </p:cNvPr>
          <p:cNvSpPr>
            <a:spLocks xmlns:a="http://schemas.openxmlformats.org/drawingml/2006/main" noGrp="1"/>
          </p:cNvSpPr>
          <p:nvPr/>
        </p:nvSpPr>
        <p:spPr>
          <a:xfrm xmlns:a="http://schemas.openxmlformats.org/drawingml/2006/main">
            <a:off x="9096375" y="21907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La persona consulta firma y estado.</a:t>
            </a:r>
          </a:p>
        </p:txBody>
      </p:sp>
      <p:sp>
        <p:nvSpPr>
          <p:cNvPr id="30" name="">
            <a:extLst xmlns:a="http://schemas.openxmlformats.org/drawingml/2006/main">
              <a:ext uri="{FF2B5EF4-FFF2-40B4-BE49-F238E27FC236}">
                <a16:creationId xmlns:a16="http://schemas.microsoft.com/office/drawing/2014/main" id="{6DF5DD8E-1E4A-4B23-9B37-B2612DBEA0D9}"/>
              </a:ext>
            </a:extLst>
          </p:cNvPr>
          <p:cNvSpPr>
            <a:spLocks xmlns:a="http://schemas.openxmlformats.org/drawingml/2006/main" noGrp="1"/>
          </p:cNvSpPr>
          <p:nvPr/>
        </p:nvSpPr>
        <p:spPr>
          <a:xfrm xmlns:a="http://schemas.openxmlformats.org/drawingml/2006/main" flipV="0">
            <a:off x="3952875" y="2428875"/>
            <a:ext cx="52387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31" name="">
            <a:extLst xmlns:a="http://schemas.openxmlformats.org/drawingml/2006/main">
              <a:ext uri="{FF2B5EF4-FFF2-40B4-BE49-F238E27FC236}">
                <a16:creationId xmlns:a16="http://schemas.microsoft.com/office/drawing/2014/main" id="{6DF161C1-9C9C-46E2-993C-7457AF7AC102}"/>
              </a:ext>
            </a:extLst>
          </p:cNvPr>
          <p:cNvSpPr>
            <a:spLocks xmlns:a="http://schemas.openxmlformats.org/drawingml/2006/main" noGrp="1"/>
          </p:cNvSpPr>
          <p:nvPr/>
        </p:nvSpPr>
        <p:spPr>
          <a:xfrm xmlns:a="http://schemas.openxmlformats.org/drawingml/2006/main" flipV="0">
            <a:off x="7762875" y="2428875"/>
            <a:ext cx="523875" cy="95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32" name="">
            <a:extLst xmlns:a="http://schemas.openxmlformats.org/drawingml/2006/main">
              <a:ext uri="{FF2B5EF4-FFF2-40B4-BE49-F238E27FC236}">
                <a16:creationId xmlns:a16="http://schemas.microsoft.com/office/drawing/2014/main" id="{CE6A382E-E6D3-431A-B7AF-1839858D4234}"/>
              </a:ext>
            </a:extLst>
          </p:cNvPr>
          <p:cNvSpPr>
            <a:spLocks xmlns:a="http://schemas.openxmlformats.org/drawingml/2006/main" noGrp="1"/>
          </p:cNvSpPr>
          <p:nvPr/>
        </p:nvSpPr>
        <p:spPr>
          <a:xfrm xmlns:a="http://schemas.openxmlformats.org/drawingml/2006/main">
            <a:off x="742950" y="3600450"/>
            <a:ext cx="50006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CE3ED"/>
            </a:solidFill>
            <a:prstDash val="solid"/>
          </a:ln>
        </p:spPr>
      </p:sp>
      <p:sp>
        <p:nvSpPr>
          <p:cNvPr id="33" name="">
            <a:extLst xmlns:a="http://schemas.openxmlformats.org/drawingml/2006/main">
              <a:ext uri="{FF2B5EF4-FFF2-40B4-BE49-F238E27FC236}">
                <a16:creationId xmlns:a16="http://schemas.microsoft.com/office/drawing/2014/main" id="{32E772F0-3525-4FE7-A779-071116BF04C9}"/>
              </a:ext>
            </a:extLst>
          </p:cNvPr>
          <p:cNvSpPr>
            <a:spLocks xmlns:a="http://schemas.openxmlformats.org/drawingml/2006/main" noGrp="1"/>
          </p:cNvSpPr>
          <p:nvPr/>
        </p:nvSpPr>
        <p:spPr>
          <a:xfrm xmlns:a="http://schemas.openxmlformats.org/drawingml/2006/main">
            <a:off x="1000125" y="3790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defRPr sz="1350" b="1">
                <a:solidFill>
                  <a:srgbClr val="172554"/>
                </a:solidFill>
                <a:latin typeface="Aptos"/>
                <a:ea typeface="Aptos"/>
                <a:cs typeface="Aptos"/>
              </a:defRPr>
            </a:lvl1pPr>
            <a:lvl2pPr algn="l">
              <a:defRPr sz="1350" b="1">
                <a:solidFill>
                  <a:srgbClr val="172554"/>
                </a:solidFill>
                <a:latin typeface="Aptos"/>
                <a:ea typeface="Aptos"/>
                <a:cs typeface="Aptos"/>
              </a:defRPr>
            </a:lvl2pPr>
            <a:lvl3pPr algn="l">
              <a:defRPr sz="1350" b="1">
                <a:solidFill>
                  <a:srgbClr val="172554"/>
                </a:solidFill>
                <a:latin typeface="Aptos"/>
                <a:ea typeface="Aptos"/>
                <a:cs typeface="Aptos"/>
              </a:defRPr>
            </a:lvl3pPr>
            <a:lvl4pPr algn="l">
              <a:defRPr sz="1350" b="1">
                <a:solidFill>
                  <a:srgbClr val="172554"/>
                </a:solidFill>
                <a:latin typeface="Aptos"/>
                <a:ea typeface="Aptos"/>
                <a:cs typeface="Aptos"/>
              </a:defRPr>
            </a:lvl4pPr>
            <a:lvl5pPr algn="l">
              <a:defRPr sz="1350" b="1">
                <a:solidFill>
                  <a:srgbClr val="172554"/>
                </a:solidFill>
                <a:latin typeface="Aptos"/>
                <a:ea typeface="Aptos"/>
                <a:cs typeface="Aptos"/>
              </a:defRPr>
            </a:lvl5pPr>
            <a:lvl6pPr algn="l">
              <a:defRPr sz="1350" b="1">
                <a:solidFill>
                  <a:srgbClr val="172554"/>
                </a:solidFill>
                <a:latin typeface="Aptos"/>
                <a:ea typeface="Aptos"/>
                <a:cs typeface="Aptos"/>
              </a:defRPr>
            </a:lvl6pPr>
            <a:lvl7pPr algn="l">
              <a:defRPr sz="1350" b="1">
                <a:solidFill>
                  <a:srgbClr val="172554"/>
                </a:solidFill>
                <a:latin typeface="Aptos"/>
                <a:ea typeface="Aptos"/>
                <a:cs typeface="Aptos"/>
              </a:defRPr>
            </a:lvl7pPr>
            <a:lvl8pPr algn="l">
              <a:defRPr sz="1350" b="1">
                <a:solidFill>
                  <a:srgbClr val="172554"/>
                </a:solidFill>
                <a:latin typeface="Aptos"/>
                <a:ea typeface="Aptos"/>
                <a:cs typeface="Aptos"/>
              </a:defRPr>
            </a:lvl8pPr>
            <a:lvl9pPr algn="l">
              <a:defRPr sz="1350" b="1">
                <a:solidFill>
                  <a:srgbClr val="172554"/>
                </a:solidFill>
                <a:latin typeface="Aptos"/>
                <a:ea typeface="Aptos"/>
                <a:cs typeface="Aptos"/>
              </a:defRPr>
            </a:lvl9pPr>
          </a:lstStyle>
          <a:p xmlns:a="http://schemas.openxmlformats.org/drawingml/2006/main">
            <a:pPr algn="l">
              <a:defRPr sz="1350" b="1">
                <a:solidFill>
                  <a:srgbClr val="172554"/>
                </a:solidFill>
                <a:latin typeface="Aptos"/>
                <a:ea typeface="Aptos"/>
                <a:cs typeface="Aptos"/>
              </a:defRPr>
            </a:pPr>
            <a:r>
              <a:rPr sz="1350" b="1">
                <a:solidFill>
                  <a:srgbClr val="172554"/>
                </a:solidFill>
                <a:latin typeface="Aptos"/>
                <a:ea typeface="Aptos"/>
                <a:cs typeface="Aptos"/>
              </a:rPr>
              <a:t>Credencial firmada</a:t>
            </a:r>
          </a:p>
        </p:txBody>
      </p:sp>
      <p:sp>
        <p:nvSpPr>
          <p:cNvPr id="34" name="">
            <a:extLst xmlns:a="http://schemas.openxmlformats.org/drawingml/2006/main">
              <a:ext uri="{FF2B5EF4-FFF2-40B4-BE49-F238E27FC236}">
                <a16:creationId xmlns:a16="http://schemas.microsoft.com/office/drawing/2014/main" id="{3937E2EA-DC89-41B0-9BE5-2972A5132BBD}"/>
              </a:ext>
            </a:extLst>
          </p:cNvPr>
          <p:cNvSpPr>
            <a:spLocks xmlns:a="http://schemas.openxmlformats.org/drawingml/2006/main" noGrp="1"/>
          </p:cNvSpPr>
          <p:nvPr/>
        </p:nvSpPr>
        <p:spPr>
          <a:xfrm xmlns:a="http://schemas.openxmlformats.org/drawingml/2006/main">
            <a:off x="1000125"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33EDC7D-B8E4-4E7B-A7F6-72C6277FE365}"/>
              </a:ext>
            </a:extLst>
          </p:cNvPr>
          <p:cNvSpPr>
            <a:spLocks xmlns:a="http://schemas.openxmlformats.org/drawingml/2006/main" noGrp="1"/>
          </p:cNvSpPr>
          <p:nvPr/>
        </p:nvSpPr>
        <p:spPr>
          <a:xfrm xmlns:a="http://schemas.openxmlformats.org/drawingml/2006/main">
            <a:off x="1266825" y="42005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defRPr sz="1200" b="0">
                <a:solidFill>
                  <a:srgbClr val="182230"/>
                </a:solidFill>
                <a:latin typeface="Aptos"/>
                <a:ea typeface="Aptos"/>
                <a:cs typeface="Aptos"/>
              </a:defRPr>
            </a:lvl1pPr>
            <a:lvl2pPr algn="l">
              <a:defRPr sz="1200" b="0">
                <a:solidFill>
                  <a:srgbClr val="182230"/>
                </a:solidFill>
                <a:latin typeface="Aptos"/>
                <a:ea typeface="Aptos"/>
                <a:cs typeface="Aptos"/>
              </a:defRPr>
            </a:lvl2pPr>
            <a:lvl3pPr algn="l">
              <a:defRPr sz="1200" b="0">
                <a:solidFill>
                  <a:srgbClr val="182230"/>
                </a:solidFill>
                <a:latin typeface="Aptos"/>
                <a:ea typeface="Aptos"/>
                <a:cs typeface="Aptos"/>
              </a:defRPr>
            </a:lvl3pPr>
            <a:lvl4pPr algn="l">
              <a:defRPr sz="1200" b="0">
                <a:solidFill>
                  <a:srgbClr val="182230"/>
                </a:solidFill>
                <a:latin typeface="Aptos"/>
                <a:ea typeface="Aptos"/>
                <a:cs typeface="Aptos"/>
              </a:defRPr>
            </a:lvl4pPr>
            <a:lvl5pPr algn="l">
              <a:defRPr sz="1200" b="0">
                <a:solidFill>
                  <a:srgbClr val="182230"/>
                </a:solidFill>
                <a:latin typeface="Aptos"/>
                <a:ea typeface="Aptos"/>
                <a:cs typeface="Aptos"/>
              </a:defRPr>
            </a:lvl5pPr>
            <a:lvl6pPr algn="l">
              <a:defRPr sz="1200" b="0">
                <a:solidFill>
                  <a:srgbClr val="182230"/>
                </a:solidFill>
                <a:latin typeface="Aptos"/>
                <a:ea typeface="Aptos"/>
                <a:cs typeface="Aptos"/>
              </a:defRPr>
            </a:lvl6pPr>
            <a:lvl7pPr algn="l">
              <a:defRPr sz="1200" b="0">
                <a:solidFill>
                  <a:srgbClr val="182230"/>
                </a:solidFill>
                <a:latin typeface="Aptos"/>
                <a:ea typeface="Aptos"/>
                <a:cs typeface="Aptos"/>
              </a:defRPr>
            </a:lvl7pPr>
            <a:lvl8pPr algn="l">
              <a:defRPr sz="1200" b="0">
                <a:solidFill>
                  <a:srgbClr val="182230"/>
                </a:solidFill>
                <a:latin typeface="Aptos"/>
                <a:ea typeface="Aptos"/>
                <a:cs typeface="Aptos"/>
              </a:defRPr>
            </a:lvl8pPr>
            <a:lvl9pPr algn="l">
              <a:defRPr sz="1200" b="0">
                <a:solidFill>
                  <a:srgbClr val="182230"/>
                </a:solidFill>
                <a:latin typeface="Aptos"/>
                <a:ea typeface="Aptos"/>
                <a:cs typeface="Aptos"/>
              </a:defRPr>
            </a:lvl9pPr>
          </a:lstStyle>
          <a:p xmlns:a="http://schemas.openxmlformats.org/drawingml/2006/main">
            <a:pPr algn="l">
              <a:defRPr sz="1200" b="0">
                <a:solidFill>
                  <a:srgbClr val="182230"/>
                </a:solidFill>
                <a:latin typeface="Aptos"/>
                <a:ea typeface="Aptos"/>
                <a:cs typeface="Aptos"/>
              </a:defRPr>
            </a:pPr>
            <a:r>
              <a:rPr sz="1200" b="0">
                <a:solidFill>
                  <a:srgbClr val="182230"/>
                </a:solidFill>
                <a:latin typeface="Aptos"/>
                <a:ea typeface="Aptos"/>
                <a:cs typeface="Aptos"/>
              </a:rPr>
              <a:t>Claims + firma Ed25519 del emisor</a:t>
            </a:r>
          </a:p>
        </p:txBody>
      </p:sp>
      <p:sp>
        <p:nvSpPr>
          <p:cNvPr id="36" name="">
            <a:extLst xmlns:a="http://schemas.openxmlformats.org/drawingml/2006/main">
              <a:ext uri="{FF2B5EF4-FFF2-40B4-BE49-F238E27FC236}">
                <a16:creationId xmlns:a16="http://schemas.microsoft.com/office/drawing/2014/main" id="{9EF11F8F-630D-4EEA-A509-CF8C9089DD32}"/>
              </a:ext>
            </a:extLst>
          </p:cNvPr>
          <p:cNvSpPr>
            <a:spLocks xmlns:a="http://schemas.openxmlformats.org/drawingml/2006/main" noGrp="1"/>
          </p:cNvSpPr>
          <p:nvPr/>
        </p:nvSpPr>
        <p:spPr>
          <a:xfrm xmlns:a="http://schemas.openxmlformats.org/drawingml/2006/main">
            <a:off x="1000125"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30A1151-0AB8-426D-9E32-07E646797768}"/>
              </a:ext>
            </a:extLst>
          </p:cNvPr>
          <p:cNvSpPr>
            <a:spLocks xmlns:a="http://schemas.openxmlformats.org/drawingml/2006/main" noGrp="1"/>
          </p:cNvSpPr>
          <p:nvPr/>
        </p:nvSpPr>
        <p:spPr>
          <a:xfrm xmlns:a="http://schemas.openxmlformats.org/drawingml/2006/main">
            <a:off x="1266825" y="4657725"/>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182230"/>
                </a:solidFill>
                <a:latin typeface="Aptos"/>
                <a:ea typeface="Aptos"/>
                <a:cs typeface="Aptos"/>
              </a:defRPr>
            </a:defPPr>
            <a:lvl1pPr algn="l">
              <a:defRPr sz="1200" b="0">
                <a:solidFill>
                  <a:srgbClr val="182230"/>
                </a:solidFill>
                <a:latin typeface="Aptos"/>
                <a:ea typeface="Aptos"/>
                <a:cs typeface="Aptos"/>
              </a:defRPr>
            </a:lvl1pPr>
            <a:lvl2pPr algn="l">
              <a:defRPr sz="1200" b="0">
                <a:solidFill>
                  <a:srgbClr val="182230"/>
                </a:solidFill>
                <a:latin typeface="Aptos"/>
                <a:ea typeface="Aptos"/>
                <a:cs typeface="Aptos"/>
              </a:defRPr>
            </a:lvl2pPr>
            <a:lvl3pPr algn="l">
              <a:defRPr sz="1200" b="0">
                <a:solidFill>
                  <a:srgbClr val="182230"/>
                </a:solidFill>
                <a:latin typeface="Aptos"/>
                <a:ea typeface="Aptos"/>
                <a:cs typeface="Aptos"/>
              </a:defRPr>
            </a:lvl3pPr>
            <a:lvl4pPr algn="l">
              <a:defRPr sz="1200" b="0">
                <a:solidFill>
                  <a:srgbClr val="182230"/>
                </a:solidFill>
                <a:latin typeface="Aptos"/>
                <a:ea typeface="Aptos"/>
                <a:cs typeface="Aptos"/>
              </a:defRPr>
            </a:lvl4pPr>
            <a:lvl5pPr algn="l">
              <a:defRPr sz="1200" b="0">
                <a:solidFill>
                  <a:srgbClr val="182230"/>
                </a:solidFill>
                <a:latin typeface="Aptos"/>
                <a:ea typeface="Aptos"/>
                <a:cs typeface="Aptos"/>
              </a:defRPr>
            </a:lvl5pPr>
            <a:lvl6pPr algn="l">
              <a:defRPr sz="1200" b="0">
                <a:solidFill>
                  <a:srgbClr val="182230"/>
                </a:solidFill>
                <a:latin typeface="Aptos"/>
                <a:ea typeface="Aptos"/>
                <a:cs typeface="Aptos"/>
              </a:defRPr>
            </a:lvl6pPr>
            <a:lvl7pPr algn="l">
              <a:defRPr sz="1200" b="0">
                <a:solidFill>
                  <a:srgbClr val="182230"/>
                </a:solidFill>
                <a:latin typeface="Aptos"/>
                <a:ea typeface="Aptos"/>
                <a:cs typeface="Aptos"/>
              </a:defRPr>
            </a:lvl7pPr>
            <a:lvl8pPr algn="l">
              <a:defRPr sz="1200" b="0">
                <a:solidFill>
                  <a:srgbClr val="182230"/>
                </a:solidFill>
                <a:latin typeface="Aptos"/>
                <a:ea typeface="Aptos"/>
                <a:cs typeface="Aptos"/>
              </a:defRPr>
            </a:lvl8pPr>
            <a:lvl9pPr algn="l">
              <a:defRPr sz="1200" b="0">
                <a:solidFill>
                  <a:srgbClr val="182230"/>
                </a:solidFill>
                <a:latin typeface="Aptos"/>
                <a:ea typeface="Aptos"/>
                <a:cs typeface="Aptos"/>
              </a:defRPr>
            </a:lvl9pPr>
          </a:lstStyle>
          <a:p xmlns:a="http://schemas.openxmlformats.org/drawingml/2006/main">
            <a:pPr algn="l">
              <a:defRPr sz="1200" b="0">
                <a:solidFill>
                  <a:srgbClr val="182230"/>
                </a:solidFill>
                <a:latin typeface="Aptos"/>
                <a:ea typeface="Aptos"/>
                <a:cs typeface="Aptos"/>
              </a:defRPr>
            </a:pPr>
            <a:r>
              <a:rPr sz="1200" b="0">
                <a:solidFill>
                  <a:srgbClr val="182230"/>
                </a:solidFill>
                <a:latin typeface="Aptos"/>
                <a:ea typeface="Aptos"/>
                <a:cs typeface="Aptos"/>
              </a:rPr>
              <a:t>La PWA la guarda en IndexedDB</a:t>
            </a:r>
          </a:p>
        </p:txBody>
      </p:sp>
      <p:sp>
        <p:nvSpPr>
          <p:cNvPr id="38" name="">
            <a:extLst xmlns:a="http://schemas.openxmlformats.org/drawingml/2006/main">
              <a:ext uri="{FF2B5EF4-FFF2-40B4-BE49-F238E27FC236}">
                <a16:creationId xmlns:a16="http://schemas.microsoft.com/office/drawing/2014/main" id="{B17B51C5-4D60-4D9A-92AF-F248394F29EE}"/>
              </a:ext>
            </a:extLst>
          </p:cNvPr>
          <p:cNvSpPr>
            <a:spLocks xmlns:a="http://schemas.openxmlformats.org/drawingml/2006/main" noGrp="1"/>
          </p:cNvSpPr>
          <p:nvPr/>
        </p:nvSpPr>
        <p:spPr>
          <a:xfrm xmlns:a="http://schemas.openxmlformats.org/drawingml/2006/main">
            <a:off x="6191250" y="3600450"/>
            <a:ext cx="5257800" cy="1619250"/>
          </a:xfrm>
          <a:prstGeom xmlns:a="http://schemas.openxmlformats.org/drawingml/2006/main" prst="roundRect">
            <a:avLst>
              <a:gd name="adj" fmla="val 4706"/>
            </a:avLst>
          </a:prstGeom>
          <a:solidFill xmlns:a="http://schemas.openxmlformats.org/drawingml/2006/main">
            <a:srgbClr val="17255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8A9EEB9-AF91-423A-8A11-6AC37A64ED99}"/>
              </a:ext>
            </a:extLst>
          </p:cNvPr>
          <p:cNvSpPr>
            <a:spLocks xmlns:a="http://schemas.openxmlformats.org/drawingml/2006/main" noGrp="1"/>
          </p:cNvSpPr>
          <p:nvPr/>
        </p:nvSpPr>
        <p:spPr>
          <a:xfrm xmlns:a="http://schemas.openxmlformats.org/drawingml/2006/main">
            <a:off x="6457950" y="37909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2B8A8"/>
                </a:solidFill>
                <a:latin typeface="Aptos"/>
                <a:ea typeface="Aptos"/>
                <a:cs typeface="Aptos"/>
              </a:defRPr>
            </a:defPPr>
            <a:lvl1pPr algn="l">
              <a:defRPr sz="1350" b="1">
                <a:solidFill>
                  <a:srgbClr val="22B8A8"/>
                </a:solidFill>
                <a:latin typeface="Aptos"/>
                <a:ea typeface="Aptos"/>
                <a:cs typeface="Aptos"/>
              </a:defRPr>
            </a:lvl1pPr>
            <a:lvl2pPr algn="l">
              <a:defRPr sz="1350" b="1">
                <a:solidFill>
                  <a:srgbClr val="22B8A8"/>
                </a:solidFill>
                <a:latin typeface="Aptos"/>
                <a:ea typeface="Aptos"/>
                <a:cs typeface="Aptos"/>
              </a:defRPr>
            </a:lvl2pPr>
            <a:lvl3pPr algn="l">
              <a:defRPr sz="1350" b="1">
                <a:solidFill>
                  <a:srgbClr val="22B8A8"/>
                </a:solidFill>
                <a:latin typeface="Aptos"/>
                <a:ea typeface="Aptos"/>
                <a:cs typeface="Aptos"/>
              </a:defRPr>
            </a:lvl3pPr>
            <a:lvl4pPr algn="l">
              <a:defRPr sz="1350" b="1">
                <a:solidFill>
                  <a:srgbClr val="22B8A8"/>
                </a:solidFill>
                <a:latin typeface="Aptos"/>
                <a:ea typeface="Aptos"/>
                <a:cs typeface="Aptos"/>
              </a:defRPr>
            </a:lvl4pPr>
            <a:lvl5pPr algn="l">
              <a:defRPr sz="1350" b="1">
                <a:solidFill>
                  <a:srgbClr val="22B8A8"/>
                </a:solidFill>
                <a:latin typeface="Aptos"/>
                <a:ea typeface="Aptos"/>
                <a:cs typeface="Aptos"/>
              </a:defRPr>
            </a:lvl5pPr>
            <a:lvl6pPr algn="l">
              <a:defRPr sz="1350" b="1">
                <a:solidFill>
                  <a:srgbClr val="22B8A8"/>
                </a:solidFill>
                <a:latin typeface="Aptos"/>
                <a:ea typeface="Aptos"/>
                <a:cs typeface="Aptos"/>
              </a:defRPr>
            </a:lvl6pPr>
            <a:lvl7pPr algn="l">
              <a:defRPr sz="1350" b="1">
                <a:solidFill>
                  <a:srgbClr val="22B8A8"/>
                </a:solidFill>
                <a:latin typeface="Aptos"/>
                <a:ea typeface="Aptos"/>
                <a:cs typeface="Aptos"/>
              </a:defRPr>
            </a:lvl7pPr>
            <a:lvl8pPr algn="l">
              <a:defRPr sz="1350" b="1">
                <a:solidFill>
                  <a:srgbClr val="22B8A8"/>
                </a:solidFill>
                <a:latin typeface="Aptos"/>
                <a:ea typeface="Aptos"/>
                <a:cs typeface="Aptos"/>
              </a:defRPr>
            </a:lvl8pPr>
            <a:lvl9pPr algn="l">
              <a:defRPr sz="1350" b="1">
                <a:solidFill>
                  <a:srgbClr val="22B8A8"/>
                </a:solidFill>
                <a:latin typeface="Aptos"/>
                <a:ea typeface="Aptos"/>
                <a:cs typeface="Aptos"/>
              </a:defRPr>
            </a:lvl9pPr>
          </a:lstStyle>
          <a:p xmlns:a="http://schemas.openxmlformats.org/drawingml/2006/main">
            <a:pPr algn="l">
              <a:defRPr sz="1350" b="1">
                <a:solidFill>
                  <a:srgbClr val="22B8A8"/>
                </a:solidFill>
                <a:latin typeface="Aptos"/>
                <a:ea typeface="Aptos"/>
                <a:cs typeface="Aptos"/>
              </a:defRPr>
            </a:pPr>
            <a:r>
              <a:rPr sz="1350" b="1">
                <a:solidFill>
                  <a:srgbClr val="22B8A8"/>
                </a:solidFill>
                <a:latin typeface="Aptos"/>
                <a:ea typeface="Aptos"/>
                <a:cs typeface="Aptos"/>
              </a:rPr>
              <a:t>Prueba del titular</a:t>
            </a:r>
          </a:p>
        </p:txBody>
      </p:sp>
      <p:sp>
        <p:nvSpPr>
          <p:cNvPr id="40" name="">
            <a:extLst xmlns:a="http://schemas.openxmlformats.org/drawingml/2006/main">
              <a:ext uri="{FF2B5EF4-FFF2-40B4-BE49-F238E27FC236}">
                <a16:creationId xmlns:a16="http://schemas.microsoft.com/office/drawing/2014/main" id="{ADFABD0B-EE3A-4060-8346-85944DCA5F93}"/>
              </a:ext>
            </a:extLst>
          </p:cNvPr>
          <p:cNvSpPr>
            <a:spLocks xmlns:a="http://schemas.openxmlformats.org/drawingml/2006/main" noGrp="1"/>
          </p:cNvSpPr>
          <p:nvPr/>
        </p:nvSpPr>
        <p:spPr>
          <a:xfrm xmlns:a="http://schemas.openxmlformats.org/drawingml/2006/main">
            <a:off x="6457950" y="42767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B7E4F3-59EA-4A17-B963-7B2CEE8B7B7A}"/>
              </a:ext>
            </a:extLst>
          </p:cNvPr>
          <p:cNvSpPr>
            <a:spLocks xmlns:a="http://schemas.openxmlformats.org/drawingml/2006/main" noGrp="1"/>
          </p:cNvSpPr>
          <p:nvPr/>
        </p:nvSpPr>
        <p:spPr>
          <a:xfrm xmlns:a="http://schemas.openxmlformats.org/drawingml/2006/main">
            <a:off x="6724650" y="42005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defRPr sz="1200" b="0">
                <a:solidFill>
                  <a:srgbClr val="FFFFFF"/>
                </a:solidFill>
                <a:latin typeface="Aptos"/>
                <a:ea typeface="Aptos"/>
                <a:cs typeface="Aptos"/>
              </a:defRPr>
            </a:lvl1pPr>
            <a:lvl2pPr algn="l">
              <a:defRPr sz="1200" b="0">
                <a:solidFill>
                  <a:srgbClr val="FFFFFF"/>
                </a:solidFill>
                <a:latin typeface="Aptos"/>
                <a:ea typeface="Aptos"/>
                <a:cs typeface="Aptos"/>
              </a:defRPr>
            </a:lvl2pPr>
            <a:lvl3pPr algn="l">
              <a:defRPr sz="1200" b="0">
                <a:solidFill>
                  <a:srgbClr val="FFFFFF"/>
                </a:solidFill>
                <a:latin typeface="Aptos"/>
                <a:ea typeface="Aptos"/>
                <a:cs typeface="Aptos"/>
              </a:defRPr>
            </a:lvl3pPr>
            <a:lvl4pPr algn="l">
              <a:defRPr sz="1200" b="0">
                <a:solidFill>
                  <a:srgbClr val="FFFFFF"/>
                </a:solidFill>
                <a:latin typeface="Aptos"/>
                <a:ea typeface="Aptos"/>
                <a:cs typeface="Aptos"/>
              </a:defRPr>
            </a:lvl4pPr>
            <a:lvl5pPr algn="l">
              <a:defRPr sz="1200" b="0">
                <a:solidFill>
                  <a:srgbClr val="FFFFFF"/>
                </a:solidFill>
                <a:latin typeface="Aptos"/>
                <a:ea typeface="Aptos"/>
                <a:cs typeface="Aptos"/>
              </a:defRPr>
            </a:lvl5pPr>
            <a:lvl6pPr algn="l">
              <a:defRPr sz="1200" b="0">
                <a:solidFill>
                  <a:srgbClr val="FFFFFF"/>
                </a:solidFill>
                <a:latin typeface="Aptos"/>
                <a:ea typeface="Aptos"/>
                <a:cs typeface="Aptos"/>
              </a:defRPr>
            </a:lvl6pPr>
            <a:lvl7pPr algn="l">
              <a:defRPr sz="1200" b="0">
                <a:solidFill>
                  <a:srgbClr val="FFFFFF"/>
                </a:solidFill>
                <a:latin typeface="Aptos"/>
                <a:ea typeface="Aptos"/>
                <a:cs typeface="Aptos"/>
              </a:defRPr>
            </a:lvl7pPr>
            <a:lvl8pPr algn="l">
              <a:defRPr sz="1200" b="0">
                <a:solidFill>
                  <a:srgbClr val="FFFFFF"/>
                </a:solidFill>
                <a:latin typeface="Aptos"/>
                <a:ea typeface="Aptos"/>
                <a:cs typeface="Aptos"/>
              </a:defRPr>
            </a:lvl8pPr>
            <a:lvl9pPr algn="l">
              <a:defRPr sz="1200" b="0">
                <a:solidFill>
                  <a:srgbClr val="FFFFFF"/>
                </a:solidFill>
                <a:latin typeface="Aptos"/>
                <a:ea typeface="Aptos"/>
                <a:cs typeface="Aptos"/>
              </a:defRPr>
            </a:lvl9pPr>
          </a:lstStyle>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El teléfono firma el desafío de cada pedido</a:t>
            </a:r>
          </a:p>
        </p:txBody>
      </p:sp>
      <p:sp>
        <p:nvSpPr>
          <p:cNvPr id="42" name="">
            <a:extLst xmlns:a="http://schemas.openxmlformats.org/drawingml/2006/main">
              <a:ext uri="{FF2B5EF4-FFF2-40B4-BE49-F238E27FC236}">
                <a16:creationId xmlns:a16="http://schemas.microsoft.com/office/drawing/2014/main" id="{AF028A92-F468-44A9-8052-B3B6E21BDE9D}"/>
              </a:ext>
            </a:extLst>
          </p:cNvPr>
          <p:cNvSpPr>
            <a:spLocks xmlns:a="http://schemas.openxmlformats.org/drawingml/2006/main" noGrp="1"/>
          </p:cNvSpPr>
          <p:nvPr/>
        </p:nvSpPr>
        <p:spPr>
          <a:xfrm xmlns:a="http://schemas.openxmlformats.org/drawingml/2006/main">
            <a:off x="6457950" y="47339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B82A251-CE3A-4F17-BE48-E395BE3E2C3C}"/>
              </a:ext>
            </a:extLst>
          </p:cNvPr>
          <p:cNvSpPr>
            <a:spLocks xmlns:a="http://schemas.openxmlformats.org/drawingml/2006/main" noGrp="1"/>
          </p:cNvSpPr>
          <p:nvPr/>
        </p:nvSpPr>
        <p:spPr>
          <a:xfrm xmlns:a="http://schemas.openxmlformats.org/drawingml/2006/main">
            <a:off x="6724650" y="4657725"/>
            <a:ext cx="43529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FFFFFF"/>
                </a:solidFill>
                <a:latin typeface="Aptos"/>
                <a:ea typeface="Aptos"/>
                <a:cs typeface="Aptos"/>
              </a:defRPr>
            </a:defPPr>
            <a:lvl1pPr algn="l">
              <a:defRPr sz="1200" b="0">
                <a:solidFill>
                  <a:srgbClr val="FFFFFF"/>
                </a:solidFill>
                <a:latin typeface="Aptos"/>
                <a:ea typeface="Aptos"/>
                <a:cs typeface="Aptos"/>
              </a:defRPr>
            </a:lvl1pPr>
            <a:lvl2pPr algn="l">
              <a:defRPr sz="1200" b="0">
                <a:solidFill>
                  <a:srgbClr val="FFFFFF"/>
                </a:solidFill>
                <a:latin typeface="Aptos"/>
                <a:ea typeface="Aptos"/>
                <a:cs typeface="Aptos"/>
              </a:defRPr>
            </a:lvl2pPr>
            <a:lvl3pPr algn="l">
              <a:defRPr sz="1200" b="0">
                <a:solidFill>
                  <a:srgbClr val="FFFFFF"/>
                </a:solidFill>
                <a:latin typeface="Aptos"/>
                <a:ea typeface="Aptos"/>
                <a:cs typeface="Aptos"/>
              </a:defRPr>
            </a:lvl3pPr>
            <a:lvl4pPr algn="l">
              <a:defRPr sz="1200" b="0">
                <a:solidFill>
                  <a:srgbClr val="FFFFFF"/>
                </a:solidFill>
                <a:latin typeface="Aptos"/>
                <a:ea typeface="Aptos"/>
                <a:cs typeface="Aptos"/>
              </a:defRPr>
            </a:lvl4pPr>
            <a:lvl5pPr algn="l">
              <a:defRPr sz="1200" b="0">
                <a:solidFill>
                  <a:srgbClr val="FFFFFF"/>
                </a:solidFill>
                <a:latin typeface="Aptos"/>
                <a:ea typeface="Aptos"/>
                <a:cs typeface="Aptos"/>
              </a:defRPr>
            </a:lvl5pPr>
            <a:lvl6pPr algn="l">
              <a:defRPr sz="1200" b="0">
                <a:solidFill>
                  <a:srgbClr val="FFFFFF"/>
                </a:solidFill>
                <a:latin typeface="Aptos"/>
                <a:ea typeface="Aptos"/>
                <a:cs typeface="Aptos"/>
              </a:defRPr>
            </a:lvl6pPr>
            <a:lvl7pPr algn="l">
              <a:defRPr sz="1200" b="0">
                <a:solidFill>
                  <a:srgbClr val="FFFFFF"/>
                </a:solidFill>
                <a:latin typeface="Aptos"/>
                <a:ea typeface="Aptos"/>
                <a:cs typeface="Aptos"/>
              </a:defRPr>
            </a:lvl7pPr>
            <a:lvl8pPr algn="l">
              <a:defRPr sz="1200" b="0">
                <a:solidFill>
                  <a:srgbClr val="FFFFFF"/>
                </a:solidFill>
                <a:latin typeface="Aptos"/>
                <a:ea typeface="Aptos"/>
                <a:cs typeface="Aptos"/>
              </a:defRPr>
            </a:lvl8pPr>
            <a:lvl9pPr algn="l">
              <a:defRPr sz="1200" b="0">
                <a:solidFill>
                  <a:srgbClr val="FFFFFF"/>
                </a:solidFill>
                <a:latin typeface="Aptos"/>
                <a:ea typeface="Aptos"/>
                <a:cs typeface="Aptos"/>
              </a:defRPr>
            </a:lvl9pPr>
          </a:lstStyle>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La API verifica la clave vinculada y consulta revocación</a:t>
            </a:r>
          </a:p>
        </p:txBody>
      </p:sp>
      <p:sp>
        <p:nvSpPr>
          <p:cNvPr id="44" name="">
            <a:extLst xmlns:a="http://schemas.openxmlformats.org/drawingml/2006/main">
              <a:ext uri="{FF2B5EF4-FFF2-40B4-BE49-F238E27FC236}">
                <a16:creationId xmlns:a16="http://schemas.microsoft.com/office/drawing/2014/main" id="{6E3F93E8-0B31-44B4-BC8B-DB21F7A2F8F8}"/>
              </a:ext>
            </a:extLst>
          </p:cNvPr>
          <p:cNvSpPr>
            <a:spLocks xmlns:a="http://schemas.openxmlformats.org/drawingml/2006/main" noGrp="1"/>
          </p:cNvSpPr>
          <p:nvPr/>
        </p:nvSpPr>
        <p:spPr>
          <a:xfrm xmlns:a="http://schemas.openxmlformats.org/drawingml/2006/main">
            <a:off x="1381125" y="5467350"/>
            <a:ext cx="9429750" cy="533400"/>
          </a:xfrm>
          <a:prstGeom xmlns:a="http://schemas.openxmlformats.org/drawingml/2006/main" prst="roundRect">
            <a:avLst>
              <a:gd name="adj" fmla="val 14286"/>
            </a:avLst>
          </a:prstGeom>
          <a:solidFill xmlns:a="http://schemas.openxmlformats.org/drawingml/2006/main">
            <a:srgbClr val="FFF2D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D3146DE-32DC-4E04-B8AE-54DA7F94971D}"/>
              </a:ext>
            </a:extLst>
          </p:cNvPr>
          <p:cNvSpPr>
            <a:spLocks xmlns:a="http://schemas.openxmlformats.org/drawingml/2006/main" noGrp="1"/>
          </p:cNvSpPr>
          <p:nvPr/>
        </p:nvSpPr>
        <p:spPr>
          <a:xfrm xmlns:a="http://schemas.openxmlformats.org/drawingml/2006/main">
            <a:off x="1666875" y="5581650"/>
            <a:ext cx="885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defRPr sz="1350" b="1">
                <a:solidFill>
                  <a:srgbClr val="775109"/>
                </a:solidFill>
                <a:latin typeface="Aptos"/>
                <a:ea typeface="Aptos"/>
                <a:cs typeface="Aptos"/>
              </a:defRPr>
            </a:lvl1pPr>
            <a:lvl2pPr algn="ctr">
              <a:defRPr sz="1350" b="1">
                <a:solidFill>
                  <a:srgbClr val="775109"/>
                </a:solidFill>
                <a:latin typeface="Aptos"/>
                <a:ea typeface="Aptos"/>
                <a:cs typeface="Aptos"/>
              </a:defRPr>
            </a:lvl2pPr>
            <a:lvl3pPr algn="ctr">
              <a:defRPr sz="1350" b="1">
                <a:solidFill>
                  <a:srgbClr val="775109"/>
                </a:solidFill>
                <a:latin typeface="Aptos"/>
                <a:ea typeface="Aptos"/>
                <a:cs typeface="Aptos"/>
              </a:defRPr>
            </a:lvl3pPr>
            <a:lvl4pPr algn="ctr">
              <a:defRPr sz="1350" b="1">
                <a:solidFill>
                  <a:srgbClr val="775109"/>
                </a:solidFill>
                <a:latin typeface="Aptos"/>
                <a:ea typeface="Aptos"/>
                <a:cs typeface="Aptos"/>
              </a:defRPr>
            </a:lvl4pPr>
            <a:lvl5pPr algn="ctr">
              <a:defRPr sz="1350" b="1">
                <a:solidFill>
                  <a:srgbClr val="775109"/>
                </a:solidFill>
                <a:latin typeface="Aptos"/>
                <a:ea typeface="Aptos"/>
                <a:cs typeface="Aptos"/>
              </a:defRPr>
            </a:lvl5pPr>
            <a:lvl6pPr algn="ctr">
              <a:defRPr sz="1350" b="1">
                <a:solidFill>
                  <a:srgbClr val="775109"/>
                </a:solidFill>
                <a:latin typeface="Aptos"/>
                <a:ea typeface="Aptos"/>
                <a:cs typeface="Aptos"/>
              </a:defRPr>
            </a:lvl6pPr>
            <a:lvl7pPr algn="ctr">
              <a:defRPr sz="1350" b="1">
                <a:solidFill>
                  <a:srgbClr val="775109"/>
                </a:solidFill>
                <a:latin typeface="Aptos"/>
                <a:ea typeface="Aptos"/>
                <a:cs typeface="Aptos"/>
              </a:defRPr>
            </a:lvl7pPr>
            <a:lvl8pPr algn="ctr">
              <a:defRPr sz="1350" b="1">
                <a:solidFill>
                  <a:srgbClr val="775109"/>
                </a:solidFill>
                <a:latin typeface="Aptos"/>
                <a:ea typeface="Aptos"/>
                <a:cs typeface="Aptos"/>
              </a:defRPr>
            </a:lvl8pPr>
            <a:lvl9pPr algn="ctr">
              <a:defRPr sz="1350" b="1">
                <a:solidFill>
                  <a:srgbClr val="775109"/>
                </a:solidFill>
                <a:latin typeface="Aptos"/>
                <a:ea typeface="Aptos"/>
                <a:cs typeface="Aptos"/>
              </a:defRPr>
            </a:lvl9pPr>
          </a:lstStyle>
          <a:p xmlns:a="http://schemas.openxmlformats.org/drawingml/2006/main">
            <a:pPr algn="ctr">
              <a:defRPr sz="1350" b="1">
                <a:solidFill>
                  <a:srgbClr val="775109"/>
                </a:solidFill>
                <a:latin typeface="Aptos"/>
                <a:ea typeface="Aptos"/>
                <a:cs typeface="Aptos"/>
              </a:defRPr>
            </a:pPr>
            <a:r>
              <a:rPr sz="1350" b="1">
                <a:solidFill>
                  <a:srgbClr val="775109"/>
                </a:solidFill>
                <a:latin typeface="Aptos"/>
                <a:ea typeface="Aptos"/>
                <a:cs typeface="Aptos"/>
              </a:rPr>
              <a:t>La firma da integridad, no cifrado. El prototipo conserva los claims legibles.</a:t>
            </a:r>
          </a:p>
        </p:txBody>
      </p:sp>
    </p:spTree>
    <p:extLst>
      <p:ext uri="{BB962C8B-B14F-4D97-AF65-F5344CB8AC3E}">
        <p14:creationId xmlns:p14="http://schemas.microsoft.com/office/powerpoint/2010/main" val="2051662221"/>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6AA74094-C4CC-46A8-8194-0C0047ECC953}"/>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PROPUESTA</a:t>
            </a:r>
          </a:p>
        </p:txBody>
      </p:sp>
      <p:sp>
        <p:nvSpPr>
          <p:cNvPr id="2" name="">
            <a:extLst xmlns:a="http://schemas.openxmlformats.org/drawingml/2006/main">
              <a:ext uri="{FF2B5EF4-FFF2-40B4-BE49-F238E27FC236}">
                <a16:creationId xmlns:a16="http://schemas.microsoft.com/office/drawing/2014/main" id="{963925E9-DD5F-47DA-B331-33D117337C45}"/>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95905E80-EDCD-4924-97FC-13EBC103550F}"/>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Alcance: un ciclo funcional con límites explícitos</a:t>
            </a:r>
          </a:p>
        </p:txBody>
      </p:sp>
      <p:sp>
        <p:nvSpPr>
          <p:cNvPr id="4" name="">
            <a:extLst xmlns:a="http://schemas.openxmlformats.org/drawingml/2006/main">
              <a:ext uri="{FF2B5EF4-FFF2-40B4-BE49-F238E27FC236}">
                <a16:creationId xmlns:a16="http://schemas.microsoft.com/office/drawing/2014/main" id="{736A6465-2E91-4DCE-9B01-FBEAD882254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A9F32186-F590-4FD3-99C4-ABCF68C2071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85909367-1951-494E-8D46-EA148B78DB8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9B1A3B08-F885-4F37-BB0E-2F4D34D7F462}"/>
              </a:ext>
            </a:extLst>
          </p:cNvPr>
          <p:cNvSpPr>
            <a:spLocks xmlns:a="http://schemas.openxmlformats.org/drawingml/2006/main" noGrp="1"/>
          </p:cNvSpPr>
          <p:nvPr/>
        </p:nvSpPr>
        <p:spPr>
          <a:xfrm xmlns:a="http://schemas.openxmlformats.org/drawingml/2006/main">
            <a:off x="64770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C669F8C8-6E34-442F-A9BC-760324B310C2}"/>
              </a:ext>
            </a:extLst>
          </p:cNvPr>
          <p:cNvSpPr>
            <a:spLocks xmlns:a="http://schemas.openxmlformats.org/drawingml/2006/main" noGrp="1"/>
          </p:cNvSpPr>
          <p:nvPr/>
        </p:nvSpPr>
        <p:spPr>
          <a:xfrm xmlns:a="http://schemas.openxmlformats.org/drawingml/2006/main">
            <a:off x="647700" y="1857375"/>
            <a:ext cx="76200" cy="1714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75E97B1-276F-4E18-A6E6-BEF51B336D1B}"/>
              </a:ext>
            </a:extLst>
          </p:cNvPr>
          <p:cNvSpPr>
            <a:spLocks xmlns:a="http://schemas.openxmlformats.org/drawingml/2006/main" noGrp="1"/>
          </p:cNvSpPr>
          <p:nvPr/>
        </p:nvSpPr>
        <p:spPr>
          <a:xfrm xmlns:a="http://schemas.openxmlformats.org/drawingml/2006/main">
            <a:off x="83820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846A0"/>
                </a:solidFill>
                <a:latin typeface="Aptos"/>
                <a:ea typeface="Aptos"/>
                <a:cs typeface="Aptos"/>
              </a:defRPr>
            </a:defPPr>
            <a:lvl1pPr algn="ctr">
              <a:defRPr sz="1425" b="1">
                <a:solidFill>
                  <a:srgbClr val="2846A0"/>
                </a:solidFill>
                <a:latin typeface="Aptos"/>
                <a:ea typeface="Aptos"/>
                <a:cs typeface="Aptos"/>
              </a:defRPr>
            </a:lvl1pPr>
            <a:lvl2pPr algn="ctr">
              <a:defRPr sz="1425" b="1">
                <a:solidFill>
                  <a:srgbClr val="2846A0"/>
                </a:solidFill>
                <a:latin typeface="Aptos"/>
                <a:ea typeface="Aptos"/>
                <a:cs typeface="Aptos"/>
              </a:defRPr>
            </a:lvl2pPr>
            <a:lvl3pPr algn="ctr">
              <a:defRPr sz="1425" b="1">
                <a:solidFill>
                  <a:srgbClr val="2846A0"/>
                </a:solidFill>
                <a:latin typeface="Aptos"/>
                <a:ea typeface="Aptos"/>
                <a:cs typeface="Aptos"/>
              </a:defRPr>
            </a:lvl3pPr>
            <a:lvl4pPr algn="ctr">
              <a:defRPr sz="1425" b="1">
                <a:solidFill>
                  <a:srgbClr val="2846A0"/>
                </a:solidFill>
                <a:latin typeface="Aptos"/>
                <a:ea typeface="Aptos"/>
                <a:cs typeface="Aptos"/>
              </a:defRPr>
            </a:lvl4pPr>
            <a:lvl5pPr algn="ctr">
              <a:defRPr sz="1425" b="1">
                <a:solidFill>
                  <a:srgbClr val="2846A0"/>
                </a:solidFill>
                <a:latin typeface="Aptos"/>
                <a:ea typeface="Aptos"/>
                <a:cs typeface="Aptos"/>
              </a:defRPr>
            </a:lvl5pPr>
            <a:lvl6pPr algn="ctr">
              <a:defRPr sz="1425" b="1">
                <a:solidFill>
                  <a:srgbClr val="2846A0"/>
                </a:solidFill>
                <a:latin typeface="Aptos"/>
                <a:ea typeface="Aptos"/>
                <a:cs typeface="Aptos"/>
              </a:defRPr>
            </a:lvl6pPr>
            <a:lvl7pPr algn="ctr">
              <a:defRPr sz="1425" b="1">
                <a:solidFill>
                  <a:srgbClr val="2846A0"/>
                </a:solidFill>
                <a:latin typeface="Aptos"/>
                <a:ea typeface="Aptos"/>
                <a:cs typeface="Aptos"/>
              </a:defRPr>
            </a:lvl7pPr>
            <a:lvl8pPr algn="ctr">
              <a:defRPr sz="1425" b="1">
                <a:solidFill>
                  <a:srgbClr val="2846A0"/>
                </a:solidFill>
                <a:latin typeface="Aptos"/>
                <a:ea typeface="Aptos"/>
                <a:cs typeface="Aptos"/>
              </a:defRPr>
            </a:lvl8pPr>
            <a:lvl9pPr algn="ctr">
              <a:defRPr sz="1425" b="1">
                <a:solidFill>
                  <a:srgbClr val="2846A0"/>
                </a:solidFill>
                <a:latin typeface="Aptos"/>
                <a:ea typeface="Aptos"/>
                <a:cs typeface="Aptos"/>
              </a:defRPr>
            </a:lvl9pPr>
          </a:lstStyle>
          <a:p xmlns:a="http://schemas.openxmlformats.org/drawingml/2006/main">
            <a:pPr algn="ctr">
              <a:defRPr sz="1425" b="1">
                <a:solidFill>
                  <a:srgbClr val="2846A0"/>
                </a:solidFill>
                <a:latin typeface="Aptos"/>
                <a:ea typeface="Aptos"/>
                <a:cs typeface="Aptos"/>
              </a:defRPr>
            </a:pPr>
            <a:r>
              <a:rPr sz="1425" b="1">
                <a:solidFill>
                  <a:srgbClr val="2846A0"/>
                </a:solidFill>
                <a:latin typeface="Aptos"/>
                <a:ea typeface="Aptos"/>
                <a:cs typeface="Aptos"/>
              </a:rPr>
              <a:t>Emisión</a:t>
            </a:r>
          </a:p>
        </p:txBody>
      </p:sp>
      <p:sp>
        <p:nvSpPr>
          <p:cNvPr id="10" name="">
            <a:extLst xmlns:a="http://schemas.openxmlformats.org/drawingml/2006/main">
              <a:ext uri="{FF2B5EF4-FFF2-40B4-BE49-F238E27FC236}">
                <a16:creationId xmlns:a16="http://schemas.microsoft.com/office/drawing/2014/main" id="{21232B12-CBC7-493A-A9C3-18C1A133EE43}"/>
              </a:ext>
            </a:extLst>
          </p:cNvPr>
          <p:cNvSpPr>
            <a:spLocks xmlns:a="http://schemas.openxmlformats.org/drawingml/2006/main" noGrp="1"/>
          </p:cNvSpPr>
          <p:nvPr/>
        </p:nvSpPr>
        <p:spPr>
          <a:xfrm xmlns:a="http://schemas.openxmlformats.org/drawingml/2006/main">
            <a:off x="1581150" y="2333625"/>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ADD738A-82DE-47D9-AAB6-02526DDD4C32}"/>
              </a:ext>
            </a:extLst>
          </p:cNvPr>
          <p:cNvSpPr>
            <a:spLocks xmlns:a="http://schemas.openxmlformats.org/drawingml/2006/main" noGrp="1"/>
          </p:cNvSpPr>
          <p:nvPr/>
        </p:nvSpPr>
        <p:spPr>
          <a:xfrm xmlns:a="http://schemas.openxmlformats.org/drawingml/2006/main">
            <a:off x="1628775" y="2562225"/>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2A4C67-33B7-4C9C-8B3A-E6994D188C2B}"/>
              </a:ext>
            </a:extLst>
          </p:cNvPr>
          <p:cNvSpPr>
            <a:spLocks xmlns:a="http://schemas.openxmlformats.org/drawingml/2006/main" noGrp="1"/>
          </p:cNvSpPr>
          <p:nvPr/>
        </p:nvSpPr>
        <p:spPr>
          <a:xfrm xmlns:a="http://schemas.openxmlformats.org/drawingml/2006/main">
            <a:off x="16764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2BAF23E7-F8B6-4068-86C5-AD807DB5F60E}"/>
              </a:ext>
            </a:extLst>
          </p:cNvPr>
          <p:cNvSpPr>
            <a:spLocks xmlns:a="http://schemas.openxmlformats.org/drawingml/2006/main" noGrp="1"/>
          </p:cNvSpPr>
          <p:nvPr/>
        </p:nvSpPr>
        <p:spPr>
          <a:xfrm xmlns:a="http://schemas.openxmlformats.org/drawingml/2006/main">
            <a:off x="18097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42E880F-8A8D-4A2D-A937-35DC5204791C}"/>
              </a:ext>
            </a:extLst>
          </p:cNvPr>
          <p:cNvSpPr>
            <a:spLocks xmlns:a="http://schemas.openxmlformats.org/drawingml/2006/main" noGrp="1"/>
          </p:cNvSpPr>
          <p:nvPr/>
        </p:nvSpPr>
        <p:spPr>
          <a:xfrm xmlns:a="http://schemas.openxmlformats.org/drawingml/2006/main">
            <a:off x="194310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958AE183-0AAE-4938-9B56-9C8123C7E412}"/>
              </a:ext>
            </a:extLst>
          </p:cNvPr>
          <p:cNvSpPr>
            <a:spLocks xmlns:a="http://schemas.openxmlformats.org/drawingml/2006/main" noGrp="1"/>
          </p:cNvSpPr>
          <p:nvPr/>
        </p:nvSpPr>
        <p:spPr>
          <a:xfrm xmlns:a="http://schemas.openxmlformats.org/drawingml/2006/main">
            <a:off x="2076450" y="2628900"/>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BC8E09FE-C24A-4EA6-9F00-71506394550B}"/>
              </a:ext>
            </a:extLst>
          </p:cNvPr>
          <p:cNvSpPr>
            <a:spLocks xmlns:a="http://schemas.openxmlformats.org/drawingml/2006/main" noGrp="1"/>
          </p:cNvSpPr>
          <p:nvPr/>
        </p:nvSpPr>
        <p:spPr>
          <a:xfrm xmlns:a="http://schemas.openxmlformats.org/drawingml/2006/main">
            <a:off x="1600200" y="2933700"/>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81DC85-9908-4654-AB47-B424F81DDC17}"/>
              </a:ext>
            </a:extLst>
          </p:cNvPr>
          <p:cNvSpPr>
            <a:spLocks xmlns:a="http://schemas.openxmlformats.org/drawingml/2006/main" noGrp="1"/>
          </p:cNvSpPr>
          <p:nvPr/>
        </p:nvSpPr>
        <p:spPr>
          <a:xfrm xmlns:a="http://schemas.openxmlformats.org/drawingml/2006/main">
            <a:off x="81915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defRPr sz="1125" b="0">
                <a:solidFill>
                  <a:srgbClr val="536276"/>
                </a:solidFill>
                <a:latin typeface="Aptos"/>
                <a:ea typeface="Aptos"/>
                <a:cs typeface="Aptos"/>
              </a:defRPr>
            </a:lvl1pPr>
            <a:lvl2pPr algn="ctr">
              <a:defRPr sz="1125" b="0">
                <a:solidFill>
                  <a:srgbClr val="536276"/>
                </a:solidFill>
                <a:latin typeface="Aptos"/>
                <a:ea typeface="Aptos"/>
                <a:cs typeface="Aptos"/>
              </a:defRPr>
            </a:lvl2pPr>
            <a:lvl3pPr algn="ctr">
              <a:defRPr sz="1125" b="0">
                <a:solidFill>
                  <a:srgbClr val="536276"/>
                </a:solidFill>
                <a:latin typeface="Aptos"/>
                <a:ea typeface="Aptos"/>
                <a:cs typeface="Aptos"/>
              </a:defRPr>
            </a:lvl3pPr>
            <a:lvl4pPr algn="ctr">
              <a:defRPr sz="1125" b="0">
                <a:solidFill>
                  <a:srgbClr val="536276"/>
                </a:solidFill>
                <a:latin typeface="Aptos"/>
                <a:ea typeface="Aptos"/>
                <a:cs typeface="Aptos"/>
              </a:defRPr>
            </a:lvl4pPr>
            <a:lvl5pPr algn="ctr">
              <a:defRPr sz="1125" b="0">
                <a:solidFill>
                  <a:srgbClr val="536276"/>
                </a:solidFill>
                <a:latin typeface="Aptos"/>
                <a:ea typeface="Aptos"/>
                <a:cs typeface="Aptos"/>
              </a:defRPr>
            </a:lvl5pPr>
            <a:lvl6pPr algn="ctr">
              <a:defRPr sz="1125" b="0">
                <a:solidFill>
                  <a:srgbClr val="536276"/>
                </a:solidFill>
                <a:latin typeface="Aptos"/>
                <a:ea typeface="Aptos"/>
                <a:cs typeface="Aptos"/>
              </a:defRPr>
            </a:lvl6pPr>
            <a:lvl7pPr algn="ctr">
              <a:defRPr sz="1125" b="0">
                <a:solidFill>
                  <a:srgbClr val="536276"/>
                </a:solidFill>
                <a:latin typeface="Aptos"/>
                <a:ea typeface="Aptos"/>
                <a:cs typeface="Aptos"/>
              </a:defRPr>
            </a:lvl7pPr>
            <a:lvl8pPr algn="ctr">
              <a:defRPr sz="1125" b="0">
                <a:solidFill>
                  <a:srgbClr val="536276"/>
                </a:solidFill>
                <a:latin typeface="Aptos"/>
                <a:ea typeface="Aptos"/>
                <a:cs typeface="Aptos"/>
              </a:defRPr>
            </a:lvl8pPr>
            <a:lvl9pPr algn="ctr">
              <a:defRPr sz="1125" b="0">
                <a:solidFill>
                  <a:srgbClr val="536276"/>
                </a:solidFill>
                <a:latin typeface="Aptos"/>
                <a:ea typeface="Aptos"/>
                <a:cs typeface="Aptos"/>
              </a:defRPr>
            </a:lvl9pPr>
          </a:lstStyle>
          <a:p xmlns:a="http://schemas.openxmlformats.org/drawingml/2006/main">
            <a:pPr algn="ctr">
              <a:defRPr sz="1125" b="0">
                <a:solidFill>
                  <a:srgbClr val="536276"/>
                </a:solidFill>
                <a:latin typeface="Aptos"/>
                <a:ea typeface="Aptos"/>
                <a:cs typeface="Aptos"/>
              </a:defRPr>
            </a:pPr>
            <a:r>
              <a:rPr sz="1125" b="0">
                <a:solidFill>
                  <a:srgbClr val="536276"/>
                </a:solidFill>
                <a:latin typeface="Aptos"/>
                <a:ea typeface="Aptos"/>
                <a:cs typeface="Aptos"/>
              </a:rPr>
              <a:t>Un área institucional emite una credencial firmada.</a:t>
            </a:r>
          </a:p>
        </p:txBody>
      </p:sp>
      <p:sp>
        <p:nvSpPr>
          <p:cNvPr id="18" name="">
            <a:extLst xmlns:a="http://schemas.openxmlformats.org/drawingml/2006/main">
              <a:ext uri="{FF2B5EF4-FFF2-40B4-BE49-F238E27FC236}">
                <a16:creationId xmlns:a16="http://schemas.microsoft.com/office/drawing/2014/main" id="{0B1E06B4-695E-4973-9ABC-7F48E6F43A46}"/>
              </a:ext>
            </a:extLst>
          </p:cNvPr>
          <p:cNvSpPr>
            <a:spLocks xmlns:a="http://schemas.openxmlformats.org/drawingml/2006/main" noGrp="1"/>
          </p:cNvSpPr>
          <p:nvPr/>
        </p:nvSpPr>
        <p:spPr>
          <a:xfrm xmlns:a="http://schemas.openxmlformats.org/drawingml/2006/main">
            <a:off x="316230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B0A0A4-EC7A-42A7-B6B9-A5B58B61E5AB}"/>
              </a:ext>
            </a:extLst>
          </p:cNvPr>
          <p:cNvSpPr>
            <a:spLocks xmlns:a="http://schemas.openxmlformats.org/drawingml/2006/main" noGrp="1"/>
          </p:cNvSpPr>
          <p:nvPr/>
        </p:nvSpPr>
        <p:spPr>
          <a:xfrm xmlns:a="http://schemas.openxmlformats.org/drawingml/2006/main">
            <a:off x="345757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720D6309-4B16-4876-A140-114BAC1C2A6E}"/>
              </a:ext>
            </a:extLst>
          </p:cNvPr>
          <p:cNvSpPr>
            <a:spLocks xmlns:a="http://schemas.openxmlformats.org/drawingml/2006/main" noGrp="1"/>
          </p:cNvSpPr>
          <p:nvPr/>
        </p:nvSpPr>
        <p:spPr>
          <a:xfrm xmlns:a="http://schemas.openxmlformats.org/drawingml/2006/main">
            <a:off x="3457575" y="1857375"/>
            <a:ext cx="76200" cy="1714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59CCC3-9708-46AE-8504-4B6571D87776}"/>
              </a:ext>
            </a:extLst>
          </p:cNvPr>
          <p:cNvSpPr>
            <a:spLocks xmlns:a="http://schemas.openxmlformats.org/drawingml/2006/main" noGrp="1"/>
          </p:cNvSpPr>
          <p:nvPr/>
        </p:nvSpPr>
        <p:spPr>
          <a:xfrm xmlns:a="http://schemas.openxmlformats.org/drawingml/2006/main">
            <a:off x="364807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2B8A8"/>
                </a:solidFill>
                <a:latin typeface="Aptos"/>
                <a:ea typeface="Aptos"/>
                <a:cs typeface="Aptos"/>
              </a:defRPr>
            </a:defPPr>
            <a:lvl1pPr algn="ctr">
              <a:defRPr sz="1425" b="1">
                <a:solidFill>
                  <a:srgbClr val="22B8A8"/>
                </a:solidFill>
                <a:latin typeface="Aptos"/>
                <a:ea typeface="Aptos"/>
                <a:cs typeface="Aptos"/>
              </a:defRPr>
            </a:lvl1pPr>
            <a:lvl2pPr algn="ctr">
              <a:defRPr sz="1425" b="1">
                <a:solidFill>
                  <a:srgbClr val="22B8A8"/>
                </a:solidFill>
                <a:latin typeface="Aptos"/>
                <a:ea typeface="Aptos"/>
                <a:cs typeface="Aptos"/>
              </a:defRPr>
            </a:lvl2pPr>
            <a:lvl3pPr algn="ctr">
              <a:defRPr sz="1425" b="1">
                <a:solidFill>
                  <a:srgbClr val="22B8A8"/>
                </a:solidFill>
                <a:latin typeface="Aptos"/>
                <a:ea typeface="Aptos"/>
                <a:cs typeface="Aptos"/>
              </a:defRPr>
            </a:lvl3pPr>
            <a:lvl4pPr algn="ctr">
              <a:defRPr sz="1425" b="1">
                <a:solidFill>
                  <a:srgbClr val="22B8A8"/>
                </a:solidFill>
                <a:latin typeface="Aptos"/>
                <a:ea typeface="Aptos"/>
                <a:cs typeface="Aptos"/>
              </a:defRPr>
            </a:lvl4pPr>
            <a:lvl5pPr algn="ctr">
              <a:defRPr sz="1425" b="1">
                <a:solidFill>
                  <a:srgbClr val="22B8A8"/>
                </a:solidFill>
                <a:latin typeface="Aptos"/>
                <a:ea typeface="Aptos"/>
                <a:cs typeface="Aptos"/>
              </a:defRPr>
            </a:lvl5pPr>
            <a:lvl6pPr algn="ctr">
              <a:defRPr sz="1425" b="1">
                <a:solidFill>
                  <a:srgbClr val="22B8A8"/>
                </a:solidFill>
                <a:latin typeface="Aptos"/>
                <a:ea typeface="Aptos"/>
                <a:cs typeface="Aptos"/>
              </a:defRPr>
            </a:lvl6pPr>
            <a:lvl7pPr algn="ctr">
              <a:defRPr sz="1425" b="1">
                <a:solidFill>
                  <a:srgbClr val="22B8A8"/>
                </a:solidFill>
                <a:latin typeface="Aptos"/>
                <a:ea typeface="Aptos"/>
                <a:cs typeface="Aptos"/>
              </a:defRPr>
            </a:lvl7pPr>
            <a:lvl8pPr algn="ctr">
              <a:defRPr sz="1425" b="1">
                <a:solidFill>
                  <a:srgbClr val="22B8A8"/>
                </a:solidFill>
                <a:latin typeface="Aptos"/>
                <a:ea typeface="Aptos"/>
                <a:cs typeface="Aptos"/>
              </a:defRPr>
            </a:lvl8pPr>
            <a:lvl9pPr algn="ctr">
              <a:defRPr sz="1425" b="1">
                <a:solidFill>
                  <a:srgbClr val="22B8A8"/>
                </a:solidFill>
                <a:latin typeface="Aptos"/>
                <a:ea typeface="Aptos"/>
                <a:cs typeface="Aptos"/>
              </a:defRPr>
            </a:lvl9pPr>
          </a:lstStyle>
          <a:p xmlns:a="http://schemas.openxmlformats.org/drawingml/2006/main">
            <a:pPr algn="ctr">
              <a:defRPr sz="1425" b="1">
                <a:solidFill>
                  <a:srgbClr val="22B8A8"/>
                </a:solidFill>
                <a:latin typeface="Aptos"/>
                <a:ea typeface="Aptos"/>
                <a:cs typeface="Aptos"/>
              </a:defRPr>
            </a:pPr>
            <a:r>
              <a:rPr sz="1425" b="1">
                <a:solidFill>
                  <a:srgbClr val="22B8A8"/>
                </a:solidFill>
                <a:latin typeface="Aptos"/>
                <a:ea typeface="Aptos"/>
                <a:cs typeface="Aptos"/>
              </a:rPr>
              <a:t>Custodia</a:t>
            </a:r>
          </a:p>
        </p:txBody>
      </p:sp>
      <p:sp>
        <p:nvSpPr>
          <p:cNvPr id="22" name="">
            <a:extLst xmlns:a="http://schemas.openxmlformats.org/drawingml/2006/main">
              <a:ext uri="{FF2B5EF4-FFF2-40B4-BE49-F238E27FC236}">
                <a16:creationId xmlns:a16="http://schemas.microsoft.com/office/drawing/2014/main" id="{566D84AB-55A0-4E50-B56F-892B713ACE98}"/>
              </a:ext>
            </a:extLst>
          </p:cNvPr>
          <p:cNvSpPr>
            <a:spLocks xmlns:a="http://schemas.openxmlformats.org/drawingml/2006/main" noGrp="1"/>
          </p:cNvSpPr>
          <p:nvPr/>
        </p:nvSpPr>
        <p:spPr>
          <a:xfrm xmlns:a="http://schemas.openxmlformats.org/drawingml/2006/main">
            <a:off x="4448175" y="2324100"/>
            <a:ext cx="495300" cy="666750"/>
          </a:xfrm>
          <a:prstGeom xmlns:a="http://schemas.openxmlformats.org/drawingml/2006/main" prst="roundRect">
            <a:avLst>
              <a:gd name="adj" fmla="val 15385"/>
            </a:avLst>
          </a:prstGeom>
          <a:solidFill xmlns:a="http://schemas.openxmlformats.org/drawingml/2006/main">
            <a:srgbClr val="E9FBF7"/>
          </a:solidFill>
          <a:ln xmlns:a="http://schemas.openxmlformats.org/drawingml/2006/main" w="28575">
            <a:solidFill>
              <a:srgbClr val="22B8A8"/>
            </a:solidFill>
            <a:prstDash val="solid"/>
          </a:ln>
        </p:spPr>
      </p:sp>
      <p:sp>
        <p:nvSpPr>
          <p:cNvPr id="23" name="">
            <a:extLst xmlns:a="http://schemas.openxmlformats.org/drawingml/2006/main">
              <a:ext uri="{FF2B5EF4-FFF2-40B4-BE49-F238E27FC236}">
                <a16:creationId xmlns:a16="http://schemas.microsoft.com/office/drawing/2014/main" id="{62919208-F645-49EE-9114-D1929FFCD9C4}"/>
              </a:ext>
            </a:extLst>
          </p:cNvPr>
          <p:cNvSpPr>
            <a:spLocks xmlns:a="http://schemas.openxmlformats.org/drawingml/2006/main" noGrp="1"/>
          </p:cNvSpPr>
          <p:nvPr/>
        </p:nvSpPr>
        <p:spPr>
          <a:xfrm xmlns:a="http://schemas.openxmlformats.org/drawingml/2006/main">
            <a:off x="4524375" y="2409825"/>
            <a:ext cx="342900" cy="44767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CE3ED"/>
            </a:solidFill>
            <a:prstDash val="solid"/>
          </a:ln>
        </p:spPr>
      </p:sp>
      <p:sp>
        <p:nvSpPr>
          <p:cNvPr id="24" name="">
            <a:extLst xmlns:a="http://schemas.openxmlformats.org/drawingml/2006/main">
              <a:ext uri="{FF2B5EF4-FFF2-40B4-BE49-F238E27FC236}">
                <a16:creationId xmlns:a16="http://schemas.microsoft.com/office/drawing/2014/main" id="{58C87743-8E88-41D5-9C3C-872569687101}"/>
              </a:ext>
            </a:extLst>
          </p:cNvPr>
          <p:cNvSpPr>
            <a:spLocks xmlns:a="http://schemas.openxmlformats.org/drawingml/2006/main" noGrp="1"/>
          </p:cNvSpPr>
          <p:nvPr/>
        </p:nvSpPr>
        <p:spPr>
          <a:xfrm xmlns:a="http://schemas.openxmlformats.org/drawingml/2006/main">
            <a:off x="4638675" y="2886075"/>
            <a:ext cx="114300" cy="571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B58D0B-5CA6-4501-8FBC-B3235E8E6E19}"/>
              </a:ext>
            </a:extLst>
          </p:cNvPr>
          <p:cNvSpPr>
            <a:spLocks xmlns:a="http://schemas.openxmlformats.org/drawingml/2006/main" noGrp="1"/>
          </p:cNvSpPr>
          <p:nvPr/>
        </p:nvSpPr>
        <p:spPr>
          <a:xfrm xmlns:a="http://schemas.openxmlformats.org/drawingml/2006/main">
            <a:off x="362902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defRPr sz="1125" b="0">
                <a:solidFill>
                  <a:srgbClr val="536276"/>
                </a:solidFill>
                <a:latin typeface="Aptos"/>
                <a:ea typeface="Aptos"/>
                <a:cs typeface="Aptos"/>
              </a:defRPr>
            </a:lvl1pPr>
            <a:lvl2pPr algn="ctr">
              <a:defRPr sz="1125" b="0">
                <a:solidFill>
                  <a:srgbClr val="536276"/>
                </a:solidFill>
                <a:latin typeface="Aptos"/>
                <a:ea typeface="Aptos"/>
                <a:cs typeface="Aptos"/>
              </a:defRPr>
            </a:lvl2pPr>
            <a:lvl3pPr algn="ctr">
              <a:defRPr sz="1125" b="0">
                <a:solidFill>
                  <a:srgbClr val="536276"/>
                </a:solidFill>
                <a:latin typeface="Aptos"/>
                <a:ea typeface="Aptos"/>
                <a:cs typeface="Aptos"/>
              </a:defRPr>
            </a:lvl3pPr>
            <a:lvl4pPr algn="ctr">
              <a:defRPr sz="1125" b="0">
                <a:solidFill>
                  <a:srgbClr val="536276"/>
                </a:solidFill>
                <a:latin typeface="Aptos"/>
                <a:ea typeface="Aptos"/>
                <a:cs typeface="Aptos"/>
              </a:defRPr>
            </a:lvl4pPr>
            <a:lvl5pPr algn="ctr">
              <a:defRPr sz="1125" b="0">
                <a:solidFill>
                  <a:srgbClr val="536276"/>
                </a:solidFill>
                <a:latin typeface="Aptos"/>
                <a:ea typeface="Aptos"/>
                <a:cs typeface="Aptos"/>
              </a:defRPr>
            </a:lvl5pPr>
            <a:lvl6pPr algn="ctr">
              <a:defRPr sz="1125" b="0">
                <a:solidFill>
                  <a:srgbClr val="536276"/>
                </a:solidFill>
                <a:latin typeface="Aptos"/>
                <a:ea typeface="Aptos"/>
                <a:cs typeface="Aptos"/>
              </a:defRPr>
            </a:lvl6pPr>
            <a:lvl7pPr algn="ctr">
              <a:defRPr sz="1125" b="0">
                <a:solidFill>
                  <a:srgbClr val="536276"/>
                </a:solidFill>
                <a:latin typeface="Aptos"/>
                <a:ea typeface="Aptos"/>
                <a:cs typeface="Aptos"/>
              </a:defRPr>
            </a:lvl7pPr>
            <a:lvl8pPr algn="ctr">
              <a:defRPr sz="1125" b="0">
                <a:solidFill>
                  <a:srgbClr val="536276"/>
                </a:solidFill>
                <a:latin typeface="Aptos"/>
                <a:ea typeface="Aptos"/>
                <a:cs typeface="Aptos"/>
              </a:defRPr>
            </a:lvl8pPr>
            <a:lvl9pPr algn="ctr">
              <a:defRPr sz="1125" b="0">
                <a:solidFill>
                  <a:srgbClr val="536276"/>
                </a:solidFill>
                <a:latin typeface="Aptos"/>
                <a:ea typeface="Aptos"/>
                <a:cs typeface="Aptos"/>
              </a:defRPr>
            </a:lvl9pPr>
          </a:lstStyle>
          <a:p xmlns:a="http://schemas.openxmlformats.org/drawingml/2006/main">
            <a:pPr algn="ctr">
              <a:defRPr sz="1125" b="0">
                <a:solidFill>
                  <a:srgbClr val="536276"/>
                </a:solidFill>
                <a:latin typeface="Aptos"/>
                <a:ea typeface="Aptos"/>
                <a:cs typeface="Aptos"/>
              </a:defRPr>
            </a:pPr>
            <a:r>
              <a:rPr sz="1125" b="0">
                <a:solidFill>
                  <a:srgbClr val="536276"/>
                </a:solidFill>
                <a:latin typeface="Aptos"/>
                <a:ea typeface="Aptos"/>
                <a:cs typeface="Aptos"/>
              </a:rPr>
              <a:t>El estudiante la guarda en su billetera local.</a:t>
            </a:r>
          </a:p>
        </p:txBody>
      </p:sp>
      <p:sp>
        <p:nvSpPr>
          <p:cNvPr id="26" name="">
            <a:extLst xmlns:a="http://schemas.openxmlformats.org/drawingml/2006/main">
              <a:ext uri="{FF2B5EF4-FFF2-40B4-BE49-F238E27FC236}">
                <a16:creationId xmlns:a16="http://schemas.microsoft.com/office/drawing/2014/main" id="{52B67A96-0DC3-49FD-9DE9-1A4630EFE57C}"/>
              </a:ext>
            </a:extLst>
          </p:cNvPr>
          <p:cNvSpPr>
            <a:spLocks xmlns:a="http://schemas.openxmlformats.org/drawingml/2006/main" noGrp="1"/>
          </p:cNvSpPr>
          <p:nvPr/>
        </p:nvSpPr>
        <p:spPr>
          <a:xfrm xmlns:a="http://schemas.openxmlformats.org/drawingml/2006/main">
            <a:off x="5972175"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78A70B-AC2E-42D8-8531-11F0D393A2B1}"/>
              </a:ext>
            </a:extLst>
          </p:cNvPr>
          <p:cNvSpPr>
            <a:spLocks xmlns:a="http://schemas.openxmlformats.org/drawingml/2006/main" noGrp="1"/>
          </p:cNvSpPr>
          <p:nvPr/>
        </p:nvSpPr>
        <p:spPr>
          <a:xfrm xmlns:a="http://schemas.openxmlformats.org/drawingml/2006/main">
            <a:off x="6267450"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28" name="">
            <a:extLst xmlns:a="http://schemas.openxmlformats.org/drawingml/2006/main">
              <a:ext uri="{FF2B5EF4-FFF2-40B4-BE49-F238E27FC236}">
                <a16:creationId xmlns:a16="http://schemas.microsoft.com/office/drawing/2014/main" id="{E593EEA1-B6FF-4EC0-99ED-26AF33CA3C48}"/>
              </a:ext>
            </a:extLst>
          </p:cNvPr>
          <p:cNvSpPr>
            <a:spLocks xmlns:a="http://schemas.openxmlformats.org/drawingml/2006/main" noGrp="1"/>
          </p:cNvSpPr>
          <p:nvPr/>
        </p:nvSpPr>
        <p:spPr>
          <a:xfrm xmlns:a="http://schemas.openxmlformats.org/drawingml/2006/main">
            <a:off x="6267450" y="1857375"/>
            <a:ext cx="76200" cy="17145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455E2F0-AFF5-40B8-ABE3-82C5EB20A387}"/>
              </a:ext>
            </a:extLst>
          </p:cNvPr>
          <p:cNvSpPr>
            <a:spLocks xmlns:a="http://schemas.openxmlformats.org/drawingml/2006/main" noGrp="1"/>
          </p:cNvSpPr>
          <p:nvPr/>
        </p:nvSpPr>
        <p:spPr>
          <a:xfrm xmlns:a="http://schemas.openxmlformats.org/drawingml/2006/main">
            <a:off x="6457950"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F2B544"/>
                </a:solidFill>
                <a:latin typeface="Aptos"/>
                <a:ea typeface="Aptos"/>
                <a:cs typeface="Aptos"/>
              </a:defRPr>
            </a:defPPr>
            <a:lvl1pPr algn="ctr">
              <a:defRPr sz="1425" b="1">
                <a:solidFill>
                  <a:srgbClr val="F2B544"/>
                </a:solidFill>
                <a:latin typeface="Aptos"/>
                <a:ea typeface="Aptos"/>
                <a:cs typeface="Aptos"/>
              </a:defRPr>
            </a:lvl1pPr>
            <a:lvl2pPr algn="ctr">
              <a:defRPr sz="1425" b="1">
                <a:solidFill>
                  <a:srgbClr val="F2B544"/>
                </a:solidFill>
                <a:latin typeface="Aptos"/>
                <a:ea typeface="Aptos"/>
                <a:cs typeface="Aptos"/>
              </a:defRPr>
            </a:lvl2pPr>
            <a:lvl3pPr algn="ctr">
              <a:defRPr sz="1425" b="1">
                <a:solidFill>
                  <a:srgbClr val="F2B544"/>
                </a:solidFill>
                <a:latin typeface="Aptos"/>
                <a:ea typeface="Aptos"/>
                <a:cs typeface="Aptos"/>
              </a:defRPr>
            </a:lvl3pPr>
            <a:lvl4pPr algn="ctr">
              <a:defRPr sz="1425" b="1">
                <a:solidFill>
                  <a:srgbClr val="F2B544"/>
                </a:solidFill>
                <a:latin typeface="Aptos"/>
                <a:ea typeface="Aptos"/>
                <a:cs typeface="Aptos"/>
              </a:defRPr>
            </a:lvl4pPr>
            <a:lvl5pPr algn="ctr">
              <a:defRPr sz="1425" b="1">
                <a:solidFill>
                  <a:srgbClr val="F2B544"/>
                </a:solidFill>
                <a:latin typeface="Aptos"/>
                <a:ea typeface="Aptos"/>
                <a:cs typeface="Aptos"/>
              </a:defRPr>
            </a:lvl5pPr>
            <a:lvl6pPr algn="ctr">
              <a:defRPr sz="1425" b="1">
                <a:solidFill>
                  <a:srgbClr val="F2B544"/>
                </a:solidFill>
                <a:latin typeface="Aptos"/>
                <a:ea typeface="Aptos"/>
                <a:cs typeface="Aptos"/>
              </a:defRPr>
            </a:lvl6pPr>
            <a:lvl7pPr algn="ctr">
              <a:defRPr sz="1425" b="1">
                <a:solidFill>
                  <a:srgbClr val="F2B544"/>
                </a:solidFill>
                <a:latin typeface="Aptos"/>
                <a:ea typeface="Aptos"/>
                <a:cs typeface="Aptos"/>
              </a:defRPr>
            </a:lvl7pPr>
            <a:lvl8pPr algn="ctr">
              <a:defRPr sz="1425" b="1">
                <a:solidFill>
                  <a:srgbClr val="F2B544"/>
                </a:solidFill>
                <a:latin typeface="Aptos"/>
                <a:ea typeface="Aptos"/>
                <a:cs typeface="Aptos"/>
              </a:defRPr>
            </a:lvl8pPr>
            <a:lvl9pPr algn="ctr">
              <a:defRPr sz="1425" b="1">
                <a:solidFill>
                  <a:srgbClr val="F2B544"/>
                </a:solidFill>
                <a:latin typeface="Aptos"/>
                <a:ea typeface="Aptos"/>
                <a:cs typeface="Aptos"/>
              </a:defRPr>
            </a:lvl9pPr>
          </a:lstStyle>
          <a:p xmlns:a="http://schemas.openxmlformats.org/drawingml/2006/main">
            <a:pPr algn="ctr">
              <a:defRPr sz="1425" b="1">
                <a:solidFill>
                  <a:srgbClr val="F2B544"/>
                </a:solidFill>
                <a:latin typeface="Aptos"/>
                <a:ea typeface="Aptos"/>
                <a:cs typeface="Aptos"/>
              </a:defRPr>
            </a:pPr>
            <a:r>
              <a:rPr sz="1425" b="1">
                <a:solidFill>
                  <a:srgbClr val="F2B544"/>
                </a:solidFill>
                <a:latin typeface="Aptos"/>
                <a:ea typeface="Aptos"/>
                <a:cs typeface="Aptos"/>
              </a:rPr>
              <a:t>Presentación</a:t>
            </a:r>
          </a:p>
        </p:txBody>
      </p:sp>
      <p:sp>
        <p:nvSpPr>
          <p:cNvPr id="30" name="">
            <a:extLst xmlns:a="http://schemas.openxmlformats.org/drawingml/2006/main">
              <a:ext uri="{FF2B5EF4-FFF2-40B4-BE49-F238E27FC236}">
                <a16:creationId xmlns:a16="http://schemas.microsoft.com/office/drawing/2014/main" id="{48762618-A721-4AF3-B029-5B34F8369B93}"/>
              </a:ext>
            </a:extLst>
          </p:cNvPr>
          <p:cNvSpPr>
            <a:spLocks xmlns:a="http://schemas.openxmlformats.org/drawingml/2006/main" noGrp="1"/>
          </p:cNvSpPr>
          <p:nvPr/>
        </p:nvSpPr>
        <p:spPr>
          <a:xfrm xmlns:a="http://schemas.openxmlformats.org/drawingml/2006/main">
            <a:off x="7200900" y="2352675"/>
            <a:ext cx="59055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19050">
            <a:solidFill>
              <a:srgbClr val="F2B544"/>
            </a:solidFill>
            <a:prstDash val="solid"/>
          </a:ln>
        </p:spPr>
      </p:sp>
      <p:sp>
        <p:nvSpPr>
          <p:cNvPr id="31" name="">
            <a:extLst xmlns:a="http://schemas.openxmlformats.org/drawingml/2006/main">
              <a:ext uri="{FF2B5EF4-FFF2-40B4-BE49-F238E27FC236}">
                <a16:creationId xmlns:a16="http://schemas.microsoft.com/office/drawing/2014/main" id="{91B9236F-060B-4BB3-9764-76451E47044F}"/>
              </a:ext>
            </a:extLst>
          </p:cNvPr>
          <p:cNvSpPr>
            <a:spLocks xmlns:a="http://schemas.openxmlformats.org/drawingml/2006/main" noGrp="1"/>
          </p:cNvSpPr>
          <p:nvPr/>
        </p:nvSpPr>
        <p:spPr>
          <a:xfrm xmlns:a="http://schemas.openxmlformats.org/drawingml/2006/main">
            <a:off x="7250113"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23224-026F-41BD-AC5B-025936BBAF0F}"/>
              </a:ext>
            </a:extLst>
          </p:cNvPr>
          <p:cNvSpPr>
            <a:spLocks xmlns:a="http://schemas.openxmlformats.org/drawingml/2006/main" noGrp="1"/>
          </p:cNvSpPr>
          <p:nvPr/>
        </p:nvSpPr>
        <p:spPr>
          <a:xfrm xmlns:a="http://schemas.openxmlformats.org/drawingml/2006/main">
            <a:off x="7282101"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02420C2-CC41-488A-BB45-BFF3ACD04A1C}"/>
              </a:ext>
            </a:extLst>
          </p:cNvPr>
          <p:cNvSpPr>
            <a:spLocks xmlns:a="http://schemas.openxmlformats.org/drawingml/2006/main" noGrp="1"/>
          </p:cNvSpPr>
          <p:nvPr/>
        </p:nvSpPr>
        <p:spPr>
          <a:xfrm xmlns:a="http://schemas.openxmlformats.org/drawingml/2006/main">
            <a:off x="7309168"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2401494-3655-4AA0-9EA7-9B47D0464416}"/>
              </a:ext>
            </a:extLst>
          </p:cNvPr>
          <p:cNvSpPr>
            <a:spLocks xmlns:a="http://schemas.openxmlformats.org/drawingml/2006/main" noGrp="1"/>
          </p:cNvSpPr>
          <p:nvPr/>
        </p:nvSpPr>
        <p:spPr>
          <a:xfrm xmlns:a="http://schemas.openxmlformats.org/drawingml/2006/main">
            <a:off x="7594600" y="2401888"/>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1ADC55-22CB-4D61-B46F-84C3E716A4A0}"/>
              </a:ext>
            </a:extLst>
          </p:cNvPr>
          <p:cNvSpPr>
            <a:spLocks xmlns:a="http://schemas.openxmlformats.org/drawingml/2006/main" noGrp="1"/>
          </p:cNvSpPr>
          <p:nvPr/>
        </p:nvSpPr>
        <p:spPr>
          <a:xfrm xmlns:a="http://schemas.openxmlformats.org/drawingml/2006/main">
            <a:off x="7626588" y="2433876"/>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FE85589-9099-438D-B321-B22E3CDF395A}"/>
              </a:ext>
            </a:extLst>
          </p:cNvPr>
          <p:cNvSpPr>
            <a:spLocks xmlns:a="http://schemas.openxmlformats.org/drawingml/2006/main" noGrp="1"/>
          </p:cNvSpPr>
          <p:nvPr/>
        </p:nvSpPr>
        <p:spPr>
          <a:xfrm xmlns:a="http://schemas.openxmlformats.org/drawingml/2006/main">
            <a:off x="7653655" y="2460943"/>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52072EE-C482-49E8-AEE0-477EDF0BC635}"/>
              </a:ext>
            </a:extLst>
          </p:cNvPr>
          <p:cNvSpPr>
            <a:spLocks xmlns:a="http://schemas.openxmlformats.org/drawingml/2006/main" noGrp="1"/>
          </p:cNvSpPr>
          <p:nvPr/>
        </p:nvSpPr>
        <p:spPr>
          <a:xfrm xmlns:a="http://schemas.openxmlformats.org/drawingml/2006/main">
            <a:off x="7250113" y="2746375"/>
            <a:ext cx="147638" cy="14763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2AFC68C-BC51-4713-B501-B3A489A9FB4A}"/>
              </a:ext>
            </a:extLst>
          </p:cNvPr>
          <p:cNvSpPr>
            <a:spLocks xmlns:a="http://schemas.openxmlformats.org/drawingml/2006/main" noGrp="1"/>
          </p:cNvSpPr>
          <p:nvPr/>
        </p:nvSpPr>
        <p:spPr>
          <a:xfrm xmlns:a="http://schemas.openxmlformats.org/drawingml/2006/main">
            <a:off x="7282101" y="2778363"/>
            <a:ext cx="83661" cy="83661"/>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EAC0027-CE05-414C-B10F-021AF38A3469}"/>
              </a:ext>
            </a:extLst>
          </p:cNvPr>
          <p:cNvSpPr>
            <a:spLocks xmlns:a="http://schemas.openxmlformats.org/drawingml/2006/main" noGrp="1"/>
          </p:cNvSpPr>
          <p:nvPr/>
        </p:nvSpPr>
        <p:spPr>
          <a:xfrm xmlns:a="http://schemas.openxmlformats.org/drawingml/2006/main">
            <a:off x="7309168" y="2805430"/>
            <a:ext cx="29528" cy="29528"/>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278D00D-BDD8-454F-80F3-FDC7DA936BA7}"/>
              </a:ext>
            </a:extLst>
          </p:cNvPr>
          <p:cNvSpPr>
            <a:spLocks xmlns:a="http://schemas.openxmlformats.org/drawingml/2006/main" noGrp="1"/>
          </p:cNvSpPr>
          <p:nvPr/>
        </p:nvSpPr>
        <p:spPr>
          <a:xfrm xmlns:a="http://schemas.openxmlformats.org/drawingml/2006/main">
            <a:off x="7496175"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E25E4C0-62E7-474F-99AB-5F89EE004776}"/>
              </a:ext>
            </a:extLst>
          </p:cNvPr>
          <p:cNvSpPr>
            <a:spLocks xmlns:a="http://schemas.openxmlformats.org/drawingml/2006/main" noGrp="1"/>
          </p:cNvSpPr>
          <p:nvPr/>
        </p:nvSpPr>
        <p:spPr>
          <a:xfrm xmlns:a="http://schemas.openxmlformats.org/drawingml/2006/main">
            <a:off x="7594600" y="264795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54CF07D-572C-47BF-B900-B41263C0F164}"/>
              </a:ext>
            </a:extLst>
          </p:cNvPr>
          <p:cNvSpPr>
            <a:spLocks xmlns:a="http://schemas.openxmlformats.org/drawingml/2006/main" noGrp="1"/>
          </p:cNvSpPr>
          <p:nvPr/>
        </p:nvSpPr>
        <p:spPr>
          <a:xfrm xmlns:a="http://schemas.openxmlformats.org/drawingml/2006/main">
            <a:off x="744696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49D87F1-DBB6-4893-953E-56B0C70A63CC}"/>
              </a:ext>
            </a:extLst>
          </p:cNvPr>
          <p:cNvSpPr>
            <a:spLocks xmlns:a="http://schemas.openxmlformats.org/drawingml/2006/main" noGrp="1"/>
          </p:cNvSpPr>
          <p:nvPr/>
        </p:nvSpPr>
        <p:spPr>
          <a:xfrm xmlns:a="http://schemas.openxmlformats.org/drawingml/2006/main">
            <a:off x="7545388" y="279558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9BEEFE7-DB17-4843-A492-E3338F260336}"/>
              </a:ext>
            </a:extLst>
          </p:cNvPr>
          <p:cNvSpPr>
            <a:spLocks xmlns:a="http://schemas.openxmlformats.org/drawingml/2006/main" noGrp="1"/>
          </p:cNvSpPr>
          <p:nvPr/>
        </p:nvSpPr>
        <p:spPr>
          <a:xfrm xmlns:a="http://schemas.openxmlformats.org/drawingml/2006/main">
            <a:off x="7643813" y="2746375"/>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F11A4A2-2A3E-4A05-87AF-891E3A26F864}"/>
              </a:ext>
            </a:extLst>
          </p:cNvPr>
          <p:cNvSpPr>
            <a:spLocks xmlns:a="http://schemas.openxmlformats.org/drawingml/2006/main" noGrp="1"/>
          </p:cNvSpPr>
          <p:nvPr/>
        </p:nvSpPr>
        <p:spPr>
          <a:xfrm xmlns:a="http://schemas.openxmlformats.org/drawingml/2006/main">
            <a:off x="744696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8CB630F8-B0AD-40FC-B04F-4458D8030FD3}"/>
              </a:ext>
            </a:extLst>
          </p:cNvPr>
          <p:cNvSpPr>
            <a:spLocks xmlns:a="http://schemas.openxmlformats.org/drawingml/2006/main" noGrp="1"/>
          </p:cNvSpPr>
          <p:nvPr/>
        </p:nvSpPr>
        <p:spPr>
          <a:xfrm xmlns:a="http://schemas.openxmlformats.org/drawingml/2006/main">
            <a:off x="7643813" y="2598738"/>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17284A-8A6B-485A-8A2E-1270FCCD58B4}"/>
              </a:ext>
            </a:extLst>
          </p:cNvPr>
          <p:cNvSpPr>
            <a:spLocks xmlns:a="http://schemas.openxmlformats.org/drawingml/2006/main" noGrp="1"/>
          </p:cNvSpPr>
          <p:nvPr/>
        </p:nvSpPr>
        <p:spPr>
          <a:xfrm xmlns:a="http://schemas.openxmlformats.org/drawingml/2006/main">
            <a:off x="7496175" y="2844800"/>
            <a:ext cx="39370" cy="39370"/>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B05C9B4C-2DD7-48E3-94DF-5E5024FC4FFD}"/>
              </a:ext>
            </a:extLst>
          </p:cNvPr>
          <p:cNvSpPr>
            <a:spLocks xmlns:a="http://schemas.openxmlformats.org/drawingml/2006/main" noGrp="1"/>
          </p:cNvSpPr>
          <p:nvPr/>
        </p:nvSpPr>
        <p:spPr>
          <a:xfrm xmlns:a="http://schemas.openxmlformats.org/drawingml/2006/main">
            <a:off x="6438900"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defRPr sz="1125" b="0">
                <a:solidFill>
                  <a:srgbClr val="536276"/>
                </a:solidFill>
                <a:latin typeface="Aptos"/>
                <a:ea typeface="Aptos"/>
                <a:cs typeface="Aptos"/>
              </a:defRPr>
            </a:lvl1pPr>
            <a:lvl2pPr algn="ctr">
              <a:defRPr sz="1125" b="0">
                <a:solidFill>
                  <a:srgbClr val="536276"/>
                </a:solidFill>
                <a:latin typeface="Aptos"/>
                <a:ea typeface="Aptos"/>
                <a:cs typeface="Aptos"/>
              </a:defRPr>
            </a:lvl2pPr>
            <a:lvl3pPr algn="ctr">
              <a:defRPr sz="1125" b="0">
                <a:solidFill>
                  <a:srgbClr val="536276"/>
                </a:solidFill>
                <a:latin typeface="Aptos"/>
                <a:ea typeface="Aptos"/>
                <a:cs typeface="Aptos"/>
              </a:defRPr>
            </a:lvl3pPr>
            <a:lvl4pPr algn="ctr">
              <a:defRPr sz="1125" b="0">
                <a:solidFill>
                  <a:srgbClr val="536276"/>
                </a:solidFill>
                <a:latin typeface="Aptos"/>
                <a:ea typeface="Aptos"/>
                <a:cs typeface="Aptos"/>
              </a:defRPr>
            </a:lvl4pPr>
            <a:lvl5pPr algn="ctr">
              <a:defRPr sz="1125" b="0">
                <a:solidFill>
                  <a:srgbClr val="536276"/>
                </a:solidFill>
                <a:latin typeface="Aptos"/>
                <a:ea typeface="Aptos"/>
                <a:cs typeface="Aptos"/>
              </a:defRPr>
            </a:lvl5pPr>
            <a:lvl6pPr algn="ctr">
              <a:defRPr sz="1125" b="0">
                <a:solidFill>
                  <a:srgbClr val="536276"/>
                </a:solidFill>
                <a:latin typeface="Aptos"/>
                <a:ea typeface="Aptos"/>
                <a:cs typeface="Aptos"/>
              </a:defRPr>
            </a:lvl6pPr>
            <a:lvl7pPr algn="ctr">
              <a:defRPr sz="1125" b="0">
                <a:solidFill>
                  <a:srgbClr val="536276"/>
                </a:solidFill>
                <a:latin typeface="Aptos"/>
                <a:ea typeface="Aptos"/>
                <a:cs typeface="Aptos"/>
              </a:defRPr>
            </a:lvl7pPr>
            <a:lvl8pPr algn="ctr">
              <a:defRPr sz="1125" b="0">
                <a:solidFill>
                  <a:srgbClr val="536276"/>
                </a:solidFill>
                <a:latin typeface="Aptos"/>
                <a:ea typeface="Aptos"/>
                <a:cs typeface="Aptos"/>
              </a:defRPr>
            </a:lvl8pPr>
            <a:lvl9pPr algn="ctr">
              <a:defRPr sz="1125" b="0">
                <a:solidFill>
                  <a:srgbClr val="536276"/>
                </a:solidFill>
                <a:latin typeface="Aptos"/>
                <a:ea typeface="Aptos"/>
                <a:cs typeface="Aptos"/>
              </a:defRPr>
            </a:lvl9pPr>
          </a:lstStyle>
          <a:p xmlns:a="http://schemas.openxmlformats.org/drawingml/2006/main">
            <a:pPr algn="ctr">
              <a:defRPr sz="1125" b="0">
                <a:solidFill>
                  <a:srgbClr val="536276"/>
                </a:solidFill>
                <a:latin typeface="Aptos"/>
                <a:ea typeface="Aptos"/>
                <a:cs typeface="Aptos"/>
              </a:defRPr>
            </a:pPr>
            <a:r>
              <a:rPr sz="1125" b="0">
                <a:solidFill>
                  <a:srgbClr val="536276"/>
                </a:solidFill>
                <a:latin typeface="Aptos"/>
                <a:ea typeface="Aptos"/>
                <a:cs typeface="Aptos"/>
              </a:rPr>
              <a:t>Una persona autorizada solicita un tipo concreto.</a:t>
            </a:r>
          </a:p>
        </p:txBody>
      </p:sp>
      <p:sp>
        <p:nvSpPr>
          <p:cNvPr id="49" name="">
            <a:extLst xmlns:a="http://schemas.openxmlformats.org/drawingml/2006/main">
              <a:ext uri="{FF2B5EF4-FFF2-40B4-BE49-F238E27FC236}">
                <a16:creationId xmlns:a16="http://schemas.microsoft.com/office/drawing/2014/main" id="{D0A4A8DF-DA9A-4306-99A1-BA5D03823CB2}"/>
              </a:ext>
            </a:extLst>
          </p:cNvPr>
          <p:cNvSpPr>
            <a:spLocks xmlns:a="http://schemas.openxmlformats.org/drawingml/2006/main" noGrp="1"/>
          </p:cNvSpPr>
          <p:nvPr/>
        </p:nvSpPr>
        <p:spPr>
          <a:xfrm xmlns:a="http://schemas.openxmlformats.org/drawingml/2006/main">
            <a:off x="8782050" y="2543175"/>
            <a:ext cx="266700" cy="22860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3AE3866C-7901-4D8D-9651-DA076F048549}"/>
              </a:ext>
            </a:extLst>
          </p:cNvPr>
          <p:cNvSpPr>
            <a:spLocks xmlns:a="http://schemas.openxmlformats.org/drawingml/2006/main" noGrp="1"/>
          </p:cNvSpPr>
          <p:nvPr/>
        </p:nvSpPr>
        <p:spPr>
          <a:xfrm xmlns:a="http://schemas.openxmlformats.org/drawingml/2006/main">
            <a:off x="9077325" y="1857375"/>
            <a:ext cx="24765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CE3ED"/>
            </a:solidFill>
            <a:prstDash val="solid"/>
          </a:ln>
        </p:spPr>
      </p:sp>
      <p:sp>
        <p:nvSpPr>
          <p:cNvPr id="51" name="">
            <a:extLst xmlns:a="http://schemas.openxmlformats.org/drawingml/2006/main">
              <a:ext uri="{FF2B5EF4-FFF2-40B4-BE49-F238E27FC236}">
                <a16:creationId xmlns:a16="http://schemas.microsoft.com/office/drawing/2014/main" id="{2928F4E8-3E6D-4253-866F-5F13FF35B6B3}"/>
              </a:ext>
            </a:extLst>
          </p:cNvPr>
          <p:cNvSpPr>
            <a:spLocks xmlns:a="http://schemas.openxmlformats.org/drawingml/2006/main" noGrp="1"/>
          </p:cNvSpPr>
          <p:nvPr/>
        </p:nvSpPr>
        <p:spPr>
          <a:xfrm xmlns:a="http://schemas.openxmlformats.org/drawingml/2006/main">
            <a:off x="9077325" y="1857375"/>
            <a:ext cx="76200" cy="1714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2A2BB7-7056-4884-B1A9-B78F06BC86B0}"/>
              </a:ext>
            </a:extLst>
          </p:cNvPr>
          <p:cNvSpPr>
            <a:spLocks xmlns:a="http://schemas.openxmlformats.org/drawingml/2006/main" noGrp="1"/>
          </p:cNvSpPr>
          <p:nvPr/>
        </p:nvSpPr>
        <p:spPr>
          <a:xfrm xmlns:a="http://schemas.openxmlformats.org/drawingml/2006/main">
            <a:off x="9267825" y="19716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23836E"/>
                </a:solidFill>
                <a:latin typeface="Aptos"/>
                <a:ea typeface="Aptos"/>
                <a:cs typeface="Aptos"/>
              </a:defRPr>
            </a:defPPr>
            <a:lvl1pPr algn="ctr">
              <a:defRPr sz="1425" b="1">
                <a:solidFill>
                  <a:srgbClr val="23836E"/>
                </a:solidFill>
                <a:latin typeface="Aptos"/>
                <a:ea typeface="Aptos"/>
                <a:cs typeface="Aptos"/>
              </a:defRPr>
            </a:lvl1pPr>
            <a:lvl2pPr algn="ctr">
              <a:defRPr sz="1425" b="1">
                <a:solidFill>
                  <a:srgbClr val="23836E"/>
                </a:solidFill>
                <a:latin typeface="Aptos"/>
                <a:ea typeface="Aptos"/>
                <a:cs typeface="Aptos"/>
              </a:defRPr>
            </a:lvl2pPr>
            <a:lvl3pPr algn="ctr">
              <a:defRPr sz="1425" b="1">
                <a:solidFill>
                  <a:srgbClr val="23836E"/>
                </a:solidFill>
                <a:latin typeface="Aptos"/>
                <a:ea typeface="Aptos"/>
                <a:cs typeface="Aptos"/>
              </a:defRPr>
            </a:lvl3pPr>
            <a:lvl4pPr algn="ctr">
              <a:defRPr sz="1425" b="1">
                <a:solidFill>
                  <a:srgbClr val="23836E"/>
                </a:solidFill>
                <a:latin typeface="Aptos"/>
                <a:ea typeface="Aptos"/>
                <a:cs typeface="Aptos"/>
              </a:defRPr>
            </a:lvl4pPr>
            <a:lvl5pPr algn="ctr">
              <a:defRPr sz="1425" b="1">
                <a:solidFill>
                  <a:srgbClr val="23836E"/>
                </a:solidFill>
                <a:latin typeface="Aptos"/>
                <a:ea typeface="Aptos"/>
                <a:cs typeface="Aptos"/>
              </a:defRPr>
            </a:lvl5pPr>
            <a:lvl6pPr algn="ctr">
              <a:defRPr sz="1425" b="1">
                <a:solidFill>
                  <a:srgbClr val="23836E"/>
                </a:solidFill>
                <a:latin typeface="Aptos"/>
                <a:ea typeface="Aptos"/>
                <a:cs typeface="Aptos"/>
              </a:defRPr>
            </a:lvl6pPr>
            <a:lvl7pPr algn="ctr">
              <a:defRPr sz="1425" b="1">
                <a:solidFill>
                  <a:srgbClr val="23836E"/>
                </a:solidFill>
                <a:latin typeface="Aptos"/>
                <a:ea typeface="Aptos"/>
                <a:cs typeface="Aptos"/>
              </a:defRPr>
            </a:lvl7pPr>
            <a:lvl8pPr algn="ctr">
              <a:defRPr sz="1425" b="1">
                <a:solidFill>
                  <a:srgbClr val="23836E"/>
                </a:solidFill>
                <a:latin typeface="Aptos"/>
                <a:ea typeface="Aptos"/>
                <a:cs typeface="Aptos"/>
              </a:defRPr>
            </a:lvl8pPr>
            <a:lvl9pPr algn="ctr">
              <a:defRPr sz="1425" b="1">
                <a:solidFill>
                  <a:srgbClr val="23836E"/>
                </a:solidFill>
                <a:latin typeface="Aptos"/>
                <a:ea typeface="Aptos"/>
                <a:cs typeface="Aptos"/>
              </a:defRPr>
            </a:lvl9pPr>
          </a:lstStyle>
          <a:p xmlns:a="http://schemas.openxmlformats.org/drawingml/2006/main">
            <a:pPr algn="ctr">
              <a:defRPr sz="1425" b="1">
                <a:solidFill>
                  <a:srgbClr val="23836E"/>
                </a:solidFill>
                <a:latin typeface="Aptos"/>
                <a:ea typeface="Aptos"/>
                <a:cs typeface="Aptos"/>
              </a:defRPr>
            </a:pPr>
            <a:r>
              <a:rPr sz="1425" b="1">
                <a:solidFill>
                  <a:srgbClr val="23836E"/>
                </a:solidFill>
                <a:latin typeface="Aptos"/>
                <a:ea typeface="Aptos"/>
                <a:cs typeface="Aptos"/>
              </a:rPr>
              <a:t>Validación</a:t>
            </a:r>
          </a:p>
        </p:txBody>
      </p:sp>
      <p:sp>
        <p:nvSpPr>
          <p:cNvPr id="53" name="">
            <a:extLst xmlns:a="http://schemas.openxmlformats.org/drawingml/2006/main">
              <a:ext uri="{FF2B5EF4-FFF2-40B4-BE49-F238E27FC236}">
                <a16:creationId xmlns:a16="http://schemas.microsoft.com/office/drawing/2014/main" id="{175B2D92-0AE6-42C5-99AD-DBE997A2A99A}"/>
              </a:ext>
            </a:extLst>
          </p:cNvPr>
          <p:cNvSpPr>
            <a:spLocks xmlns:a="http://schemas.openxmlformats.org/drawingml/2006/main" noGrp="1"/>
          </p:cNvSpPr>
          <p:nvPr/>
        </p:nvSpPr>
        <p:spPr>
          <a:xfrm xmlns:a="http://schemas.openxmlformats.org/drawingml/2006/main">
            <a:off x="9982200" y="2362200"/>
            <a:ext cx="438150" cy="438150"/>
          </a:xfrm>
          <a:prstGeom xmlns:a="http://schemas.openxmlformats.org/drawingml/2006/main" prst="ellipse">
            <a:avLst/>
          </a:prstGeom>
          <a:noFill xmlns:a="http://schemas.openxmlformats.org/drawingml/2006/main"/>
          <a:ln xmlns:a="http://schemas.openxmlformats.org/drawingml/2006/main" w="57150">
            <a:solidFill>
              <a:srgbClr val="23836E"/>
            </a:solidFill>
            <a:prstDash val="solid"/>
          </a:ln>
        </p:spPr>
      </p:sp>
      <p:sp>
        <p:nvSpPr>
          <p:cNvPr id="54" name="">
            <a:extLst xmlns:a="http://schemas.openxmlformats.org/drawingml/2006/main">
              <a:ext uri="{FF2B5EF4-FFF2-40B4-BE49-F238E27FC236}">
                <a16:creationId xmlns:a16="http://schemas.microsoft.com/office/drawing/2014/main" id="{19B3B116-C41A-4F90-B8A2-19D6BF0EC578}"/>
              </a:ext>
            </a:extLst>
          </p:cNvPr>
          <p:cNvSpPr>
            <a:spLocks xmlns:a="http://schemas.openxmlformats.org/drawingml/2006/main" noGrp="1"/>
          </p:cNvSpPr>
          <p:nvPr/>
        </p:nvSpPr>
        <p:spPr>
          <a:xfrm xmlns:a="http://schemas.openxmlformats.org/drawingml/2006/main">
            <a:off x="10344150" y="2724150"/>
            <a:ext cx="304800" cy="762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67731999-AA25-40BB-9FD6-D26DF8DECA58}"/>
              </a:ext>
            </a:extLst>
          </p:cNvPr>
          <p:cNvSpPr>
            <a:spLocks xmlns:a="http://schemas.openxmlformats.org/drawingml/2006/main" noGrp="1"/>
          </p:cNvSpPr>
          <p:nvPr/>
        </p:nvSpPr>
        <p:spPr>
          <a:xfrm xmlns:a="http://schemas.openxmlformats.org/drawingml/2006/main">
            <a:off x="10534650" y="2771775"/>
            <a:ext cx="76200" cy="1809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4A4C7020-FD78-4C93-BA20-D97FF7415341}"/>
              </a:ext>
            </a:extLst>
          </p:cNvPr>
          <p:cNvSpPr>
            <a:spLocks xmlns:a="http://schemas.openxmlformats.org/drawingml/2006/main" noGrp="1"/>
          </p:cNvSpPr>
          <p:nvPr/>
        </p:nvSpPr>
        <p:spPr>
          <a:xfrm xmlns:a="http://schemas.openxmlformats.org/drawingml/2006/main">
            <a:off x="10086975" y="2466975"/>
            <a:ext cx="228600" cy="228600"/>
          </a:xfrm>
          <a:prstGeom xmlns:a="http://schemas.openxmlformats.org/drawingml/2006/main" prst="ellipse">
            <a:avLst/>
          </a:prstGeom>
          <a:noFill xmlns:a="http://schemas.openxmlformats.org/drawingml/2006/main"/>
          <a:ln xmlns:a="http://schemas.openxmlformats.org/drawingml/2006/main" w="19050">
            <a:solidFill>
              <a:srgbClr val="23836E"/>
            </a:solidFill>
            <a:prstDash val="solid"/>
          </a:ln>
        </p:spPr>
      </p:sp>
      <p:sp>
        <p:nvSpPr>
          <p:cNvPr id="57" name="">
            <a:extLst xmlns:a="http://schemas.openxmlformats.org/drawingml/2006/main">
              <a:ext uri="{FF2B5EF4-FFF2-40B4-BE49-F238E27FC236}">
                <a16:creationId xmlns:a16="http://schemas.microsoft.com/office/drawing/2014/main" id="{40D46223-E177-4C0A-8B36-544BC89F1FE6}"/>
              </a:ext>
            </a:extLst>
          </p:cNvPr>
          <p:cNvSpPr>
            <a:spLocks xmlns:a="http://schemas.openxmlformats.org/drawingml/2006/main" noGrp="1"/>
          </p:cNvSpPr>
          <p:nvPr/>
        </p:nvSpPr>
        <p:spPr>
          <a:xfrm xmlns:a="http://schemas.openxmlformats.org/drawingml/2006/main" flipV="0">
            <a:off x="10134600" y="2581275"/>
            <a:ext cx="66675" cy="66675"/>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8" name="">
            <a:extLst xmlns:a="http://schemas.openxmlformats.org/drawingml/2006/main">
              <a:ext uri="{FF2B5EF4-FFF2-40B4-BE49-F238E27FC236}">
                <a16:creationId xmlns:a16="http://schemas.microsoft.com/office/drawing/2014/main" id="{A255F516-7B56-4195-92F8-0A42FEA5314A}"/>
              </a:ext>
            </a:extLst>
          </p:cNvPr>
          <p:cNvSpPr>
            <a:spLocks xmlns:a="http://schemas.openxmlformats.org/drawingml/2006/main" noGrp="1"/>
          </p:cNvSpPr>
          <p:nvPr/>
        </p:nvSpPr>
        <p:spPr>
          <a:xfrm xmlns:a="http://schemas.openxmlformats.org/drawingml/2006/main" flipV="1">
            <a:off x="10201275" y="2533650"/>
            <a:ext cx="95250" cy="114300"/>
          </a:xfrm>
          <a:prstGeom xmlns:a="http://schemas.openxmlformats.org/drawingml/2006/main" prst="line">
            <a:avLst/>
          </a:prstGeom>
          <a:noFill xmlns:a="http://schemas.openxmlformats.org/drawingml/2006/main"/>
          <a:ln xmlns:a="http://schemas.openxmlformats.org/drawingml/2006/main" w="19050">
            <a:solidFill>
              <a:srgbClr val="23836E"/>
            </a:solidFill>
            <a:prstDash val="solid"/>
          </a:ln>
        </p:spPr>
      </p:sp>
      <p:sp>
        <p:nvSpPr>
          <p:cNvPr id="59" name="">
            <a:extLst xmlns:a="http://schemas.openxmlformats.org/drawingml/2006/main">
              <a:ext uri="{FF2B5EF4-FFF2-40B4-BE49-F238E27FC236}">
                <a16:creationId xmlns:a16="http://schemas.microsoft.com/office/drawing/2014/main" id="{EE1D7909-65F7-4CFD-8049-191D75D59D95}"/>
              </a:ext>
            </a:extLst>
          </p:cNvPr>
          <p:cNvSpPr>
            <a:spLocks xmlns:a="http://schemas.openxmlformats.org/drawingml/2006/main" noGrp="1"/>
          </p:cNvSpPr>
          <p:nvPr/>
        </p:nvSpPr>
        <p:spPr>
          <a:xfrm xmlns:a="http://schemas.openxmlformats.org/drawingml/2006/main">
            <a:off x="9248775" y="3076575"/>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125" b="0">
                <a:solidFill>
                  <a:srgbClr val="536276"/>
                </a:solidFill>
                <a:latin typeface="Aptos"/>
                <a:ea typeface="Aptos"/>
                <a:cs typeface="Aptos"/>
              </a:defRPr>
            </a:defPPr>
            <a:lvl1pPr algn="ctr">
              <a:defRPr sz="1125" b="0">
                <a:solidFill>
                  <a:srgbClr val="536276"/>
                </a:solidFill>
                <a:latin typeface="Aptos"/>
                <a:ea typeface="Aptos"/>
                <a:cs typeface="Aptos"/>
              </a:defRPr>
            </a:lvl1pPr>
            <a:lvl2pPr algn="ctr">
              <a:defRPr sz="1125" b="0">
                <a:solidFill>
                  <a:srgbClr val="536276"/>
                </a:solidFill>
                <a:latin typeface="Aptos"/>
                <a:ea typeface="Aptos"/>
                <a:cs typeface="Aptos"/>
              </a:defRPr>
            </a:lvl2pPr>
            <a:lvl3pPr algn="ctr">
              <a:defRPr sz="1125" b="0">
                <a:solidFill>
                  <a:srgbClr val="536276"/>
                </a:solidFill>
                <a:latin typeface="Aptos"/>
                <a:ea typeface="Aptos"/>
                <a:cs typeface="Aptos"/>
              </a:defRPr>
            </a:lvl3pPr>
            <a:lvl4pPr algn="ctr">
              <a:defRPr sz="1125" b="0">
                <a:solidFill>
                  <a:srgbClr val="536276"/>
                </a:solidFill>
                <a:latin typeface="Aptos"/>
                <a:ea typeface="Aptos"/>
                <a:cs typeface="Aptos"/>
              </a:defRPr>
            </a:lvl4pPr>
            <a:lvl5pPr algn="ctr">
              <a:defRPr sz="1125" b="0">
                <a:solidFill>
                  <a:srgbClr val="536276"/>
                </a:solidFill>
                <a:latin typeface="Aptos"/>
                <a:ea typeface="Aptos"/>
                <a:cs typeface="Aptos"/>
              </a:defRPr>
            </a:lvl5pPr>
            <a:lvl6pPr algn="ctr">
              <a:defRPr sz="1125" b="0">
                <a:solidFill>
                  <a:srgbClr val="536276"/>
                </a:solidFill>
                <a:latin typeface="Aptos"/>
                <a:ea typeface="Aptos"/>
                <a:cs typeface="Aptos"/>
              </a:defRPr>
            </a:lvl6pPr>
            <a:lvl7pPr algn="ctr">
              <a:defRPr sz="1125" b="0">
                <a:solidFill>
                  <a:srgbClr val="536276"/>
                </a:solidFill>
                <a:latin typeface="Aptos"/>
                <a:ea typeface="Aptos"/>
                <a:cs typeface="Aptos"/>
              </a:defRPr>
            </a:lvl7pPr>
            <a:lvl8pPr algn="ctr">
              <a:defRPr sz="1125" b="0">
                <a:solidFill>
                  <a:srgbClr val="536276"/>
                </a:solidFill>
                <a:latin typeface="Aptos"/>
                <a:ea typeface="Aptos"/>
                <a:cs typeface="Aptos"/>
              </a:defRPr>
            </a:lvl8pPr>
            <a:lvl9pPr algn="ctr">
              <a:defRPr sz="1125" b="0">
                <a:solidFill>
                  <a:srgbClr val="536276"/>
                </a:solidFill>
                <a:latin typeface="Aptos"/>
                <a:ea typeface="Aptos"/>
                <a:cs typeface="Aptos"/>
              </a:defRPr>
            </a:lvl9pPr>
          </a:lstStyle>
          <a:p xmlns:a="http://schemas.openxmlformats.org/drawingml/2006/main">
            <a:pPr algn="ctr">
              <a:defRPr sz="1125" b="0">
                <a:solidFill>
                  <a:srgbClr val="536276"/>
                </a:solidFill>
                <a:latin typeface="Aptos"/>
                <a:ea typeface="Aptos"/>
                <a:cs typeface="Aptos"/>
              </a:defRPr>
            </a:pPr>
            <a:r>
              <a:rPr sz="1125" b="0">
                <a:solidFill>
                  <a:srgbClr val="536276"/>
                </a:solidFill>
                <a:latin typeface="Aptos"/>
                <a:ea typeface="Aptos"/>
                <a:cs typeface="Aptos"/>
              </a:rPr>
              <a:t>La API revisa firma, titular, vigencia y revocación.</a:t>
            </a:r>
          </a:p>
        </p:txBody>
      </p:sp>
      <p:sp>
        <p:nvSpPr>
          <p:cNvPr id="60" name="">
            <a:extLst xmlns:a="http://schemas.openxmlformats.org/drawingml/2006/main">
              <a:ext uri="{FF2B5EF4-FFF2-40B4-BE49-F238E27FC236}">
                <a16:creationId xmlns:a16="http://schemas.microsoft.com/office/drawing/2014/main" id="{8C6A0D0F-AC07-4D5D-902A-67A84C13A4AB}"/>
              </a:ext>
            </a:extLst>
          </p:cNvPr>
          <p:cNvSpPr>
            <a:spLocks xmlns:a="http://schemas.openxmlformats.org/drawingml/2006/main" noGrp="1"/>
          </p:cNvSpPr>
          <p:nvPr/>
        </p:nvSpPr>
        <p:spPr>
          <a:xfrm xmlns:a="http://schemas.openxmlformats.org/drawingml/2006/main">
            <a:off x="762000" y="4095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23836E"/>
                </a:solidFill>
                <a:latin typeface="Aptos"/>
                <a:ea typeface="Aptos"/>
                <a:cs typeface="Aptos"/>
              </a:defRPr>
            </a:defPPr>
            <a:lvl1pPr algn="l">
              <a:defRPr sz="1350" b="1">
                <a:solidFill>
                  <a:srgbClr val="23836E"/>
                </a:solidFill>
                <a:latin typeface="Aptos"/>
                <a:ea typeface="Aptos"/>
                <a:cs typeface="Aptos"/>
              </a:defRPr>
            </a:lvl1pPr>
            <a:lvl2pPr algn="l">
              <a:defRPr sz="1350" b="1">
                <a:solidFill>
                  <a:srgbClr val="23836E"/>
                </a:solidFill>
                <a:latin typeface="Aptos"/>
                <a:ea typeface="Aptos"/>
                <a:cs typeface="Aptos"/>
              </a:defRPr>
            </a:lvl2pPr>
            <a:lvl3pPr algn="l">
              <a:defRPr sz="1350" b="1">
                <a:solidFill>
                  <a:srgbClr val="23836E"/>
                </a:solidFill>
                <a:latin typeface="Aptos"/>
                <a:ea typeface="Aptos"/>
                <a:cs typeface="Aptos"/>
              </a:defRPr>
            </a:lvl3pPr>
            <a:lvl4pPr algn="l">
              <a:defRPr sz="1350" b="1">
                <a:solidFill>
                  <a:srgbClr val="23836E"/>
                </a:solidFill>
                <a:latin typeface="Aptos"/>
                <a:ea typeface="Aptos"/>
                <a:cs typeface="Aptos"/>
              </a:defRPr>
            </a:lvl4pPr>
            <a:lvl5pPr algn="l">
              <a:defRPr sz="1350" b="1">
                <a:solidFill>
                  <a:srgbClr val="23836E"/>
                </a:solidFill>
                <a:latin typeface="Aptos"/>
                <a:ea typeface="Aptos"/>
                <a:cs typeface="Aptos"/>
              </a:defRPr>
            </a:lvl5pPr>
            <a:lvl6pPr algn="l">
              <a:defRPr sz="1350" b="1">
                <a:solidFill>
                  <a:srgbClr val="23836E"/>
                </a:solidFill>
                <a:latin typeface="Aptos"/>
                <a:ea typeface="Aptos"/>
                <a:cs typeface="Aptos"/>
              </a:defRPr>
            </a:lvl6pPr>
            <a:lvl7pPr algn="l">
              <a:defRPr sz="1350" b="1">
                <a:solidFill>
                  <a:srgbClr val="23836E"/>
                </a:solidFill>
                <a:latin typeface="Aptos"/>
                <a:ea typeface="Aptos"/>
                <a:cs typeface="Aptos"/>
              </a:defRPr>
            </a:lvl7pPr>
            <a:lvl8pPr algn="l">
              <a:defRPr sz="1350" b="1">
                <a:solidFill>
                  <a:srgbClr val="23836E"/>
                </a:solidFill>
                <a:latin typeface="Aptos"/>
                <a:ea typeface="Aptos"/>
                <a:cs typeface="Aptos"/>
              </a:defRPr>
            </a:lvl8pPr>
            <a:lvl9pPr algn="l">
              <a:defRPr sz="1350" b="1">
                <a:solidFill>
                  <a:srgbClr val="23836E"/>
                </a:solidFill>
                <a:latin typeface="Aptos"/>
                <a:ea typeface="Aptos"/>
                <a:cs typeface="Aptos"/>
              </a:defRPr>
            </a:lvl9pPr>
          </a:lstStyle>
          <a:p xmlns:a="http://schemas.openxmlformats.org/drawingml/2006/main">
            <a:pPr algn="l">
              <a:defRPr sz="1350" b="1">
                <a:solidFill>
                  <a:srgbClr val="23836E"/>
                </a:solidFill>
                <a:latin typeface="Aptos"/>
                <a:ea typeface="Aptos"/>
                <a:cs typeface="Aptos"/>
              </a:defRPr>
            </a:pPr>
            <a:r>
              <a:rPr sz="1350" b="1">
                <a:solidFill>
                  <a:srgbClr val="23836E"/>
                </a:solidFill>
                <a:latin typeface="Aptos"/>
                <a:ea typeface="Aptos"/>
                <a:cs typeface="Aptos"/>
              </a:rPr>
              <a:t>Incluye</a:t>
            </a:r>
          </a:p>
        </p:txBody>
      </p:sp>
      <p:sp>
        <p:nvSpPr>
          <p:cNvPr id="61" name="">
            <a:extLst xmlns:a="http://schemas.openxmlformats.org/drawingml/2006/main">
              <a:ext uri="{FF2B5EF4-FFF2-40B4-BE49-F238E27FC236}">
                <a16:creationId xmlns:a16="http://schemas.microsoft.com/office/drawing/2014/main" id="{E43EBA11-4E15-42FC-A524-4270831D3889}"/>
              </a:ext>
            </a:extLst>
          </p:cNvPr>
          <p:cNvSpPr>
            <a:spLocks xmlns:a="http://schemas.openxmlformats.org/drawingml/2006/main" noGrp="1"/>
          </p:cNvSpPr>
          <p:nvPr/>
        </p:nvSpPr>
        <p:spPr>
          <a:xfrm xmlns:a="http://schemas.openxmlformats.org/drawingml/2006/main">
            <a:off x="762000"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2B22914-73F3-4219-9308-BC2949609E25}"/>
              </a:ext>
            </a:extLst>
          </p:cNvPr>
          <p:cNvSpPr>
            <a:spLocks xmlns:a="http://schemas.openxmlformats.org/drawingml/2006/main" noGrp="1"/>
          </p:cNvSpPr>
          <p:nvPr/>
        </p:nvSpPr>
        <p:spPr>
          <a:xfrm xmlns:a="http://schemas.openxmlformats.org/drawingml/2006/main">
            <a:off x="1028700" y="44862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defRPr sz="1425" b="0">
                <a:solidFill>
                  <a:srgbClr val="182230"/>
                </a:solidFill>
                <a:latin typeface="Aptos"/>
                <a:ea typeface="Aptos"/>
                <a:cs typeface="Aptos"/>
              </a:defRPr>
            </a:lvl1pPr>
            <a:lvl2pPr algn="l">
              <a:defRPr sz="1425" b="0">
                <a:solidFill>
                  <a:srgbClr val="182230"/>
                </a:solidFill>
                <a:latin typeface="Aptos"/>
                <a:ea typeface="Aptos"/>
                <a:cs typeface="Aptos"/>
              </a:defRPr>
            </a:lvl2pPr>
            <a:lvl3pPr algn="l">
              <a:defRPr sz="1425" b="0">
                <a:solidFill>
                  <a:srgbClr val="182230"/>
                </a:solidFill>
                <a:latin typeface="Aptos"/>
                <a:ea typeface="Aptos"/>
                <a:cs typeface="Aptos"/>
              </a:defRPr>
            </a:lvl3pPr>
            <a:lvl4pPr algn="l">
              <a:defRPr sz="1425" b="0">
                <a:solidFill>
                  <a:srgbClr val="182230"/>
                </a:solidFill>
                <a:latin typeface="Aptos"/>
                <a:ea typeface="Aptos"/>
                <a:cs typeface="Aptos"/>
              </a:defRPr>
            </a:lvl4pPr>
            <a:lvl5pPr algn="l">
              <a:defRPr sz="1425" b="0">
                <a:solidFill>
                  <a:srgbClr val="182230"/>
                </a:solidFill>
                <a:latin typeface="Aptos"/>
                <a:ea typeface="Aptos"/>
                <a:cs typeface="Aptos"/>
              </a:defRPr>
            </a:lvl5pPr>
            <a:lvl6pPr algn="l">
              <a:defRPr sz="1425" b="0">
                <a:solidFill>
                  <a:srgbClr val="182230"/>
                </a:solidFill>
                <a:latin typeface="Aptos"/>
                <a:ea typeface="Aptos"/>
                <a:cs typeface="Aptos"/>
              </a:defRPr>
            </a:lvl6pPr>
            <a:lvl7pPr algn="l">
              <a:defRPr sz="1425" b="0">
                <a:solidFill>
                  <a:srgbClr val="182230"/>
                </a:solidFill>
                <a:latin typeface="Aptos"/>
                <a:ea typeface="Aptos"/>
                <a:cs typeface="Aptos"/>
              </a:defRPr>
            </a:lvl7pPr>
            <a:lvl8pPr algn="l">
              <a:defRPr sz="1425" b="0">
                <a:solidFill>
                  <a:srgbClr val="182230"/>
                </a:solidFill>
                <a:latin typeface="Aptos"/>
                <a:ea typeface="Aptos"/>
                <a:cs typeface="Aptos"/>
              </a:defRPr>
            </a:lvl8pPr>
            <a:lvl9pPr algn="l">
              <a:defRPr sz="1425" b="0">
                <a:solidFill>
                  <a:srgbClr val="182230"/>
                </a:solidFill>
                <a:latin typeface="Aptos"/>
                <a:ea typeface="Aptos"/>
                <a:cs typeface="Aptos"/>
              </a:defRPr>
            </a:lvl9pPr>
          </a:lstStyle>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Notas, materias, regularidad, biblioteca y gimnasio</a:t>
            </a:r>
          </a:p>
        </p:txBody>
      </p:sp>
      <p:sp>
        <p:nvSpPr>
          <p:cNvPr id="63" name="">
            <a:extLst xmlns:a="http://schemas.openxmlformats.org/drawingml/2006/main">
              <a:ext uri="{FF2B5EF4-FFF2-40B4-BE49-F238E27FC236}">
                <a16:creationId xmlns:a16="http://schemas.microsoft.com/office/drawing/2014/main" id="{E7A47AA7-BFD7-4226-AA37-43D3318AEC03}"/>
              </a:ext>
            </a:extLst>
          </p:cNvPr>
          <p:cNvSpPr>
            <a:spLocks xmlns:a="http://schemas.openxmlformats.org/drawingml/2006/main" noGrp="1"/>
          </p:cNvSpPr>
          <p:nvPr/>
        </p:nvSpPr>
        <p:spPr>
          <a:xfrm xmlns:a="http://schemas.openxmlformats.org/drawingml/2006/main">
            <a:off x="762000" y="5172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EBEE881-55B6-4BDE-A920-2B4C35002749}"/>
              </a:ext>
            </a:extLst>
          </p:cNvPr>
          <p:cNvSpPr>
            <a:spLocks xmlns:a="http://schemas.openxmlformats.org/drawingml/2006/main" noGrp="1"/>
          </p:cNvSpPr>
          <p:nvPr/>
        </p:nvSpPr>
        <p:spPr>
          <a:xfrm xmlns:a="http://schemas.openxmlformats.org/drawingml/2006/main">
            <a:off x="1028700" y="5095875"/>
            <a:ext cx="4829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defRPr sz="1425" b="0">
                <a:solidFill>
                  <a:srgbClr val="182230"/>
                </a:solidFill>
                <a:latin typeface="Aptos"/>
                <a:ea typeface="Aptos"/>
                <a:cs typeface="Aptos"/>
              </a:defRPr>
            </a:lvl1pPr>
            <a:lvl2pPr algn="l">
              <a:defRPr sz="1425" b="0">
                <a:solidFill>
                  <a:srgbClr val="182230"/>
                </a:solidFill>
                <a:latin typeface="Aptos"/>
                <a:ea typeface="Aptos"/>
                <a:cs typeface="Aptos"/>
              </a:defRPr>
            </a:lvl2pPr>
            <a:lvl3pPr algn="l">
              <a:defRPr sz="1425" b="0">
                <a:solidFill>
                  <a:srgbClr val="182230"/>
                </a:solidFill>
                <a:latin typeface="Aptos"/>
                <a:ea typeface="Aptos"/>
                <a:cs typeface="Aptos"/>
              </a:defRPr>
            </a:lvl3pPr>
            <a:lvl4pPr algn="l">
              <a:defRPr sz="1425" b="0">
                <a:solidFill>
                  <a:srgbClr val="182230"/>
                </a:solidFill>
                <a:latin typeface="Aptos"/>
                <a:ea typeface="Aptos"/>
                <a:cs typeface="Aptos"/>
              </a:defRPr>
            </a:lvl4pPr>
            <a:lvl5pPr algn="l">
              <a:defRPr sz="1425" b="0">
                <a:solidFill>
                  <a:srgbClr val="182230"/>
                </a:solidFill>
                <a:latin typeface="Aptos"/>
                <a:ea typeface="Aptos"/>
                <a:cs typeface="Aptos"/>
              </a:defRPr>
            </a:lvl5pPr>
            <a:lvl6pPr algn="l">
              <a:defRPr sz="1425" b="0">
                <a:solidFill>
                  <a:srgbClr val="182230"/>
                </a:solidFill>
                <a:latin typeface="Aptos"/>
                <a:ea typeface="Aptos"/>
                <a:cs typeface="Aptos"/>
              </a:defRPr>
            </a:lvl6pPr>
            <a:lvl7pPr algn="l">
              <a:defRPr sz="1425" b="0">
                <a:solidFill>
                  <a:srgbClr val="182230"/>
                </a:solidFill>
                <a:latin typeface="Aptos"/>
                <a:ea typeface="Aptos"/>
                <a:cs typeface="Aptos"/>
              </a:defRPr>
            </a:lvl7pPr>
            <a:lvl8pPr algn="l">
              <a:defRPr sz="1425" b="0">
                <a:solidFill>
                  <a:srgbClr val="182230"/>
                </a:solidFill>
                <a:latin typeface="Aptos"/>
                <a:ea typeface="Aptos"/>
                <a:cs typeface="Aptos"/>
              </a:defRPr>
            </a:lvl8pPr>
            <a:lvl9pPr algn="l">
              <a:defRPr sz="1425" b="0">
                <a:solidFill>
                  <a:srgbClr val="182230"/>
                </a:solidFill>
                <a:latin typeface="Aptos"/>
                <a:ea typeface="Aptos"/>
                <a:cs typeface="Aptos"/>
              </a:defRPr>
            </a:lvl9pPr>
          </a:lstStyle>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Asistencia en sesión temporal y planilla exportable</a:t>
            </a:r>
          </a:p>
        </p:txBody>
      </p:sp>
      <p:sp>
        <p:nvSpPr>
          <p:cNvPr id="65" name="">
            <a:extLst xmlns:a="http://schemas.openxmlformats.org/drawingml/2006/main">
              <a:ext uri="{FF2B5EF4-FFF2-40B4-BE49-F238E27FC236}">
                <a16:creationId xmlns:a16="http://schemas.microsoft.com/office/drawing/2014/main" id="{FF4CA4B7-C392-4F4E-B207-34E726E88D5E}"/>
              </a:ext>
            </a:extLst>
          </p:cNvPr>
          <p:cNvSpPr>
            <a:spLocks xmlns:a="http://schemas.openxmlformats.org/drawingml/2006/main" noGrp="1"/>
          </p:cNvSpPr>
          <p:nvPr/>
        </p:nvSpPr>
        <p:spPr>
          <a:xfrm xmlns:a="http://schemas.openxmlformats.org/drawingml/2006/main">
            <a:off x="6334125"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D95757"/>
                </a:solidFill>
                <a:latin typeface="Aptos"/>
                <a:ea typeface="Aptos"/>
                <a:cs typeface="Aptos"/>
              </a:defRPr>
            </a:defPPr>
            <a:lvl1pPr algn="l">
              <a:defRPr sz="1350" b="1">
                <a:solidFill>
                  <a:srgbClr val="D95757"/>
                </a:solidFill>
                <a:latin typeface="Aptos"/>
                <a:ea typeface="Aptos"/>
                <a:cs typeface="Aptos"/>
              </a:defRPr>
            </a:lvl1pPr>
            <a:lvl2pPr algn="l">
              <a:defRPr sz="1350" b="1">
                <a:solidFill>
                  <a:srgbClr val="D95757"/>
                </a:solidFill>
                <a:latin typeface="Aptos"/>
                <a:ea typeface="Aptos"/>
                <a:cs typeface="Aptos"/>
              </a:defRPr>
            </a:lvl2pPr>
            <a:lvl3pPr algn="l">
              <a:defRPr sz="1350" b="1">
                <a:solidFill>
                  <a:srgbClr val="D95757"/>
                </a:solidFill>
                <a:latin typeface="Aptos"/>
                <a:ea typeface="Aptos"/>
                <a:cs typeface="Aptos"/>
              </a:defRPr>
            </a:lvl3pPr>
            <a:lvl4pPr algn="l">
              <a:defRPr sz="1350" b="1">
                <a:solidFill>
                  <a:srgbClr val="D95757"/>
                </a:solidFill>
                <a:latin typeface="Aptos"/>
                <a:ea typeface="Aptos"/>
                <a:cs typeface="Aptos"/>
              </a:defRPr>
            </a:lvl4pPr>
            <a:lvl5pPr algn="l">
              <a:defRPr sz="1350" b="1">
                <a:solidFill>
                  <a:srgbClr val="D95757"/>
                </a:solidFill>
                <a:latin typeface="Aptos"/>
                <a:ea typeface="Aptos"/>
                <a:cs typeface="Aptos"/>
              </a:defRPr>
            </a:lvl5pPr>
            <a:lvl6pPr algn="l">
              <a:defRPr sz="1350" b="1">
                <a:solidFill>
                  <a:srgbClr val="D95757"/>
                </a:solidFill>
                <a:latin typeface="Aptos"/>
                <a:ea typeface="Aptos"/>
                <a:cs typeface="Aptos"/>
              </a:defRPr>
            </a:lvl6pPr>
            <a:lvl7pPr algn="l">
              <a:defRPr sz="1350" b="1">
                <a:solidFill>
                  <a:srgbClr val="D95757"/>
                </a:solidFill>
                <a:latin typeface="Aptos"/>
                <a:ea typeface="Aptos"/>
                <a:cs typeface="Aptos"/>
              </a:defRPr>
            </a:lvl7pPr>
            <a:lvl8pPr algn="l">
              <a:defRPr sz="1350" b="1">
                <a:solidFill>
                  <a:srgbClr val="D95757"/>
                </a:solidFill>
                <a:latin typeface="Aptos"/>
                <a:ea typeface="Aptos"/>
                <a:cs typeface="Aptos"/>
              </a:defRPr>
            </a:lvl8pPr>
            <a:lvl9pPr algn="l">
              <a:defRPr sz="1350" b="1">
                <a:solidFill>
                  <a:srgbClr val="D95757"/>
                </a:solidFill>
                <a:latin typeface="Aptos"/>
                <a:ea typeface="Aptos"/>
                <a:cs typeface="Aptos"/>
              </a:defRPr>
            </a:lvl9pPr>
          </a:lstStyle>
          <a:p xmlns:a="http://schemas.openxmlformats.org/drawingml/2006/main">
            <a:pPr algn="l">
              <a:defRPr sz="1350" b="1">
                <a:solidFill>
                  <a:srgbClr val="D95757"/>
                </a:solidFill>
                <a:latin typeface="Aptos"/>
                <a:ea typeface="Aptos"/>
                <a:cs typeface="Aptos"/>
              </a:defRPr>
            </a:pPr>
            <a:r>
              <a:rPr sz="1350" b="1">
                <a:solidFill>
                  <a:srgbClr val="D95757"/>
                </a:solidFill>
                <a:latin typeface="Aptos"/>
                <a:ea typeface="Aptos"/>
                <a:cs typeface="Aptos"/>
              </a:rPr>
              <a:t>Fronteras del prototipo</a:t>
            </a:r>
          </a:p>
        </p:txBody>
      </p:sp>
      <p:sp>
        <p:nvSpPr>
          <p:cNvPr id="66" name="">
            <a:extLst xmlns:a="http://schemas.openxmlformats.org/drawingml/2006/main">
              <a:ext uri="{FF2B5EF4-FFF2-40B4-BE49-F238E27FC236}">
                <a16:creationId xmlns:a16="http://schemas.microsoft.com/office/drawing/2014/main" id="{67E525ED-1055-4EB3-A9A6-9F4138297EBE}"/>
              </a:ext>
            </a:extLst>
          </p:cNvPr>
          <p:cNvSpPr>
            <a:spLocks xmlns:a="http://schemas.openxmlformats.org/drawingml/2006/main" noGrp="1"/>
          </p:cNvSpPr>
          <p:nvPr/>
        </p:nvSpPr>
        <p:spPr>
          <a:xfrm xmlns:a="http://schemas.openxmlformats.org/drawingml/2006/main">
            <a:off x="6334125" y="45624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9113A765-9719-4719-A600-A0104D7AA80C}"/>
              </a:ext>
            </a:extLst>
          </p:cNvPr>
          <p:cNvSpPr>
            <a:spLocks xmlns:a="http://schemas.openxmlformats.org/drawingml/2006/main" noGrp="1"/>
          </p:cNvSpPr>
          <p:nvPr/>
        </p:nvSpPr>
        <p:spPr>
          <a:xfrm xmlns:a="http://schemas.openxmlformats.org/drawingml/2006/main">
            <a:off x="6600825" y="44862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Identidades y datos de laboratorio</a:t>
            </a:r>
          </a:p>
        </p:txBody>
      </p:sp>
      <p:sp>
        <p:nvSpPr>
          <p:cNvPr id="68" name="">
            <a:extLst xmlns:a="http://schemas.openxmlformats.org/drawingml/2006/main">
              <a:ext uri="{FF2B5EF4-FFF2-40B4-BE49-F238E27FC236}">
                <a16:creationId xmlns:a16="http://schemas.microsoft.com/office/drawing/2014/main" id="{A67C66CA-D1D0-4BD5-9841-E309B762363E}"/>
              </a:ext>
            </a:extLst>
          </p:cNvPr>
          <p:cNvSpPr>
            <a:spLocks xmlns:a="http://schemas.openxmlformats.org/drawingml/2006/main" noGrp="1"/>
          </p:cNvSpPr>
          <p:nvPr/>
        </p:nvSpPr>
        <p:spPr>
          <a:xfrm xmlns:a="http://schemas.openxmlformats.org/drawingml/2006/main">
            <a:off x="6334125" y="50577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8F4C737-3E6F-4830-B31D-A201F38C9535}"/>
              </a:ext>
            </a:extLst>
          </p:cNvPr>
          <p:cNvSpPr>
            <a:spLocks xmlns:a="http://schemas.openxmlformats.org/drawingml/2006/main" noGrp="1"/>
          </p:cNvSpPr>
          <p:nvPr/>
        </p:nvSpPr>
        <p:spPr>
          <a:xfrm xmlns:a="http://schemas.openxmlformats.org/drawingml/2006/main">
            <a:off x="6600825" y="49815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API local requerida para verificar revocación</a:t>
            </a:r>
          </a:p>
        </p:txBody>
      </p:sp>
      <p:sp>
        <p:nvSpPr>
          <p:cNvPr id="70" name="">
            <a:extLst xmlns:a="http://schemas.openxmlformats.org/drawingml/2006/main">
              <a:ext uri="{FF2B5EF4-FFF2-40B4-BE49-F238E27FC236}">
                <a16:creationId xmlns:a16="http://schemas.microsoft.com/office/drawing/2014/main" id="{07ABC6B9-F6E1-4DD1-8ACB-53CFBE47325C}"/>
              </a:ext>
            </a:extLst>
          </p:cNvPr>
          <p:cNvSpPr>
            <a:spLocks xmlns:a="http://schemas.openxmlformats.org/drawingml/2006/main" noGrp="1"/>
          </p:cNvSpPr>
          <p:nvPr/>
        </p:nvSpPr>
        <p:spPr>
          <a:xfrm xmlns:a="http://schemas.openxmlformats.org/drawingml/2006/main">
            <a:off x="6334125" y="55530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3178871A-8129-4802-947E-5276559F72FA}"/>
              </a:ext>
            </a:extLst>
          </p:cNvPr>
          <p:cNvSpPr>
            <a:spLocks xmlns:a="http://schemas.openxmlformats.org/drawingml/2006/main" noGrp="1"/>
          </p:cNvSpPr>
          <p:nvPr/>
        </p:nvSpPr>
        <p:spPr>
          <a:xfrm xmlns:a="http://schemas.openxmlformats.org/drawingml/2006/main">
            <a:off x="6600825" y="5476875"/>
            <a:ext cx="4781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Formato propio, sin certificación de interoperabilidad</a:t>
            </a:r>
          </a:p>
        </p:txBody>
      </p:sp>
    </p:spTree>
    <p:extLst>
      <p:ext uri="{BB962C8B-B14F-4D97-AF65-F5344CB8AC3E}">
        <p14:creationId xmlns:p14="http://schemas.microsoft.com/office/powerpoint/2010/main" val="797256271"/>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7C7004-5367-4760-9C35-63750EEF55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FLUJO FUNCIONAL</a:t>
            </a:r>
          </a:p>
        </p:txBody>
      </p:sp>
      <p:sp>
        <p:nvSpPr>
          <p:cNvPr id="2" name="">
            <a:extLst xmlns:a="http://schemas.openxmlformats.org/drawingml/2006/main">
              <a:ext uri="{FF2B5EF4-FFF2-40B4-BE49-F238E27FC236}">
                <a16:creationId xmlns:a16="http://schemas.microsoft.com/office/drawing/2014/main" id="{A595BD7D-936B-49FC-B8A0-1542D1F175C2}"/>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FA98892-DED8-4D20-9047-45E34DFBE6D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Tres actores y una decisión del titular</a:t>
            </a:r>
          </a:p>
        </p:txBody>
      </p:sp>
      <p:sp>
        <p:nvSpPr>
          <p:cNvPr id="4" name="">
            <a:extLst xmlns:a="http://schemas.openxmlformats.org/drawingml/2006/main">
              <a:ext uri="{FF2B5EF4-FFF2-40B4-BE49-F238E27FC236}">
                <a16:creationId xmlns:a16="http://schemas.microsoft.com/office/drawing/2014/main" id="{4E375D04-5DFB-4D1D-A07C-E4BEF12E6B7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E2D7168F-1D89-479C-B784-5578B1DAAB98}"/>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B50A6D4-CFD9-46E0-B058-0715457C1B4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A6197F28-5DD4-4C5A-823B-3F90CABA2299}"/>
              </a:ext>
            </a:extLst>
          </p:cNvPr>
          <p:cNvSpPr>
            <a:spLocks xmlns:a="http://schemas.openxmlformats.org/drawingml/2006/main" noGrp="1"/>
          </p:cNvSpPr>
          <p:nvPr/>
        </p:nvSpPr>
        <p:spPr>
          <a:xfrm xmlns:a="http://schemas.openxmlformats.org/drawingml/2006/main">
            <a:off x="904875" y="1714500"/>
            <a:ext cx="2857500" cy="1028700"/>
          </a:xfrm>
          <a:prstGeom xmlns:a="http://schemas.openxmlformats.org/drawingml/2006/main" prst="roundRect">
            <a:avLst>
              <a:gd name="adj" fmla="val 7407"/>
            </a:avLst>
          </a:prstGeom>
          <a:solidFill xmlns:a="http://schemas.openxmlformats.org/drawingml/2006/main">
            <a:srgbClr val="E8E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AC1C95-8031-45F8-93FA-94D5E6B49CB2}"/>
              </a:ext>
            </a:extLst>
          </p:cNvPr>
          <p:cNvSpPr>
            <a:spLocks xmlns:a="http://schemas.openxmlformats.org/drawingml/2006/main" noGrp="1"/>
          </p:cNvSpPr>
          <p:nvPr/>
        </p:nvSpPr>
        <p:spPr>
          <a:xfrm xmlns:a="http://schemas.openxmlformats.org/drawingml/2006/main">
            <a:off x="1095375" y="1905000"/>
            <a:ext cx="609600" cy="22860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303F77-DDE1-4366-8819-CD485CF864E7}"/>
              </a:ext>
            </a:extLst>
          </p:cNvPr>
          <p:cNvSpPr>
            <a:spLocks xmlns:a="http://schemas.openxmlformats.org/drawingml/2006/main" noGrp="1"/>
          </p:cNvSpPr>
          <p:nvPr/>
        </p:nvSpPr>
        <p:spPr>
          <a:xfrm xmlns:a="http://schemas.openxmlformats.org/drawingml/2006/main">
            <a:off x="1143000" y="2133600"/>
            <a:ext cx="51435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D25FE3-2B02-4CED-9699-946DB6DE49A7}"/>
              </a:ext>
            </a:extLst>
          </p:cNvPr>
          <p:cNvSpPr>
            <a:spLocks xmlns:a="http://schemas.openxmlformats.org/drawingml/2006/main" noGrp="1"/>
          </p:cNvSpPr>
          <p:nvPr/>
        </p:nvSpPr>
        <p:spPr>
          <a:xfrm xmlns:a="http://schemas.openxmlformats.org/drawingml/2006/main">
            <a:off x="11906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1" name="">
            <a:extLst xmlns:a="http://schemas.openxmlformats.org/drawingml/2006/main">
              <a:ext uri="{FF2B5EF4-FFF2-40B4-BE49-F238E27FC236}">
                <a16:creationId xmlns:a16="http://schemas.microsoft.com/office/drawing/2014/main" id="{BC7DE771-DC9C-475A-874F-C0419732DAB8}"/>
              </a:ext>
            </a:extLst>
          </p:cNvPr>
          <p:cNvSpPr>
            <a:spLocks xmlns:a="http://schemas.openxmlformats.org/drawingml/2006/main" noGrp="1"/>
          </p:cNvSpPr>
          <p:nvPr/>
        </p:nvSpPr>
        <p:spPr>
          <a:xfrm xmlns:a="http://schemas.openxmlformats.org/drawingml/2006/main">
            <a:off x="13239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98BCB61-18DF-45EC-AD01-C12E86778923}"/>
              </a:ext>
            </a:extLst>
          </p:cNvPr>
          <p:cNvSpPr>
            <a:spLocks xmlns:a="http://schemas.openxmlformats.org/drawingml/2006/main" noGrp="1"/>
          </p:cNvSpPr>
          <p:nvPr/>
        </p:nvSpPr>
        <p:spPr>
          <a:xfrm xmlns:a="http://schemas.openxmlformats.org/drawingml/2006/main">
            <a:off x="145732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01891CEF-CBD1-40CD-AD14-3DB6CACDB77F}"/>
              </a:ext>
            </a:extLst>
          </p:cNvPr>
          <p:cNvSpPr>
            <a:spLocks xmlns:a="http://schemas.openxmlformats.org/drawingml/2006/main" noGrp="1"/>
          </p:cNvSpPr>
          <p:nvPr/>
        </p:nvSpPr>
        <p:spPr>
          <a:xfrm xmlns:a="http://schemas.openxmlformats.org/drawingml/2006/main">
            <a:off x="1590675" y="2200275"/>
            <a:ext cx="57150" cy="2952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BE24A601-B0FE-42E1-90A7-42EBDC198783}"/>
              </a:ext>
            </a:extLst>
          </p:cNvPr>
          <p:cNvSpPr>
            <a:spLocks xmlns:a="http://schemas.openxmlformats.org/drawingml/2006/main" noGrp="1"/>
          </p:cNvSpPr>
          <p:nvPr/>
        </p:nvSpPr>
        <p:spPr>
          <a:xfrm xmlns:a="http://schemas.openxmlformats.org/drawingml/2006/main">
            <a:off x="1114425" y="2505075"/>
            <a:ext cx="571500" cy="4762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B30DE7-B42D-42B2-AEA7-4EC80054FDD9}"/>
              </a:ext>
            </a:extLst>
          </p:cNvPr>
          <p:cNvSpPr>
            <a:spLocks xmlns:a="http://schemas.openxmlformats.org/drawingml/2006/main" noGrp="1"/>
          </p:cNvSpPr>
          <p:nvPr/>
        </p:nvSpPr>
        <p:spPr>
          <a:xfrm xmlns:a="http://schemas.openxmlformats.org/drawingml/2006/main">
            <a:off x="185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846A0"/>
                </a:solidFill>
                <a:latin typeface="Aptos"/>
                <a:ea typeface="Aptos"/>
                <a:cs typeface="Aptos"/>
              </a:defRPr>
            </a:defPPr>
            <a:lvl1pPr algn="l">
              <a:defRPr sz="1125" b="1">
                <a:solidFill>
                  <a:srgbClr val="2846A0"/>
                </a:solidFill>
                <a:latin typeface="Aptos"/>
                <a:ea typeface="Aptos"/>
                <a:cs typeface="Aptos"/>
              </a:defRPr>
            </a:lvl1pPr>
            <a:lvl2pPr algn="l">
              <a:defRPr sz="1125" b="1">
                <a:solidFill>
                  <a:srgbClr val="2846A0"/>
                </a:solidFill>
                <a:latin typeface="Aptos"/>
                <a:ea typeface="Aptos"/>
                <a:cs typeface="Aptos"/>
              </a:defRPr>
            </a:lvl2pPr>
            <a:lvl3pPr algn="l">
              <a:defRPr sz="1125" b="1">
                <a:solidFill>
                  <a:srgbClr val="2846A0"/>
                </a:solidFill>
                <a:latin typeface="Aptos"/>
                <a:ea typeface="Aptos"/>
                <a:cs typeface="Aptos"/>
              </a:defRPr>
            </a:lvl3pPr>
            <a:lvl4pPr algn="l">
              <a:defRPr sz="1125" b="1">
                <a:solidFill>
                  <a:srgbClr val="2846A0"/>
                </a:solidFill>
                <a:latin typeface="Aptos"/>
                <a:ea typeface="Aptos"/>
                <a:cs typeface="Aptos"/>
              </a:defRPr>
            </a:lvl4pPr>
            <a:lvl5pPr algn="l">
              <a:defRPr sz="1125" b="1">
                <a:solidFill>
                  <a:srgbClr val="2846A0"/>
                </a:solidFill>
                <a:latin typeface="Aptos"/>
                <a:ea typeface="Aptos"/>
                <a:cs typeface="Aptos"/>
              </a:defRPr>
            </a:lvl5pPr>
            <a:lvl6pPr algn="l">
              <a:defRPr sz="1125" b="1">
                <a:solidFill>
                  <a:srgbClr val="2846A0"/>
                </a:solidFill>
                <a:latin typeface="Aptos"/>
                <a:ea typeface="Aptos"/>
                <a:cs typeface="Aptos"/>
              </a:defRPr>
            </a:lvl6pPr>
            <a:lvl7pPr algn="l">
              <a:defRPr sz="1125" b="1">
                <a:solidFill>
                  <a:srgbClr val="2846A0"/>
                </a:solidFill>
                <a:latin typeface="Aptos"/>
                <a:ea typeface="Aptos"/>
                <a:cs typeface="Aptos"/>
              </a:defRPr>
            </a:lvl7pPr>
            <a:lvl8pPr algn="l">
              <a:defRPr sz="1125" b="1">
                <a:solidFill>
                  <a:srgbClr val="2846A0"/>
                </a:solidFill>
                <a:latin typeface="Aptos"/>
                <a:ea typeface="Aptos"/>
                <a:cs typeface="Aptos"/>
              </a:defRPr>
            </a:lvl8pPr>
            <a:lvl9pPr algn="l">
              <a:defRPr sz="1125" b="1">
                <a:solidFill>
                  <a:srgbClr val="2846A0"/>
                </a:solidFill>
                <a:latin typeface="Aptos"/>
                <a:ea typeface="Aptos"/>
                <a:cs typeface="Aptos"/>
              </a:defRPr>
            </a:lvl9pPr>
          </a:lstStyle>
          <a:p xmlns:a="http://schemas.openxmlformats.org/drawingml/2006/main">
            <a:pPr algn="l">
              <a:defRPr sz="1125" b="1">
                <a:solidFill>
                  <a:srgbClr val="2846A0"/>
                </a:solidFill>
                <a:latin typeface="Aptos"/>
                <a:ea typeface="Aptos"/>
                <a:cs typeface="Aptos"/>
              </a:defRPr>
            </a:pPr>
            <a:r>
              <a:rPr sz="1125" b="1">
                <a:solidFill>
                  <a:srgbClr val="2846A0"/>
                </a:solidFill>
                <a:latin typeface="Aptos"/>
                <a:ea typeface="Aptos"/>
                <a:cs typeface="Aptos"/>
              </a:rPr>
              <a:t>INSTITUCIÓN</a:t>
            </a:r>
          </a:p>
        </p:txBody>
      </p:sp>
      <p:sp>
        <p:nvSpPr>
          <p:cNvPr id="16" name="">
            <a:extLst xmlns:a="http://schemas.openxmlformats.org/drawingml/2006/main">
              <a:ext uri="{FF2B5EF4-FFF2-40B4-BE49-F238E27FC236}">
                <a16:creationId xmlns:a16="http://schemas.microsoft.com/office/drawing/2014/main" id="{3AC46893-1374-4CFE-828A-FADF9BF59812}"/>
              </a:ext>
            </a:extLst>
          </p:cNvPr>
          <p:cNvSpPr>
            <a:spLocks xmlns:a="http://schemas.openxmlformats.org/drawingml/2006/main" noGrp="1"/>
          </p:cNvSpPr>
          <p:nvPr/>
        </p:nvSpPr>
        <p:spPr>
          <a:xfrm xmlns:a="http://schemas.openxmlformats.org/drawingml/2006/main">
            <a:off x="185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Emite y revoca</a:t>
            </a:r>
          </a:p>
        </p:txBody>
      </p:sp>
      <p:sp>
        <p:nvSpPr>
          <p:cNvPr id="17" name="">
            <a:extLst xmlns:a="http://schemas.openxmlformats.org/drawingml/2006/main">
              <a:ext uri="{FF2B5EF4-FFF2-40B4-BE49-F238E27FC236}">
                <a16:creationId xmlns:a16="http://schemas.microsoft.com/office/drawing/2014/main" id="{4888ECB3-25EC-4A9C-AAB5-62C84E7ECCCA}"/>
              </a:ext>
            </a:extLst>
          </p:cNvPr>
          <p:cNvSpPr>
            <a:spLocks xmlns:a="http://schemas.openxmlformats.org/drawingml/2006/main" noGrp="1"/>
          </p:cNvSpPr>
          <p:nvPr/>
        </p:nvSpPr>
        <p:spPr>
          <a:xfrm xmlns:a="http://schemas.openxmlformats.org/drawingml/2006/main">
            <a:off x="4714875" y="1714500"/>
            <a:ext cx="2857500" cy="1028700"/>
          </a:xfrm>
          <a:prstGeom xmlns:a="http://schemas.openxmlformats.org/drawingml/2006/main" prst="roundRect">
            <a:avLst>
              <a:gd name="adj" fmla="val 7407"/>
            </a:avLst>
          </a:prstGeom>
          <a:solidFill xmlns:a="http://schemas.openxmlformats.org/drawingml/2006/main">
            <a:srgbClr val="D9F5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DAB7A1-9FF1-4A9D-B5B2-13BA5D1851ED}"/>
              </a:ext>
            </a:extLst>
          </p:cNvPr>
          <p:cNvSpPr>
            <a:spLocks xmlns:a="http://schemas.openxmlformats.org/drawingml/2006/main" noGrp="1"/>
          </p:cNvSpPr>
          <p:nvPr/>
        </p:nvSpPr>
        <p:spPr>
          <a:xfrm xmlns:a="http://schemas.openxmlformats.org/drawingml/2006/main">
            <a:off x="5057775" y="19145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13E865B-4CAA-4CD6-8A44-7B3C078D77DF}"/>
              </a:ext>
            </a:extLst>
          </p:cNvPr>
          <p:cNvSpPr>
            <a:spLocks xmlns:a="http://schemas.openxmlformats.org/drawingml/2006/main" noGrp="1"/>
          </p:cNvSpPr>
          <p:nvPr/>
        </p:nvSpPr>
        <p:spPr>
          <a:xfrm xmlns:a="http://schemas.openxmlformats.org/drawingml/2006/main">
            <a:off x="4933950" y="2209800"/>
            <a:ext cx="514350" cy="333375"/>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9FE61B8-B096-42CE-A113-C63685FF3773}"/>
              </a:ext>
            </a:extLst>
          </p:cNvPr>
          <p:cNvSpPr>
            <a:spLocks xmlns:a="http://schemas.openxmlformats.org/drawingml/2006/main" noGrp="1"/>
          </p:cNvSpPr>
          <p:nvPr/>
        </p:nvSpPr>
        <p:spPr>
          <a:xfrm xmlns:a="http://schemas.openxmlformats.org/drawingml/2006/main">
            <a:off x="566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23836E"/>
                </a:solidFill>
                <a:latin typeface="Aptos"/>
                <a:ea typeface="Aptos"/>
                <a:cs typeface="Aptos"/>
              </a:defRPr>
            </a:defPPr>
            <a:lvl1pPr algn="l">
              <a:defRPr sz="1125" b="1">
                <a:solidFill>
                  <a:srgbClr val="23836E"/>
                </a:solidFill>
                <a:latin typeface="Aptos"/>
                <a:ea typeface="Aptos"/>
                <a:cs typeface="Aptos"/>
              </a:defRPr>
            </a:lvl1pPr>
            <a:lvl2pPr algn="l">
              <a:defRPr sz="1125" b="1">
                <a:solidFill>
                  <a:srgbClr val="23836E"/>
                </a:solidFill>
                <a:latin typeface="Aptos"/>
                <a:ea typeface="Aptos"/>
                <a:cs typeface="Aptos"/>
              </a:defRPr>
            </a:lvl2pPr>
            <a:lvl3pPr algn="l">
              <a:defRPr sz="1125" b="1">
                <a:solidFill>
                  <a:srgbClr val="23836E"/>
                </a:solidFill>
                <a:latin typeface="Aptos"/>
                <a:ea typeface="Aptos"/>
                <a:cs typeface="Aptos"/>
              </a:defRPr>
            </a:lvl3pPr>
            <a:lvl4pPr algn="l">
              <a:defRPr sz="1125" b="1">
                <a:solidFill>
                  <a:srgbClr val="23836E"/>
                </a:solidFill>
                <a:latin typeface="Aptos"/>
                <a:ea typeface="Aptos"/>
                <a:cs typeface="Aptos"/>
              </a:defRPr>
            </a:lvl4pPr>
            <a:lvl5pPr algn="l">
              <a:defRPr sz="1125" b="1">
                <a:solidFill>
                  <a:srgbClr val="23836E"/>
                </a:solidFill>
                <a:latin typeface="Aptos"/>
                <a:ea typeface="Aptos"/>
                <a:cs typeface="Aptos"/>
              </a:defRPr>
            </a:lvl5pPr>
            <a:lvl6pPr algn="l">
              <a:defRPr sz="1125" b="1">
                <a:solidFill>
                  <a:srgbClr val="23836E"/>
                </a:solidFill>
                <a:latin typeface="Aptos"/>
                <a:ea typeface="Aptos"/>
                <a:cs typeface="Aptos"/>
              </a:defRPr>
            </a:lvl6pPr>
            <a:lvl7pPr algn="l">
              <a:defRPr sz="1125" b="1">
                <a:solidFill>
                  <a:srgbClr val="23836E"/>
                </a:solidFill>
                <a:latin typeface="Aptos"/>
                <a:ea typeface="Aptos"/>
                <a:cs typeface="Aptos"/>
              </a:defRPr>
            </a:lvl7pPr>
            <a:lvl8pPr algn="l">
              <a:defRPr sz="1125" b="1">
                <a:solidFill>
                  <a:srgbClr val="23836E"/>
                </a:solidFill>
                <a:latin typeface="Aptos"/>
                <a:ea typeface="Aptos"/>
                <a:cs typeface="Aptos"/>
              </a:defRPr>
            </a:lvl8pPr>
            <a:lvl9pPr algn="l">
              <a:defRPr sz="1125" b="1">
                <a:solidFill>
                  <a:srgbClr val="23836E"/>
                </a:solidFill>
                <a:latin typeface="Aptos"/>
                <a:ea typeface="Aptos"/>
                <a:cs typeface="Aptos"/>
              </a:defRPr>
            </a:lvl9pPr>
          </a:lstStyle>
          <a:p xmlns:a="http://schemas.openxmlformats.org/drawingml/2006/main">
            <a:pPr algn="l">
              <a:defRPr sz="1125" b="1">
                <a:solidFill>
                  <a:srgbClr val="23836E"/>
                </a:solidFill>
                <a:latin typeface="Aptos"/>
                <a:ea typeface="Aptos"/>
                <a:cs typeface="Aptos"/>
              </a:defRPr>
            </a:pPr>
            <a:r>
              <a:rPr sz="1125" b="1">
                <a:solidFill>
                  <a:srgbClr val="23836E"/>
                </a:solidFill>
                <a:latin typeface="Aptos"/>
                <a:ea typeface="Aptos"/>
                <a:cs typeface="Aptos"/>
              </a:rPr>
              <a:t>ESTUDIANTE</a:t>
            </a:r>
          </a:p>
        </p:txBody>
      </p:sp>
      <p:sp>
        <p:nvSpPr>
          <p:cNvPr id="21" name="">
            <a:extLst xmlns:a="http://schemas.openxmlformats.org/drawingml/2006/main">
              <a:ext uri="{FF2B5EF4-FFF2-40B4-BE49-F238E27FC236}">
                <a16:creationId xmlns:a16="http://schemas.microsoft.com/office/drawing/2014/main" id="{02B6DB56-9AD9-4887-9C07-4CC273AF1749}"/>
              </a:ext>
            </a:extLst>
          </p:cNvPr>
          <p:cNvSpPr>
            <a:spLocks xmlns:a="http://schemas.openxmlformats.org/drawingml/2006/main" noGrp="1"/>
          </p:cNvSpPr>
          <p:nvPr/>
        </p:nvSpPr>
        <p:spPr>
          <a:xfrm xmlns:a="http://schemas.openxmlformats.org/drawingml/2006/main">
            <a:off x="566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Guarda y decide</a:t>
            </a:r>
          </a:p>
        </p:txBody>
      </p:sp>
      <p:sp>
        <p:nvSpPr>
          <p:cNvPr id="22" name="">
            <a:extLst xmlns:a="http://schemas.openxmlformats.org/drawingml/2006/main">
              <a:ext uri="{FF2B5EF4-FFF2-40B4-BE49-F238E27FC236}">
                <a16:creationId xmlns:a16="http://schemas.microsoft.com/office/drawing/2014/main" id="{8121B7C9-3113-440A-AB22-BDFF13C7979F}"/>
              </a:ext>
            </a:extLst>
          </p:cNvPr>
          <p:cNvSpPr>
            <a:spLocks xmlns:a="http://schemas.openxmlformats.org/drawingml/2006/main" noGrp="1"/>
          </p:cNvSpPr>
          <p:nvPr/>
        </p:nvSpPr>
        <p:spPr>
          <a:xfrm xmlns:a="http://schemas.openxmlformats.org/drawingml/2006/main">
            <a:off x="8524875" y="1714500"/>
            <a:ext cx="2857500" cy="1028700"/>
          </a:xfrm>
          <a:prstGeom xmlns:a="http://schemas.openxmlformats.org/drawingml/2006/main" prst="roundRect">
            <a:avLst>
              <a:gd name="adj" fmla="val 7407"/>
            </a:avLst>
          </a:prstGeom>
          <a:solidFill xmlns:a="http://schemas.openxmlformats.org/drawingml/2006/main">
            <a:srgbClr val="FFF2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EB113-D0E9-4FDD-9F84-8AC1032E11B9}"/>
              </a:ext>
            </a:extLst>
          </p:cNvPr>
          <p:cNvSpPr>
            <a:spLocks xmlns:a="http://schemas.openxmlformats.org/drawingml/2006/main" noGrp="1"/>
          </p:cNvSpPr>
          <p:nvPr/>
        </p:nvSpPr>
        <p:spPr>
          <a:xfrm xmlns:a="http://schemas.openxmlformats.org/drawingml/2006/main">
            <a:off x="8686800" y="1943100"/>
            <a:ext cx="438150" cy="438150"/>
          </a:xfrm>
          <a:prstGeom xmlns:a="http://schemas.openxmlformats.org/drawingml/2006/main" prst="ellipse">
            <a:avLst/>
          </a:prstGeom>
          <a:noFill xmlns:a="http://schemas.openxmlformats.org/drawingml/2006/main"/>
          <a:ln xmlns:a="http://schemas.openxmlformats.org/drawingml/2006/main" w="57150">
            <a:solidFill>
              <a:srgbClr val="9A6500"/>
            </a:solidFill>
            <a:prstDash val="solid"/>
          </a:ln>
        </p:spPr>
      </p:sp>
      <p:sp>
        <p:nvSpPr>
          <p:cNvPr id="24" name="">
            <a:extLst xmlns:a="http://schemas.openxmlformats.org/drawingml/2006/main">
              <a:ext uri="{FF2B5EF4-FFF2-40B4-BE49-F238E27FC236}">
                <a16:creationId xmlns:a16="http://schemas.microsoft.com/office/drawing/2014/main" id="{CF32C4CB-7F02-4184-95B4-EEA45D7B3F6F}"/>
              </a:ext>
            </a:extLst>
          </p:cNvPr>
          <p:cNvSpPr>
            <a:spLocks xmlns:a="http://schemas.openxmlformats.org/drawingml/2006/main" noGrp="1"/>
          </p:cNvSpPr>
          <p:nvPr/>
        </p:nvSpPr>
        <p:spPr>
          <a:xfrm xmlns:a="http://schemas.openxmlformats.org/drawingml/2006/main">
            <a:off x="9048750" y="2305050"/>
            <a:ext cx="304800" cy="76200"/>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35A72543-3B07-4A26-9296-E93E3F1C4653}"/>
              </a:ext>
            </a:extLst>
          </p:cNvPr>
          <p:cNvSpPr>
            <a:spLocks xmlns:a="http://schemas.openxmlformats.org/drawingml/2006/main" noGrp="1"/>
          </p:cNvSpPr>
          <p:nvPr/>
        </p:nvSpPr>
        <p:spPr>
          <a:xfrm xmlns:a="http://schemas.openxmlformats.org/drawingml/2006/main">
            <a:off x="9239250" y="2352675"/>
            <a:ext cx="76200" cy="180975"/>
          </a:xfrm>
          <a:prstGeom xmlns:a="http://schemas.openxmlformats.org/drawingml/2006/main" prst="roundRect">
            <a:avLst>
              <a:gd name="adj" fmla="val 50000"/>
            </a:avLst>
          </a:prstGeom>
          <a:solidFill xmlns:a="http://schemas.openxmlformats.org/drawingml/2006/main">
            <a:srgbClr val="9A650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5CC59EB1-D7A1-41F1-A675-008A94E26852}"/>
              </a:ext>
            </a:extLst>
          </p:cNvPr>
          <p:cNvSpPr>
            <a:spLocks xmlns:a="http://schemas.openxmlformats.org/drawingml/2006/main" noGrp="1"/>
          </p:cNvSpPr>
          <p:nvPr/>
        </p:nvSpPr>
        <p:spPr>
          <a:xfrm xmlns:a="http://schemas.openxmlformats.org/drawingml/2006/main">
            <a:off x="9477375" y="187642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9A6500"/>
                </a:solidFill>
                <a:latin typeface="Aptos"/>
                <a:ea typeface="Aptos"/>
                <a:cs typeface="Aptos"/>
              </a:defRPr>
            </a:defPPr>
            <a:lvl1pPr algn="l">
              <a:defRPr sz="1125" b="1">
                <a:solidFill>
                  <a:srgbClr val="9A6500"/>
                </a:solidFill>
                <a:latin typeface="Aptos"/>
                <a:ea typeface="Aptos"/>
                <a:cs typeface="Aptos"/>
              </a:defRPr>
            </a:lvl1pPr>
            <a:lvl2pPr algn="l">
              <a:defRPr sz="1125" b="1">
                <a:solidFill>
                  <a:srgbClr val="9A6500"/>
                </a:solidFill>
                <a:latin typeface="Aptos"/>
                <a:ea typeface="Aptos"/>
                <a:cs typeface="Aptos"/>
              </a:defRPr>
            </a:lvl2pPr>
            <a:lvl3pPr algn="l">
              <a:defRPr sz="1125" b="1">
                <a:solidFill>
                  <a:srgbClr val="9A6500"/>
                </a:solidFill>
                <a:latin typeface="Aptos"/>
                <a:ea typeface="Aptos"/>
                <a:cs typeface="Aptos"/>
              </a:defRPr>
            </a:lvl3pPr>
            <a:lvl4pPr algn="l">
              <a:defRPr sz="1125" b="1">
                <a:solidFill>
                  <a:srgbClr val="9A6500"/>
                </a:solidFill>
                <a:latin typeface="Aptos"/>
                <a:ea typeface="Aptos"/>
                <a:cs typeface="Aptos"/>
              </a:defRPr>
            </a:lvl4pPr>
            <a:lvl5pPr algn="l">
              <a:defRPr sz="1125" b="1">
                <a:solidFill>
                  <a:srgbClr val="9A6500"/>
                </a:solidFill>
                <a:latin typeface="Aptos"/>
                <a:ea typeface="Aptos"/>
                <a:cs typeface="Aptos"/>
              </a:defRPr>
            </a:lvl5pPr>
            <a:lvl6pPr algn="l">
              <a:defRPr sz="1125" b="1">
                <a:solidFill>
                  <a:srgbClr val="9A6500"/>
                </a:solidFill>
                <a:latin typeface="Aptos"/>
                <a:ea typeface="Aptos"/>
                <a:cs typeface="Aptos"/>
              </a:defRPr>
            </a:lvl6pPr>
            <a:lvl7pPr algn="l">
              <a:defRPr sz="1125" b="1">
                <a:solidFill>
                  <a:srgbClr val="9A6500"/>
                </a:solidFill>
                <a:latin typeface="Aptos"/>
                <a:ea typeface="Aptos"/>
                <a:cs typeface="Aptos"/>
              </a:defRPr>
            </a:lvl7pPr>
            <a:lvl8pPr algn="l">
              <a:defRPr sz="1125" b="1">
                <a:solidFill>
                  <a:srgbClr val="9A6500"/>
                </a:solidFill>
                <a:latin typeface="Aptos"/>
                <a:ea typeface="Aptos"/>
                <a:cs typeface="Aptos"/>
              </a:defRPr>
            </a:lvl8pPr>
            <a:lvl9pPr algn="l">
              <a:defRPr sz="1125" b="1">
                <a:solidFill>
                  <a:srgbClr val="9A6500"/>
                </a:solidFill>
                <a:latin typeface="Aptos"/>
                <a:ea typeface="Aptos"/>
                <a:cs typeface="Aptos"/>
              </a:defRPr>
            </a:lvl9pPr>
          </a:lstStyle>
          <a:p xmlns:a="http://schemas.openxmlformats.org/drawingml/2006/main">
            <a:pPr algn="l">
              <a:defRPr sz="1125" b="1">
                <a:solidFill>
                  <a:srgbClr val="9A6500"/>
                </a:solidFill>
                <a:latin typeface="Aptos"/>
                <a:ea typeface="Aptos"/>
                <a:cs typeface="Aptos"/>
              </a:defRPr>
            </a:pPr>
            <a:r>
              <a:rPr sz="1125" b="1">
                <a:solidFill>
                  <a:srgbClr val="9A6500"/>
                </a:solidFill>
                <a:latin typeface="Aptos"/>
                <a:ea typeface="Aptos"/>
                <a:cs typeface="Aptos"/>
              </a:rPr>
              <a:t>VERIFICADOR</a:t>
            </a:r>
          </a:p>
        </p:txBody>
      </p:sp>
      <p:sp>
        <p:nvSpPr>
          <p:cNvPr id="27" name="">
            <a:extLst xmlns:a="http://schemas.openxmlformats.org/drawingml/2006/main">
              <a:ext uri="{FF2B5EF4-FFF2-40B4-BE49-F238E27FC236}">
                <a16:creationId xmlns:a16="http://schemas.microsoft.com/office/drawing/2014/main" id="{7E2E5FF9-60C6-46A1-A5AA-E7191374D919}"/>
              </a:ext>
            </a:extLst>
          </p:cNvPr>
          <p:cNvSpPr>
            <a:spLocks xmlns:a="http://schemas.openxmlformats.org/drawingml/2006/main" noGrp="1"/>
          </p:cNvSpPr>
          <p:nvPr/>
        </p:nvSpPr>
        <p:spPr>
          <a:xfrm xmlns:a="http://schemas.openxmlformats.org/drawingml/2006/main">
            <a:off x="9477375" y="21717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Solicita y consulta</a:t>
            </a:r>
          </a:p>
        </p:txBody>
      </p:sp>
      <p:sp>
        <p:nvSpPr>
          <p:cNvPr id="28" name="">
            <a:extLst xmlns:a="http://schemas.openxmlformats.org/drawingml/2006/main">
              <a:ext uri="{FF2B5EF4-FFF2-40B4-BE49-F238E27FC236}">
                <a16:creationId xmlns:a16="http://schemas.microsoft.com/office/drawing/2014/main" id="{5B823A3B-F5E5-488E-8395-3F12845AF2D0}"/>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5E2E835-5E31-4079-AECC-A305D0DCB5FB}"/>
              </a:ext>
            </a:extLst>
          </p:cNvPr>
          <p:cNvSpPr>
            <a:spLocks xmlns:a="http://schemas.openxmlformats.org/drawingml/2006/main" noGrp="1"/>
          </p:cNvSpPr>
          <p:nvPr/>
        </p:nvSpPr>
        <p:spPr>
          <a:xfrm xmlns:a="http://schemas.openxmlformats.org/drawingml/2006/main">
            <a:off x="13049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30" name="">
            <a:extLst xmlns:a="http://schemas.openxmlformats.org/drawingml/2006/main">
              <a:ext uri="{FF2B5EF4-FFF2-40B4-BE49-F238E27FC236}">
                <a16:creationId xmlns:a16="http://schemas.microsoft.com/office/drawing/2014/main" id="{F56B7732-DE16-4F35-B958-70593536B048}"/>
              </a:ext>
            </a:extLst>
          </p:cNvPr>
          <p:cNvSpPr>
            <a:spLocks xmlns:a="http://schemas.openxmlformats.org/drawingml/2006/main" noGrp="1"/>
          </p:cNvSpPr>
          <p:nvPr/>
        </p:nvSpPr>
        <p:spPr>
          <a:xfrm xmlns:a="http://schemas.openxmlformats.org/drawingml/2006/main">
            <a:off x="6572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defRPr sz="1200" b="1">
                <a:solidFill>
                  <a:srgbClr val="182230"/>
                </a:solidFill>
                <a:latin typeface="Aptos"/>
                <a:ea typeface="Aptos"/>
                <a:cs typeface="Aptos"/>
              </a:defRPr>
            </a:lvl1pPr>
            <a:lvl2pPr algn="ctr">
              <a:defRPr sz="1200" b="1">
                <a:solidFill>
                  <a:srgbClr val="182230"/>
                </a:solidFill>
                <a:latin typeface="Aptos"/>
                <a:ea typeface="Aptos"/>
                <a:cs typeface="Aptos"/>
              </a:defRPr>
            </a:lvl2pPr>
            <a:lvl3pPr algn="ctr">
              <a:defRPr sz="1200" b="1">
                <a:solidFill>
                  <a:srgbClr val="182230"/>
                </a:solidFill>
                <a:latin typeface="Aptos"/>
                <a:ea typeface="Aptos"/>
                <a:cs typeface="Aptos"/>
              </a:defRPr>
            </a:lvl3pPr>
            <a:lvl4pPr algn="ctr">
              <a:defRPr sz="1200" b="1">
                <a:solidFill>
                  <a:srgbClr val="182230"/>
                </a:solidFill>
                <a:latin typeface="Aptos"/>
                <a:ea typeface="Aptos"/>
                <a:cs typeface="Aptos"/>
              </a:defRPr>
            </a:lvl4pPr>
            <a:lvl5pPr algn="ctr">
              <a:defRPr sz="1200" b="1">
                <a:solidFill>
                  <a:srgbClr val="182230"/>
                </a:solidFill>
                <a:latin typeface="Aptos"/>
                <a:ea typeface="Aptos"/>
                <a:cs typeface="Aptos"/>
              </a:defRPr>
            </a:lvl5pPr>
            <a:lvl6pPr algn="ctr">
              <a:defRPr sz="1200" b="1">
                <a:solidFill>
                  <a:srgbClr val="182230"/>
                </a:solidFill>
                <a:latin typeface="Aptos"/>
                <a:ea typeface="Aptos"/>
                <a:cs typeface="Aptos"/>
              </a:defRPr>
            </a:lvl6pPr>
            <a:lvl7pPr algn="ctr">
              <a:defRPr sz="1200" b="1">
                <a:solidFill>
                  <a:srgbClr val="182230"/>
                </a:solidFill>
                <a:latin typeface="Aptos"/>
                <a:ea typeface="Aptos"/>
                <a:cs typeface="Aptos"/>
              </a:defRPr>
            </a:lvl7pPr>
            <a:lvl8pPr algn="ctr">
              <a:defRPr sz="1200" b="1">
                <a:solidFill>
                  <a:srgbClr val="182230"/>
                </a:solidFill>
                <a:latin typeface="Aptos"/>
                <a:ea typeface="Aptos"/>
                <a:cs typeface="Aptos"/>
              </a:defRPr>
            </a:lvl8pPr>
            <a:lvl9pPr algn="ctr">
              <a:defRPr sz="1200" b="1">
                <a:solidFill>
                  <a:srgbClr val="182230"/>
                </a:solidFill>
                <a:latin typeface="Aptos"/>
                <a:ea typeface="Aptos"/>
                <a:cs typeface="Aptos"/>
              </a:defRPr>
            </a:lvl9pPr>
          </a:lstStyle>
          <a:p xmlns:a="http://schemas.openxmlformats.org/drawingml/2006/main">
            <a:pPr algn="ctr">
              <a:defRPr sz="1200" b="1">
                <a:solidFill>
                  <a:srgbClr val="182230"/>
                </a:solidFill>
                <a:latin typeface="Aptos"/>
                <a:ea typeface="Aptos"/>
                <a:cs typeface="Aptos"/>
              </a:defRPr>
            </a:pPr>
            <a:r>
              <a:rPr sz="1200" b="1">
                <a:solidFill>
                  <a:srgbClr val="182230"/>
                </a:solidFill>
                <a:latin typeface="Aptos"/>
                <a:ea typeface="Aptos"/>
                <a:cs typeface="Aptos"/>
              </a:rPr>
              <a:t>Emite y firma</a:t>
            </a:r>
          </a:p>
        </p:txBody>
      </p:sp>
      <p:sp>
        <p:nvSpPr>
          <p:cNvPr id="31" name="">
            <a:extLst xmlns:a="http://schemas.openxmlformats.org/drawingml/2006/main">
              <a:ext uri="{FF2B5EF4-FFF2-40B4-BE49-F238E27FC236}">
                <a16:creationId xmlns:a16="http://schemas.microsoft.com/office/drawing/2014/main" id="{406D0CFA-D0DD-430B-AF63-352F4C04D3F8}"/>
              </a:ext>
            </a:extLst>
          </p:cNvPr>
          <p:cNvSpPr>
            <a:spLocks xmlns:a="http://schemas.openxmlformats.org/drawingml/2006/main" noGrp="1"/>
          </p:cNvSpPr>
          <p:nvPr/>
        </p:nvSpPr>
        <p:spPr>
          <a:xfrm xmlns:a="http://schemas.openxmlformats.org/drawingml/2006/main" flipV="0">
            <a:off x="180975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2" name="">
            <a:extLst xmlns:a="http://schemas.openxmlformats.org/drawingml/2006/main">
              <a:ext uri="{FF2B5EF4-FFF2-40B4-BE49-F238E27FC236}">
                <a16:creationId xmlns:a16="http://schemas.microsoft.com/office/drawing/2014/main" id="{88F96147-6568-4121-821C-5E44388EC535}"/>
              </a:ext>
            </a:extLst>
          </p:cNvPr>
          <p:cNvSpPr>
            <a:spLocks xmlns:a="http://schemas.openxmlformats.org/drawingml/2006/main" noGrp="1"/>
          </p:cNvSpPr>
          <p:nvPr/>
        </p:nvSpPr>
        <p:spPr>
          <a:xfrm xmlns:a="http://schemas.openxmlformats.org/drawingml/2006/main">
            <a:off x="259080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05CF33-7D64-4ED1-AA1F-B29DAE64D742}"/>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A9BC66-9795-43DA-90D7-ADEAEC47898C}"/>
              </a:ext>
            </a:extLst>
          </p:cNvPr>
          <p:cNvSpPr>
            <a:spLocks xmlns:a="http://schemas.openxmlformats.org/drawingml/2006/main" noGrp="1"/>
          </p:cNvSpPr>
          <p:nvPr/>
        </p:nvSpPr>
        <p:spPr>
          <a:xfrm xmlns:a="http://schemas.openxmlformats.org/drawingml/2006/main">
            <a:off x="354330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472B7136-023B-4147-993E-B6AB2929225D}"/>
              </a:ext>
            </a:extLst>
          </p:cNvPr>
          <p:cNvSpPr>
            <a:spLocks xmlns:a="http://schemas.openxmlformats.org/drawingml/2006/main" noGrp="1"/>
          </p:cNvSpPr>
          <p:nvPr/>
        </p:nvSpPr>
        <p:spPr>
          <a:xfrm xmlns:a="http://schemas.openxmlformats.org/drawingml/2006/main">
            <a:off x="289560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defRPr sz="1200" b="1">
                <a:solidFill>
                  <a:srgbClr val="182230"/>
                </a:solidFill>
                <a:latin typeface="Aptos"/>
                <a:ea typeface="Aptos"/>
                <a:cs typeface="Aptos"/>
              </a:defRPr>
            </a:lvl1pPr>
            <a:lvl2pPr algn="ctr">
              <a:defRPr sz="1200" b="1">
                <a:solidFill>
                  <a:srgbClr val="182230"/>
                </a:solidFill>
                <a:latin typeface="Aptos"/>
                <a:ea typeface="Aptos"/>
                <a:cs typeface="Aptos"/>
              </a:defRPr>
            </a:lvl2pPr>
            <a:lvl3pPr algn="ctr">
              <a:defRPr sz="1200" b="1">
                <a:solidFill>
                  <a:srgbClr val="182230"/>
                </a:solidFill>
                <a:latin typeface="Aptos"/>
                <a:ea typeface="Aptos"/>
                <a:cs typeface="Aptos"/>
              </a:defRPr>
            </a:lvl3pPr>
            <a:lvl4pPr algn="ctr">
              <a:defRPr sz="1200" b="1">
                <a:solidFill>
                  <a:srgbClr val="182230"/>
                </a:solidFill>
                <a:latin typeface="Aptos"/>
                <a:ea typeface="Aptos"/>
                <a:cs typeface="Aptos"/>
              </a:defRPr>
            </a:lvl4pPr>
            <a:lvl5pPr algn="ctr">
              <a:defRPr sz="1200" b="1">
                <a:solidFill>
                  <a:srgbClr val="182230"/>
                </a:solidFill>
                <a:latin typeface="Aptos"/>
                <a:ea typeface="Aptos"/>
                <a:cs typeface="Aptos"/>
              </a:defRPr>
            </a:lvl5pPr>
            <a:lvl6pPr algn="ctr">
              <a:defRPr sz="1200" b="1">
                <a:solidFill>
                  <a:srgbClr val="182230"/>
                </a:solidFill>
                <a:latin typeface="Aptos"/>
                <a:ea typeface="Aptos"/>
                <a:cs typeface="Aptos"/>
              </a:defRPr>
            </a:lvl6pPr>
            <a:lvl7pPr algn="ctr">
              <a:defRPr sz="1200" b="1">
                <a:solidFill>
                  <a:srgbClr val="182230"/>
                </a:solidFill>
                <a:latin typeface="Aptos"/>
                <a:ea typeface="Aptos"/>
                <a:cs typeface="Aptos"/>
              </a:defRPr>
            </a:lvl7pPr>
            <a:lvl8pPr algn="ctr">
              <a:defRPr sz="1200" b="1">
                <a:solidFill>
                  <a:srgbClr val="182230"/>
                </a:solidFill>
                <a:latin typeface="Aptos"/>
                <a:ea typeface="Aptos"/>
                <a:cs typeface="Aptos"/>
              </a:defRPr>
            </a:lvl8pPr>
            <a:lvl9pPr algn="ctr">
              <a:defRPr sz="1200" b="1">
                <a:solidFill>
                  <a:srgbClr val="182230"/>
                </a:solidFill>
                <a:latin typeface="Aptos"/>
                <a:ea typeface="Aptos"/>
                <a:cs typeface="Aptos"/>
              </a:defRPr>
            </a:lvl9pPr>
          </a:lstStyle>
          <a:p xmlns:a="http://schemas.openxmlformats.org/drawingml/2006/main">
            <a:pPr algn="ctr">
              <a:defRPr sz="1200" b="1">
                <a:solidFill>
                  <a:srgbClr val="182230"/>
                </a:solidFill>
                <a:latin typeface="Aptos"/>
                <a:ea typeface="Aptos"/>
                <a:cs typeface="Aptos"/>
              </a:defRPr>
            </a:pPr>
            <a:r>
              <a:rPr sz="1200" b="1">
                <a:solidFill>
                  <a:srgbClr val="182230"/>
                </a:solidFill>
                <a:latin typeface="Aptos"/>
                <a:ea typeface="Aptos"/>
                <a:cs typeface="Aptos"/>
              </a:rPr>
              <a:t>QR temporal</a:t>
            </a:r>
          </a:p>
        </p:txBody>
      </p:sp>
      <p:sp>
        <p:nvSpPr>
          <p:cNvPr id="36" name="">
            <a:extLst xmlns:a="http://schemas.openxmlformats.org/drawingml/2006/main">
              <a:ext uri="{FF2B5EF4-FFF2-40B4-BE49-F238E27FC236}">
                <a16:creationId xmlns:a16="http://schemas.microsoft.com/office/drawing/2014/main" id="{DF1A2CAE-E5F3-4A85-8749-F0AD03A45DF1}"/>
              </a:ext>
            </a:extLst>
          </p:cNvPr>
          <p:cNvSpPr>
            <a:spLocks xmlns:a="http://schemas.openxmlformats.org/drawingml/2006/main" noGrp="1"/>
          </p:cNvSpPr>
          <p:nvPr/>
        </p:nvSpPr>
        <p:spPr>
          <a:xfrm xmlns:a="http://schemas.openxmlformats.org/drawingml/2006/main" flipV="0">
            <a:off x="404812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37" name="">
            <a:extLst xmlns:a="http://schemas.openxmlformats.org/drawingml/2006/main">
              <a:ext uri="{FF2B5EF4-FFF2-40B4-BE49-F238E27FC236}">
                <a16:creationId xmlns:a16="http://schemas.microsoft.com/office/drawing/2014/main" id="{765C6506-5B8D-4FDC-BFCA-3D24ACB177E1}"/>
              </a:ext>
            </a:extLst>
          </p:cNvPr>
          <p:cNvSpPr>
            <a:spLocks xmlns:a="http://schemas.openxmlformats.org/drawingml/2006/main" noGrp="1"/>
          </p:cNvSpPr>
          <p:nvPr/>
        </p:nvSpPr>
        <p:spPr>
          <a:xfrm xmlns:a="http://schemas.openxmlformats.org/drawingml/2006/main">
            <a:off x="482917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A3782A8-A311-45FF-8AFD-317347103199}"/>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D735C1-4E0E-4776-AF2F-BF5C2264C4A5}"/>
              </a:ext>
            </a:extLst>
          </p:cNvPr>
          <p:cNvSpPr>
            <a:spLocks xmlns:a="http://schemas.openxmlformats.org/drawingml/2006/main" noGrp="1"/>
          </p:cNvSpPr>
          <p:nvPr/>
        </p:nvSpPr>
        <p:spPr>
          <a:xfrm xmlns:a="http://schemas.openxmlformats.org/drawingml/2006/main">
            <a:off x="57816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40" name="">
            <a:extLst xmlns:a="http://schemas.openxmlformats.org/drawingml/2006/main">
              <a:ext uri="{FF2B5EF4-FFF2-40B4-BE49-F238E27FC236}">
                <a16:creationId xmlns:a16="http://schemas.microsoft.com/office/drawing/2014/main" id="{5D59E118-DC04-40A2-B56D-D79FEA900767}"/>
              </a:ext>
            </a:extLst>
          </p:cNvPr>
          <p:cNvSpPr>
            <a:spLocks xmlns:a="http://schemas.openxmlformats.org/drawingml/2006/main" noGrp="1"/>
          </p:cNvSpPr>
          <p:nvPr/>
        </p:nvSpPr>
        <p:spPr>
          <a:xfrm xmlns:a="http://schemas.openxmlformats.org/drawingml/2006/main">
            <a:off x="513397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defRPr sz="1200" b="1">
                <a:solidFill>
                  <a:srgbClr val="182230"/>
                </a:solidFill>
                <a:latin typeface="Aptos"/>
                <a:ea typeface="Aptos"/>
                <a:cs typeface="Aptos"/>
              </a:defRPr>
            </a:lvl1pPr>
            <a:lvl2pPr algn="ctr">
              <a:defRPr sz="1200" b="1">
                <a:solidFill>
                  <a:srgbClr val="182230"/>
                </a:solidFill>
                <a:latin typeface="Aptos"/>
                <a:ea typeface="Aptos"/>
                <a:cs typeface="Aptos"/>
              </a:defRPr>
            </a:lvl2pPr>
            <a:lvl3pPr algn="ctr">
              <a:defRPr sz="1200" b="1">
                <a:solidFill>
                  <a:srgbClr val="182230"/>
                </a:solidFill>
                <a:latin typeface="Aptos"/>
                <a:ea typeface="Aptos"/>
                <a:cs typeface="Aptos"/>
              </a:defRPr>
            </a:lvl3pPr>
            <a:lvl4pPr algn="ctr">
              <a:defRPr sz="1200" b="1">
                <a:solidFill>
                  <a:srgbClr val="182230"/>
                </a:solidFill>
                <a:latin typeface="Aptos"/>
                <a:ea typeface="Aptos"/>
                <a:cs typeface="Aptos"/>
              </a:defRPr>
            </a:lvl4pPr>
            <a:lvl5pPr algn="ctr">
              <a:defRPr sz="1200" b="1">
                <a:solidFill>
                  <a:srgbClr val="182230"/>
                </a:solidFill>
                <a:latin typeface="Aptos"/>
                <a:ea typeface="Aptos"/>
                <a:cs typeface="Aptos"/>
              </a:defRPr>
            </a:lvl5pPr>
            <a:lvl6pPr algn="ctr">
              <a:defRPr sz="1200" b="1">
                <a:solidFill>
                  <a:srgbClr val="182230"/>
                </a:solidFill>
                <a:latin typeface="Aptos"/>
                <a:ea typeface="Aptos"/>
                <a:cs typeface="Aptos"/>
              </a:defRPr>
            </a:lvl6pPr>
            <a:lvl7pPr algn="ctr">
              <a:defRPr sz="1200" b="1">
                <a:solidFill>
                  <a:srgbClr val="182230"/>
                </a:solidFill>
                <a:latin typeface="Aptos"/>
                <a:ea typeface="Aptos"/>
                <a:cs typeface="Aptos"/>
              </a:defRPr>
            </a:lvl7pPr>
            <a:lvl8pPr algn="ctr">
              <a:defRPr sz="1200" b="1">
                <a:solidFill>
                  <a:srgbClr val="182230"/>
                </a:solidFill>
                <a:latin typeface="Aptos"/>
                <a:ea typeface="Aptos"/>
                <a:cs typeface="Aptos"/>
              </a:defRPr>
            </a:lvl8pPr>
            <a:lvl9pPr algn="ctr">
              <a:defRPr sz="1200" b="1">
                <a:solidFill>
                  <a:srgbClr val="182230"/>
                </a:solidFill>
                <a:latin typeface="Aptos"/>
                <a:ea typeface="Aptos"/>
                <a:cs typeface="Aptos"/>
              </a:defRPr>
            </a:lvl9pPr>
          </a:lstStyle>
          <a:p xmlns:a="http://schemas.openxmlformats.org/drawingml/2006/main">
            <a:pPr algn="ctr">
              <a:defRPr sz="1200" b="1">
                <a:solidFill>
                  <a:srgbClr val="182230"/>
                </a:solidFill>
                <a:latin typeface="Aptos"/>
                <a:ea typeface="Aptos"/>
                <a:cs typeface="Aptos"/>
              </a:defRPr>
            </a:pPr>
            <a:r>
              <a:rPr sz="1200" b="1">
                <a:solidFill>
                  <a:srgbClr val="182230"/>
                </a:solidFill>
                <a:latin typeface="Aptos"/>
                <a:ea typeface="Aptos"/>
                <a:cs typeface="Aptos"/>
              </a:rPr>
              <a:t>Revisa pedido</a:t>
            </a:r>
          </a:p>
        </p:txBody>
      </p:sp>
      <p:sp>
        <p:nvSpPr>
          <p:cNvPr id="41" name="">
            <a:extLst xmlns:a="http://schemas.openxmlformats.org/drawingml/2006/main">
              <a:ext uri="{FF2B5EF4-FFF2-40B4-BE49-F238E27FC236}">
                <a16:creationId xmlns:a16="http://schemas.microsoft.com/office/drawing/2014/main" id="{A2DED972-58A1-4C5F-8C12-48CCD1F22BBF}"/>
              </a:ext>
            </a:extLst>
          </p:cNvPr>
          <p:cNvSpPr>
            <a:spLocks xmlns:a="http://schemas.openxmlformats.org/drawingml/2006/main" noGrp="1"/>
          </p:cNvSpPr>
          <p:nvPr/>
        </p:nvSpPr>
        <p:spPr>
          <a:xfrm xmlns:a="http://schemas.openxmlformats.org/drawingml/2006/main" flipV="0">
            <a:off x="6286500"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2" name="">
            <a:extLst xmlns:a="http://schemas.openxmlformats.org/drawingml/2006/main">
              <a:ext uri="{FF2B5EF4-FFF2-40B4-BE49-F238E27FC236}">
                <a16:creationId xmlns:a16="http://schemas.microsoft.com/office/drawing/2014/main" id="{C1A93F44-7CE6-4B52-B415-5B902127A42D}"/>
              </a:ext>
            </a:extLst>
          </p:cNvPr>
          <p:cNvSpPr>
            <a:spLocks xmlns:a="http://schemas.openxmlformats.org/drawingml/2006/main" noGrp="1"/>
          </p:cNvSpPr>
          <p:nvPr/>
        </p:nvSpPr>
        <p:spPr>
          <a:xfrm xmlns:a="http://schemas.openxmlformats.org/drawingml/2006/main">
            <a:off x="7067550"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75130C1-0806-4792-8C7D-00B0A0E294AB}"/>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7BF72F90-D50D-41A3-8026-87588CDF1856}"/>
              </a:ext>
            </a:extLst>
          </p:cNvPr>
          <p:cNvSpPr>
            <a:spLocks xmlns:a="http://schemas.openxmlformats.org/drawingml/2006/main" noGrp="1"/>
          </p:cNvSpPr>
          <p:nvPr/>
        </p:nvSpPr>
        <p:spPr>
          <a:xfrm xmlns:a="http://schemas.openxmlformats.org/drawingml/2006/main">
            <a:off x="8020050"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45" name="">
            <a:extLst xmlns:a="http://schemas.openxmlformats.org/drawingml/2006/main">
              <a:ext uri="{FF2B5EF4-FFF2-40B4-BE49-F238E27FC236}">
                <a16:creationId xmlns:a16="http://schemas.microsoft.com/office/drawing/2014/main" id="{4D18B027-C730-4D23-B497-9491EA0E7625}"/>
              </a:ext>
            </a:extLst>
          </p:cNvPr>
          <p:cNvSpPr>
            <a:spLocks xmlns:a="http://schemas.openxmlformats.org/drawingml/2006/main" noGrp="1"/>
          </p:cNvSpPr>
          <p:nvPr/>
        </p:nvSpPr>
        <p:spPr>
          <a:xfrm xmlns:a="http://schemas.openxmlformats.org/drawingml/2006/main">
            <a:off x="7372350"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defRPr sz="1200" b="1">
                <a:solidFill>
                  <a:srgbClr val="182230"/>
                </a:solidFill>
                <a:latin typeface="Aptos"/>
                <a:ea typeface="Aptos"/>
                <a:cs typeface="Aptos"/>
              </a:defRPr>
            </a:lvl1pPr>
            <a:lvl2pPr algn="ctr">
              <a:defRPr sz="1200" b="1">
                <a:solidFill>
                  <a:srgbClr val="182230"/>
                </a:solidFill>
                <a:latin typeface="Aptos"/>
                <a:ea typeface="Aptos"/>
                <a:cs typeface="Aptos"/>
              </a:defRPr>
            </a:lvl2pPr>
            <a:lvl3pPr algn="ctr">
              <a:defRPr sz="1200" b="1">
                <a:solidFill>
                  <a:srgbClr val="182230"/>
                </a:solidFill>
                <a:latin typeface="Aptos"/>
                <a:ea typeface="Aptos"/>
                <a:cs typeface="Aptos"/>
              </a:defRPr>
            </a:lvl3pPr>
            <a:lvl4pPr algn="ctr">
              <a:defRPr sz="1200" b="1">
                <a:solidFill>
                  <a:srgbClr val="182230"/>
                </a:solidFill>
                <a:latin typeface="Aptos"/>
                <a:ea typeface="Aptos"/>
                <a:cs typeface="Aptos"/>
              </a:defRPr>
            </a:lvl4pPr>
            <a:lvl5pPr algn="ctr">
              <a:defRPr sz="1200" b="1">
                <a:solidFill>
                  <a:srgbClr val="182230"/>
                </a:solidFill>
                <a:latin typeface="Aptos"/>
                <a:ea typeface="Aptos"/>
                <a:cs typeface="Aptos"/>
              </a:defRPr>
            </a:lvl5pPr>
            <a:lvl6pPr algn="ctr">
              <a:defRPr sz="1200" b="1">
                <a:solidFill>
                  <a:srgbClr val="182230"/>
                </a:solidFill>
                <a:latin typeface="Aptos"/>
                <a:ea typeface="Aptos"/>
                <a:cs typeface="Aptos"/>
              </a:defRPr>
            </a:lvl6pPr>
            <a:lvl7pPr algn="ctr">
              <a:defRPr sz="1200" b="1">
                <a:solidFill>
                  <a:srgbClr val="182230"/>
                </a:solidFill>
                <a:latin typeface="Aptos"/>
                <a:ea typeface="Aptos"/>
                <a:cs typeface="Aptos"/>
              </a:defRPr>
            </a:lvl7pPr>
            <a:lvl8pPr algn="ctr">
              <a:defRPr sz="1200" b="1">
                <a:solidFill>
                  <a:srgbClr val="182230"/>
                </a:solidFill>
                <a:latin typeface="Aptos"/>
                <a:ea typeface="Aptos"/>
                <a:cs typeface="Aptos"/>
              </a:defRPr>
            </a:lvl8pPr>
            <a:lvl9pPr algn="ctr">
              <a:defRPr sz="1200" b="1">
                <a:solidFill>
                  <a:srgbClr val="182230"/>
                </a:solidFill>
                <a:latin typeface="Aptos"/>
                <a:ea typeface="Aptos"/>
                <a:cs typeface="Aptos"/>
              </a:defRPr>
            </a:lvl9pPr>
          </a:lstStyle>
          <a:p xmlns:a="http://schemas.openxmlformats.org/drawingml/2006/main">
            <a:pPr algn="ctr">
              <a:defRPr sz="1200" b="1">
                <a:solidFill>
                  <a:srgbClr val="182230"/>
                </a:solidFill>
                <a:latin typeface="Aptos"/>
                <a:ea typeface="Aptos"/>
                <a:cs typeface="Aptos"/>
              </a:defRPr>
            </a:pPr>
            <a:r>
              <a:rPr sz="1200" b="1">
                <a:solidFill>
                  <a:srgbClr val="182230"/>
                </a:solidFill>
                <a:latin typeface="Aptos"/>
                <a:ea typeface="Aptos"/>
                <a:cs typeface="Aptos"/>
              </a:rPr>
              <a:t>Da permiso</a:t>
            </a:r>
          </a:p>
        </p:txBody>
      </p:sp>
      <p:sp>
        <p:nvSpPr>
          <p:cNvPr id="46" name="">
            <a:extLst xmlns:a="http://schemas.openxmlformats.org/drawingml/2006/main">
              <a:ext uri="{FF2B5EF4-FFF2-40B4-BE49-F238E27FC236}">
                <a16:creationId xmlns:a16="http://schemas.microsoft.com/office/drawing/2014/main" id="{1237CD61-C1E0-4E9E-A698-DEEAE9382593}"/>
              </a:ext>
            </a:extLst>
          </p:cNvPr>
          <p:cNvSpPr>
            <a:spLocks xmlns:a="http://schemas.openxmlformats.org/drawingml/2006/main" noGrp="1"/>
          </p:cNvSpPr>
          <p:nvPr/>
        </p:nvSpPr>
        <p:spPr>
          <a:xfrm xmlns:a="http://schemas.openxmlformats.org/drawingml/2006/main" flipV="0">
            <a:off x="8524875" y="3609975"/>
            <a:ext cx="866775" cy="9525"/>
          </a:xfrm>
          <a:prstGeom xmlns:a="http://schemas.openxmlformats.org/drawingml/2006/main" prst="line">
            <a:avLst/>
          </a:prstGeom>
          <a:noFill xmlns:a="http://schemas.openxmlformats.org/drawingml/2006/main"/>
          <a:ln xmlns:a="http://schemas.openxmlformats.org/drawingml/2006/main" w="19050">
            <a:solidFill>
              <a:srgbClr val="2846A0"/>
            </a:solidFill>
            <a:prstDash val="solid"/>
          </a:ln>
        </p:spPr>
      </p:sp>
      <p:sp>
        <p:nvSpPr>
          <p:cNvPr id="47" name="">
            <a:extLst xmlns:a="http://schemas.openxmlformats.org/drawingml/2006/main">
              <a:ext uri="{FF2B5EF4-FFF2-40B4-BE49-F238E27FC236}">
                <a16:creationId xmlns:a16="http://schemas.microsoft.com/office/drawing/2014/main" id="{6AF7FBE7-777C-4A53-8CA2-CF1A9C56FFDB}"/>
              </a:ext>
            </a:extLst>
          </p:cNvPr>
          <p:cNvSpPr>
            <a:spLocks xmlns:a="http://schemas.openxmlformats.org/drawingml/2006/main" noGrp="1"/>
          </p:cNvSpPr>
          <p:nvPr/>
        </p:nvSpPr>
        <p:spPr>
          <a:xfrm xmlns:a="http://schemas.openxmlformats.org/drawingml/2006/main">
            <a:off x="9305925" y="3552825"/>
            <a:ext cx="190500" cy="114300"/>
          </a:xfrm>
          <a:prstGeom xmlns:a="http://schemas.openxmlformats.org/drawingml/2006/main" prst="rightArrow">
            <a:avLst/>
          </a:prstGeom>
          <a:solidFill xmlns:a="http://schemas.openxmlformats.org/drawingml/2006/main">
            <a:srgbClr val="2846A0"/>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A42208C7-7873-4838-A006-E1475EDA4D3F}"/>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ellipse">
            <a:avLst/>
          </a:prstGeom>
          <a:solidFill xmlns:a="http://schemas.openxmlformats.org/drawingml/2006/main">
            <a:srgbClr val="17255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A134C58-AF90-48EC-970D-7843C2CB98BD}"/>
              </a:ext>
            </a:extLst>
          </p:cNvPr>
          <p:cNvSpPr>
            <a:spLocks xmlns:a="http://schemas.openxmlformats.org/drawingml/2006/main" noGrp="1"/>
          </p:cNvSpPr>
          <p:nvPr/>
        </p:nvSpPr>
        <p:spPr>
          <a:xfrm xmlns:a="http://schemas.openxmlformats.org/drawingml/2006/main">
            <a:off x="102584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FFFFFF"/>
                </a:solidFill>
                <a:latin typeface="Aptos"/>
                <a:ea typeface="Aptos"/>
                <a:cs typeface="Aptos"/>
              </a:defRPr>
            </a:defPPr>
            <a:lvl1pPr algn="ctr">
              <a:defRPr sz="1500" b="1">
                <a:solidFill>
                  <a:srgbClr val="FFFFFF"/>
                </a:solidFill>
                <a:latin typeface="Aptos"/>
                <a:ea typeface="Aptos"/>
                <a:cs typeface="Aptos"/>
              </a:defRPr>
            </a:lvl1pPr>
            <a:lvl2pPr algn="ctr">
              <a:defRPr sz="1500" b="1">
                <a:solidFill>
                  <a:srgbClr val="FFFFFF"/>
                </a:solidFill>
                <a:latin typeface="Aptos"/>
                <a:ea typeface="Aptos"/>
                <a:cs typeface="Aptos"/>
              </a:defRPr>
            </a:lvl2pPr>
            <a:lvl3pPr algn="ctr">
              <a:defRPr sz="1500" b="1">
                <a:solidFill>
                  <a:srgbClr val="FFFFFF"/>
                </a:solidFill>
                <a:latin typeface="Aptos"/>
                <a:ea typeface="Aptos"/>
                <a:cs typeface="Aptos"/>
              </a:defRPr>
            </a:lvl3pPr>
            <a:lvl4pPr algn="ctr">
              <a:defRPr sz="1500" b="1">
                <a:solidFill>
                  <a:srgbClr val="FFFFFF"/>
                </a:solidFill>
                <a:latin typeface="Aptos"/>
                <a:ea typeface="Aptos"/>
                <a:cs typeface="Aptos"/>
              </a:defRPr>
            </a:lvl4pPr>
            <a:lvl5pPr algn="ctr">
              <a:defRPr sz="1500" b="1">
                <a:solidFill>
                  <a:srgbClr val="FFFFFF"/>
                </a:solidFill>
                <a:latin typeface="Aptos"/>
                <a:ea typeface="Aptos"/>
                <a:cs typeface="Aptos"/>
              </a:defRPr>
            </a:lvl5pPr>
            <a:lvl6pPr algn="ctr">
              <a:defRPr sz="1500" b="1">
                <a:solidFill>
                  <a:srgbClr val="FFFFFF"/>
                </a:solidFill>
                <a:latin typeface="Aptos"/>
                <a:ea typeface="Aptos"/>
                <a:cs typeface="Aptos"/>
              </a:defRPr>
            </a:lvl6pPr>
            <a:lvl7pPr algn="ctr">
              <a:defRPr sz="1500" b="1">
                <a:solidFill>
                  <a:srgbClr val="FFFFFF"/>
                </a:solidFill>
                <a:latin typeface="Aptos"/>
                <a:ea typeface="Aptos"/>
                <a:cs typeface="Aptos"/>
              </a:defRPr>
            </a:lvl7pPr>
            <a:lvl8pPr algn="ctr">
              <a:defRPr sz="1500" b="1">
                <a:solidFill>
                  <a:srgbClr val="FFFFFF"/>
                </a:solidFill>
                <a:latin typeface="Aptos"/>
                <a:ea typeface="Aptos"/>
                <a:cs typeface="Aptos"/>
              </a:defRPr>
            </a:lvl8pPr>
            <a:lvl9pPr algn="ctr">
              <a:defRPr sz="1500" b="1">
                <a:solidFill>
                  <a:srgbClr val="FFFFFF"/>
                </a:solidFill>
                <a:latin typeface="Aptos"/>
                <a:ea typeface="Aptos"/>
                <a:cs typeface="Aptos"/>
              </a:defRPr>
            </a:lvl9pPr>
          </a:lstStyle>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50" name="">
            <a:extLst xmlns:a="http://schemas.openxmlformats.org/drawingml/2006/main">
              <a:ext uri="{FF2B5EF4-FFF2-40B4-BE49-F238E27FC236}">
                <a16:creationId xmlns:a16="http://schemas.microsoft.com/office/drawing/2014/main" id="{A46F06FA-9B80-486D-BAAE-E084BB9351CA}"/>
              </a:ext>
            </a:extLst>
          </p:cNvPr>
          <p:cNvSpPr>
            <a:spLocks xmlns:a="http://schemas.openxmlformats.org/drawingml/2006/main" noGrp="1"/>
          </p:cNvSpPr>
          <p:nvPr/>
        </p:nvSpPr>
        <p:spPr>
          <a:xfrm xmlns:a="http://schemas.openxmlformats.org/drawingml/2006/main">
            <a:off x="9610725" y="3981450"/>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82230"/>
                </a:solidFill>
                <a:latin typeface="Aptos"/>
                <a:ea typeface="Aptos"/>
                <a:cs typeface="Aptos"/>
              </a:defRPr>
            </a:defPPr>
            <a:lvl1pPr algn="ctr">
              <a:defRPr sz="1200" b="1">
                <a:solidFill>
                  <a:srgbClr val="182230"/>
                </a:solidFill>
                <a:latin typeface="Aptos"/>
                <a:ea typeface="Aptos"/>
                <a:cs typeface="Aptos"/>
              </a:defRPr>
            </a:lvl1pPr>
            <a:lvl2pPr algn="ctr">
              <a:defRPr sz="1200" b="1">
                <a:solidFill>
                  <a:srgbClr val="182230"/>
                </a:solidFill>
                <a:latin typeface="Aptos"/>
                <a:ea typeface="Aptos"/>
                <a:cs typeface="Aptos"/>
              </a:defRPr>
            </a:lvl2pPr>
            <a:lvl3pPr algn="ctr">
              <a:defRPr sz="1200" b="1">
                <a:solidFill>
                  <a:srgbClr val="182230"/>
                </a:solidFill>
                <a:latin typeface="Aptos"/>
                <a:ea typeface="Aptos"/>
                <a:cs typeface="Aptos"/>
              </a:defRPr>
            </a:lvl3pPr>
            <a:lvl4pPr algn="ctr">
              <a:defRPr sz="1200" b="1">
                <a:solidFill>
                  <a:srgbClr val="182230"/>
                </a:solidFill>
                <a:latin typeface="Aptos"/>
                <a:ea typeface="Aptos"/>
                <a:cs typeface="Aptos"/>
              </a:defRPr>
            </a:lvl4pPr>
            <a:lvl5pPr algn="ctr">
              <a:defRPr sz="1200" b="1">
                <a:solidFill>
                  <a:srgbClr val="182230"/>
                </a:solidFill>
                <a:latin typeface="Aptos"/>
                <a:ea typeface="Aptos"/>
                <a:cs typeface="Aptos"/>
              </a:defRPr>
            </a:lvl5pPr>
            <a:lvl6pPr algn="ctr">
              <a:defRPr sz="1200" b="1">
                <a:solidFill>
                  <a:srgbClr val="182230"/>
                </a:solidFill>
                <a:latin typeface="Aptos"/>
                <a:ea typeface="Aptos"/>
                <a:cs typeface="Aptos"/>
              </a:defRPr>
            </a:lvl6pPr>
            <a:lvl7pPr algn="ctr">
              <a:defRPr sz="1200" b="1">
                <a:solidFill>
                  <a:srgbClr val="182230"/>
                </a:solidFill>
                <a:latin typeface="Aptos"/>
                <a:ea typeface="Aptos"/>
                <a:cs typeface="Aptos"/>
              </a:defRPr>
            </a:lvl7pPr>
            <a:lvl8pPr algn="ctr">
              <a:defRPr sz="1200" b="1">
                <a:solidFill>
                  <a:srgbClr val="182230"/>
                </a:solidFill>
                <a:latin typeface="Aptos"/>
                <a:ea typeface="Aptos"/>
                <a:cs typeface="Aptos"/>
              </a:defRPr>
            </a:lvl8pPr>
            <a:lvl9pPr algn="ctr">
              <a:defRPr sz="1200" b="1">
                <a:solidFill>
                  <a:srgbClr val="182230"/>
                </a:solidFill>
                <a:latin typeface="Aptos"/>
                <a:ea typeface="Aptos"/>
                <a:cs typeface="Aptos"/>
              </a:defRPr>
            </a:lvl9pPr>
          </a:lstStyle>
          <a:p xmlns:a="http://schemas.openxmlformats.org/drawingml/2006/main">
            <a:pPr algn="ctr">
              <a:defRPr sz="1200" b="1">
                <a:solidFill>
                  <a:srgbClr val="182230"/>
                </a:solidFill>
                <a:latin typeface="Aptos"/>
                <a:ea typeface="Aptos"/>
                <a:cs typeface="Aptos"/>
              </a:defRPr>
            </a:pPr>
            <a:r>
              <a:rPr sz="1200" b="1">
                <a:solidFill>
                  <a:srgbClr val="182230"/>
                </a:solidFill>
                <a:latin typeface="Aptos"/>
                <a:ea typeface="Aptos"/>
                <a:cs typeface="Aptos"/>
              </a:rPr>
              <a:t>API valida</a:t>
            </a:r>
          </a:p>
        </p:txBody>
      </p:sp>
      <p:sp>
        <p:nvSpPr>
          <p:cNvPr id="51" name="">
            <a:extLst xmlns:a="http://schemas.openxmlformats.org/drawingml/2006/main">
              <a:ext uri="{FF2B5EF4-FFF2-40B4-BE49-F238E27FC236}">
                <a16:creationId xmlns:a16="http://schemas.microsoft.com/office/drawing/2014/main" id="{EEA27541-505D-496A-8922-3F1E03B5277F}"/>
              </a:ext>
            </a:extLst>
          </p:cNvPr>
          <p:cNvSpPr>
            <a:spLocks xmlns:a="http://schemas.openxmlformats.org/drawingml/2006/main" noGrp="1"/>
          </p:cNvSpPr>
          <p:nvPr/>
        </p:nvSpPr>
        <p:spPr>
          <a:xfrm xmlns:a="http://schemas.openxmlformats.org/drawingml/2006/main">
            <a:off x="1333500" y="4953000"/>
            <a:ext cx="9525000" cy="742950"/>
          </a:xfrm>
          <a:prstGeom xmlns:a="http://schemas.openxmlformats.org/drawingml/2006/main" prst="roundRect">
            <a:avLst>
              <a:gd name="adj" fmla="val 10256"/>
            </a:avLst>
          </a:prstGeom>
          <a:solidFill xmlns:a="http://schemas.openxmlformats.org/drawingml/2006/main">
            <a:srgbClr val="17255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C8101846-399F-4B0A-9E22-44003AE3E9E9}"/>
              </a:ext>
            </a:extLst>
          </p:cNvPr>
          <p:cNvSpPr>
            <a:spLocks xmlns:a="http://schemas.openxmlformats.org/drawingml/2006/main" noGrp="1"/>
          </p:cNvSpPr>
          <p:nvPr/>
        </p:nvSpPr>
        <p:spPr>
          <a:xfrm xmlns:a="http://schemas.openxmlformats.org/drawingml/2006/main">
            <a:off x="1619250" y="5095875"/>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FFFFFF"/>
                </a:solidFill>
                <a:latin typeface="Aptos"/>
                <a:ea typeface="Aptos"/>
                <a:cs typeface="Aptos"/>
              </a:defRPr>
            </a:defPPr>
            <a:lvl1pPr algn="ctr">
              <a:defRPr sz="1575" b="1">
                <a:solidFill>
                  <a:srgbClr val="FFFFFF"/>
                </a:solidFill>
                <a:latin typeface="Aptos"/>
                <a:ea typeface="Aptos"/>
                <a:cs typeface="Aptos"/>
              </a:defRPr>
            </a:lvl1pPr>
            <a:lvl2pPr algn="ctr">
              <a:defRPr sz="1575" b="1">
                <a:solidFill>
                  <a:srgbClr val="FFFFFF"/>
                </a:solidFill>
                <a:latin typeface="Aptos"/>
                <a:ea typeface="Aptos"/>
                <a:cs typeface="Aptos"/>
              </a:defRPr>
            </a:lvl2pPr>
            <a:lvl3pPr algn="ctr">
              <a:defRPr sz="1575" b="1">
                <a:solidFill>
                  <a:srgbClr val="FFFFFF"/>
                </a:solidFill>
                <a:latin typeface="Aptos"/>
                <a:ea typeface="Aptos"/>
                <a:cs typeface="Aptos"/>
              </a:defRPr>
            </a:lvl3pPr>
            <a:lvl4pPr algn="ctr">
              <a:defRPr sz="1575" b="1">
                <a:solidFill>
                  <a:srgbClr val="FFFFFF"/>
                </a:solidFill>
                <a:latin typeface="Aptos"/>
                <a:ea typeface="Aptos"/>
                <a:cs typeface="Aptos"/>
              </a:defRPr>
            </a:lvl4pPr>
            <a:lvl5pPr algn="ctr">
              <a:defRPr sz="1575" b="1">
                <a:solidFill>
                  <a:srgbClr val="FFFFFF"/>
                </a:solidFill>
                <a:latin typeface="Aptos"/>
                <a:ea typeface="Aptos"/>
                <a:cs typeface="Aptos"/>
              </a:defRPr>
            </a:lvl5pPr>
            <a:lvl6pPr algn="ctr">
              <a:defRPr sz="1575" b="1">
                <a:solidFill>
                  <a:srgbClr val="FFFFFF"/>
                </a:solidFill>
                <a:latin typeface="Aptos"/>
                <a:ea typeface="Aptos"/>
                <a:cs typeface="Aptos"/>
              </a:defRPr>
            </a:lvl6pPr>
            <a:lvl7pPr algn="ctr">
              <a:defRPr sz="1575" b="1">
                <a:solidFill>
                  <a:srgbClr val="FFFFFF"/>
                </a:solidFill>
                <a:latin typeface="Aptos"/>
                <a:ea typeface="Aptos"/>
                <a:cs typeface="Aptos"/>
              </a:defRPr>
            </a:lvl7pPr>
            <a:lvl8pPr algn="ctr">
              <a:defRPr sz="1575" b="1">
                <a:solidFill>
                  <a:srgbClr val="FFFFFF"/>
                </a:solidFill>
                <a:latin typeface="Aptos"/>
                <a:ea typeface="Aptos"/>
                <a:cs typeface="Aptos"/>
              </a:defRPr>
            </a:lvl8pPr>
            <a:lvl9pPr algn="ctr">
              <a:defRPr sz="1575" b="1">
                <a:solidFill>
                  <a:srgbClr val="FFFFFF"/>
                </a:solidFill>
                <a:latin typeface="Aptos"/>
                <a:ea typeface="Aptos"/>
                <a:cs typeface="Aptos"/>
              </a:defRPr>
            </a:lvl9pPr>
          </a:lstStyle>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El QR contiene un código aleatorio temporal. La nota viaja dentro de la credencial firmada.</a:t>
            </a:r>
          </a:p>
        </p:txBody>
      </p:sp>
    </p:spTree>
    <p:extLst>
      <p:ext uri="{BB962C8B-B14F-4D97-AF65-F5344CB8AC3E}">
        <p14:creationId xmlns:p14="http://schemas.microsoft.com/office/powerpoint/2010/main" val="369558919"/>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257459-BADC-48C5-8BE0-4D83563ADA9A}"/>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TECNOLOGÍA</a:t>
            </a:r>
          </a:p>
        </p:txBody>
      </p:sp>
      <p:sp>
        <p:nvSpPr>
          <p:cNvPr id="2" name="">
            <a:extLst xmlns:a="http://schemas.openxmlformats.org/drawingml/2006/main">
              <a:ext uri="{FF2B5EF4-FFF2-40B4-BE49-F238E27FC236}">
                <a16:creationId xmlns:a16="http://schemas.microsoft.com/office/drawing/2014/main" id="{E056078D-4759-4DBD-A726-1A0B8DFAC217}"/>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3A267E3B-89F9-44BD-84B8-721C0B2CF559}"/>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Arquitectura: web móvil, API local y estado persistente</a:t>
            </a:r>
          </a:p>
        </p:txBody>
      </p:sp>
      <p:sp>
        <p:nvSpPr>
          <p:cNvPr id="4" name="">
            <a:extLst xmlns:a="http://schemas.openxmlformats.org/drawingml/2006/main">
              <a:ext uri="{FF2B5EF4-FFF2-40B4-BE49-F238E27FC236}">
                <a16:creationId xmlns:a16="http://schemas.microsoft.com/office/drawing/2014/main" id="{368A206C-C2EC-4FC3-B4AB-448F90C64E3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FE67C5DA-FA64-48FB-A219-55B2601E4E1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3F8F6EE-1291-48C7-90D1-AD953F44F80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A47C7173-F0AD-4064-966A-A2D851BAE4FB}"/>
              </a:ext>
            </a:extLst>
          </p:cNvPr>
          <p:cNvSpPr>
            <a:spLocks xmlns:a="http://schemas.openxmlformats.org/drawingml/2006/main" noGrp="1"/>
          </p:cNvSpPr>
          <p:nvPr/>
        </p:nvSpPr>
        <p:spPr>
          <a:xfrm xmlns:a="http://schemas.openxmlformats.org/drawingml/2006/main">
            <a:off x="714375" y="1714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F9C83C4E-148B-4018-94C4-BF1DEA22B8C7}"/>
              </a:ext>
            </a:extLst>
          </p:cNvPr>
          <p:cNvSpPr>
            <a:spLocks xmlns:a="http://schemas.openxmlformats.org/drawingml/2006/main" noGrp="1"/>
          </p:cNvSpPr>
          <p:nvPr/>
        </p:nvSpPr>
        <p:spPr>
          <a:xfrm xmlns:a="http://schemas.openxmlformats.org/drawingml/2006/main">
            <a:off x="714375" y="1714500"/>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69C1EB-326E-434B-8C83-10B4A1DFEFA1}"/>
              </a:ext>
            </a:extLst>
          </p:cNvPr>
          <p:cNvSpPr>
            <a:spLocks xmlns:a="http://schemas.openxmlformats.org/drawingml/2006/main" noGrp="1"/>
          </p:cNvSpPr>
          <p:nvPr/>
        </p:nvSpPr>
        <p:spPr>
          <a:xfrm xmlns:a="http://schemas.openxmlformats.org/drawingml/2006/main">
            <a:off x="923925" y="1847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defRPr sz="1500" b="1">
                <a:solidFill>
                  <a:srgbClr val="2846A0"/>
                </a:solidFill>
                <a:latin typeface="Aptos"/>
                <a:ea typeface="Aptos"/>
                <a:cs typeface="Aptos"/>
              </a:defRPr>
            </a:lvl1pPr>
            <a:lvl2pPr algn="l">
              <a:defRPr sz="1500" b="1">
                <a:solidFill>
                  <a:srgbClr val="2846A0"/>
                </a:solidFill>
                <a:latin typeface="Aptos"/>
                <a:ea typeface="Aptos"/>
                <a:cs typeface="Aptos"/>
              </a:defRPr>
            </a:lvl2pPr>
            <a:lvl3pPr algn="l">
              <a:defRPr sz="1500" b="1">
                <a:solidFill>
                  <a:srgbClr val="2846A0"/>
                </a:solidFill>
                <a:latin typeface="Aptos"/>
                <a:ea typeface="Aptos"/>
                <a:cs typeface="Aptos"/>
              </a:defRPr>
            </a:lvl3pPr>
            <a:lvl4pPr algn="l">
              <a:defRPr sz="1500" b="1">
                <a:solidFill>
                  <a:srgbClr val="2846A0"/>
                </a:solidFill>
                <a:latin typeface="Aptos"/>
                <a:ea typeface="Aptos"/>
                <a:cs typeface="Aptos"/>
              </a:defRPr>
            </a:lvl4pPr>
            <a:lvl5pPr algn="l">
              <a:defRPr sz="1500" b="1">
                <a:solidFill>
                  <a:srgbClr val="2846A0"/>
                </a:solidFill>
                <a:latin typeface="Aptos"/>
                <a:ea typeface="Aptos"/>
                <a:cs typeface="Aptos"/>
              </a:defRPr>
            </a:lvl5pPr>
            <a:lvl6pPr algn="l">
              <a:defRPr sz="1500" b="1">
                <a:solidFill>
                  <a:srgbClr val="2846A0"/>
                </a:solidFill>
                <a:latin typeface="Aptos"/>
                <a:ea typeface="Aptos"/>
                <a:cs typeface="Aptos"/>
              </a:defRPr>
            </a:lvl6pPr>
            <a:lvl7pPr algn="l">
              <a:defRPr sz="1500" b="1">
                <a:solidFill>
                  <a:srgbClr val="2846A0"/>
                </a:solidFill>
                <a:latin typeface="Aptos"/>
                <a:ea typeface="Aptos"/>
                <a:cs typeface="Aptos"/>
              </a:defRPr>
            </a:lvl7pPr>
            <a:lvl8pPr algn="l">
              <a:defRPr sz="1500" b="1">
                <a:solidFill>
                  <a:srgbClr val="2846A0"/>
                </a:solidFill>
                <a:latin typeface="Aptos"/>
                <a:ea typeface="Aptos"/>
                <a:cs typeface="Aptos"/>
              </a:defRPr>
            </a:lvl8pPr>
            <a:lvl9pPr algn="l">
              <a:defRPr sz="1500" b="1">
                <a:solidFill>
                  <a:srgbClr val="2846A0"/>
                </a:solidFill>
                <a:latin typeface="Aptos"/>
                <a:ea typeface="Aptos"/>
                <a:cs typeface="Aptos"/>
              </a:defRPr>
            </a:lvl9pPr>
          </a:lstStyle>
          <a:p xmlns:a="http://schemas.openxmlformats.org/drawingml/2006/main">
            <a:pPr algn="l">
              <a:defRPr sz="1500" b="1">
                <a:solidFill>
                  <a:srgbClr val="2846A0"/>
                </a:solidFill>
                <a:latin typeface="Aptos"/>
                <a:ea typeface="Aptos"/>
                <a:cs typeface="Aptos"/>
              </a:defRPr>
            </a:pPr>
            <a:r>
              <a:rPr sz="1500" b="1">
                <a:solidFill>
                  <a:srgbClr val="2846A0"/>
                </a:solidFill>
                <a:latin typeface="Aptos"/>
                <a:ea typeface="Aptos"/>
                <a:cs typeface="Aptos"/>
              </a:rPr>
              <a:t>PWA React + TypeScript</a:t>
            </a:r>
          </a:p>
        </p:txBody>
      </p:sp>
      <p:sp>
        <p:nvSpPr>
          <p:cNvPr id="10" name="">
            <a:extLst xmlns:a="http://schemas.openxmlformats.org/drawingml/2006/main">
              <a:ext uri="{FF2B5EF4-FFF2-40B4-BE49-F238E27FC236}">
                <a16:creationId xmlns:a16="http://schemas.microsoft.com/office/drawing/2014/main" id="{790542B2-0A4D-498E-8CF7-89A91359DD56}"/>
              </a:ext>
            </a:extLst>
          </p:cNvPr>
          <p:cNvSpPr>
            <a:spLocks xmlns:a="http://schemas.openxmlformats.org/drawingml/2006/main" noGrp="1"/>
          </p:cNvSpPr>
          <p:nvPr/>
        </p:nvSpPr>
        <p:spPr>
          <a:xfrm xmlns:a="http://schemas.openxmlformats.org/drawingml/2006/main">
            <a:off x="923925" y="2171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Una interfaz para emisor, estudiante y verificador.</a:t>
            </a:r>
          </a:p>
        </p:txBody>
      </p:sp>
      <p:sp>
        <p:nvSpPr>
          <p:cNvPr id="11" name="">
            <a:extLst xmlns:a="http://schemas.openxmlformats.org/drawingml/2006/main">
              <a:ext uri="{FF2B5EF4-FFF2-40B4-BE49-F238E27FC236}">
                <a16:creationId xmlns:a16="http://schemas.microsoft.com/office/drawing/2014/main" id="{46D1885A-9AD6-48E8-8360-361D59D46F5D}"/>
              </a:ext>
            </a:extLst>
          </p:cNvPr>
          <p:cNvSpPr>
            <a:spLocks xmlns:a="http://schemas.openxmlformats.org/drawingml/2006/main" noGrp="1"/>
          </p:cNvSpPr>
          <p:nvPr/>
        </p:nvSpPr>
        <p:spPr>
          <a:xfrm xmlns:a="http://schemas.openxmlformats.org/drawingml/2006/main">
            <a:off x="714375" y="3619500"/>
            <a:ext cx="309562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DFB13237-AFB9-41BA-8F99-4A955C371C77}"/>
              </a:ext>
            </a:extLst>
          </p:cNvPr>
          <p:cNvSpPr>
            <a:spLocks xmlns:a="http://schemas.openxmlformats.org/drawingml/2006/main" noGrp="1"/>
          </p:cNvSpPr>
          <p:nvPr/>
        </p:nvSpPr>
        <p:spPr>
          <a:xfrm xmlns:a="http://schemas.openxmlformats.org/drawingml/2006/main">
            <a:off x="714375" y="3619500"/>
            <a:ext cx="76200" cy="13335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0899E-AFAF-480F-A2BB-89700B677446}"/>
              </a:ext>
            </a:extLst>
          </p:cNvPr>
          <p:cNvSpPr>
            <a:spLocks xmlns:a="http://schemas.openxmlformats.org/drawingml/2006/main" noGrp="1"/>
          </p:cNvSpPr>
          <p:nvPr/>
        </p:nvSpPr>
        <p:spPr>
          <a:xfrm xmlns:a="http://schemas.openxmlformats.org/drawingml/2006/main">
            <a:off x="923925" y="3752850"/>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defRPr sz="1500" b="1">
                <a:solidFill>
                  <a:srgbClr val="22B8A8"/>
                </a:solidFill>
                <a:latin typeface="Aptos"/>
                <a:ea typeface="Aptos"/>
                <a:cs typeface="Aptos"/>
              </a:defRPr>
            </a:lvl1pPr>
            <a:lvl2pPr algn="l">
              <a:defRPr sz="1500" b="1">
                <a:solidFill>
                  <a:srgbClr val="22B8A8"/>
                </a:solidFill>
                <a:latin typeface="Aptos"/>
                <a:ea typeface="Aptos"/>
                <a:cs typeface="Aptos"/>
              </a:defRPr>
            </a:lvl2pPr>
            <a:lvl3pPr algn="l">
              <a:defRPr sz="1500" b="1">
                <a:solidFill>
                  <a:srgbClr val="22B8A8"/>
                </a:solidFill>
                <a:latin typeface="Aptos"/>
                <a:ea typeface="Aptos"/>
                <a:cs typeface="Aptos"/>
              </a:defRPr>
            </a:lvl3pPr>
            <a:lvl4pPr algn="l">
              <a:defRPr sz="1500" b="1">
                <a:solidFill>
                  <a:srgbClr val="22B8A8"/>
                </a:solidFill>
                <a:latin typeface="Aptos"/>
                <a:ea typeface="Aptos"/>
                <a:cs typeface="Aptos"/>
              </a:defRPr>
            </a:lvl4pPr>
            <a:lvl5pPr algn="l">
              <a:defRPr sz="1500" b="1">
                <a:solidFill>
                  <a:srgbClr val="22B8A8"/>
                </a:solidFill>
                <a:latin typeface="Aptos"/>
                <a:ea typeface="Aptos"/>
                <a:cs typeface="Aptos"/>
              </a:defRPr>
            </a:lvl5pPr>
            <a:lvl6pPr algn="l">
              <a:defRPr sz="1500" b="1">
                <a:solidFill>
                  <a:srgbClr val="22B8A8"/>
                </a:solidFill>
                <a:latin typeface="Aptos"/>
                <a:ea typeface="Aptos"/>
                <a:cs typeface="Aptos"/>
              </a:defRPr>
            </a:lvl6pPr>
            <a:lvl7pPr algn="l">
              <a:defRPr sz="1500" b="1">
                <a:solidFill>
                  <a:srgbClr val="22B8A8"/>
                </a:solidFill>
                <a:latin typeface="Aptos"/>
                <a:ea typeface="Aptos"/>
                <a:cs typeface="Aptos"/>
              </a:defRPr>
            </a:lvl7pPr>
            <a:lvl8pPr algn="l">
              <a:defRPr sz="1500" b="1">
                <a:solidFill>
                  <a:srgbClr val="22B8A8"/>
                </a:solidFill>
                <a:latin typeface="Aptos"/>
                <a:ea typeface="Aptos"/>
                <a:cs typeface="Aptos"/>
              </a:defRPr>
            </a:lvl8pPr>
            <a:lvl9pPr algn="l">
              <a:defRPr sz="1500" b="1">
                <a:solidFill>
                  <a:srgbClr val="22B8A8"/>
                </a:solidFill>
                <a:latin typeface="Aptos"/>
                <a:ea typeface="Aptos"/>
                <a:cs typeface="Aptos"/>
              </a:defRPr>
            </a:lvl9pPr>
          </a:lstStyle>
          <a:p xmlns:a="http://schemas.openxmlformats.org/drawingml/2006/main">
            <a:pPr algn="l">
              <a:defRPr sz="1500" b="1">
                <a:solidFill>
                  <a:srgbClr val="22B8A8"/>
                </a:solidFill>
                <a:latin typeface="Aptos"/>
                <a:ea typeface="Aptos"/>
                <a:cs typeface="Aptos"/>
              </a:defRPr>
            </a:pPr>
            <a:r>
              <a:rPr sz="1500" b="1">
                <a:solidFill>
                  <a:srgbClr val="22B8A8"/>
                </a:solidFill>
                <a:latin typeface="Aptos"/>
                <a:ea typeface="Aptos"/>
                <a:cs typeface="Aptos"/>
              </a:rPr>
              <a:t>Android</a:t>
            </a:r>
          </a:p>
        </p:txBody>
      </p:sp>
      <p:sp>
        <p:nvSpPr>
          <p:cNvPr id="14" name="">
            <a:extLst xmlns:a="http://schemas.openxmlformats.org/drawingml/2006/main">
              <a:ext uri="{FF2B5EF4-FFF2-40B4-BE49-F238E27FC236}">
                <a16:creationId xmlns:a16="http://schemas.microsoft.com/office/drawing/2014/main" id="{5A2B534E-9B97-4F16-92AB-2D88E4ED7503}"/>
              </a:ext>
            </a:extLst>
          </p:cNvPr>
          <p:cNvSpPr>
            <a:spLocks xmlns:a="http://schemas.openxmlformats.org/drawingml/2006/main" noGrp="1"/>
          </p:cNvSpPr>
          <p:nvPr/>
        </p:nvSpPr>
        <p:spPr>
          <a:xfrm xmlns:a="http://schemas.openxmlformats.org/drawingml/2006/main">
            <a:off x="923925" y="4076700"/>
            <a:ext cx="2733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Cámara ZXing · IndexedDB · Web Crypto.</a:t>
            </a:r>
          </a:p>
        </p:txBody>
      </p:sp>
      <p:sp>
        <p:nvSpPr>
          <p:cNvPr id="15" name="">
            <a:extLst xmlns:a="http://schemas.openxmlformats.org/drawingml/2006/main">
              <a:ext uri="{FF2B5EF4-FFF2-40B4-BE49-F238E27FC236}">
                <a16:creationId xmlns:a16="http://schemas.microsoft.com/office/drawing/2014/main" id="{8E23BCAD-43D6-46CF-8A23-564366A4CFE3}"/>
              </a:ext>
            </a:extLst>
          </p:cNvPr>
          <p:cNvSpPr>
            <a:spLocks xmlns:a="http://schemas.openxmlformats.org/drawingml/2006/main" noGrp="1"/>
          </p:cNvSpPr>
          <p:nvPr/>
        </p:nvSpPr>
        <p:spPr>
          <a:xfrm xmlns:a="http://schemas.openxmlformats.org/drawingml/2006/main">
            <a:off x="4953000" y="2619375"/>
            <a:ext cx="3048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16" name="">
            <a:extLst xmlns:a="http://schemas.openxmlformats.org/drawingml/2006/main">
              <a:ext uri="{FF2B5EF4-FFF2-40B4-BE49-F238E27FC236}">
                <a16:creationId xmlns:a16="http://schemas.microsoft.com/office/drawing/2014/main" id="{52CFA4A8-303C-46B6-9F87-4CB12FC97323}"/>
              </a:ext>
            </a:extLst>
          </p:cNvPr>
          <p:cNvSpPr>
            <a:spLocks xmlns:a="http://schemas.openxmlformats.org/drawingml/2006/main" noGrp="1"/>
          </p:cNvSpPr>
          <p:nvPr/>
        </p:nvSpPr>
        <p:spPr>
          <a:xfrm xmlns:a="http://schemas.openxmlformats.org/drawingml/2006/main">
            <a:off x="4953000" y="2619375"/>
            <a:ext cx="76200" cy="1524000"/>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0BC0C8-E1BE-4ED4-9B67-AACFF43CDFF3}"/>
              </a:ext>
            </a:extLst>
          </p:cNvPr>
          <p:cNvSpPr>
            <a:spLocks xmlns:a="http://schemas.openxmlformats.org/drawingml/2006/main" noGrp="1"/>
          </p:cNvSpPr>
          <p:nvPr/>
        </p:nvSpPr>
        <p:spPr>
          <a:xfrm xmlns:a="http://schemas.openxmlformats.org/drawingml/2006/main">
            <a:off x="5162550" y="2752725"/>
            <a:ext cx="2686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defRPr sz="1500" b="1">
                <a:solidFill>
                  <a:srgbClr val="172554"/>
                </a:solidFill>
                <a:latin typeface="Aptos"/>
                <a:ea typeface="Aptos"/>
                <a:cs typeface="Aptos"/>
              </a:defRPr>
            </a:lvl1pPr>
            <a:lvl2pPr algn="l">
              <a:defRPr sz="1500" b="1">
                <a:solidFill>
                  <a:srgbClr val="172554"/>
                </a:solidFill>
                <a:latin typeface="Aptos"/>
                <a:ea typeface="Aptos"/>
                <a:cs typeface="Aptos"/>
              </a:defRPr>
            </a:lvl2pPr>
            <a:lvl3pPr algn="l">
              <a:defRPr sz="1500" b="1">
                <a:solidFill>
                  <a:srgbClr val="172554"/>
                </a:solidFill>
                <a:latin typeface="Aptos"/>
                <a:ea typeface="Aptos"/>
                <a:cs typeface="Aptos"/>
              </a:defRPr>
            </a:lvl3pPr>
            <a:lvl4pPr algn="l">
              <a:defRPr sz="1500" b="1">
                <a:solidFill>
                  <a:srgbClr val="172554"/>
                </a:solidFill>
                <a:latin typeface="Aptos"/>
                <a:ea typeface="Aptos"/>
                <a:cs typeface="Aptos"/>
              </a:defRPr>
            </a:lvl4pPr>
            <a:lvl5pPr algn="l">
              <a:defRPr sz="1500" b="1">
                <a:solidFill>
                  <a:srgbClr val="172554"/>
                </a:solidFill>
                <a:latin typeface="Aptos"/>
                <a:ea typeface="Aptos"/>
                <a:cs typeface="Aptos"/>
              </a:defRPr>
            </a:lvl5pPr>
            <a:lvl6pPr algn="l">
              <a:defRPr sz="1500" b="1">
                <a:solidFill>
                  <a:srgbClr val="172554"/>
                </a:solidFill>
                <a:latin typeface="Aptos"/>
                <a:ea typeface="Aptos"/>
                <a:cs typeface="Aptos"/>
              </a:defRPr>
            </a:lvl6pPr>
            <a:lvl7pPr algn="l">
              <a:defRPr sz="1500" b="1">
                <a:solidFill>
                  <a:srgbClr val="172554"/>
                </a:solidFill>
                <a:latin typeface="Aptos"/>
                <a:ea typeface="Aptos"/>
                <a:cs typeface="Aptos"/>
              </a:defRPr>
            </a:lvl7pPr>
            <a:lvl8pPr algn="l">
              <a:defRPr sz="1500" b="1">
                <a:solidFill>
                  <a:srgbClr val="172554"/>
                </a:solidFill>
                <a:latin typeface="Aptos"/>
                <a:ea typeface="Aptos"/>
                <a:cs typeface="Aptos"/>
              </a:defRPr>
            </a:lvl8pPr>
            <a:lvl9pPr algn="l">
              <a:defRPr sz="1500" b="1">
                <a:solidFill>
                  <a:srgbClr val="172554"/>
                </a:solidFill>
                <a:latin typeface="Aptos"/>
                <a:ea typeface="Aptos"/>
                <a:cs typeface="Aptos"/>
              </a:defRPr>
            </a:lvl9pPr>
          </a:lstStyle>
          <a:p xmlns:a="http://schemas.openxmlformats.org/drawingml/2006/main">
            <a:pPr algn="l">
              <a:defRPr sz="1500" b="1">
                <a:solidFill>
                  <a:srgbClr val="172554"/>
                </a:solidFill>
                <a:latin typeface="Aptos"/>
                <a:ea typeface="Aptos"/>
                <a:cs typeface="Aptos"/>
              </a:defRPr>
            </a:pPr>
            <a:r>
              <a:rPr sz="1500" b="1">
                <a:solidFill>
                  <a:srgbClr val="172554"/>
                </a:solidFill>
                <a:latin typeface="Aptos"/>
                <a:ea typeface="Aptos"/>
                <a:cs typeface="Aptos"/>
              </a:rPr>
              <a:t>API Fastify + Node.js</a:t>
            </a:r>
          </a:p>
        </p:txBody>
      </p:sp>
      <p:sp>
        <p:nvSpPr>
          <p:cNvPr id="18" name="">
            <a:extLst xmlns:a="http://schemas.openxmlformats.org/drawingml/2006/main">
              <a:ext uri="{FF2B5EF4-FFF2-40B4-BE49-F238E27FC236}">
                <a16:creationId xmlns:a16="http://schemas.microsoft.com/office/drawing/2014/main" id="{36B86586-5FD2-42B3-A1EC-E06280E8D1EA}"/>
              </a:ext>
            </a:extLst>
          </p:cNvPr>
          <p:cNvSpPr>
            <a:spLocks xmlns:a="http://schemas.openxmlformats.org/drawingml/2006/main" noGrp="1"/>
          </p:cNvSpPr>
          <p:nvPr/>
        </p:nvSpPr>
        <p:spPr>
          <a:xfrm xmlns:a="http://schemas.openxmlformats.org/drawingml/2006/main">
            <a:off x="5162550" y="3076575"/>
            <a:ext cx="2686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Roles, reglas, firmas y respuestas JSON.</a:t>
            </a:r>
          </a:p>
        </p:txBody>
      </p:sp>
      <p:sp>
        <p:nvSpPr>
          <p:cNvPr id="19" name="">
            <a:extLst xmlns:a="http://schemas.openxmlformats.org/drawingml/2006/main">
              <a:ext uri="{FF2B5EF4-FFF2-40B4-BE49-F238E27FC236}">
                <a16:creationId xmlns:a16="http://schemas.microsoft.com/office/drawing/2014/main" id="{DD586146-BD0F-4D90-A152-138325E5709D}"/>
              </a:ext>
            </a:extLst>
          </p:cNvPr>
          <p:cNvSpPr>
            <a:spLocks xmlns:a="http://schemas.openxmlformats.org/drawingml/2006/main" noGrp="1"/>
          </p:cNvSpPr>
          <p:nvPr/>
        </p:nvSpPr>
        <p:spPr>
          <a:xfrm xmlns:a="http://schemas.openxmlformats.org/drawingml/2006/main">
            <a:off x="8810625" y="2619375"/>
            <a:ext cx="26670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65A5ADC8-00A8-4205-BBC7-53EE66AFF9F5}"/>
              </a:ext>
            </a:extLst>
          </p:cNvPr>
          <p:cNvSpPr>
            <a:spLocks xmlns:a="http://schemas.openxmlformats.org/drawingml/2006/main" noGrp="1"/>
          </p:cNvSpPr>
          <p:nvPr/>
        </p:nvSpPr>
        <p:spPr>
          <a:xfrm xmlns:a="http://schemas.openxmlformats.org/drawingml/2006/main">
            <a:off x="8810625" y="2619375"/>
            <a:ext cx="76200" cy="1524000"/>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D1EF5CD-F8D4-48E9-8E96-B58303BCADC9}"/>
              </a:ext>
            </a:extLst>
          </p:cNvPr>
          <p:cNvSpPr>
            <a:spLocks xmlns:a="http://schemas.openxmlformats.org/drawingml/2006/main" noGrp="1"/>
          </p:cNvSpPr>
          <p:nvPr/>
        </p:nvSpPr>
        <p:spPr>
          <a:xfrm xmlns:a="http://schemas.openxmlformats.org/drawingml/2006/main">
            <a:off x="9020175" y="2752725"/>
            <a:ext cx="230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defRPr sz="1500" b="1">
                <a:solidFill>
                  <a:srgbClr val="F2B544"/>
                </a:solidFill>
                <a:latin typeface="Aptos"/>
                <a:ea typeface="Aptos"/>
                <a:cs typeface="Aptos"/>
              </a:defRPr>
            </a:lvl1pPr>
            <a:lvl2pPr algn="l">
              <a:defRPr sz="1500" b="1">
                <a:solidFill>
                  <a:srgbClr val="F2B544"/>
                </a:solidFill>
                <a:latin typeface="Aptos"/>
                <a:ea typeface="Aptos"/>
                <a:cs typeface="Aptos"/>
              </a:defRPr>
            </a:lvl2pPr>
            <a:lvl3pPr algn="l">
              <a:defRPr sz="1500" b="1">
                <a:solidFill>
                  <a:srgbClr val="F2B544"/>
                </a:solidFill>
                <a:latin typeface="Aptos"/>
                <a:ea typeface="Aptos"/>
                <a:cs typeface="Aptos"/>
              </a:defRPr>
            </a:lvl3pPr>
            <a:lvl4pPr algn="l">
              <a:defRPr sz="1500" b="1">
                <a:solidFill>
                  <a:srgbClr val="F2B544"/>
                </a:solidFill>
                <a:latin typeface="Aptos"/>
                <a:ea typeface="Aptos"/>
                <a:cs typeface="Aptos"/>
              </a:defRPr>
            </a:lvl4pPr>
            <a:lvl5pPr algn="l">
              <a:defRPr sz="1500" b="1">
                <a:solidFill>
                  <a:srgbClr val="F2B544"/>
                </a:solidFill>
                <a:latin typeface="Aptos"/>
                <a:ea typeface="Aptos"/>
                <a:cs typeface="Aptos"/>
              </a:defRPr>
            </a:lvl5pPr>
            <a:lvl6pPr algn="l">
              <a:defRPr sz="1500" b="1">
                <a:solidFill>
                  <a:srgbClr val="F2B544"/>
                </a:solidFill>
                <a:latin typeface="Aptos"/>
                <a:ea typeface="Aptos"/>
                <a:cs typeface="Aptos"/>
              </a:defRPr>
            </a:lvl6pPr>
            <a:lvl7pPr algn="l">
              <a:defRPr sz="1500" b="1">
                <a:solidFill>
                  <a:srgbClr val="F2B544"/>
                </a:solidFill>
                <a:latin typeface="Aptos"/>
                <a:ea typeface="Aptos"/>
                <a:cs typeface="Aptos"/>
              </a:defRPr>
            </a:lvl7pPr>
            <a:lvl8pPr algn="l">
              <a:defRPr sz="1500" b="1">
                <a:solidFill>
                  <a:srgbClr val="F2B544"/>
                </a:solidFill>
                <a:latin typeface="Aptos"/>
                <a:ea typeface="Aptos"/>
                <a:cs typeface="Aptos"/>
              </a:defRPr>
            </a:lvl8pPr>
            <a:lvl9pPr algn="l">
              <a:defRPr sz="1500" b="1">
                <a:solidFill>
                  <a:srgbClr val="F2B544"/>
                </a:solidFill>
                <a:latin typeface="Aptos"/>
                <a:ea typeface="Aptos"/>
                <a:cs typeface="Aptos"/>
              </a:defRPr>
            </a:lvl9pPr>
          </a:lstStyle>
          <a:p xmlns:a="http://schemas.openxmlformats.org/drawingml/2006/main">
            <a:pPr algn="l">
              <a:defRPr sz="1500" b="1">
                <a:solidFill>
                  <a:srgbClr val="F2B544"/>
                </a:solidFill>
                <a:latin typeface="Aptos"/>
                <a:ea typeface="Aptos"/>
                <a:cs typeface="Aptos"/>
              </a:defRPr>
            </a:pPr>
            <a:r>
              <a:rPr sz="1500" b="1">
                <a:solidFill>
                  <a:srgbClr val="F2B544"/>
                </a:solidFill>
                <a:latin typeface="Aptos"/>
                <a:ea typeface="Aptos"/>
                <a:cs typeface="Aptos"/>
              </a:rPr>
              <a:t>SQLite</a:t>
            </a:r>
          </a:p>
        </p:txBody>
      </p:sp>
      <p:sp>
        <p:nvSpPr>
          <p:cNvPr id="22" name="">
            <a:extLst xmlns:a="http://schemas.openxmlformats.org/drawingml/2006/main">
              <a:ext uri="{FF2B5EF4-FFF2-40B4-BE49-F238E27FC236}">
                <a16:creationId xmlns:a16="http://schemas.microsoft.com/office/drawing/2014/main" id="{83F2933F-7EC4-4F68-9DEC-31C2F797ED74}"/>
              </a:ext>
            </a:extLst>
          </p:cNvPr>
          <p:cNvSpPr>
            <a:spLocks xmlns:a="http://schemas.openxmlformats.org/drawingml/2006/main" noGrp="1"/>
          </p:cNvSpPr>
          <p:nvPr/>
        </p:nvSpPr>
        <p:spPr>
          <a:xfrm xmlns:a="http://schemas.openxmlformats.org/drawingml/2006/main">
            <a:off x="9020175" y="3076575"/>
            <a:ext cx="2305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Cuentas, credenciales, revocaciones, solicitudes y asistencia.</a:t>
            </a:r>
          </a:p>
        </p:txBody>
      </p:sp>
      <p:sp>
        <p:nvSpPr>
          <p:cNvPr id="23" name="">
            <a:extLst xmlns:a="http://schemas.openxmlformats.org/drawingml/2006/main">
              <a:ext uri="{FF2B5EF4-FFF2-40B4-BE49-F238E27FC236}">
                <a16:creationId xmlns:a16="http://schemas.microsoft.com/office/drawing/2014/main" id="{E5B6B40C-3904-42E6-86E6-CEC1067B3F63}"/>
              </a:ext>
            </a:extLst>
          </p:cNvPr>
          <p:cNvSpPr>
            <a:spLocks xmlns:a="http://schemas.openxmlformats.org/drawingml/2006/main" noGrp="1"/>
          </p:cNvSpPr>
          <p:nvPr/>
        </p:nvSpPr>
        <p:spPr>
          <a:xfrm xmlns:a="http://schemas.openxmlformats.org/drawingml/2006/main" flipV="0">
            <a:off x="3810000" y="2343150"/>
            <a:ext cx="1143000" cy="657225"/>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4" name="">
            <a:extLst xmlns:a="http://schemas.openxmlformats.org/drawingml/2006/main">
              <a:ext uri="{FF2B5EF4-FFF2-40B4-BE49-F238E27FC236}">
                <a16:creationId xmlns:a16="http://schemas.microsoft.com/office/drawing/2014/main" id="{31B4D40E-E8ED-4DFA-B237-19C3939EC2F0}"/>
              </a:ext>
            </a:extLst>
          </p:cNvPr>
          <p:cNvSpPr>
            <a:spLocks xmlns:a="http://schemas.openxmlformats.org/drawingml/2006/main" noGrp="1"/>
          </p:cNvSpPr>
          <p:nvPr/>
        </p:nvSpPr>
        <p:spPr>
          <a:xfrm xmlns:a="http://schemas.openxmlformats.org/drawingml/2006/main" flipV="1">
            <a:off x="3810000" y="3714750"/>
            <a:ext cx="1143000" cy="571500"/>
          </a:xfrm>
          <a:prstGeom xmlns:a="http://schemas.openxmlformats.org/drawingml/2006/main" prst="line">
            <a:avLst/>
          </a:prstGeom>
          <a:noFill xmlns:a="http://schemas.openxmlformats.org/drawingml/2006/main"/>
          <a:ln xmlns:a="http://schemas.openxmlformats.org/drawingml/2006/main" w="28575">
            <a:solidFill>
              <a:srgbClr val="22B8A8"/>
            </a:solidFill>
            <a:prstDash val="solid"/>
          </a:ln>
        </p:spPr>
      </p:sp>
      <p:sp>
        <p:nvSpPr>
          <p:cNvPr id="25" name="">
            <a:extLst xmlns:a="http://schemas.openxmlformats.org/drawingml/2006/main">
              <a:ext uri="{FF2B5EF4-FFF2-40B4-BE49-F238E27FC236}">
                <a16:creationId xmlns:a16="http://schemas.microsoft.com/office/drawing/2014/main" id="{F5E36890-CC1E-4C12-B609-71D5CC7ED781}"/>
              </a:ext>
            </a:extLst>
          </p:cNvPr>
          <p:cNvSpPr>
            <a:spLocks xmlns:a="http://schemas.openxmlformats.org/drawingml/2006/main" noGrp="1"/>
          </p:cNvSpPr>
          <p:nvPr/>
        </p:nvSpPr>
        <p:spPr>
          <a:xfrm xmlns:a="http://schemas.openxmlformats.org/drawingml/2006/main" flipV="0">
            <a:off x="8001000" y="3371850"/>
            <a:ext cx="809625" cy="9525"/>
          </a:xfrm>
          <a:prstGeom xmlns:a="http://schemas.openxmlformats.org/drawingml/2006/main" prst="line">
            <a:avLst/>
          </a:prstGeom>
          <a:noFill xmlns:a="http://schemas.openxmlformats.org/drawingml/2006/main"/>
          <a:ln xmlns:a="http://schemas.openxmlformats.org/drawingml/2006/main" w="28575">
            <a:solidFill>
              <a:srgbClr val="2846A0"/>
            </a:solidFill>
            <a:prstDash val="solid"/>
          </a:ln>
        </p:spPr>
      </p:sp>
      <p:sp>
        <p:nvSpPr>
          <p:cNvPr id="26" name="">
            <a:extLst xmlns:a="http://schemas.openxmlformats.org/drawingml/2006/main">
              <a:ext uri="{FF2B5EF4-FFF2-40B4-BE49-F238E27FC236}">
                <a16:creationId xmlns:a16="http://schemas.microsoft.com/office/drawing/2014/main" id="{D043868A-EED5-48AD-9DA9-B0083F86F1AA}"/>
              </a:ext>
            </a:extLst>
          </p:cNvPr>
          <p:cNvSpPr>
            <a:spLocks xmlns:a="http://schemas.openxmlformats.org/drawingml/2006/main" noGrp="1"/>
          </p:cNvSpPr>
          <p:nvPr/>
        </p:nvSpPr>
        <p:spPr>
          <a:xfrm xmlns:a="http://schemas.openxmlformats.org/drawingml/2006/main">
            <a:off x="857250" y="5105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536276"/>
                </a:solidFill>
                <a:latin typeface="Aptos"/>
                <a:ea typeface="Aptos"/>
                <a:cs typeface="Aptos"/>
              </a:defRPr>
            </a:defPPr>
            <a:lvl1pPr algn="ctr">
              <a:defRPr sz="1200" b="1">
                <a:solidFill>
                  <a:srgbClr val="536276"/>
                </a:solidFill>
                <a:latin typeface="Aptos"/>
                <a:ea typeface="Aptos"/>
                <a:cs typeface="Aptos"/>
              </a:defRPr>
            </a:lvl1pPr>
            <a:lvl2pPr algn="ctr">
              <a:defRPr sz="1200" b="1">
                <a:solidFill>
                  <a:srgbClr val="536276"/>
                </a:solidFill>
                <a:latin typeface="Aptos"/>
                <a:ea typeface="Aptos"/>
                <a:cs typeface="Aptos"/>
              </a:defRPr>
            </a:lvl2pPr>
            <a:lvl3pPr algn="ctr">
              <a:defRPr sz="1200" b="1">
                <a:solidFill>
                  <a:srgbClr val="536276"/>
                </a:solidFill>
                <a:latin typeface="Aptos"/>
                <a:ea typeface="Aptos"/>
                <a:cs typeface="Aptos"/>
              </a:defRPr>
            </a:lvl3pPr>
            <a:lvl4pPr algn="ctr">
              <a:defRPr sz="1200" b="1">
                <a:solidFill>
                  <a:srgbClr val="536276"/>
                </a:solidFill>
                <a:latin typeface="Aptos"/>
                <a:ea typeface="Aptos"/>
                <a:cs typeface="Aptos"/>
              </a:defRPr>
            </a:lvl4pPr>
            <a:lvl5pPr algn="ctr">
              <a:defRPr sz="1200" b="1">
                <a:solidFill>
                  <a:srgbClr val="536276"/>
                </a:solidFill>
                <a:latin typeface="Aptos"/>
                <a:ea typeface="Aptos"/>
                <a:cs typeface="Aptos"/>
              </a:defRPr>
            </a:lvl5pPr>
            <a:lvl6pPr algn="ctr">
              <a:defRPr sz="1200" b="1">
                <a:solidFill>
                  <a:srgbClr val="536276"/>
                </a:solidFill>
                <a:latin typeface="Aptos"/>
                <a:ea typeface="Aptos"/>
                <a:cs typeface="Aptos"/>
              </a:defRPr>
            </a:lvl6pPr>
            <a:lvl7pPr algn="ctr">
              <a:defRPr sz="1200" b="1">
                <a:solidFill>
                  <a:srgbClr val="536276"/>
                </a:solidFill>
                <a:latin typeface="Aptos"/>
                <a:ea typeface="Aptos"/>
                <a:cs typeface="Aptos"/>
              </a:defRPr>
            </a:lvl7pPr>
            <a:lvl8pPr algn="ctr">
              <a:defRPr sz="1200" b="1">
                <a:solidFill>
                  <a:srgbClr val="536276"/>
                </a:solidFill>
                <a:latin typeface="Aptos"/>
                <a:ea typeface="Aptos"/>
                <a:cs typeface="Aptos"/>
              </a:defRPr>
            </a:lvl8pPr>
            <a:lvl9pPr algn="ctr">
              <a:defRPr sz="1200" b="1">
                <a:solidFill>
                  <a:srgbClr val="536276"/>
                </a:solidFill>
                <a:latin typeface="Aptos"/>
                <a:ea typeface="Aptos"/>
                <a:cs typeface="Aptos"/>
              </a:defRPr>
            </a:lvl9pPr>
          </a:lstStyle>
          <a:p xmlns:a="http://schemas.openxmlformats.org/drawingml/2006/main">
            <a:pPr algn="ctr">
              <a:defRPr sz="1200" b="1">
                <a:solidFill>
                  <a:srgbClr val="536276"/>
                </a:solidFill>
                <a:latin typeface="Aptos"/>
                <a:ea typeface="Aptos"/>
                <a:cs typeface="Aptos"/>
              </a:defRPr>
            </a:pPr>
            <a:r>
              <a:rPr sz="1200" b="1">
                <a:solidFill>
                  <a:srgbClr val="536276"/>
                </a:solidFill>
                <a:latin typeface="Aptos"/>
                <a:ea typeface="Aptos"/>
                <a:cs typeface="Aptos"/>
              </a:rPr>
              <a:t>PWA / Android ⇄ API: JSON, QR y pruebas firmadas  ·  API ⇄ SQLite: estado persistente</a:t>
            </a:r>
          </a:p>
        </p:txBody>
      </p:sp>
      <p:sp>
        <p:nvSpPr>
          <p:cNvPr id="27" name="">
            <a:extLst xmlns:a="http://schemas.openxmlformats.org/drawingml/2006/main">
              <a:ext uri="{FF2B5EF4-FFF2-40B4-BE49-F238E27FC236}">
                <a16:creationId xmlns:a16="http://schemas.microsoft.com/office/drawing/2014/main" id="{CC603ADE-CB65-4686-BDBD-0ED6E256F9D4}"/>
              </a:ext>
            </a:extLst>
          </p:cNvPr>
          <p:cNvSpPr>
            <a:spLocks xmlns:a="http://schemas.openxmlformats.org/drawingml/2006/main" noGrp="1"/>
          </p:cNvSpPr>
          <p:nvPr/>
        </p:nvSpPr>
        <p:spPr>
          <a:xfrm xmlns:a="http://schemas.openxmlformats.org/drawingml/2006/main">
            <a:off x="1809750" y="5505450"/>
            <a:ext cx="8572500" cy="523875"/>
          </a:xfrm>
          <a:prstGeom xmlns:a="http://schemas.openxmlformats.org/drawingml/2006/main" prst="roundRect">
            <a:avLst>
              <a:gd name="adj" fmla="val 1454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E401CE-8B1B-4638-8CE5-8CA8605CBE64}"/>
              </a:ext>
            </a:extLst>
          </p:cNvPr>
          <p:cNvSpPr>
            <a:spLocks xmlns:a="http://schemas.openxmlformats.org/drawingml/2006/main" noGrp="1"/>
          </p:cNvSpPr>
          <p:nvPr/>
        </p:nvSpPr>
        <p:spPr>
          <a:xfrm xmlns:a="http://schemas.openxmlformats.org/drawingml/2006/main">
            <a:off x="2095500" y="561022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775109"/>
                </a:solidFill>
                <a:latin typeface="Aptos"/>
                <a:ea typeface="Aptos"/>
                <a:cs typeface="Aptos"/>
              </a:defRPr>
            </a:defPPr>
            <a:lvl1pPr algn="ctr">
              <a:defRPr sz="1425" b="1">
                <a:solidFill>
                  <a:srgbClr val="775109"/>
                </a:solidFill>
                <a:latin typeface="Aptos"/>
                <a:ea typeface="Aptos"/>
                <a:cs typeface="Aptos"/>
              </a:defRPr>
            </a:lvl1pPr>
            <a:lvl2pPr algn="ctr">
              <a:defRPr sz="1425" b="1">
                <a:solidFill>
                  <a:srgbClr val="775109"/>
                </a:solidFill>
                <a:latin typeface="Aptos"/>
                <a:ea typeface="Aptos"/>
                <a:cs typeface="Aptos"/>
              </a:defRPr>
            </a:lvl2pPr>
            <a:lvl3pPr algn="ctr">
              <a:defRPr sz="1425" b="1">
                <a:solidFill>
                  <a:srgbClr val="775109"/>
                </a:solidFill>
                <a:latin typeface="Aptos"/>
                <a:ea typeface="Aptos"/>
                <a:cs typeface="Aptos"/>
              </a:defRPr>
            </a:lvl3pPr>
            <a:lvl4pPr algn="ctr">
              <a:defRPr sz="1425" b="1">
                <a:solidFill>
                  <a:srgbClr val="775109"/>
                </a:solidFill>
                <a:latin typeface="Aptos"/>
                <a:ea typeface="Aptos"/>
                <a:cs typeface="Aptos"/>
              </a:defRPr>
            </a:lvl4pPr>
            <a:lvl5pPr algn="ctr">
              <a:defRPr sz="1425" b="1">
                <a:solidFill>
                  <a:srgbClr val="775109"/>
                </a:solidFill>
                <a:latin typeface="Aptos"/>
                <a:ea typeface="Aptos"/>
                <a:cs typeface="Aptos"/>
              </a:defRPr>
            </a:lvl5pPr>
            <a:lvl6pPr algn="ctr">
              <a:defRPr sz="1425" b="1">
                <a:solidFill>
                  <a:srgbClr val="775109"/>
                </a:solidFill>
                <a:latin typeface="Aptos"/>
                <a:ea typeface="Aptos"/>
                <a:cs typeface="Aptos"/>
              </a:defRPr>
            </a:lvl6pPr>
            <a:lvl7pPr algn="ctr">
              <a:defRPr sz="1425" b="1">
                <a:solidFill>
                  <a:srgbClr val="775109"/>
                </a:solidFill>
                <a:latin typeface="Aptos"/>
                <a:ea typeface="Aptos"/>
                <a:cs typeface="Aptos"/>
              </a:defRPr>
            </a:lvl7pPr>
            <a:lvl8pPr algn="ctr">
              <a:defRPr sz="1425" b="1">
                <a:solidFill>
                  <a:srgbClr val="775109"/>
                </a:solidFill>
                <a:latin typeface="Aptos"/>
                <a:ea typeface="Aptos"/>
                <a:cs typeface="Aptos"/>
              </a:defRPr>
            </a:lvl8pPr>
            <a:lvl9pPr algn="ctr">
              <a:defRPr sz="1425" b="1">
                <a:solidFill>
                  <a:srgbClr val="775109"/>
                </a:solidFill>
                <a:latin typeface="Aptos"/>
                <a:ea typeface="Aptos"/>
                <a:cs typeface="Aptos"/>
              </a:defRPr>
            </a:lvl9pPr>
          </a:lstStyle>
          <a:p xmlns:a="http://schemas.openxmlformats.org/drawingml/2006/main">
            <a:pPr algn="ctr">
              <a:defRPr sz="1425" b="1">
                <a:solidFill>
                  <a:srgbClr val="775109"/>
                </a:solidFill>
                <a:latin typeface="Aptos"/>
                <a:ea typeface="Aptos"/>
                <a:cs typeface="Aptos"/>
              </a:defRPr>
            </a:pPr>
            <a:r>
              <a:rPr sz="1425" b="1">
                <a:solidFill>
                  <a:srgbClr val="775109"/>
                </a:solidFill>
                <a:latin typeface="Aptos"/>
                <a:ea typeface="Aptos"/>
                <a:cs typeface="Aptos"/>
              </a:rPr>
              <a:t>La API corre en la Mac: red local sin Internet ≠ verificación offline</a:t>
            </a:r>
          </a:p>
        </p:txBody>
      </p:sp>
    </p:spTree>
    <p:extLst>
      <p:ext uri="{BB962C8B-B14F-4D97-AF65-F5344CB8AC3E}">
        <p14:creationId xmlns:p14="http://schemas.microsoft.com/office/powerpoint/2010/main" val="1280290027"/>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BDD8ABEE-EC31-4099-BB09-368FFFE57169}"/>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INTEGRIDAD</a:t>
            </a:r>
          </a:p>
        </p:txBody>
      </p:sp>
      <p:sp>
        <p:nvSpPr>
          <p:cNvPr id="2" name="">
            <a:extLst xmlns:a="http://schemas.openxmlformats.org/drawingml/2006/main">
              <a:ext uri="{FF2B5EF4-FFF2-40B4-BE49-F238E27FC236}">
                <a16:creationId xmlns:a16="http://schemas.microsoft.com/office/drawing/2014/main" id="{43F120DD-2FE3-461D-97FB-E4D434EB7AA9}"/>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E450510B-50D2-42C6-8FD1-6CE84F8C1F35}"/>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canonicalización fija qué bytes se firman</a:t>
            </a:r>
          </a:p>
        </p:txBody>
      </p:sp>
      <p:sp>
        <p:nvSpPr>
          <p:cNvPr id="4" name="">
            <a:extLst xmlns:a="http://schemas.openxmlformats.org/drawingml/2006/main">
              <a:ext uri="{FF2B5EF4-FFF2-40B4-BE49-F238E27FC236}">
                <a16:creationId xmlns:a16="http://schemas.microsoft.com/office/drawing/2014/main" id="{80B4280B-0FE6-44EA-BDAC-16196F09EF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A087CE7-DA2E-4CA0-AC05-BD92F707185C}"/>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C87F4DF9-EBF9-4156-8EE6-BE9C5B35A19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AD3A01C8-D96F-409A-B67C-AD1873D64376}"/>
              </a:ext>
            </a:extLst>
          </p:cNvPr>
          <p:cNvSpPr>
            <a:spLocks xmlns:a="http://schemas.openxmlformats.org/drawingml/2006/main" noGrp="1"/>
          </p:cNvSpPr>
          <p:nvPr/>
        </p:nvSpPr>
        <p:spPr>
          <a:xfrm xmlns:a="http://schemas.openxmlformats.org/drawingml/2006/main">
            <a:off x="685800" y="1666875"/>
            <a:ext cx="6667500" cy="3381375"/>
          </a:xfrm>
          <a:prstGeom xmlns:a="http://schemas.openxmlformats.org/drawingml/2006/main" prst="roundRect">
            <a:avLst>
              <a:gd name="adj" fmla="val 225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6C216B1-D094-43AA-BC98-58B393166B13}"/>
              </a:ext>
            </a:extLst>
          </p:cNvPr>
          <p:cNvSpPr>
            <a:spLocks xmlns:a="http://schemas.openxmlformats.org/drawingml/2006/main" noGrp="1"/>
          </p:cNvSpPr>
          <p:nvPr/>
        </p:nvSpPr>
        <p:spPr>
          <a:xfrm xmlns:a="http://schemas.openxmlformats.org/drawingml/2006/main">
            <a:off x="685800" y="1666875"/>
            <a:ext cx="666750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DD908F8-33D9-4C27-8168-69BE622094D6}"/>
              </a:ext>
            </a:extLst>
          </p:cNvPr>
          <p:cNvSpPr>
            <a:spLocks xmlns:a="http://schemas.openxmlformats.org/drawingml/2006/main" noGrp="1"/>
          </p:cNvSpPr>
          <p:nvPr/>
        </p:nvSpPr>
        <p:spPr>
          <a:xfrm xmlns:a="http://schemas.openxmlformats.org/drawingml/2006/main">
            <a:off x="847725" y="180022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3C34F-7B31-46D5-9B0B-2C3853E68237}"/>
              </a:ext>
            </a:extLst>
          </p:cNvPr>
          <p:cNvSpPr>
            <a:spLocks xmlns:a="http://schemas.openxmlformats.org/drawingml/2006/main" noGrp="1"/>
          </p:cNvSpPr>
          <p:nvPr/>
        </p:nvSpPr>
        <p:spPr>
          <a:xfrm xmlns:a="http://schemas.openxmlformats.org/drawingml/2006/main">
            <a:off x="1047750" y="180022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8F2F3BF-D940-463D-9717-B645A787AFBD}"/>
              </a:ext>
            </a:extLst>
          </p:cNvPr>
          <p:cNvSpPr>
            <a:spLocks xmlns:a="http://schemas.openxmlformats.org/drawingml/2006/main" noGrp="1"/>
          </p:cNvSpPr>
          <p:nvPr/>
        </p:nvSpPr>
        <p:spPr>
          <a:xfrm xmlns:a="http://schemas.openxmlformats.org/drawingml/2006/main">
            <a:off x="1247775" y="180022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931432-4898-448B-AE6B-A4A0900A8281}"/>
              </a:ext>
            </a:extLst>
          </p:cNvPr>
          <p:cNvSpPr>
            <a:spLocks xmlns:a="http://schemas.openxmlformats.org/drawingml/2006/main" noGrp="1"/>
          </p:cNvSpPr>
          <p:nvPr/>
        </p:nvSpPr>
        <p:spPr>
          <a:xfrm xmlns:a="http://schemas.openxmlformats.org/drawingml/2006/main">
            <a:off x="1752600" y="1743075"/>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C05C6CE-3D4E-4C0F-B511-C36618114EC1}"/>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27B619-704D-4133-8B87-D7B07F90C314}"/>
              </a:ext>
            </a:extLst>
          </p:cNvPr>
          <p:cNvSpPr>
            <a:spLocks xmlns:a="http://schemas.openxmlformats.org/drawingml/2006/main" noGrp="1"/>
          </p:cNvSpPr>
          <p:nvPr/>
        </p:nvSpPr>
        <p:spPr>
          <a:xfrm xmlns:a="http://schemas.openxmlformats.org/drawingml/2006/main">
            <a:off x="6867525" y="174307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4368A0CC-1570-45F1-A489-27F528F61127}"/>
              </a:ext>
            </a:extLst>
          </p:cNvPr>
          <p:cNvSpPr>
            <a:spLocks xmlns:a="http://schemas.openxmlformats.org/drawingml/2006/main" noGrp="1"/>
          </p:cNvSpPr>
          <p:nvPr/>
        </p:nvSpPr>
        <p:spPr>
          <a:xfrm xmlns:a="http://schemas.openxmlformats.org/drawingml/2006/main">
            <a:off x="1123950" y="2162175"/>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238E00-5C9D-4E00-9276-FBD580C1417A}"/>
              </a:ext>
            </a:extLst>
          </p:cNvPr>
          <p:cNvSpPr>
            <a:spLocks xmlns:a="http://schemas.openxmlformats.org/drawingml/2006/main" noGrp="1"/>
          </p:cNvSpPr>
          <p:nvPr/>
        </p:nvSpPr>
        <p:spPr>
          <a:xfrm xmlns:a="http://schemas.openxmlformats.org/drawingml/2006/main">
            <a:off x="800100" y="21717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01</a:t>
            </a:r>
          </a:p>
        </p:txBody>
      </p:sp>
      <p:sp>
        <p:nvSpPr>
          <p:cNvPr id="17" name="Código editable">
            <a:extLst xmlns:a="http://schemas.openxmlformats.org/drawingml/2006/main">
              <a:ext uri="{FF2B5EF4-FFF2-40B4-BE49-F238E27FC236}">
                <a16:creationId xmlns:a16="http://schemas.microsoft.com/office/drawing/2014/main" id="{0E52DEB1-8E88-49F7-A96C-0C5603286714}"/>
              </a:ext>
            </a:extLst>
          </p:cNvPr>
          <p:cNvSpPr>
            <a:spLocks xmlns:a="http://schemas.openxmlformats.org/drawingml/2006/main" noGrp="1"/>
          </p:cNvSpPr>
          <p:nvPr/>
        </p:nvSpPr>
        <p:spPr>
          <a:xfrm xmlns:a="http://schemas.openxmlformats.org/drawingml/2006/main">
            <a:off x="1171575" y="21717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C792EA"/>
                </a:solidFill>
                <a:latin typeface="Menlo"/>
                <a:ea typeface="Menlo"/>
                <a:cs typeface="Menlo"/>
              </a:rPr>
              <a:t>function</a:t>
            </a:r>
            <a:r>
              <a:rPr sz="1267">
                <a:solidFill>
                  <a:srgbClr val="E6EDF7"/>
                </a:solidFill>
                <a:latin typeface="Menlo"/>
                <a:ea typeface="Menlo"/>
                <a:cs typeface="Menlo"/>
              </a:rPr>
              <a:t> </a:t>
            </a:r>
            <a:r>
              <a:rPr sz="1267">
                <a:solidFill>
                  <a:srgbClr val="E6EDF7"/>
                </a:solidFill>
                <a:latin typeface="Menlo"/>
                <a:ea typeface="Menlo"/>
                <a:cs typeface="Menlo"/>
              </a:rPr>
              <a:t>canonicalize</a:t>
            </a:r>
            <a:r>
              <a:rPr sz="1267">
                <a:solidFill>
                  <a:srgbClr val="E6EDF7"/>
                </a:solidFill>
                <a:latin typeface="Menlo"/>
                <a:ea typeface="Menlo"/>
                <a:cs typeface="Menlo"/>
              </a:rPr>
              <a:t>(</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82D3F2"/>
                </a:solidFill>
                <a:latin typeface="Menlo"/>
                <a:ea typeface="Menlo"/>
                <a:cs typeface="Menlo"/>
              </a:rPr>
              <a:t>CredentialPayload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a:t>
            </a:r>
          </a:p>
        </p:txBody>
      </p:sp>
      <p:sp>
        <p:nvSpPr>
          <p:cNvPr id="18" name="">
            <a:extLst xmlns:a="http://schemas.openxmlformats.org/drawingml/2006/main">
              <a:ext uri="{FF2B5EF4-FFF2-40B4-BE49-F238E27FC236}">
                <a16:creationId xmlns:a16="http://schemas.microsoft.com/office/drawing/2014/main" id="{BD237C1D-A05D-484E-BBF7-A1D9B21C652C}"/>
              </a:ext>
            </a:extLst>
          </p:cNvPr>
          <p:cNvSpPr>
            <a:spLocks xmlns:a="http://schemas.openxmlformats.org/drawingml/2006/main" noGrp="1"/>
          </p:cNvSpPr>
          <p:nvPr/>
        </p:nvSpPr>
        <p:spPr>
          <a:xfrm xmlns:a="http://schemas.openxmlformats.org/drawingml/2006/main">
            <a:off x="1123950" y="238125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D418BC-930A-40CA-A015-89DFE8976CB9}"/>
              </a:ext>
            </a:extLst>
          </p:cNvPr>
          <p:cNvSpPr>
            <a:spLocks xmlns:a="http://schemas.openxmlformats.org/drawingml/2006/main" noGrp="1"/>
          </p:cNvSpPr>
          <p:nvPr/>
        </p:nvSpPr>
        <p:spPr>
          <a:xfrm xmlns:a="http://schemas.openxmlformats.org/drawingml/2006/main">
            <a:off x="733425" y="23907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20" name="">
            <a:extLst xmlns:a="http://schemas.openxmlformats.org/drawingml/2006/main">
              <a:ext uri="{FF2B5EF4-FFF2-40B4-BE49-F238E27FC236}">
                <a16:creationId xmlns:a16="http://schemas.microsoft.com/office/drawing/2014/main" id="{CD740C4D-36F8-4E0C-91FB-00680E854B95}"/>
              </a:ext>
            </a:extLst>
          </p:cNvPr>
          <p:cNvSpPr>
            <a:spLocks xmlns:a="http://schemas.openxmlformats.org/drawingml/2006/main" noGrp="1"/>
          </p:cNvSpPr>
          <p:nvPr/>
        </p:nvSpPr>
        <p:spPr>
          <a:xfrm xmlns:a="http://schemas.openxmlformats.org/drawingml/2006/main">
            <a:off x="1123950" y="2381250"/>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941E1C9-68EA-4DDC-A0DC-7C51890434E8}"/>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617D95-DEDD-4268-9744-B7C34C9E4CB5}"/>
              </a:ext>
            </a:extLst>
          </p:cNvPr>
          <p:cNvSpPr>
            <a:spLocks xmlns:a="http://schemas.openxmlformats.org/drawingml/2006/main" noGrp="1"/>
          </p:cNvSpPr>
          <p:nvPr/>
        </p:nvSpPr>
        <p:spPr>
          <a:xfrm xmlns:a="http://schemas.openxmlformats.org/drawingml/2006/main">
            <a:off x="962025" y="2409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3" name="Código editable">
            <a:extLst xmlns:a="http://schemas.openxmlformats.org/drawingml/2006/main">
              <a:ext uri="{FF2B5EF4-FFF2-40B4-BE49-F238E27FC236}">
                <a16:creationId xmlns:a16="http://schemas.microsoft.com/office/drawing/2014/main" id="{2A1366AA-55BC-4FEF-B5BD-8A2DECAC3134}"/>
              </a:ext>
            </a:extLst>
          </p:cNvPr>
          <p:cNvSpPr>
            <a:spLocks xmlns:a="http://schemas.openxmlformats.org/drawingml/2006/main" noGrp="1"/>
          </p:cNvSpPr>
          <p:nvPr/>
        </p:nvSpPr>
        <p:spPr>
          <a:xfrm xmlns:a="http://schemas.openxmlformats.org/drawingml/2006/main">
            <a:off x="1171575" y="23907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72839B"/>
                </a:solidFill>
                <a:latin typeface="Menlo"/>
                <a:ea typeface="Menlo"/>
                <a:cs typeface="Menlo"/>
              </a:rPr>
              <a:t>// Orden fijo: los mismos datos producen los mismos bytes</a:t>
            </a:r>
          </a:p>
        </p:txBody>
      </p:sp>
      <p:sp>
        <p:nvSpPr>
          <p:cNvPr id="24" name="">
            <a:extLst xmlns:a="http://schemas.openxmlformats.org/drawingml/2006/main">
              <a:ext uri="{FF2B5EF4-FFF2-40B4-BE49-F238E27FC236}">
                <a16:creationId xmlns:a16="http://schemas.microsoft.com/office/drawing/2014/main" id="{3F19E9E9-5521-41CD-9A2E-CEDDC204B9F5}"/>
              </a:ext>
            </a:extLst>
          </p:cNvPr>
          <p:cNvSpPr>
            <a:spLocks xmlns:a="http://schemas.openxmlformats.org/drawingml/2006/main" noGrp="1"/>
          </p:cNvSpPr>
          <p:nvPr/>
        </p:nvSpPr>
        <p:spPr>
          <a:xfrm xmlns:a="http://schemas.openxmlformats.org/drawingml/2006/main">
            <a:off x="800100" y="26098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03</a:t>
            </a:r>
          </a:p>
        </p:txBody>
      </p:sp>
      <p:sp>
        <p:nvSpPr>
          <p:cNvPr id="25" name="Código editable">
            <a:extLst xmlns:a="http://schemas.openxmlformats.org/drawingml/2006/main">
              <a:ext uri="{FF2B5EF4-FFF2-40B4-BE49-F238E27FC236}">
                <a16:creationId xmlns:a16="http://schemas.microsoft.com/office/drawing/2014/main" id="{C93CA58B-9938-498A-B0AE-A6CD4A0868EA}"/>
              </a:ext>
            </a:extLst>
          </p:cNvPr>
          <p:cNvSpPr>
            <a:spLocks xmlns:a="http://schemas.openxmlformats.org/drawingml/2006/main" noGrp="1"/>
          </p:cNvSpPr>
          <p:nvPr/>
        </p:nvSpPr>
        <p:spPr>
          <a:xfrm xmlns:a="http://schemas.openxmlformats.org/drawingml/2006/main">
            <a:off x="1171575" y="26098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C792EA"/>
                </a:solidFill>
                <a:latin typeface="Menlo"/>
                <a:ea typeface="Menlo"/>
                <a:cs typeface="Menlo"/>
              </a:rPr>
              <a:t>return</a:t>
            </a:r>
            <a:r>
              <a:rPr sz="1267">
                <a:solidFill>
                  <a:srgbClr val="E6EDF7"/>
                </a:solidFill>
                <a:latin typeface="Menlo"/>
                <a:ea typeface="Menlo"/>
                <a:cs typeface="Menlo"/>
              </a:rPr>
              <a:t> </a:t>
            </a:r>
            <a:r>
              <a:rPr sz="1267">
                <a:solidFill>
                  <a:srgbClr val="82D3F2"/>
                </a:solidFill>
                <a:latin typeface="Menlo"/>
                <a:ea typeface="Menlo"/>
                <a:cs typeface="Menlo"/>
              </a:rPr>
              <a:t>JSON</a:t>
            </a:r>
            <a:r>
              <a:rPr sz="1267">
                <a:solidFill>
                  <a:srgbClr val="E6EDF7"/>
                </a:solidFill>
                <a:latin typeface="Menlo"/>
                <a:ea typeface="Menlo"/>
                <a:cs typeface="Menlo"/>
              </a:rPr>
              <a:t>.</a:t>
            </a:r>
            <a:r>
              <a:rPr sz="1267">
                <a:solidFill>
                  <a:srgbClr val="F6C177"/>
                </a:solidFill>
                <a:latin typeface="Menlo"/>
                <a:ea typeface="Menlo"/>
                <a:cs typeface="Menlo"/>
              </a:rPr>
              <a:t>stringify</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26" name="">
            <a:extLst xmlns:a="http://schemas.openxmlformats.org/drawingml/2006/main">
              <a:ext uri="{FF2B5EF4-FFF2-40B4-BE49-F238E27FC236}">
                <a16:creationId xmlns:a16="http://schemas.microsoft.com/office/drawing/2014/main" id="{4C44F1DC-544B-4309-B89D-1F3C0617B4AA}"/>
              </a:ext>
            </a:extLst>
          </p:cNvPr>
          <p:cNvSpPr>
            <a:spLocks xmlns:a="http://schemas.openxmlformats.org/drawingml/2006/main" noGrp="1"/>
          </p:cNvSpPr>
          <p:nvPr/>
        </p:nvSpPr>
        <p:spPr>
          <a:xfrm xmlns:a="http://schemas.openxmlformats.org/drawingml/2006/main">
            <a:off x="1123950" y="2819400"/>
            <a:ext cx="6115050"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5719C62-21A3-4EBA-B29D-E4A5153E9807}"/>
              </a:ext>
            </a:extLst>
          </p:cNvPr>
          <p:cNvSpPr>
            <a:spLocks xmlns:a="http://schemas.openxmlformats.org/drawingml/2006/main" noGrp="1"/>
          </p:cNvSpPr>
          <p:nvPr/>
        </p:nvSpPr>
        <p:spPr>
          <a:xfrm xmlns:a="http://schemas.openxmlformats.org/drawingml/2006/main">
            <a:off x="733425" y="28289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8A17127D-8A5D-45D4-96C9-C147481A74CB}"/>
              </a:ext>
            </a:extLst>
          </p:cNvPr>
          <p:cNvSpPr>
            <a:spLocks xmlns:a="http://schemas.openxmlformats.org/drawingml/2006/main" noGrp="1"/>
          </p:cNvSpPr>
          <p:nvPr/>
        </p:nvSpPr>
        <p:spPr>
          <a:xfrm xmlns:a="http://schemas.openxmlformats.org/drawingml/2006/main">
            <a:off x="1123950" y="281940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458F4-050A-404E-8954-96DD9150B3B2}"/>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C431175-5F32-4F1B-A920-D2EC03ED62F3}"/>
              </a:ext>
            </a:extLst>
          </p:cNvPr>
          <p:cNvSpPr>
            <a:spLocks xmlns:a="http://schemas.openxmlformats.org/drawingml/2006/main" noGrp="1"/>
          </p:cNvSpPr>
          <p:nvPr/>
        </p:nvSpPr>
        <p:spPr>
          <a:xfrm xmlns:a="http://schemas.openxmlformats.org/drawingml/2006/main">
            <a:off x="962025" y="28479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1" name="Código editable">
            <a:extLst xmlns:a="http://schemas.openxmlformats.org/drawingml/2006/main">
              <a:ext uri="{FF2B5EF4-FFF2-40B4-BE49-F238E27FC236}">
                <a16:creationId xmlns:a16="http://schemas.microsoft.com/office/drawing/2014/main" id="{3B4BEB91-533F-487D-911C-3C466ECAAE8A}"/>
              </a:ext>
            </a:extLst>
          </p:cNvPr>
          <p:cNvSpPr>
            <a:spLocks xmlns:a="http://schemas.openxmlformats.org/drawingml/2006/main" noGrp="1"/>
          </p:cNvSpPr>
          <p:nvPr/>
        </p:nvSpPr>
        <p:spPr>
          <a:xfrm xmlns:a="http://schemas.openxmlformats.org/drawingml/2006/main">
            <a:off x="1171575" y="28289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claims</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claims</a:t>
            </a:r>
            <a:r>
              <a:rPr sz="1267">
                <a:solidFill>
                  <a:srgbClr val="E6EDF7"/>
                </a:solidFill>
                <a:latin typeface="Menlo"/>
                <a:ea typeface="Menlo"/>
                <a:cs typeface="Menlo"/>
              </a:rPr>
              <a:t>,</a:t>
            </a:r>
          </a:p>
        </p:txBody>
      </p:sp>
      <p:sp>
        <p:nvSpPr>
          <p:cNvPr id="32" name="">
            <a:extLst xmlns:a="http://schemas.openxmlformats.org/drawingml/2006/main">
              <a:ext uri="{FF2B5EF4-FFF2-40B4-BE49-F238E27FC236}">
                <a16:creationId xmlns:a16="http://schemas.microsoft.com/office/drawing/2014/main" id="{796DACA8-11ED-4154-8F3B-FA8218D6345A}"/>
              </a:ext>
            </a:extLst>
          </p:cNvPr>
          <p:cNvSpPr>
            <a:spLocks xmlns:a="http://schemas.openxmlformats.org/drawingml/2006/main" noGrp="1"/>
          </p:cNvSpPr>
          <p:nvPr/>
        </p:nvSpPr>
        <p:spPr>
          <a:xfrm xmlns:a="http://schemas.openxmlformats.org/drawingml/2006/main">
            <a:off x="800100" y="30480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05</a:t>
            </a:r>
          </a:p>
        </p:txBody>
      </p:sp>
      <p:sp>
        <p:nvSpPr>
          <p:cNvPr id="33" name="Código editable">
            <a:extLst xmlns:a="http://schemas.openxmlformats.org/drawingml/2006/main">
              <a:ext uri="{FF2B5EF4-FFF2-40B4-BE49-F238E27FC236}">
                <a16:creationId xmlns:a16="http://schemas.microsoft.com/office/drawing/2014/main" id="{025E8DA3-13F2-4877-B605-D0C8CBD84F89}"/>
              </a:ext>
            </a:extLst>
          </p:cNvPr>
          <p:cNvSpPr>
            <a:spLocks xmlns:a="http://schemas.openxmlformats.org/drawingml/2006/main" noGrp="1"/>
          </p:cNvSpPr>
          <p:nvPr/>
        </p:nvSpPr>
        <p:spPr>
          <a:xfrm xmlns:a="http://schemas.openxmlformats.org/drawingml/2006/main">
            <a:off x="1171575" y="30480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expiresAt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expiresAt</a:t>
            </a:r>
            <a:r>
              <a:rPr sz="1267">
                <a:solidFill>
                  <a:srgbClr val="E6EDF7"/>
                </a:solidFill>
                <a:latin typeface="Menlo"/>
                <a:ea typeface="Menlo"/>
                <a:cs typeface="Menlo"/>
              </a:rPr>
              <a:t>,</a:t>
            </a:r>
          </a:p>
        </p:txBody>
      </p:sp>
      <p:sp>
        <p:nvSpPr>
          <p:cNvPr id="34" name="">
            <a:extLst xmlns:a="http://schemas.openxmlformats.org/drawingml/2006/main">
              <a:ext uri="{FF2B5EF4-FFF2-40B4-BE49-F238E27FC236}">
                <a16:creationId xmlns:a16="http://schemas.microsoft.com/office/drawing/2014/main" id="{088B7DDE-3632-4337-B0C4-724AF7316C68}"/>
              </a:ext>
            </a:extLst>
          </p:cNvPr>
          <p:cNvSpPr>
            <a:spLocks xmlns:a="http://schemas.openxmlformats.org/drawingml/2006/main" noGrp="1"/>
          </p:cNvSpPr>
          <p:nvPr/>
        </p:nvSpPr>
        <p:spPr>
          <a:xfrm xmlns:a="http://schemas.openxmlformats.org/drawingml/2006/main">
            <a:off x="800100" y="32670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06</a:t>
            </a:r>
          </a:p>
        </p:txBody>
      </p:sp>
      <p:sp>
        <p:nvSpPr>
          <p:cNvPr id="35" name="Código editable">
            <a:extLst xmlns:a="http://schemas.openxmlformats.org/drawingml/2006/main">
              <a:ext uri="{FF2B5EF4-FFF2-40B4-BE49-F238E27FC236}">
                <a16:creationId xmlns:a16="http://schemas.microsoft.com/office/drawing/2014/main" id="{4DF06B6D-3153-48E2-B98B-8F01F89DD653}"/>
              </a:ext>
            </a:extLst>
          </p:cNvPr>
          <p:cNvSpPr>
            <a:spLocks xmlns:a="http://schemas.openxmlformats.org/drawingml/2006/main" noGrp="1"/>
          </p:cNvSpPr>
          <p:nvPr/>
        </p:nvSpPr>
        <p:spPr>
          <a:xfrm xmlns:a="http://schemas.openxmlformats.org/drawingml/2006/main">
            <a:off x="1171575" y="32670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holder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holder</a:t>
            </a:r>
            <a:r>
              <a:rPr sz="1267">
                <a:solidFill>
                  <a:srgbClr val="E6EDF7"/>
                </a:solidFill>
                <a:latin typeface="Menlo"/>
                <a:ea typeface="Menlo"/>
                <a:cs typeface="Menlo"/>
              </a:rPr>
              <a:t>,</a:t>
            </a:r>
          </a:p>
        </p:txBody>
      </p:sp>
      <p:sp>
        <p:nvSpPr>
          <p:cNvPr id="36" name="">
            <a:extLst xmlns:a="http://schemas.openxmlformats.org/drawingml/2006/main">
              <a:ext uri="{FF2B5EF4-FFF2-40B4-BE49-F238E27FC236}">
                <a16:creationId xmlns:a16="http://schemas.microsoft.com/office/drawing/2014/main" id="{BAD7EAD9-8D94-4E4B-8C6C-87D23987B8F3}"/>
              </a:ext>
            </a:extLst>
          </p:cNvPr>
          <p:cNvSpPr>
            <a:spLocks xmlns:a="http://schemas.openxmlformats.org/drawingml/2006/main" noGrp="1"/>
          </p:cNvSpPr>
          <p:nvPr/>
        </p:nvSpPr>
        <p:spPr>
          <a:xfrm xmlns:a="http://schemas.openxmlformats.org/drawingml/2006/main">
            <a:off x="800100" y="34861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07</a:t>
            </a:r>
          </a:p>
        </p:txBody>
      </p:sp>
      <p:sp>
        <p:nvSpPr>
          <p:cNvPr id="37" name="Código editable">
            <a:extLst xmlns:a="http://schemas.openxmlformats.org/drawingml/2006/main">
              <a:ext uri="{FF2B5EF4-FFF2-40B4-BE49-F238E27FC236}">
                <a16:creationId xmlns:a16="http://schemas.microsoft.com/office/drawing/2014/main" id="{CDA41EAA-CDE7-4B82-87FA-82EC11981845}"/>
              </a:ext>
            </a:extLst>
          </p:cNvPr>
          <p:cNvSpPr>
            <a:spLocks xmlns:a="http://schemas.openxmlformats.org/drawingml/2006/main" noGrp="1"/>
          </p:cNvSpPr>
          <p:nvPr/>
        </p:nvSpPr>
        <p:spPr>
          <a:xfrm xmlns:a="http://schemas.openxmlformats.org/drawingml/2006/main">
            <a:off x="1171575" y="34861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id</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id</a:t>
            </a:r>
            <a:r>
              <a:rPr sz="1267">
                <a:solidFill>
                  <a:srgbClr val="E6EDF7"/>
                </a:solidFill>
                <a:latin typeface="Menlo"/>
                <a:ea typeface="Menlo"/>
                <a:cs typeface="Menlo"/>
              </a:rPr>
              <a:t>,</a:t>
            </a:r>
          </a:p>
        </p:txBody>
      </p:sp>
      <p:sp>
        <p:nvSpPr>
          <p:cNvPr id="38" name="">
            <a:extLst xmlns:a="http://schemas.openxmlformats.org/drawingml/2006/main">
              <a:ext uri="{FF2B5EF4-FFF2-40B4-BE49-F238E27FC236}">
                <a16:creationId xmlns:a16="http://schemas.microsoft.com/office/drawing/2014/main" id="{D222FC36-CFA9-4F93-9A7D-DC92ED40746F}"/>
              </a:ext>
            </a:extLst>
          </p:cNvPr>
          <p:cNvSpPr>
            <a:spLocks xmlns:a="http://schemas.openxmlformats.org/drawingml/2006/main" noGrp="1"/>
          </p:cNvSpPr>
          <p:nvPr/>
        </p:nvSpPr>
        <p:spPr>
          <a:xfrm xmlns:a="http://schemas.openxmlformats.org/drawingml/2006/main">
            <a:off x="800100" y="37052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08</a:t>
            </a:r>
          </a:p>
        </p:txBody>
      </p:sp>
      <p:sp>
        <p:nvSpPr>
          <p:cNvPr id="39" name="Código editable">
            <a:extLst xmlns:a="http://schemas.openxmlformats.org/drawingml/2006/main">
              <a:ext uri="{FF2B5EF4-FFF2-40B4-BE49-F238E27FC236}">
                <a16:creationId xmlns:a16="http://schemas.microsoft.com/office/drawing/2014/main" id="{D6CDDED9-7C62-4CA2-985D-9B8FC8EDE84D}"/>
              </a:ext>
            </a:extLst>
          </p:cNvPr>
          <p:cNvSpPr>
            <a:spLocks xmlns:a="http://schemas.openxmlformats.org/drawingml/2006/main" noGrp="1"/>
          </p:cNvSpPr>
          <p:nvPr/>
        </p:nvSpPr>
        <p:spPr>
          <a:xfrm xmlns:a="http://schemas.openxmlformats.org/drawingml/2006/main">
            <a:off x="1171575" y="37052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issuedAt</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issuedAt</a:t>
            </a:r>
            <a:r>
              <a:rPr sz="1267">
                <a:solidFill>
                  <a:srgbClr val="E6EDF7"/>
                </a:solidFill>
                <a:latin typeface="Menlo"/>
                <a:ea typeface="Menlo"/>
                <a:cs typeface="Menlo"/>
              </a:rPr>
              <a:t>,</a:t>
            </a:r>
          </a:p>
        </p:txBody>
      </p:sp>
      <p:sp>
        <p:nvSpPr>
          <p:cNvPr id="40" name="">
            <a:extLst xmlns:a="http://schemas.openxmlformats.org/drawingml/2006/main">
              <a:ext uri="{FF2B5EF4-FFF2-40B4-BE49-F238E27FC236}">
                <a16:creationId xmlns:a16="http://schemas.microsoft.com/office/drawing/2014/main" id="{9765B129-207E-4954-B64B-1BD424FF908C}"/>
              </a:ext>
            </a:extLst>
          </p:cNvPr>
          <p:cNvSpPr>
            <a:spLocks xmlns:a="http://schemas.openxmlformats.org/drawingml/2006/main" noGrp="1"/>
          </p:cNvSpPr>
          <p:nvPr/>
        </p:nvSpPr>
        <p:spPr>
          <a:xfrm xmlns:a="http://schemas.openxmlformats.org/drawingml/2006/main">
            <a:off x="800100" y="39243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09</a:t>
            </a:r>
          </a:p>
        </p:txBody>
      </p:sp>
      <p:sp>
        <p:nvSpPr>
          <p:cNvPr id="41" name="Código editable">
            <a:extLst xmlns:a="http://schemas.openxmlformats.org/drawingml/2006/main">
              <a:ext uri="{FF2B5EF4-FFF2-40B4-BE49-F238E27FC236}">
                <a16:creationId xmlns:a16="http://schemas.microsoft.com/office/drawing/2014/main" id="{94862EB5-46C6-4D42-AD98-2505353D20DC}"/>
              </a:ext>
            </a:extLst>
          </p:cNvPr>
          <p:cNvSpPr>
            <a:spLocks xmlns:a="http://schemas.openxmlformats.org/drawingml/2006/main" noGrp="1"/>
          </p:cNvSpPr>
          <p:nvPr/>
        </p:nvSpPr>
        <p:spPr>
          <a:xfrm xmlns:a="http://schemas.openxmlformats.org/drawingml/2006/main">
            <a:off x="1171575" y="392430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issuer</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issuer</a:t>
            </a:r>
            <a:r>
              <a:rPr sz="1267">
                <a:solidFill>
                  <a:srgbClr val="E6EDF7"/>
                </a:solidFill>
                <a:latin typeface="Menlo"/>
                <a:ea typeface="Menlo"/>
                <a:cs typeface="Menlo"/>
              </a:rPr>
              <a:t>,</a:t>
            </a:r>
          </a:p>
        </p:txBody>
      </p:sp>
      <p:sp>
        <p:nvSpPr>
          <p:cNvPr id="42" name="">
            <a:extLst xmlns:a="http://schemas.openxmlformats.org/drawingml/2006/main">
              <a:ext uri="{FF2B5EF4-FFF2-40B4-BE49-F238E27FC236}">
                <a16:creationId xmlns:a16="http://schemas.microsoft.com/office/drawing/2014/main" id="{EA51FC33-7160-4C4F-BCB7-011FA9BB7FED}"/>
              </a:ext>
            </a:extLst>
          </p:cNvPr>
          <p:cNvSpPr>
            <a:spLocks xmlns:a="http://schemas.openxmlformats.org/drawingml/2006/main" noGrp="1"/>
          </p:cNvSpPr>
          <p:nvPr/>
        </p:nvSpPr>
        <p:spPr>
          <a:xfrm xmlns:a="http://schemas.openxmlformats.org/drawingml/2006/main">
            <a:off x="800100" y="41433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10</a:t>
            </a:r>
          </a:p>
        </p:txBody>
      </p:sp>
      <p:sp>
        <p:nvSpPr>
          <p:cNvPr id="43" name="Código editable">
            <a:extLst xmlns:a="http://schemas.openxmlformats.org/drawingml/2006/main">
              <a:ext uri="{FF2B5EF4-FFF2-40B4-BE49-F238E27FC236}">
                <a16:creationId xmlns:a16="http://schemas.microsoft.com/office/drawing/2014/main" id="{C775FFE8-AC37-4ABD-8076-986C36D1F24E}"/>
              </a:ext>
            </a:extLst>
          </p:cNvPr>
          <p:cNvSpPr>
            <a:spLocks xmlns:a="http://schemas.openxmlformats.org/drawingml/2006/main" noGrp="1"/>
          </p:cNvSpPr>
          <p:nvPr/>
        </p:nvSpPr>
        <p:spPr>
          <a:xfrm xmlns:a="http://schemas.openxmlformats.org/drawingml/2006/main">
            <a:off x="1171575" y="414337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type</a:t>
            </a:r>
            <a:r>
              <a:rPr sz="1267">
                <a:solidFill>
                  <a:srgbClr val="E6EDF7"/>
                </a:solidFill>
                <a:latin typeface="Menlo"/>
                <a:ea typeface="Menlo"/>
                <a:cs typeface="Menlo"/>
              </a:rPr>
              <a:t>:</a:t>
            </a:r>
            <a:r>
              <a:rPr sz="1267">
                <a:solidFill>
                  <a:srgbClr val="E6EDF7"/>
                </a:solidFill>
                <a:latin typeface="Menlo"/>
                <a:ea typeface="Menlo"/>
                <a:cs typeface="Menlo"/>
              </a:rPr>
              <a:t> </a:t>
            </a:r>
            <a:r>
              <a:rPr sz="1267">
                <a:solidFill>
                  <a:srgbClr val="E6EDF7"/>
                </a:solidFill>
                <a:latin typeface="Menlo"/>
                <a:ea typeface="Menlo"/>
                <a:cs typeface="Menlo"/>
              </a:rPr>
              <a:t>value</a:t>
            </a:r>
            <a:r>
              <a:rPr sz="1267">
                <a:solidFill>
                  <a:srgbClr val="E6EDF7"/>
                </a:solidFill>
                <a:latin typeface="Menlo"/>
                <a:ea typeface="Menlo"/>
                <a:cs typeface="Menlo"/>
              </a:rPr>
              <a:t>.</a:t>
            </a:r>
            <a:r>
              <a:rPr sz="1267">
                <a:solidFill>
                  <a:srgbClr val="F6C177"/>
                </a:solidFill>
                <a:latin typeface="Menlo"/>
                <a:ea typeface="Menlo"/>
                <a:cs typeface="Menlo"/>
              </a:rPr>
              <a:t>type</a:t>
            </a:r>
          </a:p>
        </p:txBody>
      </p:sp>
      <p:sp>
        <p:nvSpPr>
          <p:cNvPr id="44" name="">
            <a:extLst xmlns:a="http://schemas.openxmlformats.org/drawingml/2006/main">
              <a:ext uri="{FF2B5EF4-FFF2-40B4-BE49-F238E27FC236}">
                <a16:creationId xmlns:a16="http://schemas.microsoft.com/office/drawing/2014/main" id="{0FC2369E-A00C-437B-A0FD-CB589D2BCC52}"/>
              </a:ext>
            </a:extLst>
          </p:cNvPr>
          <p:cNvSpPr>
            <a:spLocks xmlns:a="http://schemas.openxmlformats.org/drawingml/2006/main" noGrp="1"/>
          </p:cNvSpPr>
          <p:nvPr/>
        </p:nvSpPr>
        <p:spPr>
          <a:xfrm xmlns:a="http://schemas.openxmlformats.org/drawingml/2006/main">
            <a:off x="800100" y="436245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11</a:t>
            </a:r>
          </a:p>
        </p:txBody>
      </p:sp>
      <p:sp>
        <p:nvSpPr>
          <p:cNvPr id="45" name="Código editable">
            <a:extLst xmlns:a="http://schemas.openxmlformats.org/drawingml/2006/main">
              <a:ext uri="{FF2B5EF4-FFF2-40B4-BE49-F238E27FC236}">
                <a16:creationId xmlns:a16="http://schemas.microsoft.com/office/drawing/2014/main" id="{0BF0809F-C997-4AFE-B9DB-8BC022B6B909}"/>
              </a:ext>
            </a:extLst>
          </p:cNvPr>
          <p:cNvSpPr>
            <a:spLocks xmlns:a="http://schemas.openxmlformats.org/drawingml/2006/main" noGrp="1"/>
          </p:cNvSpPr>
          <p:nvPr/>
        </p:nvSpPr>
        <p:spPr>
          <a:xfrm xmlns:a="http://schemas.openxmlformats.org/drawingml/2006/main">
            <a:off x="1171575" y="4362450"/>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  </a:t>
            </a:r>
            <a:r>
              <a:rPr sz="1267">
                <a:solidFill>
                  <a:srgbClr val="E6EDF7"/>
                </a:solidFill>
                <a:latin typeface="Menlo"/>
                <a:ea typeface="Menlo"/>
                <a:cs typeface="Menlo"/>
              </a:rPr>
              <a:t>}</a:t>
            </a:r>
            <a:r>
              <a:rPr sz="1267">
                <a:solidFill>
                  <a:srgbClr val="E6EDF7"/>
                </a:solidFill>
                <a:latin typeface="Menlo"/>
                <a:ea typeface="Menlo"/>
                <a:cs typeface="Menlo"/>
              </a:rPr>
              <a:t>)</a:t>
            </a:r>
          </a:p>
        </p:txBody>
      </p:sp>
      <p:sp>
        <p:nvSpPr>
          <p:cNvPr id="46" name="">
            <a:extLst xmlns:a="http://schemas.openxmlformats.org/drawingml/2006/main">
              <a:ext uri="{FF2B5EF4-FFF2-40B4-BE49-F238E27FC236}">
                <a16:creationId xmlns:a16="http://schemas.microsoft.com/office/drawing/2014/main" id="{B6424621-5B54-4083-BA6F-DFAA8A3A7C72}"/>
              </a:ext>
            </a:extLst>
          </p:cNvPr>
          <p:cNvSpPr>
            <a:spLocks xmlns:a="http://schemas.openxmlformats.org/drawingml/2006/main" noGrp="1"/>
          </p:cNvSpPr>
          <p:nvPr/>
        </p:nvSpPr>
        <p:spPr>
          <a:xfrm xmlns:a="http://schemas.openxmlformats.org/drawingml/2006/main">
            <a:off x="800100" y="45815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67" b="0">
                <a:solidFill>
                  <a:srgbClr val="647791"/>
                </a:solidFill>
                <a:latin typeface="Aptos"/>
                <a:ea typeface="Aptos"/>
                <a:cs typeface="Aptos"/>
              </a:defRPr>
            </a:defPPr>
            <a:lvl1pPr algn="r">
              <a:defRPr sz="1267" b="0">
                <a:solidFill>
                  <a:srgbClr val="647791"/>
                </a:solidFill>
                <a:latin typeface="Aptos"/>
                <a:ea typeface="Aptos"/>
                <a:cs typeface="Aptos"/>
              </a:defRPr>
            </a:lvl1pPr>
            <a:lvl2pPr algn="r">
              <a:defRPr sz="1267" b="0">
                <a:solidFill>
                  <a:srgbClr val="647791"/>
                </a:solidFill>
                <a:latin typeface="Aptos"/>
                <a:ea typeface="Aptos"/>
                <a:cs typeface="Aptos"/>
              </a:defRPr>
            </a:lvl2pPr>
            <a:lvl3pPr algn="r">
              <a:defRPr sz="1267" b="0">
                <a:solidFill>
                  <a:srgbClr val="647791"/>
                </a:solidFill>
                <a:latin typeface="Aptos"/>
                <a:ea typeface="Aptos"/>
                <a:cs typeface="Aptos"/>
              </a:defRPr>
            </a:lvl3pPr>
            <a:lvl4pPr algn="r">
              <a:defRPr sz="1267" b="0">
                <a:solidFill>
                  <a:srgbClr val="647791"/>
                </a:solidFill>
                <a:latin typeface="Aptos"/>
                <a:ea typeface="Aptos"/>
                <a:cs typeface="Aptos"/>
              </a:defRPr>
            </a:lvl4pPr>
            <a:lvl5pPr algn="r">
              <a:defRPr sz="1267" b="0">
                <a:solidFill>
                  <a:srgbClr val="647791"/>
                </a:solidFill>
                <a:latin typeface="Aptos"/>
                <a:ea typeface="Aptos"/>
                <a:cs typeface="Aptos"/>
              </a:defRPr>
            </a:lvl5pPr>
            <a:lvl6pPr algn="r">
              <a:defRPr sz="1267" b="0">
                <a:solidFill>
                  <a:srgbClr val="647791"/>
                </a:solidFill>
                <a:latin typeface="Aptos"/>
                <a:ea typeface="Aptos"/>
                <a:cs typeface="Aptos"/>
              </a:defRPr>
            </a:lvl6pPr>
            <a:lvl7pPr algn="r">
              <a:defRPr sz="1267" b="0">
                <a:solidFill>
                  <a:srgbClr val="647791"/>
                </a:solidFill>
                <a:latin typeface="Aptos"/>
                <a:ea typeface="Aptos"/>
                <a:cs typeface="Aptos"/>
              </a:defRPr>
            </a:lvl7pPr>
            <a:lvl8pPr algn="r">
              <a:defRPr sz="1267" b="0">
                <a:solidFill>
                  <a:srgbClr val="647791"/>
                </a:solidFill>
                <a:latin typeface="Aptos"/>
                <a:ea typeface="Aptos"/>
                <a:cs typeface="Aptos"/>
              </a:defRPr>
            </a:lvl8pPr>
            <a:lvl9pPr algn="r">
              <a:defRPr sz="1267" b="0">
                <a:solidFill>
                  <a:srgbClr val="647791"/>
                </a:solidFill>
                <a:latin typeface="Aptos"/>
                <a:ea typeface="Aptos"/>
                <a:cs typeface="Aptos"/>
              </a:defRPr>
            </a:lvl9pPr>
          </a:lstStyle>
          <a:p xmlns:a="http://schemas.openxmlformats.org/drawingml/2006/main">
            <a:pPr algn="r">
              <a:defRPr sz="1267" b="0">
                <a:solidFill>
                  <a:srgbClr val="647791"/>
                </a:solidFill>
                <a:latin typeface="Aptos"/>
                <a:ea typeface="Aptos"/>
                <a:cs typeface="Aptos"/>
              </a:defRPr>
            </a:pPr>
            <a:r>
              <a:rPr sz="1267" b="0">
                <a:solidFill>
                  <a:srgbClr val="647791"/>
                </a:solidFill>
                <a:latin typeface="Aptos"/>
                <a:ea typeface="Aptos"/>
                <a:cs typeface="Aptos"/>
              </a:rPr>
              <a:t>12</a:t>
            </a:r>
          </a:p>
        </p:txBody>
      </p:sp>
      <p:sp>
        <p:nvSpPr>
          <p:cNvPr id="47" name="Código editable">
            <a:extLst xmlns:a="http://schemas.openxmlformats.org/drawingml/2006/main">
              <a:ext uri="{FF2B5EF4-FFF2-40B4-BE49-F238E27FC236}">
                <a16:creationId xmlns:a16="http://schemas.microsoft.com/office/drawing/2014/main" id="{D4301726-687F-4A1E-8518-8421CFBCEA03}"/>
              </a:ext>
            </a:extLst>
          </p:cNvPr>
          <p:cNvSpPr>
            <a:spLocks xmlns:a="http://schemas.openxmlformats.org/drawingml/2006/main" noGrp="1"/>
          </p:cNvSpPr>
          <p:nvPr/>
        </p:nvSpPr>
        <p:spPr>
          <a:xfrm xmlns:a="http://schemas.openxmlformats.org/drawingml/2006/main">
            <a:off x="1171575" y="4581525"/>
            <a:ext cx="6038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67">
                <a:solidFill>
                  <a:srgbClr val="E6EDF7"/>
                </a:solidFill>
                <a:latin typeface="Menlo"/>
                <a:ea typeface="Menlo"/>
                <a:cs typeface="Menlo"/>
              </a:defRPr>
            </a:defPPr>
            <a:lvl1pPr algn="l">
              <a:defRPr sz="1267">
                <a:solidFill>
                  <a:srgbClr val="E6EDF7"/>
                </a:solidFill>
                <a:latin typeface="Menlo"/>
                <a:ea typeface="Menlo"/>
                <a:cs typeface="Menlo"/>
              </a:defRPr>
            </a:lvl1pPr>
            <a:lvl2pPr algn="l">
              <a:defRPr sz="1267">
                <a:solidFill>
                  <a:srgbClr val="E6EDF7"/>
                </a:solidFill>
                <a:latin typeface="Menlo"/>
                <a:ea typeface="Menlo"/>
                <a:cs typeface="Menlo"/>
              </a:defRPr>
            </a:lvl2pPr>
            <a:lvl3pPr algn="l">
              <a:defRPr sz="1267">
                <a:solidFill>
                  <a:srgbClr val="E6EDF7"/>
                </a:solidFill>
                <a:latin typeface="Menlo"/>
                <a:ea typeface="Menlo"/>
                <a:cs typeface="Menlo"/>
              </a:defRPr>
            </a:lvl3pPr>
            <a:lvl4pPr algn="l">
              <a:defRPr sz="1267">
                <a:solidFill>
                  <a:srgbClr val="E6EDF7"/>
                </a:solidFill>
                <a:latin typeface="Menlo"/>
                <a:ea typeface="Menlo"/>
                <a:cs typeface="Menlo"/>
              </a:defRPr>
            </a:lvl4pPr>
            <a:lvl5pPr algn="l">
              <a:defRPr sz="1267">
                <a:solidFill>
                  <a:srgbClr val="E6EDF7"/>
                </a:solidFill>
                <a:latin typeface="Menlo"/>
                <a:ea typeface="Menlo"/>
                <a:cs typeface="Menlo"/>
              </a:defRPr>
            </a:lvl5pPr>
            <a:lvl6pPr algn="l">
              <a:defRPr sz="1267">
                <a:solidFill>
                  <a:srgbClr val="E6EDF7"/>
                </a:solidFill>
                <a:latin typeface="Menlo"/>
                <a:ea typeface="Menlo"/>
                <a:cs typeface="Menlo"/>
              </a:defRPr>
            </a:lvl6pPr>
            <a:lvl7pPr algn="l">
              <a:defRPr sz="1267">
                <a:solidFill>
                  <a:srgbClr val="E6EDF7"/>
                </a:solidFill>
                <a:latin typeface="Menlo"/>
                <a:ea typeface="Menlo"/>
                <a:cs typeface="Menlo"/>
              </a:defRPr>
            </a:lvl7pPr>
            <a:lvl8pPr algn="l">
              <a:defRPr sz="1267">
                <a:solidFill>
                  <a:srgbClr val="E6EDF7"/>
                </a:solidFill>
                <a:latin typeface="Menlo"/>
                <a:ea typeface="Menlo"/>
                <a:cs typeface="Menlo"/>
              </a:defRPr>
            </a:lvl8pPr>
            <a:lvl9pPr algn="l">
              <a:defRPr sz="1267">
                <a:solidFill>
                  <a:srgbClr val="E6EDF7"/>
                </a:solidFill>
                <a:latin typeface="Menlo"/>
                <a:ea typeface="Menlo"/>
                <a:cs typeface="Menlo"/>
              </a:defRPr>
            </a:lvl9pPr>
          </a:lstStyle>
          <a:p xmlns:a="http://schemas.openxmlformats.org/drawingml/2006/main">
            <a:pPr algn="l">
              <a:defRPr sz="1267">
                <a:solidFill>
                  <a:srgbClr val="E6EDF7"/>
                </a:solidFill>
                <a:latin typeface="Menlo"/>
                <a:ea typeface="Menlo"/>
                <a:cs typeface="Menlo"/>
              </a:defRPr>
            </a:pPr>
            <a:r>
              <a:rPr sz="1267">
                <a:solidFill>
                  <a:srgbClr val="E6EDF7"/>
                </a:solidFill>
                <a:latin typeface="Menlo"/>
                <a:ea typeface="Menlo"/>
                <a:cs typeface="Menlo"/>
              </a:rPr>
              <a:t>}</a:t>
            </a:r>
          </a:p>
        </p:txBody>
      </p:sp>
      <p:sp>
        <p:nvSpPr>
          <p:cNvPr id="48" name="">
            <a:extLst xmlns:a="http://schemas.openxmlformats.org/drawingml/2006/main">
              <a:ext uri="{FF2B5EF4-FFF2-40B4-BE49-F238E27FC236}">
                <a16:creationId xmlns:a16="http://schemas.microsoft.com/office/drawing/2014/main" id="{453DE2A0-71CA-4E59-8152-D50822BC1D24}"/>
              </a:ext>
            </a:extLst>
          </p:cNvPr>
          <p:cNvSpPr>
            <a:spLocks xmlns:a="http://schemas.openxmlformats.org/drawingml/2006/main" noGrp="1"/>
          </p:cNvSpPr>
          <p:nvPr/>
        </p:nvSpPr>
        <p:spPr>
          <a:xfrm xmlns:a="http://schemas.openxmlformats.org/drawingml/2006/main">
            <a:off x="7905750" y="1809750"/>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49" name="">
            <a:extLst xmlns:a="http://schemas.openxmlformats.org/drawingml/2006/main">
              <a:ext uri="{FF2B5EF4-FFF2-40B4-BE49-F238E27FC236}">
                <a16:creationId xmlns:a16="http://schemas.microsoft.com/office/drawing/2014/main" id="{3C52C59F-977B-4289-9B85-CA8533306A17}"/>
              </a:ext>
            </a:extLst>
          </p:cNvPr>
          <p:cNvSpPr>
            <a:spLocks xmlns:a="http://schemas.openxmlformats.org/drawingml/2006/main" noGrp="1"/>
          </p:cNvSpPr>
          <p:nvPr/>
        </p:nvSpPr>
        <p:spPr>
          <a:xfrm xmlns:a="http://schemas.openxmlformats.org/drawingml/2006/main">
            <a:off x="7905750" y="1809750"/>
            <a:ext cx="76200" cy="114300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02B0F75C-4E22-4794-9B95-3A74C82D3247}"/>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DE580289-CD92-4B16-8D0A-F643D0D4E910}"/>
              </a:ext>
            </a:extLst>
          </p:cNvPr>
          <p:cNvSpPr>
            <a:spLocks xmlns:a="http://schemas.openxmlformats.org/drawingml/2006/main" noGrp="1"/>
          </p:cNvSpPr>
          <p:nvPr/>
        </p:nvSpPr>
        <p:spPr>
          <a:xfrm xmlns:a="http://schemas.openxmlformats.org/drawingml/2006/main">
            <a:off x="8048625" y="19335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2" name="">
            <a:extLst xmlns:a="http://schemas.openxmlformats.org/drawingml/2006/main">
              <a:ext uri="{FF2B5EF4-FFF2-40B4-BE49-F238E27FC236}">
                <a16:creationId xmlns:a16="http://schemas.microsoft.com/office/drawing/2014/main" id="{0BE1FAD9-61AB-4F48-8DA6-96B1AD6BFA01}"/>
              </a:ext>
            </a:extLst>
          </p:cNvPr>
          <p:cNvSpPr>
            <a:spLocks xmlns:a="http://schemas.openxmlformats.org/drawingml/2006/main" noGrp="1"/>
          </p:cNvSpPr>
          <p:nvPr/>
        </p:nvSpPr>
        <p:spPr>
          <a:xfrm xmlns:a="http://schemas.openxmlformats.org/drawingml/2006/main">
            <a:off x="8401050" y="1924050"/>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defRPr sz="1425" b="1">
                <a:solidFill>
                  <a:srgbClr val="22B8A8"/>
                </a:solidFill>
                <a:latin typeface="Aptos"/>
                <a:ea typeface="Aptos"/>
                <a:cs typeface="Aptos"/>
              </a:defRPr>
            </a:lvl1pPr>
            <a:lvl2pPr algn="l">
              <a:defRPr sz="1425" b="1">
                <a:solidFill>
                  <a:srgbClr val="22B8A8"/>
                </a:solidFill>
                <a:latin typeface="Aptos"/>
                <a:ea typeface="Aptos"/>
                <a:cs typeface="Aptos"/>
              </a:defRPr>
            </a:lvl2pPr>
            <a:lvl3pPr algn="l">
              <a:defRPr sz="1425" b="1">
                <a:solidFill>
                  <a:srgbClr val="22B8A8"/>
                </a:solidFill>
                <a:latin typeface="Aptos"/>
                <a:ea typeface="Aptos"/>
                <a:cs typeface="Aptos"/>
              </a:defRPr>
            </a:lvl3pPr>
            <a:lvl4pPr algn="l">
              <a:defRPr sz="1425" b="1">
                <a:solidFill>
                  <a:srgbClr val="22B8A8"/>
                </a:solidFill>
                <a:latin typeface="Aptos"/>
                <a:ea typeface="Aptos"/>
                <a:cs typeface="Aptos"/>
              </a:defRPr>
            </a:lvl4pPr>
            <a:lvl5pPr algn="l">
              <a:defRPr sz="1425" b="1">
                <a:solidFill>
                  <a:srgbClr val="22B8A8"/>
                </a:solidFill>
                <a:latin typeface="Aptos"/>
                <a:ea typeface="Aptos"/>
                <a:cs typeface="Aptos"/>
              </a:defRPr>
            </a:lvl5pPr>
            <a:lvl6pPr algn="l">
              <a:defRPr sz="1425" b="1">
                <a:solidFill>
                  <a:srgbClr val="22B8A8"/>
                </a:solidFill>
                <a:latin typeface="Aptos"/>
                <a:ea typeface="Aptos"/>
                <a:cs typeface="Aptos"/>
              </a:defRPr>
            </a:lvl6pPr>
            <a:lvl7pPr algn="l">
              <a:defRPr sz="1425" b="1">
                <a:solidFill>
                  <a:srgbClr val="22B8A8"/>
                </a:solidFill>
                <a:latin typeface="Aptos"/>
                <a:ea typeface="Aptos"/>
                <a:cs typeface="Aptos"/>
              </a:defRPr>
            </a:lvl7pPr>
            <a:lvl8pPr algn="l">
              <a:defRPr sz="1425" b="1">
                <a:solidFill>
                  <a:srgbClr val="22B8A8"/>
                </a:solidFill>
                <a:latin typeface="Aptos"/>
                <a:ea typeface="Aptos"/>
                <a:cs typeface="Aptos"/>
              </a:defRPr>
            </a:lvl8pPr>
            <a:lvl9pPr algn="l">
              <a:defRPr sz="1425" b="1">
                <a:solidFill>
                  <a:srgbClr val="22B8A8"/>
                </a:solidFill>
                <a:latin typeface="Aptos"/>
                <a:ea typeface="Aptos"/>
                <a:cs typeface="Aptos"/>
              </a:defRPr>
            </a:lvl9pPr>
          </a:lstStyle>
          <a:p xmlns:a="http://schemas.openxmlformats.org/drawingml/2006/main">
            <a:pPr algn="l">
              <a:defRPr sz="1425" b="1">
                <a:solidFill>
                  <a:srgbClr val="22B8A8"/>
                </a:solidFill>
                <a:latin typeface="Aptos"/>
                <a:ea typeface="Aptos"/>
                <a:cs typeface="Aptos"/>
              </a:defRPr>
            </a:pPr>
            <a:r>
              <a:rPr sz="1425" b="1">
                <a:solidFill>
                  <a:srgbClr val="22B8A8"/>
                </a:solidFill>
                <a:latin typeface="Aptos"/>
                <a:ea typeface="Aptos"/>
                <a:cs typeface="Aptos"/>
              </a:rPr>
              <a:t>Orden estable</a:t>
            </a:r>
          </a:p>
        </p:txBody>
      </p:sp>
      <p:sp>
        <p:nvSpPr>
          <p:cNvPr id="53" name="">
            <a:extLst xmlns:a="http://schemas.openxmlformats.org/drawingml/2006/main">
              <a:ext uri="{FF2B5EF4-FFF2-40B4-BE49-F238E27FC236}">
                <a16:creationId xmlns:a16="http://schemas.microsoft.com/office/drawing/2014/main" id="{E5476891-D003-4AC5-B084-EAF2707A814A}"/>
              </a:ext>
            </a:extLst>
          </p:cNvPr>
          <p:cNvSpPr>
            <a:spLocks xmlns:a="http://schemas.openxmlformats.org/drawingml/2006/main" noGrp="1"/>
          </p:cNvSpPr>
          <p:nvPr/>
        </p:nvSpPr>
        <p:spPr>
          <a:xfrm xmlns:a="http://schemas.openxmlformats.org/drawingml/2006/main">
            <a:off x="8115300" y="2286000"/>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El mismo payload produce la misma representación.</a:t>
            </a:r>
          </a:p>
        </p:txBody>
      </p:sp>
      <p:sp>
        <p:nvSpPr>
          <p:cNvPr id="54" name="">
            <a:extLst xmlns:a="http://schemas.openxmlformats.org/drawingml/2006/main">
              <a:ext uri="{FF2B5EF4-FFF2-40B4-BE49-F238E27FC236}">
                <a16:creationId xmlns:a16="http://schemas.microsoft.com/office/drawing/2014/main" id="{3367A25D-BC77-402D-A514-1495268F0756}"/>
              </a:ext>
            </a:extLst>
          </p:cNvPr>
          <p:cNvSpPr>
            <a:spLocks xmlns:a="http://schemas.openxmlformats.org/drawingml/2006/main" noGrp="1"/>
          </p:cNvSpPr>
          <p:nvPr/>
        </p:nvSpPr>
        <p:spPr>
          <a:xfrm xmlns:a="http://schemas.openxmlformats.org/drawingml/2006/main">
            <a:off x="7905750" y="3286125"/>
            <a:ext cx="3190875"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E3ED"/>
            </a:solidFill>
            <a:prstDash val="solid"/>
          </a:ln>
        </p:spPr>
      </p:sp>
      <p:sp>
        <p:nvSpPr>
          <p:cNvPr id="55" name="">
            <a:extLst xmlns:a="http://schemas.openxmlformats.org/drawingml/2006/main">
              <a:ext uri="{FF2B5EF4-FFF2-40B4-BE49-F238E27FC236}">
                <a16:creationId xmlns:a16="http://schemas.microsoft.com/office/drawing/2014/main" id="{AC1239B2-3FA7-4652-AF5E-6414EB90AE27}"/>
              </a:ext>
            </a:extLst>
          </p:cNvPr>
          <p:cNvSpPr>
            <a:spLocks xmlns:a="http://schemas.openxmlformats.org/drawingml/2006/main" noGrp="1"/>
          </p:cNvSpPr>
          <p:nvPr/>
        </p:nvSpPr>
        <p:spPr>
          <a:xfrm xmlns:a="http://schemas.openxmlformats.org/drawingml/2006/main">
            <a:off x="7905750" y="3286125"/>
            <a:ext cx="76200" cy="11430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0939D839-318E-4660-A42F-98DC2A560512}"/>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4F04CAD-F1A2-4BCD-BE7F-011A2E4E2FDB}"/>
              </a:ext>
            </a:extLst>
          </p:cNvPr>
          <p:cNvSpPr>
            <a:spLocks xmlns:a="http://schemas.openxmlformats.org/drawingml/2006/main" noGrp="1"/>
          </p:cNvSpPr>
          <p:nvPr/>
        </p:nvSpPr>
        <p:spPr>
          <a:xfrm xmlns:a="http://schemas.openxmlformats.org/drawingml/2006/main">
            <a:off x="8048625"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58" name="">
            <a:extLst xmlns:a="http://schemas.openxmlformats.org/drawingml/2006/main">
              <a:ext uri="{FF2B5EF4-FFF2-40B4-BE49-F238E27FC236}">
                <a16:creationId xmlns:a16="http://schemas.microsoft.com/office/drawing/2014/main" id="{963EA44C-8E91-468A-B66B-44F15A2958CB}"/>
              </a:ext>
            </a:extLst>
          </p:cNvPr>
          <p:cNvSpPr>
            <a:spLocks xmlns:a="http://schemas.openxmlformats.org/drawingml/2006/main" noGrp="1"/>
          </p:cNvSpPr>
          <p:nvPr/>
        </p:nvSpPr>
        <p:spPr>
          <a:xfrm xmlns:a="http://schemas.openxmlformats.org/drawingml/2006/main">
            <a:off x="8401050" y="3400425"/>
            <a:ext cx="2562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defRPr sz="1425" b="1">
                <a:solidFill>
                  <a:srgbClr val="2846A0"/>
                </a:solidFill>
                <a:latin typeface="Aptos"/>
                <a:ea typeface="Aptos"/>
                <a:cs typeface="Aptos"/>
              </a:defRPr>
            </a:lvl1pPr>
            <a:lvl2pPr algn="l">
              <a:defRPr sz="1425" b="1">
                <a:solidFill>
                  <a:srgbClr val="2846A0"/>
                </a:solidFill>
                <a:latin typeface="Aptos"/>
                <a:ea typeface="Aptos"/>
                <a:cs typeface="Aptos"/>
              </a:defRPr>
            </a:lvl2pPr>
            <a:lvl3pPr algn="l">
              <a:defRPr sz="1425" b="1">
                <a:solidFill>
                  <a:srgbClr val="2846A0"/>
                </a:solidFill>
                <a:latin typeface="Aptos"/>
                <a:ea typeface="Aptos"/>
                <a:cs typeface="Aptos"/>
              </a:defRPr>
            </a:lvl3pPr>
            <a:lvl4pPr algn="l">
              <a:defRPr sz="1425" b="1">
                <a:solidFill>
                  <a:srgbClr val="2846A0"/>
                </a:solidFill>
                <a:latin typeface="Aptos"/>
                <a:ea typeface="Aptos"/>
                <a:cs typeface="Aptos"/>
              </a:defRPr>
            </a:lvl4pPr>
            <a:lvl5pPr algn="l">
              <a:defRPr sz="1425" b="1">
                <a:solidFill>
                  <a:srgbClr val="2846A0"/>
                </a:solidFill>
                <a:latin typeface="Aptos"/>
                <a:ea typeface="Aptos"/>
                <a:cs typeface="Aptos"/>
              </a:defRPr>
            </a:lvl5pPr>
            <a:lvl6pPr algn="l">
              <a:defRPr sz="1425" b="1">
                <a:solidFill>
                  <a:srgbClr val="2846A0"/>
                </a:solidFill>
                <a:latin typeface="Aptos"/>
                <a:ea typeface="Aptos"/>
                <a:cs typeface="Aptos"/>
              </a:defRPr>
            </a:lvl6pPr>
            <a:lvl7pPr algn="l">
              <a:defRPr sz="1425" b="1">
                <a:solidFill>
                  <a:srgbClr val="2846A0"/>
                </a:solidFill>
                <a:latin typeface="Aptos"/>
                <a:ea typeface="Aptos"/>
                <a:cs typeface="Aptos"/>
              </a:defRPr>
            </a:lvl7pPr>
            <a:lvl8pPr algn="l">
              <a:defRPr sz="1425" b="1">
                <a:solidFill>
                  <a:srgbClr val="2846A0"/>
                </a:solidFill>
                <a:latin typeface="Aptos"/>
                <a:ea typeface="Aptos"/>
                <a:cs typeface="Aptos"/>
              </a:defRPr>
            </a:lvl8pPr>
            <a:lvl9pPr algn="l">
              <a:defRPr sz="1425" b="1">
                <a:solidFill>
                  <a:srgbClr val="2846A0"/>
                </a:solidFill>
                <a:latin typeface="Aptos"/>
                <a:ea typeface="Aptos"/>
                <a:cs typeface="Aptos"/>
              </a:defRPr>
            </a:lvl9pPr>
          </a:lstStyle>
          <a:p xmlns:a="http://schemas.openxmlformats.org/drawingml/2006/main">
            <a:pPr algn="l">
              <a:defRPr sz="1425" b="1">
                <a:solidFill>
                  <a:srgbClr val="2846A0"/>
                </a:solidFill>
                <a:latin typeface="Aptos"/>
                <a:ea typeface="Aptos"/>
                <a:cs typeface="Aptos"/>
              </a:defRPr>
            </a:pPr>
            <a:r>
              <a:rPr sz="1425" b="1">
                <a:solidFill>
                  <a:srgbClr val="2846A0"/>
                </a:solidFill>
                <a:latin typeface="Aptos"/>
                <a:ea typeface="Aptos"/>
                <a:cs typeface="Aptos"/>
              </a:rPr>
              <a:t>Campos cubiertos</a:t>
            </a:r>
          </a:p>
        </p:txBody>
      </p:sp>
      <p:sp>
        <p:nvSpPr>
          <p:cNvPr id="59" name="">
            <a:extLst xmlns:a="http://schemas.openxmlformats.org/drawingml/2006/main">
              <a:ext uri="{FF2B5EF4-FFF2-40B4-BE49-F238E27FC236}">
                <a16:creationId xmlns:a16="http://schemas.microsoft.com/office/drawing/2014/main" id="{7B61B101-0F17-4999-AD8A-FF46DFF8339B}"/>
              </a:ext>
            </a:extLst>
          </p:cNvPr>
          <p:cNvSpPr>
            <a:spLocks xmlns:a="http://schemas.openxmlformats.org/drawingml/2006/main" noGrp="1"/>
          </p:cNvSpPr>
          <p:nvPr/>
        </p:nvSpPr>
        <p:spPr>
          <a:xfrm xmlns:a="http://schemas.openxmlformats.org/drawingml/2006/main">
            <a:off x="8115300" y="3762375"/>
            <a:ext cx="2790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Titular, claims, tipo, emisor y fechas.</a:t>
            </a:r>
          </a:p>
        </p:txBody>
      </p:sp>
      <p:sp>
        <p:nvSpPr>
          <p:cNvPr id="60" name="">
            <a:extLst xmlns:a="http://schemas.openxmlformats.org/drawingml/2006/main">
              <a:ext uri="{FF2B5EF4-FFF2-40B4-BE49-F238E27FC236}">
                <a16:creationId xmlns:a16="http://schemas.microsoft.com/office/drawing/2014/main" id="{E9B8444C-4352-4ADD-A924-66E4474EF2AC}"/>
              </a:ext>
            </a:extLst>
          </p:cNvPr>
          <p:cNvSpPr>
            <a:spLocks xmlns:a="http://schemas.openxmlformats.org/drawingml/2006/main" noGrp="1"/>
          </p:cNvSpPr>
          <p:nvPr/>
        </p:nvSpPr>
        <p:spPr>
          <a:xfrm xmlns:a="http://schemas.openxmlformats.org/drawingml/2006/main">
            <a:off x="10797159" y="3575304"/>
            <a:ext cx="103632" cy="10363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6BB6453-5366-4353-A3DD-4B30950A8C10}"/>
              </a:ext>
            </a:extLst>
          </p:cNvPr>
          <p:cNvSpPr>
            <a:spLocks xmlns:a="http://schemas.openxmlformats.org/drawingml/2006/main" noGrp="1"/>
          </p:cNvSpPr>
          <p:nvPr/>
        </p:nvSpPr>
        <p:spPr>
          <a:xfrm xmlns:a="http://schemas.openxmlformats.org/drawingml/2006/main">
            <a:off x="10729151" y="3698367"/>
            <a:ext cx="239649" cy="168402"/>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E4DDE33E-59BA-451B-8A78-7086A2D7BDCF}"/>
              </a:ext>
            </a:extLst>
          </p:cNvPr>
          <p:cNvSpPr>
            <a:spLocks xmlns:a="http://schemas.openxmlformats.org/drawingml/2006/main" noGrp="1"/>
          </p:cNvSpPr>
          <p:nvPr/>
        </p:nvSpPr>
        <p:spPr>
          <a:xfrm xmlns:a="http://schemas.openxmlformats.org/drawingml/2006/main">
            <a:off x="7905750" y="4762500"/>
            <a:ext cx="3190875" cy="809625"/>
          </a:xfrm>
          <a:prstGeom xmlns:a="http://schemas.openxmlformats.org/drawingml/2006/main" prst="roundRect">
            <a:avLst>
              <a:gd name="adj" fmla="val 9412"/>
            </a:avLst>
          </a:prstGeom>
          <a:solidFill xmlns:a="http://schemas.openxmlformats.org/drawingml/2006/main">
            <a:srgbClr val="FFF2D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FABA86DC-6948-446D-AC45-435C39B344EB}"/>
              </a:ext>
            </a:extLst>
          </p:cNvPr>
          <p:cNvSpPr>
            <a:spLocks xmlns:a="http://schemas.openxmlformats.org/drawingml/2006/main" noGrp="1"/>
          </p:cNvSpPr>
          <p:nvPr/>
        </p:nvSpPr>
        <p:spPr>
          <a:xfrm xmlns:a="http://schemas.openxmlformats.org/drawingml/2006/main">
            <a:off x="8096250" y="4857750"/>
            <a:ext cx="2809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775109"/>
                </a:solidFill>
                <a:latin typeface="Aptos"/>
                <a:ea typeface="Aptos"/>
                <a:cs typeface="Aptos"/>
              </a:defRPr>
            </a:defPPr>
            <a:lvl1pPr algn="ctr">
              <a:defRPr sz="1575" b="1">
                <a:solidFill>
                  <a:srgbClr val="775109"/>
                </a:solidFill>
                <a:latin typeface="Aptos"/>
                <a:ea typeface="Aptos"/>
                <a:cs typeface="Aptos"/>
              </a:defRPr>
            </a:lvl1pPr>
            <a:lvl2pPr algn="ctr">
              <a:defRPr sz="1575" b="1">
                <a:solidFill>
                  <a:srgbClr val="775109"/>
                </a:solidFill>
                <a:latin typeface="Aptos"/>
                <a:ea typeface="Aptos"/>
                <a:cs typeface="Aptos"/>
              </a:defRPr>
            </a:lvl2pPr>
            <a:lvl3pPr algn="ctr">
              <a:defRPr sz="1575" b="1">
                <a:solidFill>
                  <a:srgbClr val="775109"/>
                </a:solidFill>
                <a:latin typeface="Aptos"/>
                <a:ea typeface="Aptos"/>
                <a:cs typeface="Aptos"/>
              </a:defRPr>
            </a:lvl3pPr>
            <a:lvl4pPr algn="ctr">
              <a:defRPr sz="1575" b="1">
                <a:solidFill>
                  <a:srgbClr val="775109"/>
                </a:solidFill>
                <a:latin typeface="Aptos"/>
                <a:ea typeface="Aptos"/>
                <a:cs typeface="Aptos"/>
              </a:defRPr>
            </a:lvl4pPr>
            <a:lvl5pPr algn="ctr">
              <a:defRPr sz="1575" b="1">
                <a:solidFill>
                  <a:srgbClr val="775109"/>
                </a:solidFill>
                <a:latin typeface="Aptos"/>
                <a:ea typeface="Aptos"/>
                <a:cs typeface="Aptos"/>
              </a:defRPr>
            </a:lvl5pPr>
            <a:lvl6pPr algn="ctr">
              <a:defRPr sz="1575" b="1">
                <a:solidFill>
                  <a:srgbClr val="775109"/>
                </a:solidFill>
                <a:latin typeface="Aptos"/>
                <a:ea typeface="Aptos"/>
                <a:cs typeface="Aptos"/>
              </a:defRPr>
            </a:lvl6pPr>
            <a:lvl7pPr algn="ctr">
              <a:defRPr sz="1575" b="1">
                <a:solidFill>
                  <a:srgbClr val="775109"/>
                </a:solidFill>
                <a:latin typeface="Aptos"/>
                <a:ea typeface="Aptos"/>
                <a:cs typeface="Aptos"/>
              </a:defRPr>
            </a:lvl7pPr>
            <a:lvl8pPr algn="ctr">
              <a:defRPr sz="1575" b="1">
                <a:solidFill>
                  <a:srgbClr val="775109"/>
                </a:solidFill>
                <a:latin typeface="Aptos"/>
                <a:ea typeface="Aptos"/>
                <a:cs typeface="Aptos"/>
              </a:defRPr>
            </a:lvl8pPr>
            <a:lvl9pPr algn="ctr">
              <a:defRPr sz="1575" b="1">
                <a:solidFill>
                  <a:srgbClr val="775109"/>
                </a:solidFill>
                <a:latin typeface="Aptos"/>
                <a:ea typeface="Aptos"/>
                <a:cs typeface="Aptos"/>
              </a:defRPr>
            </a:lvl9pPr>
          </a:lstStyle>
          <a:p xmlns:a="http://schemas.openxmlformats.org/drawingml/2006/main">
            <a:pPr algn="ctr">
              <a:defRPr sz="1575" b="1">
                <a:solidFill>
                  <a:srgbClr val="775109"/>
                </a:solidFill>
                <a:latin typeface="Aptos"/>
                <a:ea typeface="Aptos"/>
                <a:cs typeface="Aptos"/>
              </a:defRPr>
            </a:pPr>
            <a:r>
              <a:rPr sz="1575" b="1">
                <a:solidFill>
                  <a:srgbClr val="775109"/>
                </a:solidFill>
                <a:latin typeface="Aptos"/>
                <a:ea typeface="Aptos"/>
                <a:cs typeface="Aptos"/>
              </a:rPr>
              <a:t>Si cambia un claim,</a:t>
            </a:r>
          </a:p>
          <a:p xmlns:a="http://schemas.openxmlformats.org/drawingml/2006/main">
            <a:pPr algn="ctr">
              <a:defRPr sz="1575" b="1">
                <a:solidFill>
                  <a:srgbClr val="775109"/>
                </a:solidFill>
                <a:latin typeface="Aptos"/>
                <a:ea typeface="Aptos"/>
                <a:cs typeface="Aptos"/>
              </a:defRPr>
            </a:pPr>
            <a:r>
              <a:rPr sz="1575" b="1">
                <a:solidFill>
                  <a:srgbClr val="775109"/>
                </a:solidFill>
                <a:latin typeface="Aptos"/>
                <a:ea typeface="Aptos"/>
                <a:cs typeface="Aptos"/>
              </a:rPr>
              <a:t>la firma deja de validar.</a:t>
            </a:r>
          </a:p>
        </p:txBody>
      </p:sp>
      <p:sp>
        <p:nvSpPr>
          <p:cNvPr id="64" name="">
            <a:extLst xmlns:a="http://schemas.openxmlformats.org/drawingml/2006/main">
              <a:ext uri="{FF2B5EF4-FFF2-40B4-BE49-F238E27FC236}">
                <a16:creationId xmlns:a16="http://schemas.microsoft.com/office/drawing/2014/main" id="{4D80CF7F-0477-4FF3-8FC1-61DFC439E37A}"/>
              </a:ext>
            </a:extLst>
          </p:cNvPr>
          <p:cNvSpPr>
            <a:spLocks xmlns:a="http://schemas.openxmlformats.org/drawingml/2006/main" noGrp="1"/>
          </p:cNvSpPr>
          <p:nvPr/>
        </p:nvSpPr>
        <p:spPr>
          <a:xfrm xmlns:a="http://schemas.openxmlformats.org/drawingml/2006/main">
            <a:off x="704850" y="527685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defRPr sz="1125" b="1">
                <a:solidFill>
                  <a:srgbClr val="536276"/>
                </a:solidFill>
                <a:latin typeface="Aptos"/>
                <a:ea typeface="Aptos"/>
                <a:cs typeface="Aptos"/>
              </a:defRPr>
            </a:lvl1pPr>
            <a:lvl2pPr algn="l">
              <a:defRPr sz="1125" b="1">
                <a:solidFill>
                  <a:srgbClr val="536276"/>
                </a:solidFill>
                <a:latin typeface="Aptos"/>
                <a:ea typeface="Aptos"/>
                <a:cs typeface="Aptos"/>
              </a:defRPr>
            </a:lvl2pPr>
            <a:lvl3pPr algn="l">
              <a:defRPr sz="1125" b="1">
                <a:solidFill>
                  <a:srgbClr val="536276"/>
                </a:solidFill>
                <a:latin typeface="Aptos"/>
                <a:ea typeface="Aptos"/>
                <a:cs typeface="Aptos"/>
              </a:defRPr>
            </a:lvl3pPr>
            <a:lvl4pPr algn="l">
              <a:defRPr sz="1125" b="1">
                <a:solidFill>
                  <a:srgbClr val="536276"/>
                </a:solidFill>
                <a:latin typeface="Aptos"/>
                <a:ea typeface="Aptos"/>
                <a:cs typeface="Aptos"/>
              </a:defRPr>
            </a:lvl4pPr>
            <a:lvl5pPr algn="l">
              <a:defRPr sz="1125" b="1">
                <a:solidFill>
                  <a:srgbClr val="536276"/>
                </a:solidFill>
                <a:latin typeface="Aptos"/>
                <a:ea typeface="Aptos"/>
                <a:cs typeface="Aptos"/>
              </a:defRPr>
            </a:lvl5pPr>
            <a:lvl6pPr algn="l">
              <a:defRPr sz="1125" b="1">
                <a:solidFill>
                  <a:srgbClr val="536276"/>
                </a:solidFill>
                <a:latin typeface="Aptos"/>
                <a:ea typeface="Aptos"/>
                <a:cs typeface="Aptos"/>
              </a:defRPr>
            </a:lvl6pPr>
            <a:lvl7pPr algn="l">
              <a:defRPr sz="1125" b="1">
                <a:solidFill>
                  <a:srgbClr val="536276"/>
                </a:solidFill>
                <a:latin typeface="Aptos"/>
                <a:ea typeface="Aptos"/>
                <a:cs typeface="Aptos"/>
              </a:defRPr>
            </a:lvl7pPr>
            <a:lvl8pPr algn="l">
              <a:defRPr sz="1125" b="1">
                <a:solidFill>
                  <a:srgbClr val="536276"/>
                </a:solidFill>
                <a:latin typeface="Aptos"/>
                <a:ea typeface="Aptos"/>
                <a:cs typeface="Aptos"/>
              </a:defRPr>
            </a:lvl8pPr>
            <a:lvl9pPr algn="l">
              <a:defRPr sz="1125" b="1">
                <a:solidFill>
                  <a:srgbClr val="536276"/>
                </a:solidFill>
                <a:latin typeface="Aptos"/>
                <a:ea typeface="Aptos"/>
                <a:cs typeface="Aptos"/>
              </a:defRPr>
            </a:lvl9pPr>
          </a:lstStyle>
          <a:p xmlns:a="http://schemas.openxmlformats.org/drawingml/2006/main">
            <a:pPr algn="l">
              <a:defRPr sz="1125" b="1">
                <a:solidFill>
                  <a:srgbClr val="536276"/>
                </a:solidFill>
                <a:latin typeface="Aptos"/>
                <a:ea typeface="Aptos"/>
                <a:cs typeface="Aptos"/>
              </a:defRPr>
            </a:pPr>
            <a:r>
              <a:rPr sz="1125" b="1">
                <a:solidFill>
                  <a:srgbClr val="536276"/>
                </a:solidFill>
                <a:latin typeface="Aptos"/>
                <a:ea typeface="Aptos"/>
                <a:cs typeface="Aptos"/>
              </a:rPr>
              <a:t>server/index.ts · canonicalize()</a:t>
            </a:r>
          </a:p>
        </p:txBody>
      </p:sp>
    </p:spTree>
    <p:extLst>
      <p:ext uri="{BB962C8B-B14F-4D97-AF65-F5344CB8AC3E}">
        <p14:creationId xmlns:p14="http://schemas.microsoft.com/office/powerpoint/2010/main" val="1967946845"/>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3" name="">
            <a:extLst xmlns:a="http://schemas.openxmlformats.org/drawingml/2006/main">
              <a:ext uri="{FF2B5EF4-FFF2-40B4-BE49-F238E27FC236}">
                <a16:creationId xmlns:a16="http://schemas.microsoft.com/office/drawing/2014/main" id="{1B1F559C-66C7-4E00-BDFC-DF7142F8AA1F}"/>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ED25519</a:t>
            </a:r>
          </a:p>
        </p:txBody>
      </p:sp>
      <p:sp>
        <p:nvSpPr>
          <p:cNvPr id="2" name="">
            <a:extLst xmlns:a="http://schemas.openxmlformats.org/drawingml/2006/main">
              <a:ext uri="{FF2B5EF4-FFF2-40B4-BE49-F238E27FC236}">
                <a16:creationId xmlns:a16="http://schemas.microsoft.com/office/drawing/2014/main" id="{44573CD9-0CAC-4EB9-B608-99602660BEE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283F6932-145A-4021-B7C1-92907C03686C}"/>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clave privada firma; la clave pública verifica</a:t>
            </a:r>
          </a:p>
        </p:txBody>
      </p:sp>
      <p:sp>
        <p:nvSpPr>
          <p:cNvPr id="4" name="">
            <a:extLst xmlns:a="http://schemas.openxmlformats.org/drawingml/2006/main">
              <a:ext uri="{FF2B5EF4-FFF2-40B4-BE49-F238E27FC236}">
                <a16:creationId xmlns:a16="http://schemas.microsoft.com/office/drawing/2014/main" id="{4B3C6D98-C8C4-4EF1-9DB9-9ABE880EFF58}"/>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CF02F4BD-3CB5-494F-A49E-687056747489}"/>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028401C-42A0-4D9E-8D09-74BCEC41BDD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8E2AC943-63F4-4C64-B991-0FE7B8B80452}"/>
              </a:ext>
            </a:extLst>
          </p:cNvPr>
          <p:cNvSpPr>
            <a:spLocks xmlns:a="http://schemas.openxmlformats.org/drawingml/2006/main" noGrp="1"/>
          </p:cNvSpPr>
          <p:nvPr/>
        </p:nvSpPr>
        <p:spPr>
          <a:xfrm xmlns:a="http://schemas.openxmlformats.org/drawingml/2006/main">
            <a:off x="685800" y="1619250"/>
            <a:ext cx="6572250" cy="4048125"/>
          </a:xfrm>
          <a:prstGeom xmlns:a="http://schemas.openxmlformats.org/drawingml/2006/main" prst="roundRect">
            <a:avLst>
              <a:gd name="adj" fmla="val 1882"/>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8145E19F-32D7-4B24-A577-692D25EAC765}"/>
              </a:ext>
            </a:extLst>
          </p:cNvPr>
          <p:cNvSpPr>
            <a:spLocks xmlns:a="http://schemas.openxmlformats.org/drawingml/2006/main" noGrp="1"/>
          </p:cNvSpPr>
          <p:nvPr/>
        </p:nvSpPr>
        <p:spPr>
          <a:xfrm xmlns:a="http://schemas.openxmlformats.org/drawingml/2006/main">
            <a:off x="685800" y="1619250"/>
            <a:ext cx="657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1E117D-97A6-4943-84AD-053EF4C88509}"/>
              </a:ext>
            </a:extLst>
          </p:cNvPr>
          <p:cNvSpPr>
            <a:spLocks xmlns:a="http://schemas.openxmlformats.org/drawingml/2006/main" noGrp="1"/>
          </p:cNvSpPr>
          <p:nvPr/>
        </p:nvSpPr>
        <p:spPr>
          <a:xfrm xmlns:a="http://schemas.openxmlformats.org/drawingml/2006/main">
            <a:off x="847725" y="175260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82982B-EBAD-4516-80C7-B5FF5628F1C4}"/>
              </a:ext>
            </a:extLst>
          </p:cNvPr>
          <p:cNvSpPr>
            <a:spLocks xmlns:a="http://schemas.openxmlformats.org/drawingml/2006/main" noGrp="1"/>
          </p:cNvSpPr>
          <p:nvPr/>
        </p:nvSpPr>
        <p:spPr>
          <a:xfrm xmlns:a="http://schemas.openxmlformats.org/drawingml/2006/main">
            <a:off x="1047750" y="175260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04E67D-B868-45CD-A4B6-4A10275B6F14}"/>
              </a:ext>
            </a:extLst>
          </p:cNvPr>
          <p:cNvSpPr>
            <a:spLocks xmlns:a="http://schemas.openxmlformats.org/drawingml/2006/main" noGrp="1"/>
          </p:cNvSpPr>
          <p:nvPr/>
        </p:nvSpPr>
        <p:spPr>
          <a:xfrm xmlns:a="http://schemas.openxmlformats.org/drawingml/2006/main">
            <a:off x="1247775" y="175260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ED0E09-6E39-49B5-A5A1-07E7DC097E9E}"/>
              </a:ext>
            </a:extLst>
          </p:cNvPr>
          <p:cNvSpPr>
            <a:spLocks xmlns:a="http://schemas.openxmlformats.org/drawingml/2006/main" noGrp="1"/>
          </p:cNvSpPr>
          <p:nvPr/>
        </p:nvSpPr>
        <p:spPr>
          <a:xfrm xmlns:a="http://schemas.openxmlformats.org/drawingml/2006/main">
            <a:off x="1752600" y="1695450"/>
            <a:ext cx="443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6AEAD581-4FA8-463D-9DE7-6C3ABE543AE8}"/>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FB37C0-0434-4F3B-A58D-17D0A292C790}"/>
              </a:ext>
            </a:extLst>
          </p:cNvPr>
          <p:cNvSpPr>
            <a:spLocks xmlns:a="http://schemas.openxmlformats.org/drawingml/2006/main" noGrp="1"/>
          </p:cNvSpPr>
          <p:nvPr/>
        </p:nvSpPr>
        <p:spPr>
          <a:xfrm xmlns:a="http://schemas.openxmlformats.org/drawingml/2006/main">
            <a:off x="6772275" y="16954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7CF6FB2F-6A11-4C63-B9B1-41EA22CA384C}"/>
              </a:ext>
            </a:extLst>
          </p:cNvPr>
          <p:cNvSpPr>
            <a:spLocks xmlns:a="http://schemas.openxmlformats.org/drawingml/2006/main" noGrp="1"/>
          </p:cNvSpPr>
          <p:nvPr/>
        </p:nvSpPr>
        <p:spPr>
          <a:xfrm xmlns:a="http://schemas.openxmlformats.org/drawingml/2006/main">
            <a:off x="1123950" y="2114550"/>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9B134F-A4EF-4863-9A96-63F6C97175DA}"/>
              </a:ext>
            </a:extLst>
          </p:cNvPr>
          <p:cNvSpPr>
            <a:spLocks xmlns:a="http://schemas.openxmlformats.org/drawingml/2006/main" noGrp="1"/>
          </p:cNvSpPr>
          <p:nvPr/>
        </p:nvSpPr>
        <p:spPr>
          <a:xfrm xmlns:a="http://schemas.openxmlformats.org/drawingml/2006/main">
            <a:off x="733425" y="2124075"/>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0F56DC13-85AE-4F91-BCF9-A458E4398F0D}"/>
              </a:ext>
            </a:extLst>
          </p:cNvPr>
          <p:cNvSpPr>
            <a:spLocks xmlns:a="http://schemas.openxmlformats.org/drawingml/2006/main" noGrp="1"/>
          </p:cNvSpPr>
          <p:nvPr/>
        </p:nvSpPr>
        <p:spPr>
          <a:xfrm xmlns:a="http://schemas.openxmlformats.org/drawingml/2006/main">
            <a:off x="1123950" y="2114550"/>
            <a:ext cx="28575" cy="20226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33245B-485D-4BBA-A499-6B1A7376CA88}"/>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BA376-1099-4EE7-9AD2-954776B591BB}"/>
              </a:ext>
            </a:extLst>
          </p:cNvPr>
          <p:cNvSpPr>
            <a:spLocks xmlns:a="http://schemas.openxmlformats.org/drawingml/2006/main" noGrp="1"/>
          </p:cNvSpPr>
          <p:nvPr/>
        </p:nvSpPr>
        <p:spPr>
          <a:xfrm xmlns:a="http://schemas.openxmlformats.org/drawingml/2006/main">
            <a:off x="962025" y="213472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56756859-ACA3-4231-BAD9-3CCB84D341F5}"/>
              </a:ext>
            </a:extLst>
          </p:cNvPr>
          <p:cNvSpPr>
            <a:spLocks xmlns:a="http://schemas.openxmlformats.org/drawingml/2006/main" noGrp="1"/>
          </p:cNvSpPr>
          <p:nvPr/>
        </p:nvSpPr>
        <p:spPr>
          <a:xfrm xmlns:a="http://schemas.openxmlformats.org/drawingml/2006/main">
            <a:off x="1171575" y="212407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72839B"/>
                </a:solidFill>
                <a:latin typeface="Menlo"/>
                <a:ea typeface="Menlo"/>
                <a:cs typeface="Menlo"/>
              </a:rPr>
              <a:t>// Solo el emisor dispone de esta clave privada</a:t>
            </a:r>
          </a:p>
        </p:txBody>
      </p:sp>
      <p:sp>
        <p:nvSpPr>
          <p:cNvPr id="21" name="">
            <a:extLst xmlns:a="http://schemas.openxmlformats.org/drawingml/2006/main">
              <a:ext uri="{FF2B5EF4-FFF2-40B4-BE49-F238E27FC236}">
                <a16:creationId xmlns:a16="http://schemas.microsoft.com/office/drawing/2014/main" id="{B336377E-F4C0-4476-AB1B-19E894CFDD45}"/>
              </a:ext>
            </a:extLst>
          </p:cNvPr>
          <p:cNvSpPr>
            <a:spLocks xmlns:a="http://schemas.openxmlformats.org/drawingml/2006/main" noGrp="1"/>
          </p:cNvSpPr>
          <p:nvPr/>
        </p:nvSpPr>
        <p:spPr>
          <a:xfrm xmlns:a="http://schemas.openxmlformats.org/drawingml/2006/main">
            <a:off x="800100" y="232634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4CE30314-4DB3-4282-AFE8-ACFDB7D174E2}"/>
              </a:ext>
            </a:extLst>
          </p:cNvPr>
          <p:cNvSpPr>
            <a:spLocks xmlns:a="http://schemas.openxmlformats.org/drawingml/2006/main" noGrp="1"/>
          </p:cNvSpPr>
          <p:nvPr/>
        </p:nvSpPr>
        <p:spPr>
          <a:xfrm xmlns:a="http://schemas.openxmlformats.org/drawingml/2006/main">
            <a:off x="1171575" y="232634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C792EA"/>
                </a:solidFill>
                <a:latin typeface="Menlo"/>
                <a:ea typeface="Menlo"/>
                <a:cs typeface="Menlo"/>
              </a:rPr>
              <a:t>function</a:t>
            </a:r>
            <a:r>
              <a:rPr sz="1242">
                <a:solidFill>
                  <a:srgbClr val="E6EDF7"/>
                </a:solidFill>
                <a:latin typeface="Menlo"/>
                <a:ea typeface="Menlo"/>
                <a:cs typeface="Menlo"/>
              </a:rPr>
              <a:t> </a:t>
            </a:r>
            <a:r>
              <a:rPr sz="1242">
                <a:solidFill>
                  <a:srgbClr val="E6EDF7"/>
                </a:solidFill>
                <a:latin typeface="Menlo"/>
                <a:ea typeface="Menlo"/>
                <a:cs typeface="Menlo"/>
              </a:rPr>
              <a:t>signCredential</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82D3F2"/>
                </a:solidFill>
                <a:latin typeface="Menlo"/>
                <a:ea typeface="Menlo"/>
                <a:cs typeface="Menlo"/>
              </a:rPr>
              <a:t>CredentialPayload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CF8D31AE-E2E5-4AD7-9B27-67B3B9D82300}"/>
              </a:ext>
            </a:extLst>
          </p:cNvPr>
          <p:cNvSpPr>
            <a:spLocks xmlns:a="http://schemas.openxmlformats.org/drawingml/2006/main" noGrp="1"/>
          </p:cNvSpPr>
          <p:nvPr/>
        </p:nvSpPr>
        <p:spPr>
          <a:xfrm xmlns:a="http://schemas.openxmlformats.org/drawingml/2006/main">
            <a:off x="800100" y="252860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32151C0-69B8-4D01-AF7E-15C9B27AB06F}"/>
              </a:ext>
            </a:extLst>
          </p:cNvPr>
          <p:cNvSpPr>
            <a:spLocks xmlns:a="http://schemas.openxmlformats.org/drawingml/2006/main" noGrp="1"/>
          </p:cNvSpPr>
          <p:nvPr/>
        </p:nvSpPr>
        <p:spPr>
          <a:xfrm xmlns:a="http://schemas.openxmlformats.org/drawingml/2006/main">
            <a:off x="1171575" y="252860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const</a:t>
            </a:r>
            <a:r>
              <a:rPr sz="1242">
                <a:solidFill>
                  <a:srgbClr val="E6EDF7"/>
                </a:solidFill>
                <a:latin typeface="Menlo"/>
                <a:ea typeface="Menlo"/>
                <a:cs typeface="Menlo"/>
              </a:rPr>
              <a:t> </a:t>
            </a:r>
            <a:r>
              <a:rPr sz="1242">
                <a:solidFill>
                  <a:srgbClr val="E6EDF7"/>
                </a:solidFill>
                <a:latin typeface="Menlo"/>
                <a:ea typeface="Menlo"/>
                <a:cs typeface="Menlo"/>
              </a:rPr>
              <a:t>signature</a:t>
            </a: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sign</a:t>
            </a:r>
            <a:r>
              <a:rPr sz="1242">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4A8FB350-8AFB-43B3-B13F-0E83C0F87D71}"/>
              </a:ext>
            </a:extLst>
          </p:cNvPr>
          <p:cNvSpPr>
            <a:spLocks xmlns:a="http://schemas.openxmlformats.org/drawingml/2006/main" noGrp="1"/>
          </p:cNvSpPr>
          <p:nvPr/>
        </p:nvSpPr>
        <p:spPr>
          <a:xfrm xmlns:a="http://schemas.openxmlformats.org/drawingml/2006/main">
            <a:off x="800100" y="273087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919A87CB-F617-4F8A-8A51-997A0B7CC6BB}"/>
              </a:ext>
            </a:extLst>
          </p:cNvPr>
          <p:cNvSpPr>
            <a:spLocks xmlns:a="http://schemas.openxmlformats.org/drawingml/2006/main" noGrp="1"/>
          </p:cNvSpPr>
          <p:nvPr/>
        </p:nvSpPr>
        <p:spPr>
          <a:xfrm xmlns:a="http://schemas.openxmlformats.org/drawingml/2006/main">
            <a:off x="1171575" y="273087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null</a:t>
            </a:r>
            <a:r>
              <a:rPr sz="1242">
                <a:solidFill>
                  <a:srgbClr val="E6EDF7"/>
                </a:solidFill>
                <a:latin typeface="Menlo"/>
                <a:ea typeface="Menlo"/>
                <a:cs typeface="Menlo"/>
              </a:rPr>
              <a:t>,</a:t>
            </a:r>
          </a:p>
        </p:txBody>
      </p:sp>
      <p:sp>
        <p:nvSpPr>
          <p:cNvPr id="27" name="">
            <a:extLst xmlns:a="http://schemas.openxmlformats.org/drawingml/2006/main">
              <a:ext uri="{FF2B5EF4-FFF2-40B4-BE49-F238E27FC236}">
                <a16:creationId xmlns:a16="http://schemas.microsoft.com/office/drawing/2014/main" id="{E7ED5B3D-9ACC-4604-9E3E-D9905BB7B358}"/>
              </a:ext>
            </a:extLst>
          </p:cNvPr>
          <p:cNvSpPr>
            <a:spLocks xmlns:a="http://schemas.openxmlformats.org/drawingml/2006/main" noGrp="1"/>
          </p:cNvSpPr>
          <p:nvPr/>
        </p:nvSpPr>
        <p:spPr>
          <a:xfrm xmlns:a="http://schemas.openxmlformats.org/drawingml/2006/main">
            <a:off x="800100" y="2933140"/>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05</a:t>
            </a:r>
          </a:p>
        </p:txBody>
      </p:sp>
      <p:sp>
        <p:nvSpPr>
          <p:cNvPr id="28" name="Código editable">
            <a:extLst xmlns:a="http://schemas.openxmlformats.org/drawingml/2006/main">
              <a:ext uri="{FF2B5EF4-FFF2-40B4-BE49-F238E27FC236}">
                <a16:creationId xmlns:a16="http://schemas.microsoft.com/office/drawing/2014/main" id="{1377BC2A-C600-4688-A88A-9737B7AB3457}"/>
              </a:ext>
            </a:extLst>
          </p:cNvPr>
          <p:cNvSpPr>
            <a:spLocks xmlns:a="http://schemas.openxmlformats.org/drawingml/2006/main" noGrp="1"/>
          </p:cNvSpPr>
          <p:nvPr/>
        </p:nvSpPr>
        <p:spPr>
          <a:xfrm xmlns:a="http://schemas.openxmlformats.org/drawingml/2006/main">
            <a:off x="1171575" y="2933140"/>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82D3F2"/>
                </a:solidFill>
                <a:latin typeface="Menlo"/>
                <a:ea typeface="Menlo"/>
                <a:cs typeface="Menlo"/>
              </a:rPr>
              <a:t>Buffer</a:t>
            </a:r>
            <a:r>
              <a:rPr sz="1242">
                <a:solidFill>
                  <a:srgbClr val="E6EDF7"/>
                </a:solidFill>
                <a:latin typeface="Menlo"/>
                <a:ea typeface="Menlo"/>
                <a:cs typeface="Menlo"/>
              </a:rPr>
              <a:t>.</a:t>
            </a:r>
            <a:r>
              <a:rPr sz="1242">
                <a:solidFill>
                  <a:srgbClr val="C792EA"/>
                </a:solidFill>
                <a:latin typeface="Menlo"/>
                <a:ea typeface="Menlo"/>
                <a:cs typeface="Menlo"/>
              </a:rPr>
              <a:t>from</a:t>
            </a:r>
            <a:r>
              <a:rPr sz="1242">
                <a:solidFill>
                  <a:srgbClr val="E6EDF7"/>
                </a:solidFill>
                <a:latin typeface="Menlo"/>
                <a:ea typeface="Menlo"/>
                <a:cs typeface="Menlo"/>
              </a:rPr>
              <a:t>(</a:t>
            </a:r>
            <a:r>
              <a:rPr sz="1242">
                <a:solidFill>
                  <a:srgbClr val="E6EDF7"/>
                </a:solidFill>
                <a:latin typeface="Menlo"/>
                <a:ea typeface="Menlo"/>
                <a:cs typeface="Menlo"/>
              </a:rPr>
              <a:t>canonicalize</a:t>
            </a:r>
            <a:r>
              <a:rPr sz="1242">
                <a:solidFill>
                  <a:srgbClr val="E6EDF7"/>
                </a:solidFill>
                <a:latin typeface="Menlo"/>
                <a:ea typeface="Menlo"/>
                <a:cs typeface="Menlo"/>
              </a:rPr>
              <a:t>(</a:t>
            </a:r>
            <a:r>
              <a:rPr sz="1242">
                <a:solidFill>
                  <a:srgbClr val="E6EDF7"/>
                </a:solidFill>
                <a:latin typeface="Menlo"/>
                <a:ea typeface="Menlo"/>
                <a:cs typeface="Menlo"/>
              </a:rPr>
              <a:t>payload</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E6EDF7"/>
                </a:solidFill>
                <a:latin typeface="Menlo"/>
                <a:ea typeface="Menlo"/>
                <a:cs typeface="Menlo"/>
              </a:rPr>
              <a:t>,</a:t>
            </a:r>
          </a:p>
        </p:txBody>
      </p:sp>
      <p:sp>
        <p:nvSpPr>
          <p:cNvPr id="29" name="">
            <a:extLst xmlns:a="http://schemas.openxmlformats.org/drawingml/2006/main">
              <a:ext uri="{FF2B5EF4-FFF2-40B4-BE49-F238E27FC236}">
                <a16:creationId xmlns:a16="http://schemas.microsoft.com/office/drawing/2014/main" id="{46D67221-D4B2-4C6A-BC00-C871E7E8FF9A}"/>
              </a:ext>
            </a:extLst>
          </p:cNvPr>
          <p:cNvSpPr>
            <a:spLocks xmlns:a="http://schemas.openxmlformats.org/drawingml/2006/main" noGrp="1"/>
          </p:cNvSpPr>
          <p:nvPr/>
        </p:nvSpPr>
        <p:spPr>
          <a:xfrm xmlns:a="http://schemas.openxmlformats.org/drawingml/2006/main">
            <a:off x="800100" y="3135406"/>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06</a:t>
            </a:r>
          </a:p>
        </p:txBody>
      </p:sp>
      <p:sp>
        <p:nvSpPr>
          <p:cNvPr id="30" name="Código editable">
            <a:extLst xmlns:a="http://schemas.openxmlformats.org/drawingml/2006/main">
              <a:ext uri="{FF2B5EF4-FFF2-40B4-BE49-F238E27FC236}">
                <a16:creationId xmlns:a16="http://schemas.microsoft.com/office/drawing/2014/main" id="{A792702E-6EF4-403D-B58F-30EA08DEEB45}"/>
              </a:ext>
            </a:extLst>
          </p:cNvPr>
          <p:cNvSpPr>
            <a:spLocks xmlns:a="http://schemas.openxmlformats.org/drawingml/2006/main" noGrp="1"/>
          </p:cNvSpPr>
          <p:nvPr/>
        </p:nvSpPr>
        <p:spPr>
          <a:xfrm xmlns:a="http://schemas.openxmlformats.org/drawingml/2006/main">
            <a:off x="1171575" y="3135406"/>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issuerPrivateKey</a:t>
            </a:r>
          </a:p>
        </p:txBody>
      </p:sp>
      <p:sp>
        <p:nvSpPr>
          <p:cNvPr id="31" name="">
            <a:extLst xmlns:a="http://schemas.openxmlformats.org/drawingml/2006/main">
              <a:ext uri="{FF2B5EF4-FFF2-40B4-BE49-F238E27FC236}">
                <a16:creationId xmlns:a16="http://schemas.microsoft.com/office/drawing/2014/main" id="{AB7CB472-0BBD-461C-8F84-8A428269E9AB}"/>
              </a:ext>
            </a:extLst>
          </p:cNvPr>
          <p:cNvSpPr>
            <a:spLocks xmlns:a="http://schemas.openxmlformats.org/drawingml/2006/main" noGrp="1"/>
          </p:cNvSpPr>
          <p:nvPr/>
        </p:nvSpPr>
        <p:spPr>
          <a:xfrm xmlns:a="http://schemas.openxmlformats.org/drawingml/2006/main">
            <a:off x="800100" y="3337672"/>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07</a:t>
            </a:r>
          </a:p>
        </p:txBody>
      </p:sp>
      <p:sp>
        <p:nvSpPr>
          <p:cNvPr id="32" name="Código editable">
            <a:extLst xmlns:a="http://schemas.openxmlformats.org/drawingml/2006/main">
              <a:ext uri="{FF2B5EF4-FFF2-40B4-BE49-F238E27FC236}">
                <a16:creationId xmlns:a16="http://schemas.microsoft.com/office/drawing/2014/main" id="{B81649B8-7168-4232-BB1C-0D14793276D7}"/>
              </a:ext>
            </a:extLst>
          </p:cNvPr>
          <p:cNvSpPr>
            <a:spLocks xmlns:a="http://schemas.openxmlformats.org/drawingml/2006/main" noGrp="1"/>
          </p:cNvSpPr>
          <p:nvPr/>
        </p:nvSpPr>
        <p:spPr>
          <a:xfrm xmlns:a="http://schemas.openxmlformats.org/drawingml/2006/main">
            <a:off x="1171575" y="3337672"/>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E6EDF7"/>
                </a:solidFill>
                <a:latin typeface="Menlo"/>
                <a:ea typeface="Menlo"/>
                <a:cs typeface="Menlo"/>
              </a:rPr>
              <a:t>.</a:t>
            </a:r>
            <a:r>
              <a:rPr sz="1242">
                <a:solidFill>
                  <a:srgbClr val="F6C177"/>
                </a:solidFill>
                <a:latin typeface="Menlo"/>
                <a:ea typeface="Menlo"/>
                <a:cs typeface="Menlo"/>
              </a:rPr>
              <a:t>toString</a:t>
            </a:r>
            <a:r>
              <a:rPr sz="1242">
                <a:solidFill>
                  <a:srgbClr val="E6EDF7"/>
                </a:solidFill>
                <a:latin typeface="Menlo"/>
                <a:ea typeface="Menlo"/>
                <a:cs typeface="Menlo"/>
              </a:rPr>
              <a:t>(</a:t>
            </a:r>
            <a:r>
              <a:rPr sz="1242">
                <a:solidFill>
                  <a:srgbClr val="A8D88A"/>
                </a:solidFill>
                <a:latin typeface="Menlo"/>
                <a:ea typeface="Menlo"/>
                <a:cs typeface="Menlo"/>
              </a:rPr>
              <a:t>'base64url'</a:t>
            </a:r>
            <a:r>
              <a:rPr sz="1242">
                <a:solidFill>
                  <a:srgbClr val="E6EDF7"/>
                </a:solidFill>
                <a:latin typeface="Menlo"/>
                <a:ea typeface="Menlo"/>
                <a:cs typeface="Menlo"/>
              </a:rPr>
              <a:t>)</a:t>
            </a:r>
          </a:p>
        </p:txBody>
      </p:sp>
      <p:sp>
        <p:nvSpPr>
          <p:cNvPr id="33" name="">
            <a:extLst xmlns:a="http://schemas.openxmlformats.org/drawingml/2006/main">
              <a:ext uri="{FF2B5EF4-FFF2-40B4-BE49-F238E27FC236}">
                <a16:creationId xmlns:a16="http://schemas.microsoft.com/office/drawing/2014/main" id="{24D9F5EF-AE75-4915-A2F5-0717A6021C63}"/>
              </a:ext>
            </a:extLst>
          </p:cNvPr>
          <p:cNvSpPr>
            <a:spLocks xmlns:a="http://schemas.openxmlformats.org/drawingml/2006/main" noGrp="1"/>
          </p:cNvSpPr>
          <p:nvPr/>
        </p:nvSpPr>
        <p:spPr>
          <a:xfrm xmlns:a="http://schemas.openxmlformats.org/drawingml/2006/main">
            <a:off x="800100" y="353993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08</a:t>
            </a:r>
          </a:p>
        </p:txBody>
      </p:sp>
      <p:sp>
        <p:nvSpPr>
          <p:cNvPr id="34" name="Código editable">
            <a:extLst xmlns:a="http://schemas.openxmlformats.org/drawingml/2006/main">
              <a:ext uri="{FF2B5EF4-FFF2-40B4-BE49-F238E27FC236}">
                <a16:creationId xmlns:a16="http://schemas.microsoft.com/office/drawing/2014/main" id="{E2965F10-88FE-49FE-BC8C-86E8A861E88A}"/>
              </a:ext>
            </a:extLst>
          </p:cNvPr>
          <p:cNvSpPr>
            <a:spLocks xmlns:a="http://schemas.openxmlformats.org/drawingml/2006/main" noGrp="1"/>
          </p:cNvSpPr>
          <p:nvPr/>
        </p:nvSpPr>
        <p:spPr>
          <a:xfrm xmlns:a="http://schemas.openxmlformats.org/drawingml/2006/main">
            <a:off x="1171575" y="353993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p>
        </p:txBody>
      </p:sp>
      <p:sp>
        <p:nvSpPr>
          <p:cNvPr id="35" name="">
            <a:extLst xmlns:a="http://schemas.openxmlformats.org/drawingml/2006/main">
              <a:ext uri="{FF2B5EF4-FFF2-40B4-BE49-F238E27FC236}">
                <a16:creationId xmlns:a16="http://schemas.microsoft.com/office/drawing/2014/main" id="{473E6EC8-50FF-4CAB-99EF-0BE1E4F0EC02}"/>
              </a:ext>
            </a:extLst>
          </p:cNvPr>
          <p:cNvSpPr>
            <a:spLocks xmlns:a="http://schemas.openxmlformats.org/drawingml/2006/main" noGrp="1"/>
          </p:cNvSpPr>
          <p:nvPr/>
        </p:nvSpPr>
        <p:spPr>
          <a:xfrm xmlns:a="http://schemas.openxmlformats.org/drawingml/2006/main">
            <a:off x="800100" y="374220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09</a:t>
            </a:r>
          </a:p>
        </p:txBody>
      </p:sp>
      <p:sp>
        <p:nvSpPr>
          <p:cNvPr id="36" name="Código editable">
            <a:extLst xmlns:a="http://schemas.openxmlformats.org/drawingml/2006/main">
              <a:ext uri="{FF2B5EF4-FFF2-40B4-BE49-F238E27FC236}">
                <a16:creationId xmlns:a16="http://schemas.microsoft.com/office/drawing/2014/main" id="{58895F5B-0338-4BEC-89CC-C429C40657B1}"/>
              </a:ext>
            </a:extLst>
          </p:cNvPr>
          <p:cNvSpPr>
            <a:spLocks xmlns:a="http://schemas.openxmlformats.org/drawingml/2006/main" noGrp="1"/>
          </p:cNvSpPr>
          <p:nvPr/>
        </p:nvSpPr>
        <p:spPr>
          <a:xfrm xmlns:a="http://schemas.openxmlformats.org/drawingml/2006/main">
            <a:off x="1171575" y="374220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C792EA"/>
                </a:solidFill>
                <a:latin typeface="Menlo"/>
                <a:ea typeface="Menlo"/>
                <a:cs typeface="Menlo"/>
              </a:rPr>
              <a:t>return</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FD9778A5-9E2D-415A-BF81-DEC2C2C989FD}"/>
              </a:ext>
            </a:extLst>
          </p:cNvPr>
          <p:cNvSpPr>
            <a:spLocks xmlns:a="http://schemas.openxmlformats.org/drawingml/2006/main" noGrp="1"/>
          </p:cNvSpPr>
          <p:nvPr/>
        </p:nvSpPr>
        <p:spPr>
          <a:xfrm xmlns:a="http://schemas.openxmlformats.org/drawingml/2006/main">
            <a:off x="800100" y="394447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10</a:t>
            </a:r>
          </a:p>
        </p:txBody>
      </p:sp>
      <p:sp>
        <p:nvSpPr>
          <p:cNvPr id="38" name="Código editable">
            <a:extLst xmlns:a="http://schemas.openxmlformats.org/drawingml/2006/main">
              <a:ext uri="{FF2B5EF4-FFF2-40B4-BE49-F238E27FC236}">
                <a16:creationId xmlns:a16="http://schemas.microsoft.com/office/drawing/2014/main" id="{5FE73405-BD0B-4198-A3EE-F8E1A262865C}"/>
              </a:ext>
            </a:extLst>
          </p:cNvPr>
          <p:cNvSpPr>
            <a:spLocks xmlns:a="http://schemas.openxmlformats.org/drawingml/2006/main" noGrp="1"/>
          </p:cNvSpPr>
          <p:nvPr/>
        </p:nvSpPr>
        <p:spPr>
          <a:xfrm xmlns:a="http://schemas.openxmlformats.org/drawingml/2006/main">
            <a:off x="1171575" y="394447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a:t>
            </a:r>
            <a:r>
              <a:rPr sz="1242">
                <a:solidFill>
                  <a:srgbClr val="F6C177"/>
                </a:solidFill>
                <a:latin typeface="Menlo"/>
                <a:ea typeface="Menlo"/>
                <a:cs typeface="Menlo"/>
              </a:rPr>
              <a:t>payload</a:t>
            </a:r>
            <a:r>
              <a:rPr sz="1242">
                <a:solidFill>
                  <a:srgbClr val="E6EDF7"/>
                </a:solidFill>
                <a:latin typeface="Menlo"/>
                <a:ea typeface="Menlo"/>
                <a:cs typeface="Menlo"/>
              </a:rPr>
              <a:t>,</a:t>
            </a:r>
          </a:p>
        </p:txBody>
      </p:sp>
      <p:sp>
        <p:nvSpPr>
          <p:cNvPr id="39" name="">
            <a:extLst xmlns:a="http://schemas.openxmlformats.org/drawingml/2006/main">
              <a:ext uri="{FF2B5EF4-FFF2-40B4-BE49-F238E27FC236}">
                <a16:creationId xmlns:a16="http://schemas.microsoft.com/office/drawing/2014/main" id="{9035F3A7-1FAE-45A1-A231-9FC0128E8D4B}"/>
              </a:ext>
            </a:extLst>
          </p:cNvPr>
          <p:cNvSpPr>
            <a:spLocks xmlns:a="http://schemas.openxmlformats.org/drawingml/2006/main" noGrp="1"/>
          </p:cNvSpPr>
          <p:nvPr/>
        </p:nvSpPr>
        <p:spPr>
          <a:xfrm xmlns:a="http://schemas.openxmlformats.org/drawingml/2006/main">
            <a:off x="800100" y="4146737"/>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11</a:t>
            </a:r>
          </a:p>
        </p:txBody>
      </p:sp>
      <p:sp>
        <p:nvSpPr>
          <p:cNvPr id="40" name="Código editable">
            <a:extLst xmlns:a="http://schemas.openxmlformats.org/drawingml/2006/main">
              <a:ext uri="{FF2B5EF4-FFF2-40B4-BE49-F238E27FC236}">
                <a16:creationId xmlns:a16="http://schemas.microsoft.com/office/drawing/2014/main" id="{7C87356C-F0E0-4AF8-824C-314BB1A7B63B}"/>
              </a:ext>
            </a:extLst>
          </p:cNvPr>
          <p:cNvSpPr>
            <a:spLocks xmlns:a="http://schemas.openxmlformats.org/drawingml/2006/main" noGrp="1"/>
          </p:cNvSpPr>
          <p:nvPr/>
        </p:nvSpPr>
        <p:spPr>
          <a:xfrm xmlns:a="http://schemas.openxmlformats.org/drawingml/2006/main">
            <a:off x="1171575" y="4146737"/>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proof</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41" name="">
            <a:extLst xmlns:a="http://schemas.openxmlformats.org/drawingml/2006/main">
              <a:ext uri="{FF2B5EF4-FFF2-40B4-BE49-F238E27FC236}">
                <a16:creationId xmlns:a16="http://schemas.microsoft.com/office/drawing/2014/main" id="{0C7AE042-B14B-464F-8F01-A1AEF35A8C17}"/>
              </a:ext>
            </a:extLst>
          </p:cNvPr>
          <p:cNvSpPr>
            <a:spLocks xmlns:a="http://schemas.openxmlformats.org/drawingml/2006/main" noGrp="1"/>
          </p:cNvSpPr>
          <p:nvPr/>
        </p:nvSpPr>
        <p:spPr>
          <a:xfrm xmlns:a="http://schemas.openxmlformats.org/drawingml/2006/main">
            <a:off x="1123950" y="4339478"/>
            <a:ext cx="6019800" cy="202266"/>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520A222-E7D1-4C8B-89FC-FB323917C5E8}"/>
              </a:ext>
            </a:extLst>
          </p:cNvPr>
          <p:cNvSpPr>
            <a:spLocks xmlns:a="http://schemas.openxmlformats.org/drawingml/2006/main" noGrp="1"/>
          </p:cNvSpPr>
          <p:nvPr/>
        </p:nvSpPr>
        <p:spPr>
          <a:xfrm xmlns:a="http://schemas.openxmlformats.org/drawingml/2006/main">
            <a:off x="733425" y="4349003"/>
            <a:ext cx="1905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12</a:t>
            </a:r>
          </a:p>
        </p:txBody>
      </p:sp>
      <p:sp>
        <p:nvSpPr>
          <p:cNvPr id="43" name="">
            <a:extLst xmlns:a="http://schemas.openxmlformats.org/drawingml/2006/main">
              <a:ext uri="{FF2B5EF4-FFF2-40B4-BE49-F238E27FC236}">
                <a16:creationId xmlns:a16="http://schemas.microsoft.com/office/drawing/2014/main" id="{644CFAC3-27CD-4D4D-8083-CE3AC8671E9D}"/>
              </a:ext>
            </a:extLst>
          </p:cNvPr>
          <p:cNvSpPr>
            <a:spLocks xmlns:a="http://schemas.openxmlformats.org/drawingml/2006/main" noGrp="1"/>
          </p:cNvSpPr>
          <p:nvPr/>
        </p:nvSpPr>
        <p:spPr>
          <a:xfrm xmlns:a="http://schemas.openxmlformats.org/drawingml/2006/main">
            <a:off x="1123950" y="4339478"/>
            <a:ext cx="28575" cy="202266"/>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0A82FA4-EDAE-42D4-973A-364DD438406C}"/>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F747BE4-F82C-4440-9012-E4826B3AD393}"/>
              </a:ext>
            </a:extLst>
          </p:cNvPr>
          <p:cNvSpPr>
            <a:spLocks xmlns:a="http://schemas.openxmlformats.org/drawingml/2006/main" noGrp="1"/>
          </p:cNvSpPr>
          <p:nvPr/>
        </p:nvSpPr>
        <p:spPr>
          <a:xfrm xmlns:a="http://schemas.openxmlformats.org/drawingml/2006/main">
            <a:off x="962025" y="435964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6" name="Código editable">
            <a:extLst xmlns:a="http://schemas.openxmlformats.org/drawingml/2006/main">
              <a:ext uri="{FF2B5EF4-FFF2-40B4-BE49-F238E27FC236}">
                <a16:creationId xmlns:a16="http://schemas.microsoft.com/office/drawing/2014/main" id="{1A1C9C5B-118C-4144-A4CB-9FE7E175C0E4}"/>
              </a:ext>
            </a:extLst>
          </p:cNvPr>
          <p:cNvSpPr>
            <a:spLocks xmlns:a="http://schemas.openxmlformats.org/drawingml/2006/main" noGrp="1"/>
          </p:cNvSpPr>
          <p:nvPr/>
        </p:nvSpPr>
        <p:spPr>
          <a:xfrm xmlns:a="http://schemas.openxmlformats.org/drawingml/2006/main">
            <a:off x="1171575" y="4349003"/>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algorithm</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A8D88A"/>
                </a:solidFill>
                <a:latin typeface="Menlo"/>
                <a:ea typeface="Menlo"/>
                <a:cs typeface="Menlo"/>
              </a:rPr>
              <a:t>'Ed25519'</a:t>
            </a:r>
            <a:r>
              <a:rPr sz="1242">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2FF5D8CB-A213-417B-966D-A6E479BEBAAC}"/>
              </a:ext>
            </a:extLst>
          </p:cNvPr>
          <p:cNvSpPr>
            <a:spLocks xmlns:a="http://schemas.openxmlformats.org/drawingml/2006/main" noGrp="1"/>
          </p:cNvSpPr>
          <p:nvPr/>
        </p:nvSpPr>
        <p:spPr>
          <a:xfrm xmlns:a="http://schemas.openxmlformats.org/drawingml/2006/main">
            <a:off x="800100" y="4551269"/>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13</a:t>
            </a:r>
          </a:p>
        </p:txBody>
      </p:sp>
      <p:sp>
        <p:nvSpPr>
          <p:cNvPr id="48" name="Código editable">
            <a:extLst xmlns:a="http://schemas.openxmlformats.org/drawingml/2006/main">
              <a:ext uri="{FF2B5EF4-FFF2-40B4-BE49-F238E27FC236}">
                <a16:creationId xmlns:a16="http://schemas.microsoft.com/office/drawing/2014/main" id="{F7377633-A117-4231-9487-131A9B5BF5D1}"/>
              </a:ext>
            </a:extLst>
          </p:cNvPr>
          <p:cNvSpPr>
            <a:spLocks xmlns:a="http://schemas.openxmlformats.org/drawingml/2006/main" noGrp="1"/>
          </p:cNvSpPr>
          <p:nvPr/>
        </p:nvSpPr>
        <p:spPr>
          <a:xfrm xmlns:a="http://schemas.openxmlformats.org/drawingml/2006/main">
            <a:off x="1171575" y="4551269"/>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verificationMethod</a:t>
            </a:r>
            <a:r>
              <a:rPr sz="1242">
                <a:solidFill>
                  <a:srgbClr val="E6EDF7"/>
                </a:solidFill>
                <a:latin typeface="Menlo"/>
                <a:ea typeface="Menlo"/>
                <a:cs typeface="Menlo"/>
              </a:rPr>
              <a:t>:</a:t>
            </a:r>
            <a:r>
              <a:rPr sz="1242">
                <a:solidFill>
                  <a:srgbClr val="E6EDF7"/>
                </a:solidFill>
                <a:latin typeface="Menlo"/>
                <a:ea typeface="Menlo"/>
                <a:cs typeface="Menlo"/>
              </a:rPr>
              <a:t> </a:t>
            </a:r>
            <a:r>
              <a:rPr sz="1242">
                <a:solidFill>
                  <a:srgbClr val="E6EDF7"/>
                </a:solidFill>
                <a:latin typeface="Menlo"/>
                <a:ea typeface="Menlo"/>
                <a:cs typeface="Menlo"/>
              </a:rPr>
              <a:t>issuerId</a:t>
            </a:r>
            <a:r>
              <a:rPr sz="1242">
                <a:solidFill>
                  <a:srgbClr val="E6EDF7"/>
                </a:solidFill>
                <a:latin typeface="Menlo"/>
                <a:ea typeface="Menlo"/>
                <a:cs typeface="Menlo"/>
              </a:rPr>
              <a:t>,</a:t>
            </a:r>
          </a:p>
        </p:txBody>
      </p:sp>
      <p:sp>
        <p:nvSpPr>
          <p:cNvPr id="49" name="">
            <a:extLst xmlns:a="http://schemas.openxmlformats.org/drawingml/2006/main">
              <a:ext uri="{FF2B5EF4-FFF2-40B4-BE49-F238E27FC236}">
                <a16:creationId xmlns:a16="http://schemas.microsoft.com/office/drawing/2014/main" id="{E8BB0A0F-F9D9-469C-AD21-F4EFB7AD4488}"/>
              </a:ext>
            </a:extLst>
          </p:cNvPr>
          <p:cNvSpPr>
            <a:spLocks xmlns:a="http://schemas.openxmlformats.org/drawingml/2006/main" noGrp="1"/>
          </p:cNvSpPr>
          <p:nvPr/>
        </p:nvSpPr>
        <p:spPr>
          <a:xfrm xmlns:a="http://schemas.openxmlformats.org/drawingml/2006/main">
            <a:off x="800100" y="4753535"/>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14</a:t>
            </a:r>
          </a:p>
        </p:txBody>
      </p:sp>
      <p:sp>
        <p:nvSpPr>
          <p:cNvPr id="50" name="Código editable">
            <a:extLst xmlns:a="http://schemas.openxmlformats.org/drawingml/2006/main">
              <a:ext uri="{FF2B5EF4-FFF2-40B4-BE49-F238E27FC236}">
                <a16:creationId xmlns:a16="http://schemas.microsoft.com/office/drawing/2014/main" id="{2E4016FF-E3C5-40B7-9510-374CB9B60E52}"/>
              </a:ext>
            </a:extLst>
          </p:cNvPr>
          <p:cNvSpPr>
            <a:spLocks xmlns:a="http://schemas.openxmlformats.org/drawingml/2006/main" noGrp="1"/>
          </p:cNvSpPr>
          <p:nvPr/>
        </p:nvSpPr>
        <p:spPr>
          <a:xfrm xmlns:a="http://schemas.openxmlformats.org/drawingml/2006/main">
            <a:off x="1171575" y="4753535"/>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signature</a:t>
            </a:r>
          </a:p>
        </p:txBody>
      </p:sp>
      <p:sp>
        <p:nvSpPr>
          <p:cNvPr id="51" name="">
            <a:extLst xmlns:a="http://schemas.openxmlformats.org/drawingml/2006/main">
              <a:ext uri="{FF2B5EF4-FFF2-40B4-BE49-F238E27FC236}">
                <a16:creationId xmlns:a16="http://schemas.microsoft.com/office/drawing/2014/main" id="{74A2E8E8-713E-4D0C-9E83-F5886D9E2BAA}"/>
              </a:ext>
            </a:extLst>
          </p:cNvPr>
          <p:cNvSpPr>
            <a:spLocks xmlns:a="http://schemas.openxmlformats.org/drawingml/2006/main" noGrp="1"/>
          </p:cNvSpPr>
          <p:nvPr/>
        </p:nvSpPr>
        <p:spPr>
          <a:xfrm xmlns:a="http://schemas.openxmlformats.org/drawingml/2006/main">
            <a:off x="800100" y="4955801"/>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15</a:t>
            </a:r>
          </a:p>
        </p:txBody>
      </p:sp>
      <p:sp>
        <p:nvSpPr>
          <p:cNvPr id="52" name="Código editable">
            <a:extLst xmlns:a="http://schemas.openxmlformats.org/drawingml/2006/main">
              <a:ext uri="{FF2B5EF4-FFF2-40B4-BE49-F238E27FC236}">
                <a16:creationId xmlns:a16="http://schemas.microsoft.com/office/drawing/2014/main" id="{B988B313-7E8A-4A27-A1F7-BDF143411880}"/>
              </a:ext>
            </a:extLst>
          </p:cNvPr>
          <p:cNvSpPr>
            <a:spLocks xmlns:a="http://schemas.openxmlformats.org/drawingml/2006/main" noGrp="1"/>
          </p:cNvSpPr>
          <p:nvPr/>
        </p:nvSpPr>
        <p:spPr>
          <a:xfrm xmlns:a="http://schemas.openxmlformats.org/drawingml/2006/main">
            <a:off x="1171575" y="4955801"/>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3" name="">
            <a:extLst xmlns:a="http://schemas.openxmlformats.org/drawingml/2006/main">
              <a:ext uri="{FF2B5EF4-FFF2-40B4-BE49-F238E27FC236}">
                <a16:creationId xmlns:a16="http://schemas.microsoft.com/office/drawing/2014/main" id="{808F007A-6AF0-4E58-8A59-E51698D3076D}"/>
              </a:ext>
            </a:extLst>
          </p:cNvPr>
          <p:cNvSpPr>
            <a:spLocks xmlns:a="http://schemas.openxmlformats.org/drawingml/2006/main" noGrp="1"/>
          </p:cNvSpPr>
          <p:nvPr/>
        </p:nvSpPr>
        <p:spPr>
          <a:xfrm xmlns:a="http://schemas.openxmlformats.org/drawingml/2006/main">
            <a:off x="800100" y="5158068"/>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16</a:t>
            </a:r>
          </a:p>
        </p:txBody>
      </p:sp>
      <p:sp>
        <p:nvSpPr>
          <p:cNvPr id="54" name="Código editable">
            <a:extLst xmlns:a="http://schemas.openxmlformats.org/drawingml/2006/main">
              <a:ext uri="{FF2B5EF4-FFF2-40B4-BE49-F238E27FC236}">
                <a16:creationId xmlns:a16="http://schemas.microsoft.com/office/drawing/2014/main" id="{79D5AB69-68DF-442A-93F9-711EEDBA998B}"/>
              </a:ext>
            </a:extLst>
          </p:cNvPr>
          <p:cNvSpPr>
            <a:spLocks xmlns:a="http://schemas.openxmlformats.org/drawingml/2006/main" noGrp="1"/>
          </p:cNvSpPr>
          <p:nvPr/>
        </p:nvSpPr>
        <p:spPr>
          <a:xfrm xmlns:a="http://schemas.openxmlformats.org/drawingml/2006/main">
            <a:off x="1171575" y="5158068"/>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  </a:t>
            </a:r>
            <a:r>
              <a:rPr sz="1242">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FAD1B4B8-8511-4350-80FF-1F9A9B68E5A2}"/>
              </a:ext>
            </a:extLst>
          </p:cNvPr>
          <p:cNvSpPr>
            <a:spLocks xmlns:a="http://schemas.openxmlformats.org/drawingml/2006/main" noGrp="1"/>
          </p:cNvSpPr>
          <p:nvPr/>
        </p:nvSpPr>
        <p:spPr>
          <a:xfrm xmlns:a="http://schemas.openxmlformats.org/drawingml/2006/main">
            <a:off x="800100" y="5360334"/>
            <a:ext cx="24765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42" b="0">
                <a:solidFill>
                  <a:srgbClr val="647791"/>
                </a:solidFill>
                <a:latin typeface="Aptos"/>
                <a:ea typeface="Aptos"/>
                <a:cs typeface="Aptos"/>
              </a:defRPr>
            </a:defPPr>
            <a:lvl1pPr algn="r">
              <a:defRPr sz="1242" b="0">
                <a:solidFill>
                  <a:srgbClr val="647791"/>
                </a:solidFill>
                <a:latin typeface="Aptos"/>
                <a:ea typeface="Aptos"/>
                <a:cs typeface="Aptos"/>
              </a:defRPr>
            </a:lvl1pPr>
            <a:lvl2pPr algn="r">
              <a:defRPr sz="1242" b="0">
                <a:solidFill>
                  <a:srgbClr val="647791"/>
                </a:solidFill>
                <a:latin typeface="Aptos"/>
                <a:ea typeface="Aptos"/>
                <a:cs typeface="Aptos"/>
              </a:defRPr>
            </a:lvl2pPr>
            <a:lvl3pPr algn="r">
              <a:defRPr sz="1242" b="0">
                <a:solidFill>
                  <a:srgbClr val="647791"/>
                </a:solidFill>
                <a:latin typeface="Aptos"/>
                <a:ea typeface="Aptos"/>
                <a:cs typeface="Aptos"/>
              </a:defRPr>
            </a:lvl3pPr>
            <a:lvl4pPr algn="r">
              <a:defRPr sz="1242" b="0">
                <a:solidFill>
                  <a:srgbClr val="647791"/>
                </a:solidFill>
                <a:latin typeface="Aptos"/>
                <a:ea typeface="Aptos"/>
                <a:cs typeface="Aptos"/>
              </a:defRPr>
            </a:lvl4pPr>
            <a:lvl5pPr algn="r">
              <a:defRPr sz="1242" b="0">
                <a:solidFill>
                  <a:srgbClr val="647791"/>
                </a:solidFill>
                <a:latin typeface="Aptos"/>
                <a:ea typeface="Aptos"/>
                <a:cs typeface="Aptos"/>
              </a:defRPr>
            </a:lvl5pPr>
            <a:lvl6pPr algn="r">
              <a:defRPr sz="1242" b="0">
                <a:solidFill>
                  <a:srgbClr val="647791"/>
                </a:solidFill>
                <a:latin typeface="Aptos"/>
                <a:ea typeface="Aptos"/>
                <a:cs typeface="Aptos"/>
              </a:defRPr>
            </a:lvl6pPr>
            <a:lvl7pPr algn="r">
              <a:defRPr sz="1242" b="0">
                <a:solidFill>
                  <a:srgbClr val="647791"/>
                </a:solidFill>
                <a:latin typeface="Aptos"/>
                <a:ea typeface="Aptos"/>
                <a:cs typeface="Aptos"/>
              </a:defRPr>
            </a:lvl7pPr>
            <a:lvl8pPr algn="r">
              <a:defRPr sz="1242" b="0">
                <a:solidFill>
                  <a:srgbClr val="647791"/>
                </a:solidFill>
                <a:latin typeface="Aptos"/>
                <a:ea typeface="Aptos"/>
                <a:cs typeface="Aptos"/>
              </a:defRPr>
            </a:lvl8pPr>
            <a:lvl9pPr algn="r">
              <a:defRPr sz="1242" b="0">
                <a:solidFill>
                  <a:srgbClr val="647791"/>
                </a:solidFill>
                <a:latin typeface="Aptos"/>
                <a:ea typeface="Aptos"/>
                <a:cs typeface="Aptos"/>
              </a:defRPr>
            </a:lvl9pPr>
          </a:lstStyle>
          <a:p xmlns:a="http://schemas.openxmlformats.org/drawingml/2006/main">
            <a:pPr algn="r">
              <a:defRPr sz="1242" b="0">
                <a:solidFill>
                  <a:srgbClr val="647791"/>
                </a:solidFill>
                <a:latin typeface="Aptos"/>
                <a:ea typeface="Aptos"/>
                <a:cs typeface="Aptos"/>
              </a:defRPr>
            </a:pPr>
            <a:r>
              <a:rPr sz="1242" b="0">
                <a:solidFill>
                  <a:srgbClr val="647791"/>
                </a:solidFill>
                <a:latin typeface="Aptos"/>
                <a:ea typeface="Aptos"/>
                <a:cs typeface="Aptos"/>
              </a:rPr>
              <a:t>17</a:t>
            </a:r>
          </a:p>
        </p:txBody>
      </p:sp>
      <p:sp>
        <p:nvSpPr>
          <p:cNvPr id="56" name="Código editable">
            <a:extLst xmlns:a="http://schemas.openxmlformats.org/drawingml/2006/main">
              <a:ext uri="{FF2B5EF4-FFF2-40B4-BE49-F238E27FC236}">
                <a16:creationId xmlns:a16="http://schemas.microsoft.com/office/drawing/2014/main" id="{9DDC9DEC-5A4E-4F58-B2F1-F227AEC37AD4}"/>
              </a:ext>
            </a:extLst>
          </p:cNvPr>
          <p:cNvSpPr>
            <a:spLocks xmlns:a="http://schemas.openxmlformats.org/drawingml/2006/main" noGrp="1"/>
          </p:cNvSpPr>
          <p:nvPr/>
        </p:nvSpPr>
        <p:spPr>
          <a:xfrm xmlns:a="http://schemas.openxmlformats.org/drawingml/2006/main">
            <a:off x="1171575" y="5360334"/>
            <a:ext cx="5943600" cy="2022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42">
                <a:solidFill>
                  <a:srgbClr val="E6EDF7"/>
                </a:solidFill>
                <a:latin typeface="Menlo"/>
                <a:ea typeface="Menlo"/>
                <a:cs typeface="Menlo"/>
              </a:defRPr>
            </a:defPPr>
            <a:lvl1pPr algn="l">
              <a:defRPr sz="1242">
                <a:solidFill>
                  <a:srgbClr val="E6EDF7"/>
                </a:solidFill>
                <a:latin typeface="Menlo"/>
                <a:ea typeface="Menlo"/>
                <a:cs typeface="Menlo"/>
              </a:defRPr>
            </a:lvl1pPr>
            <a:lvl2pPr algn="l">
              <a:defRPr sz="1242">
                <a:solidFill>
                  <a:srgbClr val="E6EDF7"/>
                </a:solidFill>
                <a:latin typeface="Menlo"/>
                <a:ea typeface="Menlo"/>
                <a:cs typeface="Menlo"/>
              </a:defRPr>
            </a:lvl2pPr>
            <a:lvl3pPr algn="l">
              <a:defRPr sz="1242">
                <a:solidFill>
                  <a:srgbClr val="E6EDF7"/>
                </a:solidFill>
                <a:latin typeface="Menlo"/>
                <a:ea typeface="Menlo"/>
                <a:cs typeface="Menlo"/>
              </a:defRPr>
            </a:lvl3pPr>
            <a:lvl4pPr algn="l">
              <a:defRPr sz="1242">
                <a:solidFill>
                  <a:srgbClr val="E6EDF7"/>
                </a:solidFill>
                <a:latin typeface="Menlo"/>
                <a:ea typeface="Menlo"/>
                <a:cs typeface="Menlo"/>
              </a:defRPr>
            </a:lvl4pPr>
            <a:lvl5pPr algn="l">
              <a:defRPr sz="1242">
                <a:solidFill>
                  <a:srgbClr val="E6EDF7"/>
                </a:solidFill>
                <a:latin typeface="Menlo"/>
                <a:ea typeface="Menlo"/>
                <a:cs typeface="Menlo"/>
              </a:defRPr>
            </a:lvl5pPr>
            <a:lvl6pPr algn="l">
              <a:defRPr sz="1242">
                <a:solidFill>
                  <a:srgbClr val="E6EDF7"/>
                </a:solidFill>
                <a:latin typeface="Menlo"/>
                <a:ea typeface="Menlo"/>
                <a:cs typeface="Menlo"/>
              </a:defRPr>
            </a:lvl6pPr>
            <a:lvl7pPr algn="l">
              <a:defRPr sz="1242">
                <a:solidFill>
                  <a:srgbClr val="E6EDF7"/>
                </a:solidFill>
                <a:latin typeface="Menlo"/>
                <a:ea typeface="Menlo"/>
                <a:cs typeface="Menlo"/>
              </a:defRPr>
            </a:lvl7pPr>
            <a:lvl8pPr algn="l">
              <a:defRPr sz="1242">
                <a:solidFill>
                  <a:srgbClr val="E6EDF7"/>
                </a:solidFill>
                <a:latin typeface="Menlo"/>
                <a:ea typeface="Menlo"/>
                <a:cs typeface="Menlo"/>
              </a:defRPr>
            </a:lvl8pPr>
            <a:lvl9pPr algn="l">
              <a:defRPr sz="1242">
                <a:solidFill>
                  <a:srgbClr val="E6EDF7"/>
                </a:solidFill>
                <a:latin typeface="Menlo"/>
                <a:ea typeface="Menlo"/>
                <a:cs typeface="Menlo"/>
              </a:defRPr>
            </a:lvl9pPr>
          </a:lstStyle>
          <a:p xmlns:a="http://schemas.openxmlformats.org/drawingml/2006/main">
            <a:pPr algn="l">
              <a:defRPr sz="1242">
                <a:solidFill>
                  <a:srgbClr val="E6EDF7"/>
                </a:solidFill>
                <a:latin typeface="Menlo"/>
                <a:ea typeface="Menlo"/>
                <a:cs typeface="Menlo"/>
              </a:defRPr>
            </a:pPr>
            <a:r>
              <a:rPr sz="1242">
                <a:solidFill>
                  <a:srgbClr val="E6EDF7"/>
                </a:solidFill>
                <a:latin typeface="Menlo"/>
                <a:ea typeface="Menlo"/>
                <a:cs typeface="Menlo"/>
              </a:rPr>
              <a:t>}</a:t>
            </a:r>
          </a:p>
        </p:txBody>
      </p:sp>
      <p:sp>
        <p:nvSpPr>
          <p:cNvPr id="57" name="">
            <a:extLst xmlns:a="http://schemas.openxmlformats.org/drawingml/2006/main">
              <a:ext uri="{FF2B5EF4-FFF2-40B4-BE49-F238E27FC236}">
                <a16:creationId xmlns:a16="http://schemas.microsoft.com/office/drawing/2014/main" id="{47213AD2-7021-42E3-97ED-106EF6B88CC5}"/>
              </a:ext>
            </a:extLst>
          </p:cNvPr>
          <p:cNvSpPr>
            <a:spLocks xmlns:a="http://schemas.openxmlformats.org/drawingml/2006/main" noGrp="1"/>
          </p:cNvSpPr>
          <p:nvPr/>
        </p:nvSpPr>
        <p:spPr>
          <a:xfrm xmlns:a="http://schemas.openxmlformats.org/drawingml/2006/main">
            <a:off x="7858125" y="17811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A1A0E8F1-B912-47E3-B2E9-06B7413060E0}"/>
              </a:ext>
            </a:extLst>
          </p:cNvPr>
          <p:cNvSpPr>
            <a:spLocks xmlns:a="http://schemas.openxmlformats.org/drawingml/2006/main" noGrp="1"/>
          </p:cNvSpPr>
          <p:nvPr/>
        </p:nvSpPr>
        <p:spPr>
          <a:xfrm xmlns:a="http://schemas.openxmlformats.org/drawingml/2006/main">
            <a:off x="7858125" y="1781175"/>
            <a:ext cx="76200" cy="133350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556EFFA-7FBE-495D-A46E-3E87D17E4557}"/>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A5CA7D5-1F44-4E9E-BC0A-DF8F8B03972A}"/>
              </a:ext>
            </a:extLst>
          </p:cNvPr>
          <p:cNvSpPr>
            <a:spLocks xmlns:a="http://schemas.openxmlformats.org/drawingml/2006/main" noGrp="1"/>
          </p:cNvSpPr>
          <p:nvPr/>
        </p:nvSpPr>
        <p:spPr>
          <a:xfrm xmlns:a="http://schemas.openxmlformats.org/drawingml/2006/main">
            <a:off x="8001000" y="19050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61" name="">
            <a:extLst xmlns:a="http://schemas.openxmlformats.org/drawingml/2006/main">
              <a:ext uri="{FF2B5EF4-FFF2-40B4-BE49-F238E27FC236}">
                <a16:creationId xmlns:a16="http://schemas.microsoft.com/office/drawing/2014/main" id="{FBDB19A5-8939-49D0-B9B9-4A9A62E0E85C}"/>
              </a:ext>
            </a:extLst>
          </p:cNvPr>
          <p:cNvSpPr>
            <a:spLocks xmlns:a="http://schemas.openxmlformats.org/drawingml/2006/main" noGrp="1"/>
          </p:cNvSpPr>
          <p:nvPr/>
        </p:nvSpPr>
        <p:spPr>
          <a:xfrm xmlns:a="http://schemas.openxmlformats.org/drawingml/2006/main">
            <a:off x="8353425" y="18954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defRPr sz="1425" b="1">
                <a:solidFill>
                  <a:srgbClr val="2846A0"/>
                </a:solidFill>
                <a:latin typeface="Aptos"/>
                <a:ea typeface="Aptos"/>
                <a:cs typeface="Aptos"/>
              </a:defRPr>
            </a:lvl1pPr>
            <a:lvl2pPr algn="l">
              <a:defRPr sz="1425" b="1">
                <a:solidFill>
                  <a:srgbClr val="2846A0"/>
                </a:solidFill>
                <a:latin typeface="Aptos"/>
                <a:ea typeface="Aptos"/>
                <a:cs typeface="Aptos"/>
              </a:defRPr>
            </a:lvl2pPr>
            <a:lvl3pPr algn="l">
              <a:defRPr sz="1425" b="1">
                <a:solidFill>
                  <a:srgbClr val="2846A0"/>
                </a:solidFill>
                <a:latin typeface="Aptos"/>
                <a:ea typeface="Aptos"/>
                <a:cs typeface="Aptos"/>
              </a:defRPr>
            </a:lvl3pPr>
            <a:lvl4pPr algn="l">
              <a:defRPr sz="1425" b="1">
                <a:solidFill>
                  <a:srgbClr val="2846A0"/>
                </a:solidFill>
                <a:latin typeface="Aptos"/>
                <a:ea typeface="Aptos"/>
                <a:cs typeface="Aptos"/>
              </a:defRPr>
            </a:lvl4pPr>
            <a:lvl5pPr algn="l">
              <a:defRPr sz="1425" b="1">
                <a:solidFill>
                  <a:srgbClr val="2846A0"/>
                </a:solidFill>
                <a:latin typeface="Aptos"/>
                <a:ea typeface="Aptos"/>
                <a:cs typeface="Aptos"/>
              </a:defRPr>
            </a:lvl5pPr>
            <a:lvl6pPr algn="l">
              <a:defRPr sz="1425" b="1">
                <a:solidFill>
                  <a:srgbClr val="2846A0"/>
                </a:solidFill>
                <a:latin typeface="Aptos"/>
                <a:ea typeface="Aptos"/>
                <a:cs typeface="Aptos"/>
              </a:defRPr>
            </a:lvl6pPr>
            <a:lvl7pPr algn="l">
              <a:defRPr sz="1425" b="1">
                <a:solidFill>
                  <a:srgbClr val="2846A0"/>
                </a:solidFill>
                <a:latin typeface="Aptos"/>
                <a:ea typeface="Aptos"/>
                <a:cs typeface="Aptos"/>
              </a:defRPr>
            </a:lvl7pPr>
            <a:lvl8pPr algn="l">
              <a:defRPr sz="1425" b="1">
                <a:solidFill>
                  <a:srgbClr val="2846A0"/>
                </a:solidFill>
                <a:latin typeface="Aptos"/>
                <a:ea typeface="Aptos"/>
                <a:cs typeface="Aptos"/>
              </a:defRPr>
            </a:lvl8pPr>
            <a:lvl9pPr algn="l">
              <a:defRPr sz="1425" b="1">
                <a:solidFill>
                  <a:srgbClr val="2846A0"/>
                </a:solidFill>
                <a:latin typeface="Aptos"/>
                <a:ea typeface="Aptos"/>
                <a:cs typeface="Aptos"/>
              </a:defRPr>
            </a:lvl9pPr>
          </a:lstStyle>
          <a:p xmlns:a="http://schemas.openxmlformats.org/drawingml/2006/main">
            <a:pPr algn="l">
              <a:defRPr sz="1425" b="1">
                <a:solidFill>
                  <a:srgbClr val="2846A0"/>
                </a:solidFill>
                <a:latin typeface="Aptos"/>
                <a:ea typeface="Aptos"/>
                <a:cs typeface="Aptos"/>
              </a:defRPr>
            </a:pPr>
            <a:r>
              <a:rPr sz="1425" b="1">
                <a:solidFill>
                  <a:srgbClr val="2846A0"/>
                </a:solidFill>
                <a:latin typeface="Aptos"/>
                <a:ea typeface="Aptos"/>
                <a:cs typeface="Aptos"/>
              </a:rPr>
              <a:t>Emisor</a:t>
            </a:r>
          </a:p>
        </p:txBody>
      </p:sp>
      <p:sp>
        <p:nvSpPr>
          <p:cNvPr id="62" name="">
            <a:extLst xmlns:a="http://schemas.openxmlformats.org/drawingml/2006/main">
              <a:ext uri="{FF2B5EF4-FFF2-40B4-BE49-F238E27FC236}">
                <a16:creationId xmlns:a16="http://schemas.microsoft.com/office/drawing/2014/main" id="{137E8CD6-6575-401F-9432-1B52CA1FB459}"/>
              </a:ext>
            </a:extLst>
          </p:cNvPr>
          <p:cNvSpPr>
            <a:spLocks xmlns:a="http://schemas.openxmlformats.org/drawingml/2006/main" noGrp="1"/>
          </p:cNvSpPr>
          <p:nvPr/>
        </p:nvSpPr>
        <p:spPr>
          <a:xfrm xmlns:a="http://schemas.openxmlformats.org/drawingml/2006/main">
            <a:off x="8067675" y="22574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Conserva la clave privada y crea la firma.</a:t>
            </a:r>
          </a:p>
        </p:txBody>
      </p:sp>
      <p:sp>
        <p:nvSpPr>
          <p:cNvPr id="63" name="">
            <a:extLst xmlns:a="http://schemas.openxmlformats.org/drawingml/2006/main">
              <a:ext uri="{FF2B5EF4-FFF2-40B4-BE49-F238E27FC236}">
                <a16:creationId xmlns:a16="http://schemas.microsoft.com/office/drawing/2014/main" id="{A0F16D79-CBCD-4C49-8F35-573CEABB070E}"/>
              </a:ext>
            </a:extLst>
          </p:cNvPr>
          <p:cNvSpPr>
            <a:spLocks xmlns:a="http://schemas.openxmlformats.org/drawingml/2006/main" noGrp="1"/>
          </p:cNvSpPr>
          <p:nvPr/>
        </p:nvSpPr>
        <p:spPr>
          <a:xfrm xmlns:a="http://schemas.openxmlformats.org/drawingml/2006/main">
            <a:off x="10610850" y="1885950"/>
            <a:ext cx="323850" cy="87440"/>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9BC3A3CC-8CD2-4796-8C49-80560D901B0F}"/>
              </a:ext>
            </a:extLst>
          </p:cNvPr>
          <p:cNvSpPr>
            <a:spLocks xmlns:a="http://schemas.openxmlformats.org/drawingml/2006/main" noGrp="1"/>
          </p:cNvSpPr>
          <p:nvPr/>
        </p:nvSpPr>
        <p:spPr>
          <a:xfrm xmlns:a="http://schemas.openxmlformats.org/drawingml/2006/main">
            <a:off x="10636758" y="1976628"/>
            <a:ext cx="272034" cy="22670"/>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28B67AA-8433-4A83-A238-4DC1E0DA1A30}"/>
              </a:ext>
            </a:extLst>
          </p:cNvPr>
          <p:cNvSpPr>
            <a:spLocks xmlns:a="http://schemas.openxmlformats.org/drawingml/2006/main" noGrp="1"/>
          </p:cNvSpPr>
          <p:nvPr/>
        </p:nvSpPr>
        <p:spPr>
          <a:xfrm xmlns:a="http://schemas.openxmlformats.org/drawingml/2006/main">
            <a:off x="10656189"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6" name="">
            <a:extLst xmlns:a="http://schemas.openxmlformats.org/drawingml/2006/main">
              <a:ext uri="{FF2B5EF4-FFF2-40B4-BE49-F238E27FC236}">
                <a16:creationId xmlns:a16="http://schemas.microsoft.com/office/drawing/2014/main" id="{7FD28C62-7D79-49D8-A349-396267DA9EC2}"/>
              </a:ext>
            </a:extLst>
          </p:cNvPr>
          <p:cNvSpPr>
            <a:spLocks xmlns:a="http://schemas.openxmlformats.org/drawingml/2006/main" noGrp="1"/>
          </p:cNvSpPr>
          <p:nvPr/>
        </p:nvSpPr>
        <p:spPr>
          <a:xfrm xmlns:a="http://schemas.openxmlformats.org/drawingml/2006/main">
            <a:off x="10727436"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7" name="">
            <a:extLst xmlns:a="http://schemas.openxmlformats.org/drawingml/2006/main">
              <a:ext uri="{FF2B5EF4-FFF2-40B4-BE49-F238E27FC236}">
                <a16:creationId xmlns:a16="http://schemas.microsoft.com/office/drawing/2014/main" id="{9AF54D1E-08CD-40CE-AF8E-B5B7CB6BBF08}"/>
              </a:ext>
            </a:extLst>
          </p:cNvPr>
          <p:cNvSpPr>
            <a:spLocks xmlns:a="http://schemas.openxmlformats.org/drawingml/2006/main" noGrp="1"/>
          </p:cNvSpPr>
          <p:nvPr/>
        </p:nvSpPr>
        <p:spPr>
          <a:xfrm xmlns:a="http://schemas.openxmlformats.org/drawingml/2006/main">
            <a:off x="10798683"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8" name="">
            <a:extLst xmlns:a="http://schemas.openxmlformats.org/drawingml/2006/main">
              <a:ext uri="{FF2B5EF4-FFF2-40B4-BE49-F238E27FC236}">
                <a16:creationId xmlns:a16="http://schemas.microsoft.com/office/drawing/2014/main" id="{AA29776E-85D8-4269-81C4-1940B9D62310}"/>
              </a:ext>
            </a:extLst>
          </p:cNvPr>
          <p:cNvSpPr>
            <a:spLocks xmlns:a="http://schemas.openxmlformats.org/drawingml/2006/main" noGrp="1"/>
          </p:cNvSpPr>
          <p:nvPr/>
        </p:nvSpPr>
        <p:spPr>
          <a:xfrm xmlns:a="http://schemas.openxmlformats.org/drawingml/2006/main">
            <a:off x="10869930" y="2009013"/>
            <a:ext cx="25908" cy="139256"/>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69" name="">
            <a:extLst xmlns:a="http://schemas.openxmlformats.org/drawingml/2006/main">
              <a:ext uri="{FF2B5EF4-FFF2-40B4-BE49-F238E27FC236}">
                <a16:creationId xmlns:a16="http://schemas.microsoft.com/office/drawing/2014/main" id="{54316EE6-8E7C-4860-9864-F1B6627179CB}"/>
              </a:ext>
            </a:extLst>
          </p:cNvPr>
          <p:cNvSpPr>
            <a:spLocks xmlns:a="http://schemas.openxmlformats.org/drawingml/2006/main" noGrp="1"/>
          </p:cNvSpPr>
          <p:nvPr/>
        </p:nvSpPr>
        <p:spPr>
          <a:xfrm xmlns:a="http://schemas.openxmlformats.org/drawingml/2006/main">
            <a:off x="10623804" y="2154746"/>
            <a:ext cx="297942" cy="2590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E11B510A-86F1-437A-B7EF-0293E1441013}"/>
              </a:ext>
            </a:extLst>
          </p:cNvPr>
          <p:cNvSpPr>
            <a:spLocks xmlns:a="http://schemas.openxmlformats.org/drawingml/2006/main" noGrp="1"/>
          </p:cNvSpPr>
          <p:nvPr/>
        </p:nvSpPr>
        <p:spPr>
          <a:xfrm xmlns:a="http://schemas.openxmlformats.org/drawingml/2006/main">
            <a:off x="9172575" y="3190875"/>
            <a:ext cx="457200" cy="400050"/>
          </a:xfrm>
          <a:prstGeom xmlns:a="http://schemas.openxmlformats.org/drawingml/2006/main" prst="downArrow">
            <a:avLst/>
          </a:prstGeom>
          <a:solidFill xmlns:a="http://schemas.openxmlformats.org/drawingml/2006/main">
            <a:srgbClr val="22B8A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EE70177-FE6C-4E77-9326-AC1B9D9F6E56}"/>
              </a:ext>
            </a:extLst>
          </p:cNvPr>
          <p:cNvSpPr>
            <a:spLocks xmlns:a="http://schemas.openxmlformats.org/drawingml/2006/main" noGrp="1"/>
          </p:cNvSpPr>
          <p:nvPr/>
        </p:nvSpPr>
        <p:spPr>
          <a:xfrm xmlns:a="http://schemas.openxmlformats.org/drawingml/2006/main">
            <a:off x="7858125" y="3762375"/>
            <a:ext cx="323850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5C80AD31-A2C4-4790-AC18-459D10D29F32}"/>
              </a:ext>
            </a:extLst>
          </p:cNvPr>
          <p:cNvSpPr>
            <a:spLocks xmlns:a="http://schemas.openxmlformats.org/drawingml/2006/main" noGrp="1"/>
          </p:cNvSpPr>
          <p:nvPr/>
        </p:nvSpPr>
        <p:spPr>
          <a:xfrm xmlns:a="http://schemas.openxmlformats.org/drawingml/2006/main">
            <a:off x="7858125" y="3762375"/>
            <a:ext cx="76200" cy="133350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328CC063-ABC6-46E2-AD44-F2AE588FDB56}"/>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4D523B7-81D3-4A93-853E-D9CAE8A2BAB4}"/>
              </a:ext>
            </a:extLst>
          </p:cNvPr>
          <p:cNvSpPr>
            <a:spLocks xmlns:a="http://schemas.openxmlformats.org/drawingml/2006/main" noGrp="1"/>
          </p:cNvSpPr>
          <p:nvPr/>
        </p:nvSpPr>
        <p:spPr>
          <a:xfrm xmlns:a="http://schemas.openxmlformats.org/drawingml/2006/main">
            <a:off x="8001000" y="3886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75" name="">
            <a:extLst xmlns:a="http://schemas.openxmlformats.org/drawingml/2006/main">
              <a:ext uri="{FF2B5EF4-FFF2-40B4-BE49-F238E27FC236}">
                <a16:creationId xmlns:a16="http://schemas.microsoft.com/office/drawing/2014/main" id="{60257D73-7FE8-4B45-93E1-2F11D7747466}"/>
              </a:ext>
            </a:extLst>
          </p:cNvPr>
          <p:cNvSpPr>
            <a:spLocks xmlns:a="http://schemas.openxmlformats.org/drawingml/2006/main" noGrp="1"/>
          </p:cNvSpPr>
          <p:nvPr/>
        </p:nvSpPr>
        <p:spPr>
          <a:xfrm xmlns:a="http://schemas.openxmlformats.org/drawingml/2006/main">
            <a:off x="8353425" y="3876675"/>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defRPr sz="1425" b="1">
                <a:solidFill>
                  <a:srgbClr val="23836E"/>
                </a:solidFill>
                <a:latin typeface="Aptos"/>
                <a:ea typeface="Aptos"/>
                <a:cs typeface="Aptos"/>
              </a:defRPr>
            </a:lvl1pPr>
            <a:lvl2pPr algn="l">
              <a:defRPr sz="1425" b="1">
                <a:solidFill>
                  <a:srgbClr val="23836E"/>
                </a:solidFill>
                <a:latin typeface="Aptos"/>
                <a:ea typeface="Aptos"/>
                <a:cs typeface="Aptos"/>
              </a:defRPr>
            </a:lvl2pPr>
            <a:lvl3pPr algn="l">
              <a:defRPr sz="1425" b="1">
                <a:solidFill>
                  <a:srgbClr val="23836E"/>
                </a:solidFill>
                <a:latin typeface="Aptos"/>
                <a:ea typeface="Aptos"/>
                <a:cs typeface="Aptos"/>
              </a:defRPr>
            </a:lvl3pPr>
            <a:lvl4pPr algn="l">
              <a:defRPr sz="1425" b="1">
                <a:solidFill>
                  <a:srgbClr val="23836E"/>
                </a:solidFill>
                <a:latin typeface="Aptos"/>
                <a:ea typeface="Aptos"/>
                <a:cs typeface="Aptos"/>
              </a:defRPr>
            </a:lvl4pPr>
            <a:lvl5pPr algn="l">
              <a:defRPr sz="1425" b="1">
                <a:solidFill>
                  <a:srgbClr val="23836E"/>
                </a:solidFill>
                <a:latin typeface="Aptos"/>
                <a:ea typeface="Aptos"/>
                <a:cs typeface="Aptos"/>
              </a:defRPr>
            </a:lvl5pPr>
            <a:lvl6pPr algn="l">
              <a:defRPr sz="1425" b="1">
                <a:solidFill>
                  <a:srgbClr val="23836E"/>
                </a:solidFill>
                <a:latin typeface="Aptos"/>
                <a:ea typeface="Aptos"/>
                <a:cs typeface="Aptos"/>
              </a:defRPr>
            </a:lvl6pPr>
            <a:lvl7pPr algn="l">
              <a:defRPr sz="1425" b="1">
                <a:solidFill>
                  <a:srgbClr val="23836E"/>
                </a:solidFill>
                <a:latin typeface="Aptos"/>
                <a:ea typeface="Aptos"/>
                <a:cs typeface="Aptos"/>
              </a:defRPr>
            </a:lvl7pPr>
            <a:lvl8pPr algn="l">
              <a:defRPr sz="1425" b="1">
                <a:solidFill>
                  <a:srgbClr val="23836E"/>
                </a:solidFill>
                <a:latin typeface="Aptos"/>
                <a:ea typeface="Aptos"/>
                <a:cs typeface="Aptos"/>
              </a:defRPr>
            </a:lvl8pPr>
            <a:lvl9pPr algn="l">
              <a:defRPr sz="1425" b="1">
                <a:solidFill>
                  <a:srgbClr val="23836E"/>
                </a:solidFill>
                <a:latin typeface="Aptos"/>
                <a:ea typeface="Aptos"/>
                <a:cs typeface="Aptos"/>
              </a:defRPr>
            </a:lvl9pPr>
          </a:lstStyle>
          <a:p xmlns:a="http://schemas.openxmlformats.org/drawingml/2006/main">
            <a:pPr algn="l">
              <a:defRPr sz="1425" b="1">
                <a:solidFill>
                  <a:srgbClr val="23836E"/>
                </a:solidFill>
                <a:latin typeface="Aptos"/>
                <a:ea typeface="Aptos"/>
                <a:cs typeface="Aptos"/>
              </a:defRPr>
            </a:pPr>
            <a:r>
              <a:rPr sz="1425" b="1">
                <a:solidFill>
                  <a:srgbClr val="23836E"/>
                </a:solidFill>
                <a:latin typeface="Aptos"/>
                <a:ea typeface="Aptos"/>
                <a:cs typeface="Aptos"/>
              </a:rPr>
              <a:t>Verificador</a:t>
            </a:r>
          </a:p>
        </p:txBody>
      </p:sp>
      <p:sp>
        <p:nvSpPr>
          <p:cNvPr id="76" name="">
            <a:extLst xmlns:a="http://schemas.openxmlformats.org/drawingml/2006/main">
              <a:ext uri="{FF2B5EF4-FFF2-40B4-BE49-F238E27FC236}">
                <a16:creationId xmlns:a16="http://schemas.microsoft.com/office/drawing/2014/main" id="{47E7637F-22D6-459C-94FF-69FB3E3001DB}"/>
              </a:ext>
            </a:extLst>
          </p:cNvPr>
          <p:cNvSpPr>
            <a:spLocks xmlns:a="http://schemas.openxmlformats.org/drawingml/2006/main" noGrp="1"/>
          </p:cNvSpPr>
          <p:nvPr/>
        </p:nvSpPr>
        <p:spPr>
          <a:xfrm xmlns:a="http://schemas.openxmlformats.org/drawingml/2006/main">
            <a:off x="8067675" y="4238625"/>
            <a:ext cx="2838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Usa la clave pública para detectar cambios.</a:t>
            </a:r>
          </a:p>
        </p:txBody>
      </p:sp>
      <p:sp>
        <p:nvSpPr>
          <p:cNvPr id="77" name="">
            <a:extLst xmlns:a="http://schemas.openxmlformats.org/drawingml/2006/main">
              <a:ext uri="{FF2B5EF4-FFF2-40B4-BE49-F238E27FC236}">
                <a16:creationId xmlns:a16="http://schemas.microsoft.com/office/drawing/2014/main" id="{C1D17F71-A912-4AE3-A235-5FCE48DE63E4}"/>
              </a:ext>
            </a:extLst>
          </p:cNvPr>
          <p:cNvSpPr>
            <a:spLocks xmlns:a="http://schemas.openxmlformats.org/drawingml/2006/main" noGrp="1"/>
          </p:cNvSpPr>
          <p:nvPr/>
        </p:nvSpPr>
        <p:spPr>
          <a:xfrm xmlns:a="http://schemas.openxmlformats.org/drawingml/2006/main">
            <a:off x="10623804" y="3876866"/>
            <a:ext cx="200787" cy="200787"/>
          </a:xfrm>
          <a:prstGeom xmlns:a="http://schemas.openxmlformats.org/drawingml/2006/main" prst="ellipse">
            <a:avLst/>
          </a:prstGeom>
          <a:noFill xmlns:a="http://schemas.openxmlformats.org/drawingml/2006/main"/>
          <a:ln xmlns:a="http://schemas.openxmlformats.org/drawingml/2006/main" w="35624">
            <a:solidFill>
              <a:srgbClr val="23836E"/>
            </a:solidFill>
            <a:prstDash val="solid"/>
          </a:ln>
        </p:spPr>
      </p:sp>
      <p:sp>
        <p:nvSpPr>
          <p:cNvPr id="78" name="">
            <a:extLst xmlns:a="http://schemas.openxmlformats.org/drawingml/2006/main">
              <a:ext uri="{FF2B5EF4-FFF2-40B4-BE49-F238E27FC236}">
                <a16:creationId xmlns:a16="http://schemas.microsoft.com/office/drawing/2014/main" id="{6186CEB6-ED62-478A-8DDF-BDF27247B1BE}"/>
              </a:ext>
            </a:extLst>
          </p:cNvPr>
          <p:cNvSpPr>
            <a:spLocks xmlns:a="http://schemas.openxmlformats.org/drawingml/2006/main" noGrp="1"/>
          </p:cNvSpPr>
          <p:nvPr/>
        </p:nvSpPr>
        <p:spPr>
          <a:xfrm xmlns:a="http://schemas.openxmlformats.org/drawingml/2006/main">
            <a:off x="10795445" y="4051745"/>
            <a:ext cx="136017" cy="38862"/>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prstDash val="solid"/>
          </a:ln>
        </p:spPr>
      </p:sp>
      <p:sp>
        <p:nvSpPr>
          <p:cNvPr id="79" name="">
            <a:extLst xmlns:a="http://schemas.openxmlformats.org/drawingml/2006/main">
              <a:ext uri="{FF2B5EF4-FFF2-40B4-BE49-F238E27FC236}">
                <a16:creationId xmlns:a16="http://schemas.microsoft.com/office/drawing/2014/main" id="{6808B443-5F25-4DE3-A806-70E9A6A92BF4}"/>
              </a:ext>
            </a:extLst>
          </p:cNvPr>
          <p:cNvSpPr>
            <a:spLocks xmlns:a="http://schemas.openxmlformats.org/drawingml/2006/main" noGrp="1"/>
          </p:cNvSpPr>
          <p:nvPr/>
        </p:nvSpPr>
        <p:spPr>
          <a:xfrm xmlns:a="http://schemas.openxmlformats.org/drawingml/2006/main">
            <a:off x="8001000" y="5305425"/>
            <a:ext cx="1238250" cy="285750"/>
          </a:xfrm>
          <a:prstGeom xmlns:a="http://schemas.openxmlformats.org/drawingml/2006/main" prst="roundRect">
            <a:avLst>
              <a:gd name="adj" fmla="val 26667"/>
            </a:avLst>
          </a:prstGeom>
          <a:solidFill xmlns:a="http://schemas.openxmlformats.org/drawingml/2006/main">
            <a:srgbClr val="D9F5F0"/>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4F3A9676-5348-44F2-AC90-E68C739AE758}"/>
              </a:ext>
            </a:extLst>
          </p:cNvPr>
          <p:cNvSpPr>
            <a:spLocks xmlns:a="http://schemas.openxmlformats.org/drawingml/2006/main" noGrp="1"/>
          </p:cNvSpPr>
          <p:nvPr/>
        </p:nvSpPr>
        <p:spPr>
          <a:xfrm xmlns:a="http://schemas.openxmlformats.org/drawingml/2006/main">
            <a:off x="8096250" y="5314950"/>
            <a:ext cx="104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3836E"/>
                </a:solidFill>
                <a:latin typeface="Aptos"/>
                <a:ea typeface="Aptos"/>
                <a:cs typeface="Aptos"/>
              </a:defRPr>
            </a:defPPr>
            <a:lvl1pPr algn="ctr">
              <a:defRPr sz="975" b="1">
                <a:solidFill>
                  <a:srgbClr val="23836E"/>
                </a:solidFill>
                <a:latin typeface="Aptos"/>
                <a:ea typeface="Aptos"/>
                <a:cs typeface="Aptos"/>
              </a:defRPr>
            </a:lvl1pPr>
            <a:lvl2pPr algn="ctr">
              <a:defRPr sz="975" b="1">
                <a:solidFill>
                  <a:srgbClr val="23836E"/>
                </a:solidFill>
                <a:latin typeface="Aptos"/>
                <a:ea typeface="Aptos"/>
                <a:cs typeface="Aptos"/>
              </a:defRPr>
            </a:lvl2pPr>
            <a:lvl3pPr algn="ctr">
              <a:defRPr sz="975" b="1">
                <a:solidFill>
                  <a:srgbClr val="23836E"/>
                </a:solidFill>
                <a:latin typeface="Aptos"/>
                <a:ea typeface="Aptos"/>
                <a:cs typeface="Aptos"/>
              </a:defRPr>
            </a:lvl3pPr>
            <a:lvl4pPr algn="ctr">
              <a:defRPr sz="975" b="1">
                <a:solidFill>
                  <a:srgbClr val="23836E"/>
                </a:solidFill>
                <a:latin typeface="Aptos"/>
                <a:ea typeface="Aptos"/>
                <a:cs typeface="Aptos"/>
              </a:defRPr>
            </a:lvl4pPr>
            <a:lvl5pPr algn="ctr">
              <a:defRPr sz="975" b="1">
                <a:solidFill>
                  <a:srgbClr val="23836E"/>
                </a:solidFill>
                <a:latin typeface="Aptos"/>
                <a:ea typeface="Aptos"/>
                <a:cs typeface="Aptos"/>
              </a:defRPr>
            </a:lvl5pPr>
            <a:lvl6pPr algn="ctr">
              <a:defRPr sz="975" b="1">
                <a:solidFill>
                  <a:srgbClr val="23836E"/>
                </a:solidFill>
                <a:latin typeface="Aptos"/>
                <a:ea typeface="Aptos"/>
                <a:cs typeface="Aptos"/>
              </a:defRPr>
            </a:lvl6pPr>
            <a:lvl7pPr algn="ctr">
              <a:defRPr sz="975" b="1">
                <a:solidFill>
                  <a:srgbClr val="23836E"/>
                </a:solidFill>
                <a:latin typeface="Aptos"/>
                <a:ea typeface="Aptos"/>
                <a:cs typeface="Aptos"/>
              </a:defRPr>
            </a:lvl7pPr>
            <a:lvl8pPr algn="ctr">
              <a:defRPr sz="975" b="1">
                <a:solidFill>
                  <a:srgbClr val="23836E"/>
                </a:solidFill>
                <a:latin typeface="Aptos"/>
                <a:ea typeface="Aptos"/>
                <a:cs typeface="Aptos"/>
              </a:defRPr>
            </a:lvl8pPr>
            <a:lvl9pPr algn="ctr">
              <a:defRPr sz="975" b="1">
                <a:solidFill>
                  <a:srgbClr val="23836E"/>
                </a:solidFill>
                <a:latin typeface="Aptos"/>
                <a:ea typeface="Aptos"/>
                <a:cs typeface="Aptos"/>
              </a:defRPr>
            </a:lvl9pPr>
          </a:lstStyle>
          <a:p xmlns:a="http://schemas.openxmlformats.org/drawingml/2006/main">
            <a:pPr algn="ctr">
              <a:defRPr sz="975" b="1">
                <a:solidFill>
                  <a:srgbClr val="23836E"/>
                </a:solidFill>
                <a:latin typeface="Aptos"/>
                <a:ea typeface="Aptos"/>
                <a:cs typeface="Aptos"/>
              </a:defRPr>
            </a:pPr>
            <a:r>
              <a:rPr sz="975" b="1">
                <a:solidFill>
                  <a:srgbClr val="23836E"/>
                </a:solidFill>
                <a:latin typeface="Aptos"/>
                <a:ea typeface="Aptos"/>
                <a:cs typeface="Aptos"/>
              </a:rPr>
              <a:t>integridad</a:t>
            </a:r>
          </a:p>
        </p:txBody>
      </p:sp>
      <p:sp>
        <p:nvSpPr>
          <p:cNvPr id="81" name="">
            <a:extLst xmlns:a="http://schemas.openxmlformats.org/drawingml/2006/main">
              <a:ext uri="{FF2B5EF4-FFF2-40B4-BE49-F238E27FC236}">
                <a16:creationId xmlns:a16="http://schemas.microsoft.com/office/drawing/2014/main" id="{0B18A9D2-1E26-424A-9A1D-3F2DC734ACF6}"/>
              </a:ext>
            </a:extLst>
          </p:cNvPr>
          <p:cNvSpPr>
            <a:spLocks xmlns:a="http://schemas.openxmlformats.org/drawingml/2006/main" noGrp="1"/>
          </p:cNvSpPr>
          <p:nvPr/>
        </p:nvSpPr>
        <p:spPr>
          <a:xfrm xmlns:a="http://schemas.openxmlformats.org/drawingml/2006/main">
            <a:off x="9448800" y="5305425"/>
            <a:ext cx="10953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30C71DF-87A8-4FF0-BF46-2250F59F4FD8}"/>
              </a:ext>
            </a:extLst>
          </p:cNvPr>
          <p:cNvSpPr>
            <a:spLocks xmlns:a="http://schemas.openxmlformats.org/drawingml/2006/main" noGrp="1"/>
          </p:cNvSpPr>
          <p:nvPr/>
        </p:nvSpPr>
        <p:spPr>
          <a:xfrm xmlns:a="http://schemas.openxmlformats.org/drawingml/2006/main">
            <a:off x="9544050" y="5314950"/>
            <a:ext cx="904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origen</a:t>
            </a:r>
          </a:p>
        </p:txBody>
      </p:sp>
    </p:spTree>
    <p:extLst>
      <p:ext uri="{BB962C8B-B14F-4D97-AF65-F5344CB8AC3E}">
        <p14:creationId xmlns:p14="http://schemas.microsoft.com/office/powerpoint/2010/main" val="103377664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9954F6D2-82BE-4540-B255-1BFB1B0DE4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EMISIÓN</a:t>
            </a:r>
          </a:p>
        </p:txBody>
      </p:sp>
      <p:sp>
        <p:nvSpPr>
          <p:cNvPr id="2" name="">
            <a:extLst xmlns:a="http://schemas.openxmlformats.org/drawingml/2006/main">
              <a:ext uri="{FF2B5EF4-FFF2-40B4-BE49-F238E27FC236}">
                <a16:creationId xmlns:a16="http://schemas.microsoft.com/office/drawing/2014/main" id="{3EA1DE96-AC12-49A4-8FD3-56202AADA6E0}"/>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FACCEC4F-0E6F-47B3-8245-AB07F009E7D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nota queda ligada a una identidad del laboratorio</a:t>
            </a:r>
          </a:p>
        </p:txBody>
      </p:sp>
      <p:sp>
        <p:nvSpPr>
          <p:cNvPr id="4" name="">
            <a:extLst xmlns:a="http://schemas.openxmlformats.org/drawingml/2006/main">
              <a:ext uri="{FF2B5EF4-FFF2-40B4-BE49-F238E27FC236}">
                <a16:creationId xmlns:a16="http://schemas.microsoft.com/office/drawing/2014/main" id="{7F2175F1-213C-4680-9C6D-A22A8F8EEC92}"/>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C97E812-93D4-454B-A666-B643B6B88DD7}"/>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6C1BAD9-4346-4533-931B-1365923F40C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70BEAAE1-94A4-4C41-BBA0-446845ED5F59}"/>
              </a:ext>
            </a:extLst>
          </p:cNvPr>
          <p:cNvSpPr>
            <a:spLocks xmlns:a="http://schemas.openxmlformats.org/drawingml/2006/main" noGrp="1"/>
          </p:cNvSpPr>
          <p:nvPr/>
        </p:nvSpPr>
        <p:spPr>
          <a:xfrm xmlns:a="http://schemas.openxmlformats.org/drawingml/2006/main">
            <a:off x="685800" y="1714500"/>
            <a:ext cx="6191250" cy="3143250"/>
          </a:xfrm>
          <a:prstGeom xmlns:a="http://schemas.openxmlformats.org/drawingml/2006/main" prst="roundRect">
            <a:avLst>
              <a:gd name="adj" fmla="val 2424"/>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AD481098-3A3A-44ED-9F4A-8C7FD866A8AC}"/>
              </a:ext>
            </a:extLst>
          </p:cNvPr>
          <p:cNvSpPr>
            <a:spLocks xmlns:a="http://schemas.openxmlformats.org/drawingml/2006/main" noGrp="1"/>
          </p:cNvSpPr>
          <p:nvPr/>
        </p:nvSpPr>
        <p:spPr>
          <a:xfrm xmlns:a="http://schemas.openxmlformats.org/drawingml/2006/main">
            <a:off x="685800" y="1714500"/>
            <a:ext cx="6191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080108-2CD4-453E-93D6-26AA20B0E28C}"/>
              </a:ext>
            </a:extLst>
          </p:cNvPr>
          <p:cNvSpPr>
            <a:spLocks xmlns:a="http://schemas.openxmlformats.org/drawingml/2006/main" noGrp="1"/>
          </p:cNvSpPr>
          <p:nvPr/>
        </p:nvSpPr>
        <p:spPr>
          <a:xfrm xmlns:a="http://schemas.openxmlformats.org/drawingml/2006/main">
            <a:off x="847725" y="18478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A2835-8DA3-4B67-818E-B1E6F8E75DC6}"/>
              </a:ext>
            </a:extLst>
          </p:cNvPr>
          <p:cNvSpPr>
            <a:spLocks xmlns:a="http://schemas.openxmlformats.org/drawingml/2006/main" noGrp="1"/>
          </p:cNvSpPr>
          <p:nvPr/>
        </p:nvSpPr>
        <p:spPr>
          <a:xfrm xmlns:a="http://schemas.openxmlformats.org/drawingml/2006/main">
            <a:off x="1047750" y="18478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5113F7-7659-4F05-A5B1-AAB62C23F6AF}"/>
              </a:ext>
            </a:extLst>
          </p:cNvPr>
          <p:cNvSpPr>
            <a:spLocks xmlns:a="http://schemas.openxmlformats.org/drawingml/2006/main" noGrp="1"/>
          </p:cNvSpPr>
          <p:nvPr/>
        </p:nvSpPr>
        <p:spPr>
          <a:xfrm xmlns:a="http://schemas.openxmlformats.org/drawingml/2006/main">
            <a:off x="1247775" y="18478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6E440E-3108-4990-B83B-BBFF860B34CF}"/>
              </a:ext>
            </a:extLst>
          </p:cNvPr>
          <p:cNvSpPr>
            <a:spLocks xmlns:a="http://schemas.openxmlformats.org/drawingml/2006/main" noGrp="1"/>
          </p:cNvSpPr>
          <p:nvPr/>
        </p:nvSpPr>
        <p:spPr>
          <a:xfrm xmlns:a="http://schemas.openxmlformats.org/drawingml/2006/main">
            <a:off x="1752600" y="1790700"/>
            <a:ext cx="4057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13" name="">
            <a:extLst xmlns:a="http://schemas.openxmlformats.org/drawingml/2006/main">
              <a:ext uri="{FF2B5EF4-FFF2-40B4-BE49-F238E27FC236}">
                <a16:creationId xmlns:a16="http://schemas.microsoft.com/office/drawing/2014/main" id="{1C75FCBD-C6CE-4F3D-9E45-174E5C91C6A5}"/>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B1221-4823-484F-A919-BB5D73142F3E}"/>
              </a:ext>
            </a:extLst>
          </p:cNvPr>
          <p:cNvSpPr>
            <a:spLocks xmlns:a="http://schemas.openxmlformats.org/drawingml/2006/main" noGrp="1"/>
          </p:cNvSpPr>
          <p:nvPr/>
        </p:nvSpPr>
        <p:spPr>
          <a:xfrm xmlns:a="http://schemas.openxmlformats.org/drawingml/2006/main">
            <a:off x="6391275" y="17907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5F769031-0163-4069-82A0-5609556860D6}"/>
              </a:ext>
            </a:extLst>
          </p:cNvPr>
          <p:cNvSpPr>
            <a:spLocks xmlns:a="http://schemas.openxmlformats.org/drawingml/2006/main" noGrp="1"/>
          </p:cNvSpPr>
          <p:nvPr/>
        </p:nvSpPr>
        <p:spPr>
          <a:xfrm xmlns:a="http://schemas.openxmlformats.org/drawingml/2006/main">
            <a:off x="1123950" y="220980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D88743-F258-4BAE-8938-694EA4DFAB90}"/>
              </a:ext>
            </a:extLst>
          </p:cNvPr>
          <p:cNvSpPr>
            <a:spLocks xmlns:a="http://schemas.openxmlformats.org/drawingml/2006/main" noGrp="1"/>
          </p:cNvSpPr>
          <p:nvPr/>
        </p:nvSpPr>
        <p:spPr>
          <a:xfrm xmlns:a="http://schemas.openxmlformats.org/drawingml/2006/main">
            <a:off x="733425" y="221932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415EA355-2F0E-4CAF-85CC-E3293649394E}"/>
              </a:ext>
            </a:extLst>
          </p:cNvPr>
          <p:cNvSpPr>
            <a:spLocks xmlns:a="http://schemas.openxmlformats.org/drawingml/2006/main" noGrp="1"/>
          </p:cNvSpPr>
          <p:nvPr/>
        </p:nvSpPr>
        <p:spPr>
          <a:xfrm xmlns:a="http://schemas.openxmlformats.org/drawingml/2006/main">
            <a:off x="1123950" y="2209800"/>
            <a:ext cx="28575" cy="211138"/>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E6DC13-67F2-4C65-8DEF-798016323292}"/>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C6DCBE-9336-4CBF-B2B7-B110A0F3E937}"/>
              </a:ext>
            </a:extLst>
          </p:cNvPr>
          <p:cNvSpPr>
            <a:spLocks xmlns:a="http://schemas.openxmlformats.org/drawingml/2006/main" noGrp="1"/>
          </p:cNvSpPr>
          <p:nvPr/>
        </p:nvSpPr>
        <p:spPr>
          <a:xfrm xmlns:a="http://schemas.openxmlformats.org/drawingml/2006/main">
            <a:off x="962025" y="223440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20" name="Código editable">
            <a:extLst xmlns:a="http://schemas.openxmlformats.org/drawingml/2006/main">
              <a:ext uri="{FF2B5EF4-FFF2-40B4-BE49-F238E27FC236}">
                <a16:creationId xmlns:a16="http://schemas.microsoft.com/office/drawing/2014/main" id="{702DEA9F-6060-4DF3-8B6D-4CF1BFDC34C6}"/>
              </a:ext>
            </a:extLst>
          </p:cNvPr>
          <p:cNvSpPr>
            <a:spLocks xmlns:a="http://schemas.openxmlformats.org/drawingml/2006/main" noGrp="1"/>
          </p:cNvSpPr>
          <p:nvPr/>
        </p:nvSpPr>
        <p:spPr>
          <a:xfrm xmlns:a="http://schemas.openxmlformats.org/drawingml/2006/main">
            <a:off x="1171575" y="22193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claims</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21" name="">
            <a:extLst xmlns:a="http://schemas.openxmlformats.org/drawingml/2006/main">
              <a:ext uri="{FF2B5EF4-FFF2-40B4-BE49-F238E27FC236}">
                <a16:creationId xmlns:a16="http://schemas.microsoft.com/office/drawing/2014/main" id="{4196E587-09F0-4169-99C9-FE50BD54D6D4}"/>
              </a:ext>
            </a:extLst>
          </p:cNvPr>
          <p:cNvSpPr>
            <a:spLocks xmlns:a="http://schemas.openxmlformats.org/drawingml/2006/main" noGrp="1"/>
          </p:cNvSpPr>
          <p:nvPr/>
        </p:nvSpPr>
        <p:spPr>
          <a:xfrm xmlns:a="http://schemas.openxmlformats.org/drawingml/2006/main">
            <a:off x="800100" y="24304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94134A72-B680-4C71-B3E3-52A114FF296E}"/>
              </a:ext>
            </a:extLst>
          </p:cNvPr>
          <p:cNvSpPr>
            <a:spLocks xmlns:a="http://schemas.openxmlformats.org/drawingml/2006/main" noGrp="1"/>
          </p:cNvSpPr>
          <p:nvPr/>
        </p:nvSpPr>
        <p:spPr>
          <a:xfrm xmlns:a="http://schemas.openxmlformats.org/drawingml/2006/main">
            <a:off x="1171575" y="24304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titulo</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title</a:t>
            </a:r>
            <a:r>
              <a:rPr sz="1297">
                <a:solidFill>
                  <a:srgbClr val="E6EDF7"/>
                </a:solidFill>
                <a:latin typeface="Menlo"/>
                <a:ea typeface="Menlo"/>
                <a:cs typeface="Menlo"/>
              </a:rPr>
              <a:t>.</a:t>
            </a:r>
            <a:r>
              <a:rPr sz="1297">
                <a:solidFill>
                  <a:srgbClr val="F6C177"/>
                </a:solidFill>
                <a:latin typeface="Menlo"/>
                <a:ea typeface="Menlo"/>
                <a:cs typeface="Menlo"/>
              </a:rPr>
              <a:t>trim</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E5D8AF5F-FE20-4DAB-8C6E-2A0C98EC2C77}"/>
              </a:ext>
            </a:extLst>
          </p:cNvPr>
          <p:cNvSpPr>
            <a:spLocks xmlns:a="http://schemas.openxmlformats.org/drawingml/2006/main" noGrp="1"/>
          </p:cNvSpPr>
          <p:nvPr/>
        </p:nvSpPr>
        <p:spPr>
          <a:xfrm xmlns:a="http://schemas.openxmlformats.org/drawingml/2006/main">
            <a:off x="800100" y="26416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01887F53-D506-45E7-8E99-A82F4D66012D}"/>
              </a:ext>
            </a:extLst>
          </p:cNvPr>
          <p:cNvSpPr>
            <a:spLocks xmlns:a="http://schemas.openxmlformats.org/drawingml/2006/main" noGrp="1"/>
          </p:cNvSpPr>
          <p:nvPr/>
        </p:nvSpPr>
        <p:spPr>
          <a:xfrm xmlns:a="http://schemas.openxmlformats.org/drawingml/2006/main">
            <a:off x="1171575" y="26416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detalle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detail</a:t>
            </a:r>
            <a:r>
              <a:rPr sz="1297">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2ACE958B-FD4E-4EBA-81C9-073268D9328C}"/>
              </a:ext>
            </a:extLst>
          </p:cNvPr>
          <p:cNvSpPr>
            <a:spLocks xmlns:a="http://schemas.openxmlformats.org/drawingml/2006/main" noGrp="1"/>
          </p:cNvSpPr>
          <p:nvPr/>
        </p:nvSpPr>
        <p:spPr>
          <a:xfrm xmlns:a="http://schemas.openxmlformats.org/drawingml/2006/main">
            <a:off x="800100" y="28527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04</a:t>
            </a:r>
          </a:p>
        </p:txBody>
      </p:sp>
      <p:sp>
        <p:nvSpPr>
          <p:cNvPr id="26" name="Código editable">
            <a:extLst xmlns:a="http://schemas.openxmlformats.org/drawingml/2006/main">
              <a:ext uri="{FF2B5EF4-FFF2-40B4-BE49-F238E27FC236}">
                <a16:creationId xmlns:a16="http://schemas.microsoft.com/office/drawing/2014/main" id="{4BFF51A7-EEA6-4F15-9ECA-5F24D098796E}"/>
              </a:ext>
            </a:extLst>
          </p:cNvPr>
          <p:cNvSpPr>
            <a:spLocks xmlns:a="http://schemas.openxmlformats.org/drawingml/2006/main" noGrp="1"/>
          </p:cNvSpPr>
          <p:nvPr/>
        </p:nvSpPr>
        <p:spPr>
          <a:xfrm xmlns:a="http://schemas.openxmlformats.org/drawingml/2006/main">
            <a:off x="1171575" y="28527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La nota se incluye solo en este tipo</a:t>
            </a:r>
          </a:p>
        </p:txBody>
      </p:sp>
      <p:sp>
        <p:nvSpPr>
          <p:cNvPr id="27" name="">
            <a:extLst xmlns:a="http://schemas.openxmlformats.org/drawingml/2006/main">
              <a:ext uri="{FF2B5EF4-FFF2-40B4-BE49-F238E27FC236}">
                <a16:creationId xmlns:a16="http://schemas.microsoft.com/office/drawing/2014/main" id="{6B36F839-F4A3-4252-B1F4-1B39132BE9BA}"/>
              </a:ext>
            </a:extLst>
          </p:cNvPr>
          <p:cNvSpPr>
            <a:spLocks xmlns:a="http://schemas.openxmlformats.org/drawingml/2006/main" noGrp="1"/>
          </p:cNvSpPr>
          <p:nvPr/>
        </p:nvSpPr>
        <p:spPr>
          <a:xfrm xmlns:a="http://schemas.openxmlformats.org/drawingml/2006/main">
            <a:off x="1123950" y="3054350"/>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B70429-680A-41CD-9DEC-C01DEA1E8C2C}"/>
              </a:ext>
            </a:extLst>
          </p:cNvPr>
          <p:cNvSpPr>
            <a:spLocks xmlns:a="http://schemas.openxmlformats.org/drawingml/2006/main" noGrp="1"/>
          </p:cNvSpPr>
          <p:nvPr/>
        </p:nvSpPr>
        <p:spPr>
          <a:xfrm xmlns:a="http://schemas.openxmlformats.org/drawingml/2006/main">
            <a:off x="733425" y="3063875"/>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E6FC0D1F-7AAF-4BA0-B457-7B6613CF7B96}"/>
              </a:ext>
            </a:extLst>
          </p:cNvPr>
          <p:cNvSpPr>
            <a:spLocks xmlns:a="http://schemas.openxmlformats.org/drawingml/2006/main" noGrp="1"/>
          </p:cNvSpPr>
          <p:nvPr/>
        </p:nvSpPr>
        <p:spPr>
          <a:xfrm xmlns:a="http://schemas.openxmlformats.org/drawingml/2006/main">
            <a:off x="1123950" y="3054350"/>
            <a:ext cx="28575" cy="211138"/>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E94D253-901B-4019-BAAE-E6C46B6541AA}"/>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5C6AEF5-BEBC-458D-A88B-49182000B401}"/>
              </a:ext>
            </a:extLst>
          </p:cNvPr>
          <p:cNvSpPr>
            <a:spLocks xmlns:a="http://schemas.openxmlformats.org/drawingml/2006/main" noGrp="1"/>
          </p:cNvSpPr>
          <p:nvPr/>
        </p:nvSpPr>
        <p:spPr>
          <a:xfrm xmlns:a="http://schemas.openxmlformats.org/drawingml/2006/main">
            <a:off x="962025" y="30789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2" name="Código editable">
            <a:extLst xmlns:a="http://schemas.openxmlformats.org/drawingml/2006/main">
              <a:ext uri="{FF2B5EF4-FFF2-40B4-BE49-F238E27FC236}">
                <a16:creationId xmlns:a16="http://schemas.microsoft.com/office/drawing/2014/main" id="{51C2E741-DED3-456D-A4E1-F0F7EF8AC3D7}"/>
              </a:ext>
            </a:extLst>
          </p:cNvPr>
          <p:cNvSpPr>
            <a:spLocks xmlns:a="http://schemas.openxmlformats.org/drawingml/2006/main" noGrp="1"/>
          </p:cNvSpPr>
          <p:nvPr/>
        </p:nvSpPr>
        <p:spPr>
          <a:xfrm xmlns:a="http://schemas.openxmlformats.org/drawingml/2006/main">
            <a:off x="1171575" y="306387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F6C177"/>
                </a:solidFill>
                <a:latin typeface="Menlo"/>
                <a:ea typeface="Menlo"/>
                <a:cs typeface="Menlo"/>
              </a:rPr>
              <a:t>(</a:t>
            </a:r>
            <a:r>
              <a:rPr sz="1297">
                <a:solidFill>
                  <a:srgbClr val="E6EDF7"/>
                </a:solidFill>
                <a:latin typeface="Menlo"/>
                <a:ea typeface="Menlo"/>
                <a:cs typeface="Menlo"/>
              </a:rPr>
              <a:t>kind</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A8D88A"/>
                </a:solidFill>
                <a:latin typeface="Menlo"/>
                <a:ea typeface="Menlo"/>
                <a:cs typeface="Menlo"/>
              </a:rPr>
              <a:t>'Nota de materia'</a:t>
            </a:r>
          </a:p>
        </p:txBody>
      </p:sp>
      <p:sp>
        <p:nvSpPr>
          <p:cNvPr id="33" name="">
            <a:extLst xmlns:a="http://schemas.openxmlformats.org/drawingml/2006/main">
              <a:ext uri="{FF2B5EF4-FFF2-40B4-BE49-F238E27FC236}">
                <a16:creationId xmlns:a16="http://schemas.microsoft.com/office/drawing/2014/main" id="{A6694EB2-FF2F-48D1-9554-126576A7E3A8}"/>
              </a:ext>
            </a:extLst>
          </p:cNvPr>
          <p:cNvSpPr>
            <a:spLocks xmlns:a="http://schemas.openxmlformats.org/drawingml/2006/main" noGrp="1"/>
          </p:cNvSpPr>
          <p:nvPr/>
        </p:nvSpPr>
        <p:spPr>
          <a:xfrm xmlns:a="http://schemas.openxmlformats.org/drawingml/2006/main">
            <a:off x="800100" y="327501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06</a:t>
            </a:r>
          </a:p>
        </p:txBody>
      </p:sp>
      <p:sp>
        <p:nvSpPr>
          <p:cNvPr id="34" name="Código editable">
            <a:extLst xmlns:a="http://schemas.openxmlformats.org/drawingml/2006/main">
              <a:ext uri="{FF2B5EF4-FFF2-40B4-BE49-F238E27FC236}">
                <a16:creationId xmlns:a16="http://schemas.microsoft.com/office/drawing/2014/main" id="{5C6B5D8F-EC05-489D-8B39-93896045644C}"/>
              </a:ext>
            </a:extLst>
          </p:cNvPr>
          <p:cNvSpPr>
            <a:spLocks xmlns:a="http://schemas.openxmlformats.org/drawingml/2006/main" noGrp="1"/>
          </p:cNvSpPr>
          <p:nvPr/>
        </p:nvSpPr>
        <p:spPr>
          <a:xfrm xmlns:a="http://schemas.openxmlformats.org/drawingml/2006/main">
            <a:off x="1171575" y="327501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nota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82D3F2"/>
                </a:solidFill>
                <a:latin typeface="Menlo"/>
                <a:ea typeface="Menlo"/>
                <a:cs typeface="Menlo"/>
              </a:rPr>
              <a:t>String</a:t>
            </a:r>
            <a:r>
              <a:rPr sz="1297">
                <a:solidFill>
                  <a:srgbClr val="E6EDF7"/>
                </a:solidFill>
                <a:latin typeface="Menlo"/>
                <a:ea typeface="Menlo"/>
                <a:cs typeface="Menlo"/>
              </a:rPr>
              <a:t>(</a:t>
            </a:r>
            <a:r>
              <a:rPr sz="1297">
                <a:solidFill>
                  <a:srgbClr val="E6EDF7"/>
                </a:solidFill>
                <a:latin typeface="Menlo"/>
                <a:ea typeface="Menlo"/>
                <a:cs typeface="Menlo"/>
              </a:rPr>
              <a:t>request</a:t>
            </a:r>
            <a:r>
              <a:rPr sz="1297">
                <a:solidFill>
                  <a:srgbClr val="E6EDF7"/>
                </a:solidFill>
                <a:latin typeface="Menlo"/>
                <a:ea typeface="Menlo"/>
                <a:cs typeface="Menlo"/>
              </a:rPr>
              <a:t>.</a:t>
            </a:r>
            <a:r>
              <a:rPr sz="1297">
                <a:solidFill>
                  <a:srgbClr val="F6C177"/>
                </a:solidFill>
                <a:latin typeface="Menlo"/>
                <a:ea typeface="Menlo"/>
                <a:cs typeface="Menlo"/>
              </a:rPr>
              <a:t>body</a:t>
            </a:r>
            <a:r>
              <a:rPr sz="1297">
                <a:solidFill>
                  <a:srgbClr val="E6EDF7"/>
                </a:solidFill>
                <a:latin typeface="Menlo"/>
                <a:ea typeface="Menlo"/>
                <a:cs typeface="Menlo"/>
              </a:rPr>
              <a:t>.</a:t>
            </a:r>
            <a:r>
              <a:rPr sz="1297">
                <a:solidFill>
                  <a:srgbClr val="F6C177"/>
                </a:solidFill>
                <a:latin typeface="Menlo"/>
                <a:ea typeface="Menlo"/>
                <a:cs typeface="Menlo"/>
              </a:rPr>
              <a:t>grade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p>
        </p:txBody>
      </p:sp>
      <p:sp>
        <p:nvSpPr>
          <p:cNvPr id="35" name="">
            <a:extLst xmlns:a="http://schemas.openxmlformats.org/drawingml/2006/main">
              <a:ext uri="{FF2B5EF4-FFF2-40B4-BE49-F238E27FC236}">
                <a16:creationId xmlns:a16="http://schemas.microsoft.com/office/drawing/2014/main" id="{7D28A6DD-0242-4431-9027-A468559C9AA1}"/>
              </a:ext>
            </a:extLst>
          </p:cNvPr>
          <p:cNvSpPr>
            <a:spLocks xmlns:a="http://schemas.openxmlformats.org/drawingml/2006/main" noGrp="1"/>
          </p:cNvSpPr>
          <p:nvPr/>
        </p:nvSpPr>
        <p:spPr>
          <a:xfrm xmlns:a="http://schemas.openxmlformats.org/drawingml/2006/main">
            <a:off x="800100" y="348615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07</a:t>
            </a:r>
          </a:p>
        </p:txBody>
      </p:sp>
      <p:sp>
        <p:nvSpPr>
          <p:cNvPr id="36" name="Código editable">
            <a:extLst xmlns:a="http://schemas.openxmlformats.org/drawingml/2006/main">
              <a:ext uri="{FF2B5EF4-FFF2-40B4-BE49-F238E27FC236}">
                <a16:creationId xmlns:a16="http://schemas.microsoft.com/office/drawing/2014/main" id="{C1F5354B-AA0F-42A3-916C-E4858A533427}"/>
              </a:ext>
            </a:extLst>
          </p:cNvPr>
          <p:cNvSpPr>
            <a:spLocks xmlns:a="http://schemas.openxmlformats.org/drawingml/2006/main" noGrp="1"/>
          </p:cNvSpPr>
          <p:nvPr/>
        </p:nvSpPr>
        <p:spPr>
          <a:xfrm xmlns:a="http://schemas.openxmlformats.org/drawingml/2006/main">
            <a:off x="1171575" y="348615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r>
              <a:rPr sz="1297">
                <a:solidFill>
                  <a:srgbClr val="E6EDF7"/>
                </a:solidFill>
                <a:latin typeface="Menlo"/>
                <a:ea typeface="Menlo"/>
                <a:cs typeface="Menlo"/>
              </a:rPr>
              <a:t>,</a:t>
            </a:r>
          </a:p>
        </p:txBody>
      </p:sp>
      <p:sp>
        <p:nvSpPr>
          <p:cNvPr id="37" name="">
            <a:extLst xmlns:a="http://schemas.openxmlformats.org/drawingml/2006/main">
              <a:ext uri="{FF2B5EF4-FFF2-40B4-BE49-F238E27FC236}">
                <a16:creationId xmlns:a16="http://schemas.microsoft.com/office/drawing/2014/main" id="{5509B34D-7805-4E4F-A295-03A1C80DD13A}"/>
              </a:ext>
            </a:extLst>
          </p:cNvPr>
          <p:cNvSpPr>
            <a:spLocks xmlns:a="http://schemas.openxmlformats.org/drawingml/2006/main" noGrp="1"/>
          </p:cNvSpPr>
          <p:nvPr/>
        </p:nvSpPr>
        <p:spPr>
          <a:xfrm xmlns:a="http://schemas.openxmlformats.org/drawingml/2006/main">
            <a:off x="1123950" y="3687763"/>
            <a:ext cx="5638800" cy="211138"/>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3D9FCC0D-1EA2-40F6-A3F4-3476AE6DD1ED}"/>
              </a:ext>
            </a:extLst>
          </p:cNvPr>
          <p:cNvSpPr>
            <a:spLocks xmlns:a="http://schemas.openxmlformats.org/drawingml/2006/main" noGrp="1"/>
          </p:cNvSpPr>
          <p:nvPr/>
        </p:nvSpPr>
        <p:spPr>
          <a:xfrm xmlns:a="http://schemas.openxmlformats.org/drawingml/2006/main">
            <a:off x="733425" y="3697288"/>
            <a:ext cx="1905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08</a:t>
            </a:r>
          </a:p>
        </p:txBody>
      </p:sp>
      <p:sp>
        <p:nvSpPr>
          <p:cNvPr id="39" name="">
            <a:extLst xmlns:a="http://schemas.openxmlformats.org/drawingml/2006/main">
              <a:ext uri="{FF2B5EF4-FFF2-40B4-BE49-F238E27FC236}">
                <a16:creationId xmlns:a16="http://schemas.microsoft.com/office/drawing/2014/main" id="{2E384AB6-843B-4CF3-AA68-0F42D89BAEBC}"/>
              </a:ext>
            </a:extLst>
          </p:cNvPr>
          <p:cNvSpPr>
            <a:spLocks xmlns:a="http://schemas.openxmlformats.org/drawingml/2006/main" noGrp="1"/>
          </p:cNvSpPr>
          <p:nvPr/>
        </p:nvSpPr>
        <p:spPr>
          <a:xfrm xmlns:a="http://schemas.openxmlformats.org/drawingml/2006/main">
            <a:off x="1123950" y="3687763"/>
            <a:ext cx="28575" cy="211138"/>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1B5E858-FCB3-4A4E-99C5-28B3549B16E5}"/>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09CA18E-3C09-4544-81F0-F99356AC0DF7}"/>
              </a:ext>
            </a:extLst>
          </p:cNvPr>
          <p:cNvSpPr>
            <a:spLocks xmlns:a="http://schemas.openxmlformats.org/drawingml/2006/main" noGrp="1"/>
          </p:cNvSpPr>
          <p:nvPr/>
        </p:nvSpPr>
        <p:spPr>
          <a:xfrm xmlns:a="http://schemas.openxmlformats.org/drawingml/2006/main">
            <a:off x="962025" y="371236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96A82E77-A8C4-40E6-97CE-B22177CE13E6}"/>
              </a:ext>
            </a:extLst>
          </p:cNvPr>
          <p:cNvSpPr>
            <a:spLocks xmlns:a="http://schemas.openxmlformats.org/drawingml/2006/main" noGrp="1"/>
          </p:cNvSpPr>
          <p:nvPr/>
        </p:nvSpPr>
        <p:spPr>
          <a:xfrm xmlns:a="http://schemas.openxmlformats.org/drawingml/2006/main">
            <a:off x="1171575" y="369728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72839B"/>
                </a:solidFill>
                <a:latin typeface="Menlo"/>
                <a:ea typeface="Menlo"/>
                <a:cs typeface="Menlo"/>
              </a:rPr>
              <a:t>// Identidad tomada del registro seleccionado</a:t>
            </a:r>
          </a:p>
        </p:txBody>
      </p:sp>
      <p:sp>
        <p:nvSpPr>
          <p:cNvPr id="43" name="">
            <a:extLst xmlns:a="http://schemas.openxmlformats.org/drawingml/2006/main">
              <a:ext uri="{FF2B5EF4-FFF2-40B4-BE49-F238E27FC236}">
                <a16:creationId xmlns:a16="http://schemas.microsoft.com/office/drawing/2014/main" id="{3C6ACE62-2549-4BD8-A3FF-35A11D400238}"/>
              </a:ext>
            </a:extLst>
          </p:cNvPr>
          <p:cNvSpPr>
            <a:spLocks xmlns:a="http://schemas.openxmlformats.org/drawingml/2006/main" noGrp="1"/>
          </p:cNvSpPr>
          <p:nvPr/>
        </p:nvSpPr>
        <p:spPr>
          <a:xfrm xmlns:a="http://schemas.openxmlformats.org/drawingml/2006/main">
            <a:off x="800100" y="3908425"/>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09</a:t>
            </a:r>
          </a:p>
        </p:txBody>
      </p:sp>
      <p:sp>
        <p:nvSpPr>
          <p:cNvPr id="44" name="Código editable">
            <a:extLst xmlns:a="http://schemas.openxmlformats.org/drawingml/2006/main">
              <a:ext uri="{FF2B5EF4-FFF2-40B4-BE49-F238E27FC236}">
                <a16:creationId xmlns:a16="http://schemas.microsoft.com/office/drawing/2014/main" id="{E787656D-0715-44A5-97DB-2894DE3CC57A}"/>
              </a:ext>
            </a:extLst>
          </p:cNvPr>
          <p:cNvSpPr>
            <a:spLocks xmlns:a="http://schemas.openxmlformats.org/drawingml/2006/main" noGrp="1"/>
          </p:cNvSpPr>
          <p:nvPr/>
        </p:nvSpPr>
        <p:spPr>
          <a:xfrm xmlns:a="http://schemas.openxmlformats.org/drawingml/2006/main">
            <a:off x="1171575" y="3908425"/>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estudianteId</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id</a:t>
            </a:r>
            <a:r>
              <a:rPr sz="1297">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7D5E7105-9A8D-431B-83D7-26C495C428D4}"/>
              </a:ext>
            </a:extLst>
          </p:cNvPr>
          <p:cNvSpPr>
            <a:spLocks xmlns:a="http://schemas.openxmlformats.org/drawingml/2006/main" noGrp="1"/>
          </p:cNvSpPr>
          <p:nvPr/>
        </p:nvSpPr>
        <p:spPr>
          <a:xfrm xmlns:a="http://schemas.openxmlformats.org/drawingml/2006/main">
            <a:off x="800100" y="4119563"/>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10</a:t>
            </a:r>
          </a:p>
        </p:txBody>
      </p:sp>
      <p:sp>
        <p:nvSpPr>
          <p:cNvPr id="46" name="Código editable">
            <a:extLst xmlns:a="http://schemas.openxmlformats.org/drawingml/2006/main">
              <a:ext uri="{FF2B5EF4-FFF2-40B4-BE49-F238E27FC236}">
                <a16:creationId xmlns:a16="http://schemas.microsoft.com/office/drawing/2014/main" id="{D85A9127-1EA8-4681-9725-7543FB037D13}"/>
              </a:ext>
            </a:extLst>
          </p:cNvPr>
          <p:cNvSpPr>
            <a:spLocks xmlns:a="http://schemas.openxmlformats.org/drawingml/2006/main" noGrp="1"/>
          </p:cNvSpPr>
          <p:nvPr/>
        </p:nvSpPr>
        <p:spPr>
          <a:xfrm xmlns:a="http://schemas.openxmlformats.org/drawingml/2006/main">
            <a:off x="1171575" y="4119563"/>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matricula</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enrollmentNumber</a:t>
            </a:r>
            <a:r>
              <a:rPr sz="1297">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F09134A4-0736-4158-AE36-0FF787EDEDA1}"/>
              </a:ext>
            </a:extLst>
          </p:cNvPr>
          <p:cNvSpPr>
            <a:spLocks xmlns:a="http://schemas.openxmlformats.org/drawingml/2006/main" noGrp="1"/>
          </p:cNvSpPr>
          <p:nvPr/>
        </p:nvSpPr>
        <p:spPr>
          <a:xfrm xmlns:a="http://schemas.openxmlformats.org/drawingml/2006/main">
            <a:off x="800100" y="4330700"/>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11</a:t>
            </a:r>
          </a:p>
        </p:txBody>
      </p:sp>
      <p:sp>
        <p:nvSpPr>
          <p:cNvPr id="48" name="Código editable">
            <a:extLst xmlns:a="http://schemas.openxmlformats.org/drawingml/2006/main">
              <a:ext uri="{FF2B5EF4-FFF2-40B4-BE49-F238E27FC236}">
                <a16:creationId xmlns:a16="http://schemas.microsoft.com/office/drawing/2014/main" id="{A5FACA2C-3F05-4EB6-BBF4-6D8ABCD5BAFD}"/>
              </a:ext>
            </a:extLst>
          </p:cNvPr>
          <p:cNvSpPr>
            <a:spLocks xmlns:a="http://schemas.openxmlformats.org/drawingml/2006/main" noGrp="1"/>
          </p:cNvSpPr>
          <p:nvPr/>
        </p:nvSpPr>
        <p:spPr>
          <a:xfrm xmlns:a="http://schemas.openxmlformats.org/drawingml/2006/main">
            <a:off x="1171575" y="4330700"/>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  </a:t>
            </a:r>
            <a:r>
              <a:rPr sz="1297">
                <a:solidFill>
                  <a:srgbClr val="E6EDF7"/>
                </a:solidFill>
                <a:latin typeface="Menlo"/>
                <a:ea typeface="Menlo"/>
                <a:cs typeface="Menlo"/>
              </a:rPr>
              <a:t>nombreEstudiante</a:t>
            </a:r>
            <a:r>
              <a:rPr sz="1297">
                <a:solidFill>
                  <a:srgbClr val="E6EDF7"/>
                </a:solidFill>
                <a:latin typeface="Menlo"/>
                <a:ea typeface="Menlo"/>
                <a:cs typeface="Menlo"/>
              </a:rPr>
              <a:t>:</a:t>
            </a:r>
            <a:r>
              <a:rPr sz="1297">
                <a:solidFill>
                  <a:srgbClr val="E6EDF7"/>
                </a:solidFill>
                <a:latin typeface="Menlo"/>
                <a:ea typeface="Menlo"/>
                <a:cs typeface="Menlo"/>
              </a:rPr>
              <a:t> </a:t>
            </a:r>
            <a:r>
              <a:rPr sz="1297">
                <a:solidFill>
                  <a:srgbClr val="E6EDF7"/>
                </a:solidFill>
                <a:latin typeface="Menlo"/>
                <a:ea typeface="Menlo"/>
                <a:cs typeface="Menlo"/>
              </a:rPr>
              <a:t>student</a:t>
            </a:r>
            <a:r>
              <a:rPr sz="1297">
                <a:solidFill>
                  <a:srgbClr val="E6EDF7"/>
                </a:solidFill>
                <a:latin typeface="Menlo"/>
                <a:ea typeface="Menlo"/>
                <a:cs typeface="Menlo"/>
              </a:rPr>
              <a:t>.</a:t>
            </a:r>
            <a:r>
              <a:rPr sz="1297">
                <a:solidFill>
                  <a:srgbClr val="F6C177"/>
                </a:solidFill>
                <a:latin typeface="Menlo"/>
                <a:ea typeface="Menlo"/>
                <a:cs typeface="Menlo"/>
              </a:rPr>
              <a:t>fullName</a:t>
            </a:r>
          </a:p>
        </p:txBody>
      </p:sp>
      <p:sp>
        <p:nvSpPr>
          <p:cNvPr id="49" name="">
            <a:extLst xmlns:a="http://schemas.openxmlformats.org/drawingml/2006/main">
              <a:ext uri="{FF2B5EF4-FFF2-40B4-BE49-F238E27FC236}">
                <a16:creationId xmlns:a16="http://schemas.microsoft.com/office/drawing/2014/main" id="{08F3988C-3A17-4A8D-BEFE-7376F07FFD70}"/>
              </a:ext>
            </a:extLst>
          </p:cNvPr>
          <p:cNvSpPr>
            <a:spLocks xmlns:a="http://schemas.openxmlformats.org/drawingml/2006/main" noGrp="1"/>
          </p:cNvSpPr>
          <p:nvPr/>
        </p:nvSpPr>
        <p:spPr>
          <a:xfrm xmlns:a="http://schemas.openxmlformats.org/drawingml/2006/main">
            <a:off x="800100" y="4541838"/>
            <a:ext cx="24765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97" b="0">
                <a:solidFill>
                  <a:srgbClr val="647791"/>
                </a:solidFill>
                <a:latin typeface="Aptos"/>
                <a:ea typeface="Aptos"/>
                <a:cs typeface="Aptos"/>
              </a:defRPr>
            </a:defPPr>
            <a:lvl1pPr algn="r">
              <a:defRPr sz="1297" b="0">
                <a:solidFill>
                  <a:srgbClr val="647791"/>
                </a:solidFill>
                <a:latin typeface="Aptos"/>
                <a:ea typeface="Aptos"/>
                <a:cs typeface="Aptos"/>
              </a:defRPr>
            </a:lvl1pPr>
            <a:lvl2pPr algn="r">
              <a:defRPr sz="1297" b="0">
                <a:solidFill>
                  <a:srgbClr val="647791"/>
                </a:solidFill>
                <a:latin typeface="Aptos"/>
                <a:ea typeface="Aptos"/>
                <a:cs typeface="Aptos"/>
              </a:defRPr>
            </a:lvl2pPr>
            <a:lvl3pPr algn="r">
              <a:defRPr sz="1297" b="0">
                <a:solidFill>
                  <a:srgbClr val="647791"/>
                </a:solidFill>
                <a:latin typeface="Aptos"/>
                <a:ea typeface="Aptos"/>
                <a:cs typeface="Aptos"/>
              </a:defRPr>
            </a:lvl3pPr>
            <a:lvl4pPr algn="r">
              <a:defRPr sz="1297" b="0">
                <a:solidFill>
                  <a:srgbClr val="647791"/>
                </a:solidFill>
                <a:latin typeface="Aptos"/>
                <a:ea typeface="Aptos"/>
                <a:cs typeface="Aptos"/>
              </a:defRPr>
            </a:lvl4pPr>
            <a:lvl5pPr algn="r">
              <a:defRPr sz="1297" b="0">
                <a:solidFill>
                  <a:srgbClr val="647791"/>
                </a:solidFill>
                <a:latin typeface="Aptos"/>
                <a:ea typeface="Aptos"/>
                <a:cs typeface="Aptos"/>
              </a:defRPr>
            </a:lvl5pPr>
            <a:lvl6pPr algn="r">
              <a:defRPr sz="1297" b="0">
                <a:solidFill>
                  <a:srgbClr val="647791"/>
                </a:solidFill>
                <a:latin typeface="Aptos"/>
                <a:ea typeface="Aptos"/>
                <a:cs typeface="Aptos"/>
              </a:defRPr>
            </a:lvl6pPr>
            <a:lvl7pPr algn="r">
              <a:defRPr sz="1297" b="0">
                <a:solidFill>
                  <a:srgbClr val="647791"/>
                </a:solidFill>
                <a:latin typeface="Aptos"/>
                <a:ea typeface="Aptos"/>
                <a:cs typeface="Aptos"/>
              </a:defRPr>
            </a:lvl7pPr>
            <a:lvl8pPr algn="r">
              <a:defRPr sz="1297" b="0">
                <a:solidFill>
                  <a:srgbClr val="647791"/>
                </a:solidFill>
                <a:latin typeface="Aptos"/>
                <a:ea typeface="Aptos"/>
                <a:cs typeface="Aptos"/>
              </a:defRPr>
            </a:lvl8pPr>
            <a:lvl9pPr algn="r">
              <a:defRPr sz="1297" b="0">
                <a:solidFill>
                  <a:srgbClr val="647791"/>
                </a:solidFill>
                <a:latin typeface="Aptos"/>
                <a:ea typeface="Aptos"/>
                <a:cs typeface="Aptos"/>
              </a:defRPr>
            </a:lvl9pPr>
          </a:lstStyle>
          <a:p xmlns:a="http://schemas.openxmlformats.org/drawingml/2006/main">
            <a:pPr algn="r">
              <a:defRPr sz="1297" b="0">
                <a:solidFill>
                  <a:srgbClr val="647791"/>
                </a:solidFill>
                <a:latin typeface="Aptos"/>
                <a:ea typeface="Aptos"/>
                <a:cs typeface="Aptos"/>
              </a:defRPr>
            </a:pPr>
            <a:r>
              <a:rPr sz="1297" b="0">
                <a:solidFill>
                  <a:srgbClr val="647791"/>
                </a:solidFill>
                <a:latin typeface="Aptos"/>
                <a:ea typeface="Aptos"/>
                <a:cs typeface="Aptos"/>
              </a:rPr>
              <a:t>12</a:t>
            </a:r>
          </a:p>
        </p:txBody>
      </p:sp>
      <p:sp>
        <p:nvSpPr>
          <p:cNvPr id="50" name="Código editable">
            <a:extLst xmlns:a="http://schemas.openxmlformats.org/drawingml/2006/main">
              <a:ext uri="{FF2B5EF4-FFF2-40B4-BE49-F238E27FC236}">
                <a16:creationId xmlns:a16="http://schemas.microsoft.com/office/drawing/2014/main" id="{B3B5A50F-2737-4D46-A676-EE08DDB5DB8E}"/>
              </a:ext>
            </a:extLst>
          </p:cNvPr>
          <p:cNvSpPr>
            <a:spLocks xmlns:a="http://schemas.openxmlformats.org/drawingml/2006/main" noGrp="1"/>
          </p:cNvSpPr>
          <p:nvPr/>
        </p:nvSpPr>
        <p:spPr>
          <a:xfrm xmlns:a="http://schemas.openxmlformats.org/drawingml/2006/main">
            <a:off x="1171575" y="4541838"/>
            <a:ext cx="5562600" cy="2111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97">
                <a:solidFill>
                  <a:srgbClr val="E6EDF7"/>
                </a:solidFill>
                <a:latin typeface="Menlo"/>
                <a:ea typeface="Menlo"/>
                <a:cs typeface="Menlo"/>
              </a:defRPr>
            </a:defPPr>
            <a:lvl1pPr algn="l">
              <a:defRPr sz="1297">
                <a:solidFill>
                  <a:srgbClr val="E6EDF7"/>
                </a:solidFill>
                <a:latin typeface="Menlo"/>
                <a:ea typeface="Menlo"/>
                <a:cs typeface="Menlo"/>
              </a:defRPr>
            </a:lvl1pPr>
            <a:lvl2pPr algn="l">
              <a:defRPr sz="1297">
                <a:solidFill>
                  <a:srgbClr val="E6EDF7"/>
                </a:solidFill>
                <a:latin typeface="Menlo"/>
                <a:ea typeface="Menlo"/>
                <a:cs typeface="Menlo"/>
              </a:defRPr>
            </a:lvl2pPr>
            <a:lvl3pPr algn="l">
              <a:defRPr sz="1297">
                <a:solidFill>
                  <a:srgbClr val="E6EDF7"/>
                </a:solidFill>
                <a:latin typeface="Menlo"/>
                <a:ea typeface="Menlo"/>
                <a:cs typeface="Menlo"/>
              </a:defRPr>
            </a:lvl3pPr>
            <a:lvl4pPr algn="l">
              <a:defRPr sz="1297">
                <a:solidFill>
                  <a:srgbClr val="E6EDF7"/>
                </a:solidFill>
                <a:latin typeface="Menlo"/>
                <a:ea typeface="Menlo"/>
                <a:cs typeface="Menlo"/>
              </a:defRPr>
            </a:lvl4pPr>
            <a:lvl5pPr algn="l">
              <a:defRPr sz="1297">
                <a:solidFill>
                  <a:srgbClr val="E6EDF7"/>
                </a:solidFill>
                <a:latin typeface="Menlo"/>
                <a:ea typeface="Menlo"/>
                <a:cs typeface="Menlo"/>
              </a:defRPr>
            </a:lvl5pPr>
            <a:lvl6pPr algn="l">
              <a:defRPr sz="1297">
                <a:solidFill>
                  <a:srgbClr val="E6EDF7"/>
                </a:solidFill>
                <a:latin typeface="Menlo"/>
                <a:ea typeface="Menlo"/>
                <a:cs typeface="Menlo"/>
              </a:defRPr>
            </a:lvl6pPr>
            <a:lvl7pPr algn="l">
              <a:defRPr sz="1297">
                <a:solidFill>
                  <a:srgbClr val="E6EDF7"/>
                </a:solidFill>
                <a:latin typeface="Menlo"/>
                <a:ea typeface="Menlo"/>
                <a:cs typeface="Menlo"/>
              </a:defRPr>
            </a:lvl7pPr>
            <a:lvl8pPr algn="l">
              <a:defRPr sz="1297">
                <a:solidFill>
                  <a:srgbClr val="E6EDF7"/>
                </a:solidFill>
                <a:latin typeface="Menlo"/>
                <a:ea typeface="Menlo"/>
                <a:cs typeface="Menlo"/>
              </a:defRPr>
            </a:lvl8pPr>
            <a:lvl9pPr algn="l">
              <a:defRPr sz="1297">
                <a:solidFill>
                  <a:srgbClr val="E6EDF7"/>
                </a:solidFill>
                <a:latin typeface="Menlo"/>
                <a:ea typeface="Menlo"/>
                <a:cs typeface="Menlo"/>
              </a:defRPr>
            </a:lvl9pPr>
          </a:lstStyle>
          <a:p xmlns:a="http://schemas.openxmlformats.org/drawingml/2006/main">
            <a:pPr algn="l">
              <a:defRPr sz="1297">
                <a:solidFill>
                  <a:srgbClr val="E6EDF7"/>
                </a:solidFill>
                <a:latin typeface="Menlo"/>
                <a:ea typeface="Menlo"/>
                <a:cs typeface="Menlo"/>
              </a:defRPr>
            </a:pPr>
            <a:r>
              <a:rPr sz="1297">
                <a:solidFill>
                  <a:srgbClr val="E6EDF7"/>
                </a:solidFill>
                <a:latin typeface="Menlo"/>
                <a:ea typeface="Menlo"/>
                <a:cs typeface="Menlo"/>
              </a:rPr>
              <a:t>}</a:t>
            </a:r>
          </a:p>
        </p:txBody>
      </p:sp>
      <p:sp>
        <p:nvSpPr>
          <p:cNvPr id="51" name="">
            <a:extLst xmlns:a="http://schemas.openxmlformats.org/drawingml/2006/main">
              <a:ext uri="{FF2B5EF4-FFF2-40B4-BE49-F238E27FC236}">
                <a16:creationId xmlns:a16="http://schemas.microsoft.com/office/drawing/2014/main" id="{2FA1DAD3-5BED-47B7-B81A-2EEA6AB8A1B2}"/>
              </a:ext>
            </a:extLst>
          </p:cNvPr>
          <p:cNvSpPr>
            <a:spLocks xmlns:a="http://schemas.openxmlformats.org/drawingml/2006/main" noGrp="1"/>
          </p:cNvSpPr>
          <p:nvPr/>
        </p:nvSpPr>
        <p:spPr>
          <a:xfrm xmlns:a="http://schemas.openxmlformats.org/drawingml/2006/main">
            <a:off x="7524750" y="171450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2" name="">
            <a:extLst xmlns:a="http://schemas.openxmlformats.org/drawingml/2006/main">
              <a:ext uri="{FF2B5EF4-FFF2-40B4-BE49-F238E27FC236}">
                <a16:creationId xmlns:a16="http://schemas.microsoft.com/office/drawing/2014/main" id="{1BFBD7CC-4A37-4D89-BF20-67F007F4670C}"/>
              </a:ext>
            </a:extLst>
          </p:cNvPr>
          <p:cNvSpPr>
            <a:spLocks xmlns:a="http://schemas.openxmlformats.org/drawingml/2006/main" noGrp="1"/>
          </p:cNvSpPr>
          <p:nvPr/>
        </p:nvSpPr>
        <p:spPr>
          <a:xfrm xmlns:a="http://schemas.openxmlformats.org/drawingml/2006/main">
            <a:off x="7524750" y="1714500"/>
            <a:ext cx="76200" cy="100012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0052996A-93F6-4AF1-BBE7-158027B54108}"/>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E77B95E-5FDA-42C9-8629-880944D4D2F4}"/>
              </a:ext>
            </a:extLst>
          </p:cNvPr>
          <p:cNvSpPr>
            <a:spLocks xmlns:a="http://schemas.openxmlformats.org/drawingml/2006/main" noGrp="1"/>
          </p:cNvSpPr>
          <p:nvPr/>
        </p:nvSpPr>
        <p:spPr>
          <a:xfrm xmlns:a="http://schemas.openxmlformats.org/drawingml/2006/main">
            <a:off x="76676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55" name="">
            <a:extLst xmlns:a="http://schemas.openxmlformats.org/drawingml/2006/main">
              <a:ext uri="{FF2B5EF4-FFF2-40B4-BE49-F238E27FC236}">
                <a16:creationId xmlns:a16="http://schemas.microsoft.com/office/drawing/2014/main" id="{19FCBB1D-D038-487B-9D99-97371AE9BA2D}"/>
              </a:ext>
            </a:extLst>
          </p:cNvPr>
          <p:cNvSpPr>
            <a:spLocks xmlns:a="http://schemas.openxmlformats.org/drawingml/2006/main" noGrp="1"/>
          </p:cNvSpPr>
          <p:nvPr/>
        </p:nvSpPr>
        <p:spPr>
          <a:xfrm xmlns:a="http://schemas.openxmlformats.org/drawingml/2006/main">
            <a:off x="8020050" y="182880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defRPr sz="1425" b="1">
                <a:solidFill>
                  <a:srgbClr val="F2B544"/>
                </a:solidFill>
                <a:latin typeface="Aptos"/>
                <a:ea typeface="Aptos"/>
                <a:cs typeface="Aptos"/>
              </a:defRPr>
            </a:lvl1pPr>
            <a:lvl2pPr algn="l">
              <a:defRPr sz="1425" b="1">
                <a:solidFill>
                  <a:srgbClr val="F2B544"/>
                </a:solidFill>
                <a:latin typeface="Aptos"/>
                <a:ea typeface="Aptos"/>
                <a:cs typeface="Aptos"/>
              </a:defRPr>
            </a:lvl2pPr>
            <a:lvl3pPr algn="l">
              <a:defRPr sz="1425" b="1">
                <a:solidFill>
                  <a:srgbClr val="F2B544"/>
                </a:solidFill>
                <a:latin typeface="Aptos"/>
                <a:ea typeface="Aptos"/>
                <a:cs typeface="Aptos"/>
              </a:defRPr>
            </a:lvl3pPr>
            <a:lvl4pPr algn="l">
              <a:defRPr sz="1425" b="1">
                <a:solidFill>
                  <a:srgbClr val="F2B544"/>
                </a:solidFill>
                <a:latin typeface="Aptos"/>
                <a:ea typeface="Aptos"/>
                <a:cs typeface="Aptos"/>
              </a:defRPr>
            </a:lvl4pPr>
            <a:lvl5pPr algn="l">
              <a:defRPr sz="1425" b="1">
                <a:solidFill>
                  <a:srgbClr val="F2B544"/>
                </a:solidFill>
                <a:latin typeface="Aptos"/>
                <a:ea typeface="Aptos"/>
                <a:cs typeface="Aptos"/>
              </a:defRPr>
            </a:lvl5pPr>
            <a:lvl6pPr algn="l">
              <a:defRPr sz="1425" b="1">
                <a:solidFill>
                  <a:srgbClr val="F2B544"/>
                </a:solidFill>
                <a:latin typeface="Aptos"/>
                <a:ea typeface="Aptos"/>
                <a:cs typeface="Aptos"/>
              </a:defRPr>
            </a:lvl6pPr>
            <a:lvl7pPr algn="l">
              <a:defRPr sz="1425" b="1">
                <a:solidFill>
                  <a:srgbClr val="F2B544"/>
                </a:solidFill>
                <a:latin typeface="Aptos"/>
                <a:ea typeface="Aptos"/>
                <a:cs typeface="Aptos"/>
              </a:defRPr>
            </a:lvl7pPr>
            <a:lvl8pPr algn="l">
              <a:defRPr sz="1425" b="1">
                <a:solidFill>
                  <a:srgbClr val="F2B544"/>
                </a:solidFill>
                <a:latin typeface="Aptos"/>
                <a:ea typeface="Aptos"/>
                <a:cs typeface="Aptos"/>
              </a:defRPr>
            </a:lvl8pPr>
            <a:lvl9pPr algn="l">
              <a:defRPr sz="1425" b="1">
                <a:solidFill>
                  <a:srgbClr val="F2B544"/>
                </a:solidFill>
                <a:latin typeface="Aptos"/>
                <a:ea typeface="Aptos"/>
                <a:cs typeface="Aptos"/>
              </a:defRPr>
            </a:lvl9pPr>
          </a:lstStyle>
          <a:p xmlns:a="http://schemas.openxmlformats.org/drawingml/2006/main">
            <a:pPr algn="l">
              <a:defRPr sz="1425" b="1">
                <a:solidFill>
                  <a:srgbClr val="F2B544"/>
                </a:solidFill>
                <a:latin typeface="Aptos"/>
                <a:ea typeface="Aptos"/>
                <a:cs typeface="Aptos"/>
              </a:defRPr>
            </a:pPr>
            <a:r>
              <a:rPr sz="1425" b="1">
                <a:solidFill>
                  <a:srgbClr val="F2B544"/>
                </a:solidFill>
                <a:latin typeface="Aptos"/>
                <a:ea typeface="Aptos"/>
                <a:cs typeface="Aptos"/>
              </a:rPr>
              <a:t>Nota validada</a:t>
            </a:r>
          </a:p>
        </p:txBody>
      </p:sp>
      <p:sp>
        <p:nvSpPr>
          <p:cNvPr id="56" name="">
            <a:extLst xmlns:a="http://schemas.openxmlformats.org/drawingml/2006/main">
              <a:ext uri="{FF2B5EF4-FFF2-40B4-BE49-F238E27FC236}">
                <a16:creationId xmlns:a16="http://schemas.microsoft.com/office/drawing/2014/main" id="{8CECEC48-D5FD-4370-ACA7-68DBB5F8D0F9}"/>
              </a:ext>
            </a:extLst>
          </p:cNvPr>
          <p:cNvSpPr>
            <a:spLocks xmlns:a="http://schemas.openxmlformats.org/drawingml/2006/main" noGrp="1"/>
          </p:cNvSpPr>
          <p:nvPr/>
        </p:nvSpPr>
        <p:spPr>
          <a:xfrm xmlns:a="http://schemas.openxmlformats.org/drawingml/2006/main">
            <a:off x="7734300" y="219075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El servidor limita el valor al rango 1–10.</a:t>
            </a:r>
          </a:p>
        </p:txBody>
      </p:sp>
      <p:sp>
        <p:nvSpPr>
          <p:cNvPr id="57" name="">
            <a:extLst xmlns:a="http://schemas.openxmlformats.org/drawingml/2006/main">
              <a:ext uri="{FF2B5EF4-FFF2-40B4-BE49-F238E27FC236}">
                <a16:creationId xmlns:a16="http://schemas.microsoft.com/office/drawing/2014/main" id="{6CF57BCF-DEC2-425A-BFFB-D12EF3047D1A}"/>
              </a:ext>
            </a:extLst>
          </p:cNvPr>
          <p:cNvSpPr>
            <a:spLocks xmlns:a="http://schemas.openxmlformats.org/drawingml/2006/main" noGrp="1"/>
          </p:cNvSpPr>
          <p:nvPr/>
        </p:nvSpPr>
        <p:spPr>
          <a:xfrm xmlns:a="http://schemas.openxmlformats.org/drawingml/2006/main">
            <a:off x="7524750" y="3000375"/>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58" name="">
            <a:extLst xmlns:a="http://schemas.openxmlformats.org/drawingml/2006/main">
              <a:ext uri="{FF2B5EF4-FFF2-40B4-BE49-F238E27FC236}">
                <a16:creationId xmlns:a16="http://schemas.microsoft.com/office/drawing/2014/main" id="{9D303926-91AE-4CB2-A04C-FD4FBC2AB5D9}"/>
              </a:ext>
            </a:extLst>
          </p:cNvPr>
          <p:cNvSpPr>
            <a:spLocks xmlns:a="http://schemas.openxmlformats.org/drawingml/2006/main" noGrp="1"/>
          </p:cNvSpPr>
          <p:nvPr/>
        </p:nvSpPr>
        <p:spPr>
          <a:xfrm xmlns:a="http://schemas.openxmlformats.org/drawingml/2006/main">
            <a:off x="7524750" y="3000375"/>
            <a:ext cx="76200" cy="100012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FB45FB6-DE78-4AA8-8E99-23078BDE523B}"/>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5BD5B331-D6BD-41EE-8BEE-DF3A32E1073E}"/>
              </a:ext>
            </a:extLst>
          </p:cNvPr>
          <p:cNvSpPr>
            <a:spLocks xmlns:a="http://schemas.openxmlformats.org/drawingml/2006/main" noGrp="1"/>
          </p:cNvSpPr>
          <p:nvPr/>
        </p:nvSpPr>
        <p:spPr>
          <a:xfrm xmlns:a="http://schemas.openxmlformats.org/drawingml/2006/main">
            <a:off x="7667625" y="3124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61" name="">
            <a:extLst xmlns:a="http://schemas.openxmlformats.org/drawingml/2006/main">
              <a:ext uri="{FF2B5EF4-FFF2-40B4-BE49-F238E27FC236}">
                <a16:creationId xmlns:a16="http://schemas.microsoft.com/office/drawing/2014/main" id="{9D386B5C-1F51-423F-92E3-7874166DA209}"/>
              </a:ext>
            </a:extLst>
          </p:cNvPr>
          <p:cNvSpPr>
            <a:spLocks xmlns:a="http://schemas.openxmlformats.org/drawingml/2006/main" noGrp="1"/>
          </p:cNvSpPr>
          <p:nvPr/>
        </p:nvSpPr>
        <p:spPr>
          <a:xfrm xmlns:a="http://schemas.openxmlformats.org/drawingml/2006/main">
            <a:off x="8020050" y="3114675"/>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defRPr sz="1425" b="1">
                <a:solidFill>
                  <a:srgbClr val="2846A0"/>
                </a:solidFill>
                <a:latin typeface="Aptos"/>
                <a:ea typeface="Aptos"/>
                <a:cs typeface="Aptos"/>
              </a:defRPr>
            </a:lvl1pPr>
            <a:lvl2pPr algn="l">
              <a:defRPr sz="1425" b="1">
                <a:solidFill>
                  <a:srgbClr val="2846A0"/>
                </a:solidFill>
                <a:latin typeface="Aptos"/>
                <a:ea typeface="Aptos"/>
                <a:cs typeface="Aptos"/>
              </a:defRPr>
            </a:lvl2pPr>
            <a:lvl3pPr algn="l">
              <a:defRPr sz="1425" b="1">
                <a:solidFill>
                  <a:srgbClr val="2846A0"/>
                </a:solidFill>
                <a:latin typeface="Aptos"/>
                <a:ea typeface="Aptos"/>
                <a:cs typeface="Aptos"/>
              </a:defRPr>
            </a:lvl3pPr>
            <a:lvl4pPr algn="l">
              <a:defRPr sz="1425" b="1">
                <a:solidFill>
                  <a:srgbClr val="2846A0"/>
                </a:solidFill>
                <a:latin typeface="Aptos"/>
                <a:ea typeface="Aptos"/>
                <a:cs typeface="Aptos"/>
              </a:defRPr>
            </a:lvl4pPr>
            <a:lvl5pPr algn="l">
              <a:defRPr sz="1425" b="1">
                <a:solidFill>
                  <a:srgbClr val="2846A0"/>
                </a:solidFill>
                <a:latin typeface="Aptos"/>
                <a:ea typeface="Aptos"/>
                <a:cs typeface="Aptos"/>
              </a:defRPr>
            </a:lvl5pPr>
            <a:lvl6pPr algn="l">
              <a:defRPr sz="1425" b="1">
                <a:solidFill>
                  <a:srgbClr val="2846A0"/>
                </a:solidFill>
                <a:latin typeface="Aptos"/>
                <a:ea typeface="Aptos"/>
                <a:cs typeface="Aptos"/>
              </a:defRPr>
            </a:lvl6pPr>
            <a:lvl7pPr algn="l">
              <a:defRPr sz="1425" b="1">
                <a:solidFill>
                  <a:srgbClr val="2846A0"/>
                </a:solidFill>
                <a:latin typeface="Aptos"/>
                <a:ea typeface="Aptos"/>
                <a:cs typeface="Aptos"/>
              </a:defRPr>
            </a:lvl7pPr>
            <a:lvl8pPr algn="l">
              <a:defRPr sz="1425" b="1">
                <a:solidFill>
                  <a:srgbClr val="2846A0"/>
                </a:solidFill>
                <a:latin typeface="Aptos"/>
                <a:ea typeface="Aptos"/>
                <a:cs typeface="Aptos"/>
              </a:defRPr>
            </a:lvl8pPr>
            <a:lvl9pPr algn="l">
              <a:defRPr sz="1425" b="1">
                <a:solidFill>
                  <a:srgbClr val="2846A0"/>
                </a:solidFill>
                <a:latin typeface="Aptos"/>
                <a:ea typeface="Aptos"/>
                <a:cs typeface="Aptos"/>
              </a:defRPr>
            </a:lvl9pPr>
          </a:lstStyle>
          <a:p xmlns:a="http://schemas.openxmlformats.org/drawingml/2006/main">
            <a:pPr algn="l">
              <a:defRPr sz="1425" b="1">
                <a:solidFill>
                  <a:srgbClr val="2846A0"/>
                </a:solidFill>
                <a:latin typeface="Aptos"/>
                <a:ea typeface="Aptos"/>
                <a:cs typeface="Aptos"/>
              </a:defRPr>
            </a:pPr>
            <a:r>
              <a:rPr sz="1425" b="1">
                <a:solidFill>
                  <a:srgbClr val="2846A0"/>
                </a:solidFill>
                <a:latin typeface="Aptos"/>
                <a:ea typeface="Aptos"/>
                <a:cs typeface="Aptos"/>
              </a:rPr>
              <a:t>Titular asociado</a:t>
            </a:r>
          </a:p>
        </p:txBody>
      </p:sp>
      <p:sp>
        <p:nvSpPr>
          <p:cNvPr id="62" name="">
            <a:extLst xmlns:a="http://schemas.openxmlformats.org/drawingml/2006/main">
              <a:ext uri="{FF2B5EF4-FFF2-40B4-BE49-F238E27FC236}">
                <a16:creationId xmlns:a16="http://schemas.microsoft.com/office/drawing/2014/main" id="{9477A503-BD9C-4706-B9A3-0570CDEF38D0}"/>
              </a:ext>
            </a:extLst>
          </p:cNvPr>
          <p:cNvSpPr>
            <a:spLocks xmlns:a="http://schemas.openxmlformats.org/drawingml/2006/main" noGrp="1"/>
          </p:cNvSpPr>
          <p:nvPr/>
        </p:nvSpPr>
        <p:spPr>
          <a:xfrm xmlns:a="http://schemas.openxmlformats.org/drawingml/2006/main">
            <a:off x="7734300" y="3476625"/>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ID, matrícula y nombre salen del registro.</a:t>
            </a:r>
          </a:p>
        </p:txBody>
      </p:sp>
      <p:sp>
        <p:nvSpPr>
          <p:cNvPr id="63" name="">
            <a:extLst xmlns:a="http://schemas.openxmlformats.org/drawingml/2006/main">
              <a:ext uri="{FF2B5EF4-FFF2-40B4-BE49-F238E27FC236}">
                <a16:creationId xmlns:a16="http://schemas.microsoft.com/office/drawing/2014/main" id="{CDCB88C7-2539-42F4-BE0A-16E9092706EA}"/>
              </a:ext>
            </a:extLst>
          </p:cNvPr>
          <p:cNvSpPr>
            <a:spLocks xmlns:a="http://schemas.openxmlformats.org/drawingml/2006/main" noGrp="1"/>
          </p:cNvSpPr>
          <p:nvPr/>
        </p:nvSpPr>
        <p:spPr>
          <a:xfrm xmlns:a="http://schemas.openxmlformats.org/drawingml/2006/main">
            <a:off x="10867263" y="3300603"/>
            <a:ext cx="115824" cy="11582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A9A27E3-F4AE-499E-AF89-988B111C6726}"/>
              </a:ext>
            </a:extLst>
          </p:cNvPr>
          <p:cNvSpPr>
            <a:spLocks xmlns:a="http://schemas.openxmlformats.org/drawingml/2006/main" noGrp="1"/>
          </p:cNvSpPr>
          <p:nvPr/>
        </p:nvSpPr>
        <p:spPr>
          <a:xfrm xmlns:a="http://schemas.openxmlformats.org/drawingml/2006/main">
            <a:off x="10791254" y="3438144"/>
            <a:ext cx="267843" cy="188214"/>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57D0621A-B21E-4FD4-8064-0172AD69CC5F}"/>
              </a:ext>
            </a:extLst>
          </p:cNvPr>
          <p:cNvSpPr>
            <a:spLocks xmlns:a="http://schemas.openxmlformats.org/drawingml/2006/main" noGrp="1"/>
          </p:cNvSpPr>
          <p:nvPr/>
        </p:nvSpPr>
        <p:spPr>
          <a:xfrm xmlns:a="http://schemas.openxmlformats.org/drawingml/2006/main">
            <a:off x="7524750" y="4286250"/>
            <a:ext cx="3762375" cy="1000125"/>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9525">
            <a:solidFill>
              <a:srgbClr val="DCE3ED"/>
            </a:solidFill>
            <a:prstDash val="solid"/>
          </a:ln>
        </p:spPr>
      </p:sp>
      <p:sp>
        <p:nvSpPr>
          <p:cNvPr id="66" name="">
            <a:extLst xmlns:a="http://schemas.openxmlformats.org/drawingml/2006/main">
              <a:ext uri="{FF2B5EF4-FFF2-40B4-BE49-F238E27FC236}">
                <a16:creationId xmlns:a16="http://schemas.microsoft.com/office/drawing/2014/main" id="{55DB47AC-9108-4B55-A2DC-F6921F58C301}"/>
              </a:ext>
            </a:extLst>
          </p:cNvPr>
          <p:cNvSpPr>
            <a:spLocks xmlns:a="http://schemas.openxmlformats.org/drawingml/2006/main" noGrp="1"/>
          </p:cNvSpPr>
          <p:nvPr/>
        </p:nvSpPr>
        <p:spPr>
          <a:xfrm xmlns:a="http://schemas.openxmlformats.org/drawingml/2006/main">
            <a:off x="7524750" y="4286250"/>
            <a:ext cx="76200" cy="100012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83C8E080-2F8C-46D2-98A4-E64A07A7C2B2}"/>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138705C-DCE6-4E38-8B30-0BA030F1E48B}"/>
              </a:ext>
            </a:extLst>
          </p:cNvPr>
          <p:cNvSpPr>
            <a:spLocks xmlns:a="http://schemas.openxmlformats.org/drawingml/2006/main" noGrp="1"/>
          </p:cNvSpPr>
          <p:nvPr/>
        </p:nvSpPr>
        <p:spPr>
          <a:xfrm xmlns:a="http://schemas.openxmlformats.org/drawingml/2006/main">
            <a:off x="7667625" y="441007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69" name="">
            <a:extLst xmlns:a="http://schemas.openxmlformats.org/drawingml/2006/main">
              <a:ext uri="{FF2B5EF4-FFF2-40B4-BE49-F238E27FC236}">
                <a16:creationId xmlns:a16="http://schemas.microsoft.com/office/drawing/2014/main" id="{D685EB15-D3F4-445F-84F2-FA65878C74F6}"/>
              </a:ext>
            </a:extLst>
          </p:cNvPr>
          <p:cNvSpPr>
            <a:spLocks xmlns:a="http://schemas.openxmlformats.org/drawingml/2006/main" noGrp="1"/>
          </p:cNvSpPr>
          <p:nvPr/>
        </p:nvSpPr>
        <p:spPr>
          <a:xfrm xmlns:a="http://schemas.openxmlformats.org/drawingml/2006/main">
            <a:off x="8020050" y="4400550"/>
            <a:ext cx="3133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defRPr sz="1425" b="1">
                <a:solidFill>
                  <a:srgbClr val="22B8A8"/>
                </a:solidFill>
                <a:latin typeface="Aptos"/>
                <a:ea typeface="Aptos"/>
                <a:cs typeface="Aptos"/>
              </a:defRPr>
            </a:lvl1pPr>
            <a:lvl2pPr algn="l">
              <a:defRPr sz="1425" b="1">
                <a:solidFill>
                  <a:srgbClr val="22B8A8"/>
                </a:solidFill>
                <a:latin typeface="Aptos"/>
                <a:ea typeface="Aptos"/>
                <a:cs typeface="Aptos"/>
              </a:defRPr>
            </a:lvl2pPr>
            <a:lvl3pPr algn="l">
              <a:defRPr sz="1425" b="1">
                <a:solidFill>
                  <a:srgbClr val="22B8A8"/>
                </a:solidFill>
                <a:latin typeface="Aptos"/>
                <a:ea typeface="Aptos"/>
                <a:cs typeface="Aptos"/>
              </a:defRPr>
            </a:lvl3pPr>
            <a:lvl4pPr algn="l">
              <a:defRPr sz="1425" b="1">
                <a:solidFill>
                  <a:srgbClr val="22B8A8"/>
                </a:solidFill>
                <a:latin typeface="Aptos"/>
                <a:ea typeface="Aptos"/>
                <a:cs typeface="Aptos"/>
              </a:defRPr>
            </a:lvl4pPr>
            <a:lvl5pPr algn="l">
              <a:defRPr sz="1425" b="1">
                <a:solidFill>
                  <a:srgbClr val="22B8A8"/>
                </a:solidFill>
                <a:latin typeface="Aptos"/>
                <a:ea typeface="Aptos"/>
                <a:cs typeface="Aptos"/>
              </a:defRPr>
            </a:lvl5pPr>
            <a:lvl6pPr algn="l">
              <a:defRPr sz="1425" b="1">
                <a:solidFill>
                  <a:srgbClr val="22B8A8"/>
                </a:solidFill>
                <a:latin typeface="Aptos"/>
                <a:ea typeface="Aptos"/>
                <a:cs typeface="Aptos"/>
              </a:defRPr>
            </a:lvl6pPr>
            <a:lvl7pPr algn="l">
              <a:defRPr sz="1425" b="1">
                <a:solidFill>
                  <a:srgbClr val="22B8A8"/>
                </a:solidFill>
                <a:latin typeface="Aptos"/>
                <a:ea typeface="Aptos"/>
                <a:cs typeface="Aptos"/>
              </a:defRPr>
            </a:lvl7pPr>
            <a:lvl8pPr algn="l">
              <a:defRPr sz="1425" b="1">
                <a:solidFill>
                  <a:srgbClr val="22B8A8"/>
                </a:solidFill>
                <a:latin typeface="Aptos"/>
                <a:ea typeface="Aptos"/>
                <a:cs typeface="Aptos"/>
              </a:defRPr>
            </a:lvl8pPr>
            <a:lvl9pPr algn="l">
              <a:defRPr sz="1425" b="1">
                <a:solidFill>
                  <a:srgbClr val="22B8A8"/>
                </a:solidFill>
                <a:latin typeface="Aptos"/>
                <a:ea typeface="Aptos"/>
                <a:cs typeface="Aptos"/>
              </a:defRPr>
            </a:lvl9pPr>
          </a:lstStyle>
          <a:p xmlns:a="http://schemas.openxmlformats.org/drawingml/2006/main">
            <a:pPr algn="l">
              <a:defRPr sz="1425" b="1">
                <a:solidFill>
                  <a:srgbClr val="22B8A8"/>
                </a:solidFill>
                <a:latin typeface="Aptos"/>
                <a:ea typeface="Aptos"/>
                <a:cs typeface="Aptos"/>
              </a:defRPr>
            </a:pPr>
            <a:r>
              <a:rPr sz="1425" b="1">
                <a:solidFill>
                  <a:srgbClr val="22B8A8"/>
                </a:solidFill>
                <a:latin typeface="Aptos"/>
                <a:ea typeface="Aptos"/>
                <a:cs typeface="Aptos"/>
              </a:rPr>
              <a:t>Claims firmados</a:t>
            </a:r>
          </a:p>
        </p:txBody>
      </p:sp>
      <p:sp>
        <p:nvSpPr>
          <p:cNvPr id="70" name="">
            <a:extLst xmlns:a="http://schemas.openxmlformats.org/drawingml/2006/main">
              <a:ext uri="{FF2B5EF4-FFF2-40B4-BE49-F238E27FC236}">
                <a16:creationId xmlns:a16="http://schemas.microsoft.com/office/drawing/2014/main" id="{DF02F367-1D6F-413C-8278-420AC7C15740}"/>
              </a:ext>
            </a:extLst>
          </p:cNvPr>
          <p:cNvSpPr>
            <a:spLocks xmlns:a="http://schemas.openxmlformats.org/drawingml/2006/main" noGrp="1"/>
          </p:cNvSpPr>
          <p:nvPr/>
        </p:nvSpPr>
        <p:spPr>
          <a:xfrm xmlns:a="http://schemas.openxmlformats.org/drawingml/2006/main">
            <a:off x="7734300" y="4762500"/>
            <a:ext cx="3362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Los datos quedan protegidos por la firma.</a:t>
            </a:r>
          </a:p>
        </p:txBody>
      </p:sp>
      <p:sp>
        <p:nvSpPr>
          <p:cNvPr id="71" name="">
            <a:extLst xmlns:a="http://schemas.openxmlformats.org/drawingml/2006/main">
              <a:ext uri="{FF2B5EF4-FFF2-40B4-BE49-F238E27FC236}">
                <a16:creationId xmlns:a16="http://schemas.microsoft.com/office/drawing/2014/main" id="{D47AFB95-B0E6-4A56-8AB3-4732CC1A06F9}"/>
              </a:ext>
            </a:extLst>
          </p:cNvPr>
          <p:cNvSpPr>
            <a:spLocks xmlns:a="http://schemas.openxmlformats.org/drawingml/2006/main" noGrp="1"/>
          </p:cNvSpPr>
          <p:nvPr/>
        </p:nvSpPr>
        <p:spPr>
          <a:xfrm xmlns:a="http://schemas.openxmlformats.org/drawingml/2006/main">
            <a:off x="857250" y="53816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650" b="1">
                <a:solidFill>
                  <a:srgbClr val="D95757"/>
                </a:solidFill>
                <a:latin typeface="Aptos"/>
                <a:ea typeface="Aptos"/>
                <a:cs typeface="Aptos"/>
              </a:defRPr>
            </a:defPPr>
            <a:lvl1pPr algn="ctr">
              <a:defRPr sz="1650" b="1">
                <a:solidFill>
                  <a:srgbClr val="D95757"/>
                </a:solidFill>
                <a:latin typeface="Aptos"/>
                <a:ea typeface="Aptos"/>
                <a:cs typeface="Aptos"/>
              </a:defRPr>
            </a:lvl1pPr>
            <a:lvl2pPr algn="ctr">
              <a:defRPr sz="1650" b="1">
                <a:solidFill>
                  <a:srgbClr val="D95757"/>
                </a:solidFill>
                <a:latin typeface="Aptos"/>
                <a:ea typeface="Aptos"/>
                <a:cs typeface="Aptos"/>
              </a:defRPr>
            </a:lvl2pPr>
            <a:lvl3pPr algn="ctr">
              <a:defRPr sz="1650" b="1">
                <a:solidFill>
                  <a:srgbClr val="D95757"/>
                </a:solidFill>
                <a:latin typeface="Aptos"/>
                <a:ea typeface="Aptos"/>
                <a:cs typeface="Aptos"/>
              </a:defRPr>
            </a:lvl3pPr>
            <a:lvl4pPr algn="ctr">
              <a:defRPr sz="1650" b="1">
                <a:solidFill>
                  <a:srgbClr val="D95757"/>
                </a:solidFill>
                <a:latin typeface="Aptos"/>
                <a:ea typeface="Aptos"/>
                <a:cs typeface="Aptos"/>
              </a:defRPr>
            </a:lvl4pPr>
            <a:lvl5pPr algn="ctr">
              <a:defRPr sz="1650" b="1">
                <a:solidFill>
                  <a:srgbClr val="D95757"/>
                </a:solidFill>
                <a:latin typeface="Aptos"/>
                <a:ea typeface="Aptos"/>
                <a:cs typeface="Aptos"/>
              </a:defRPr>
            </a:lvl5pPr>
            <a:lvl6pPr algn="ctr">
              <a:defRPr sz="1650" b="1">
                <a:solidFill>
                  <a:srgbClr val="D95757"/>
                </a:solidFill>
                <a:latin typeface="Aptos"/>
                <a:ea typeface="Aptos"/>
                <a:cs typeface="Aptos"/>
              </a:defRPr>
            </a:lvl6pPr>
            <a:lvl7pPr algn="ctr">
              <a:defRPr sz="1650" b="1">
                <a:solidFill>
                  <a:srgbClr val="D95757"/>
                </a:solidFill>
                <a:latin typeface="Aptos"/>
                <a:ea typeface="Aptos"/>
                <a:cs typeface="Aptos"/>
              </a:defRPr>
            </a:lvl7pPr>
            <a:lvl8pPr algn="ctr">
              <a:defRPr sz="1650" b="1">
                <a:solidFill>
                  <a:srgbClr val="D95757"/>
                </a:solidFill>
                <a:latin typeface="Aptos"/>
                <a:ea typeface="Aptos"/>
                <a:cs typeface="Aptos"/>
              </a:defRPr>
            </a:lvl8pPr>
            <a:lvl9pPr algn="ctr">
              <a:defRPr sz="1650" b="1">
                <a:solidFill>
                  <a:srgbClr val="D95757"/>
                </a:solidFill>
                <a:latin typeface="Aptos"/>
                <a:ea typeface="Aptos"/>
                <a:cs typeface="Aptos"/>
              </a:defRPr>
            </a:lvl9pPr>
          </a:lstStyle>
          <a:p xmlns:a="http://schemas.openxmlformats.org/drawingml/2006/main">
            <a:pPr algn="ctr">
              <a:defRPr sz="1650" b="1">
                <a:solidFill>
                  <a:srgbClr val="D95757"/>
                </a:solidFill>
                <a:latin typeface="Aptos"/>
                <a:ea typeface="Aptos"/>
                <a:cs typeface="Aptos"/>
              </a:defRPr>
            </a:pPr>
            <a:r>
              <a:rPr sz="1650" b="1">
                <a:solidFill>
                  <a:srgbClr val="D95757"/>
                </a:solidFill>
                <a:latin typeface="Aptos"/>
                <a:ea typeface="Aptos"/>
                <a:cs typeface="Aptos"/>
              </a:rPr>
              <a:t>Identidad demo ≠ identidad institucional verificada</a:t>
            </a:r>
          </a:p>
        </p:txBody>
      </p:sp>
    </p:spTree>
    <p:extLst>
      <p:ext uri="{BB962C8B-B14F-4D97-AF65-F5344CB8AC3E}">
        <p14:creationId xmlns:p14="http://schemas.microsoft.com/office/powerpoint/2010/main" val="260441486"/>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F3018775-AAD6-494D-8BC4-D2D2532C12C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ENTREGA</a:t>
            </a:r>
          </a:p>
        </p:txBody>
      </p:sp>
      <p:sp>
        <p:nvSpPr>
          <p:cNvPr id="2" name="">
            <a:extLst xmlns:a="http://schemas.openxmlformats.org/drawingml/2006/main">
              <a:ext uri="{FF2B5EF4-FFF2-40B4-BE49-F238E27FC236}">
                <a16:creationId xmlns:a16="http://schemas.microsoft.com/office/drawing/2014/main" id="{23D7BD1D-2C55-4CD6-8F5F-277518081523}"/>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12F3A6E-8E7E-4896-BFD8-8ADF812BE4DE}"/>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El QR de entrega es opaco, temporal y de un solo uso</a:t>
            </a:r>
          </a:p>
        </p:txBody>
      </p:sp>
      <p:sp>
        <p:nvSpPr>
          <p:cNvPr id="4" name="">
            <a:extLst xmlns:a="http://schemas.openxmlformats.org/drawingml/2006/main">
              <a:ext uri="{FF2B5EF4-FFF2-40B4-BE49-F238E27FC236}">
                <a16:creationId xmlns:a16="http://schemas.microsoft.com/office/drawing/2014/main" id="{614C639A-497C-49D9-B6CA-51F763726D25}"/>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483C52E0-AEB2-4CEF-9B83-849BCAAF5BEF}"/>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B7A5482-BA4D-41C6-9755-A708B196101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D50D5EA9-56B7-4263-A844-731868EA8067}"/>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5DA0D-4018-4BFA-8D2D-70220D0572C1}"/>
              </a:ext>
            </a:extLst>
          </p:cNvPr>
          <p:cNvSpPr>
            <a:spLocks xmlns:a="http://schemas.openxmlformats.org/drawingml/2006/main" noGrp="1"/>
          </p:cNvSpPr>
          <p:nvPr/>
        </p:nvSpPr>
        <p:spPr>
          <a:xfrm xmlns:a="http://schemas.openxmlformats.org/drawingml/2006/main">
            <a:off x="15716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defRPr sz="2025" b="1">
                <a:solidFill>
                  <a:srgbClr val="FFFFFF"/>
                </a:solidFill>
                <a:latin typeface="Aptos"/>
                <a:ea typeface="Aptos"/>
                <a:cs typeface="Aptos"/>
              </a:defRPr>
            </a:lvl1pPr>
            <a:lvl2pPr algn="ctr">
              <a:defRPr sz="2025" b="1">
                <a:solidFill>
                  <a:srgbClr val="FFFFFF"/>
                </a:solidFill>
                <a:latin typeface="Aptos"/>
                <a:ea typeface="Aptos"/>
                <a:cs typeface="Aptos"/>
              </a:defRPr>
            </a:lvl2pPr>
            <a:lvl3pPr algn="ctr">
              <a:defRPr sz="2025" b="1">
                <a:solidFill>
                  <a:srgbClr val="FFFFFF"/>
                </a:solidFill>
                <a:latin typeface="Aptos"/>
                <a:ea typeface="Aptos"/>
                <a:cs typeface="Aptos"/>
              </a:defRPr>
            </a:lvl3pPr>
            <a:lvl4pPr algn="ctr">
              <a:defRPr sz="2025" b="1">
                <a:solidFill>
                  <a:srgbClr val="FFFFFF"/>
                </a:solidFill>
                <a:latin typeface="Aptos"/>
                <a:ea typeface="Aptos"/>
                <a:cs typeface="Aptos"/>
              </a:defRPr>
            </a:lvl4pPr>
            <a:lvl5pPr algn="ctr">
              <a:defRPr sz="2025" b="1">
                <a:solidFill>
                  <a:srgbClr val="FFFFFF"/>
                </a:solidFill>
                <a:latin typeface="Aptos"/>
                <a:ea typeface="Aptos"/>
                <a:cs typeface="Aptos"/>
              </a:defRPr>
            </a:lvl5pPr>
            <a:lvl6pPr algn="ctr">
              <a:defRPr sz="2025" b="1">
                <a:solidFill>
                  <a:srgbClr val="FFFFFF"/>
                </a:solidFill>
                <a:latin typeface="Aptos"/>
                <a:ea typeface="Aptos"/>
                <a:cs typeface="Aptos"/>
              </a:defRPr>
            </a:lvl6pPr>
            <a:lvl7pPr algn="ctr">
              <a:defRPr sz="2025" b="1">
                <a:solidFill>
                  <a:srgbClr val="FFFFFF"/>
                </a:solidFill>
                <a:latin typeface="Aptos"/>
                <a:ea typeface="Aptos"/>
                <a:cs typeface="Aptos"/>
              </a:defRPr>
            </a:lvl7pPr>
            <a:lvl8pPr algn="ctr">
              <a:defRPr sz="2025" b="1">
                <a:solidFill>
                  <a:srgbClr val="FFFFFF"/>
                </a:solidFill>
                <a:latin typeface="Aptos"/>
                <a:ea typeface="Aptos"/>
                <a:cs typeface="Aptos"/>
              </a:defRPr>
            </a:lvl8pPr>
            <a:lvl9pPr algn="ctr">
              <a:defRPr sz="2025" b="1">
                <a:solidFill>
                  <a:srgbClr val="FFFFFF"/>
                </a:solidFill>
                <a:latin typeface="Aptos"/>
                <a:ea typeface="Aptos"/>
                <a:cs typeface="Aptos"/>
              </a:defRPr>
            </a:lvl9pPr>
          </a:lstStyle>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C6D76B19-85FF-4E5E-83B8-842BEF794EFB}"/>
              </a:ext>
            </a:extLst>
          </p:cNvPr>
          <p:cNvSpPr>
            <a:spLocks xmlns:a="http://schemas.openxmlformats.org/drawingml/2006/main" noGrp="1"/>
          </p:cNvSpPr>
          <p:nvPr/>
        </p:nvSpPr>
        <p:spPr>
          <a:xfrm xmlns:a="http://schemas.openxmlformats.org/drawingml/2006/main">
            <a:off x="8001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defRPr sz="1425" b="1">
                <a:solidFill>
                  <a:srgbClr val="172554"/>
                </a:solidFill>
                <a:latin typeface="Aptos"/>
                <a:ea typeface="Aptos"/>
                <a:cs typeface="Aptos"/>
              </a:defRPr>
            </a:lvl1pPr>
            <a:lvl2pPr algn="ctr">
              <a:defRPr sz="1425" b="1">
                <a:solidFill>
                  <a:srgbClr val="172554"/>
                </a:solidFill>
                <a:latin typeface="Aptos"/>
                <a:ea typeface="Aptos"/>
                <a:cs typeface="Aptos"/>
              </a:defRPr>
            </a:lvl2pPr>
            <a:lvl3pPr algn="ctr">
              <a:defRPr sz="1425" b="1">
                <a:solidFill>
                  <a:srgbClr val="172554"/>
                </a:solidFill>
                <a:latin typeface="Aptos"/>
                <a:ea typeface="Aptos"/>
                <a:cs typeface="Aptos"/>
              </a:defRPr>
            </a:lvl3pPr>
            <a:lvl4pPr algn="ctr">
              <a:defRPr sz="1425" b="1">
                <a:solidFill>
                  <a:srgbClr val="172554"/>
                </a:solidFill>
                <a:latin typeface="Aptos"/>
                <a:ea typeface="Aptos"/>
                <a:cs typeface="Aptos"/>
              </a:defRPr>
            </a:lvl4pPr>
            <a:lvl5pPr algn="ctr">
              <a:defRPr sz="1425" b="1">
                <a:solidFill>
                  <a:srgbClr val="172554"/>
                </a:solidFill>
                <a:latin typeface="Aptos"/>
                <a:ea typeface="Aptos"/>
                <a:cs typeface="Aptos"/>
              </a:defRPr>
            </a:lvl5pPr>
            <a:lvl6pPr algn="ctr">
              <a:defRPr sz="1425" b="1">
                <a:solidFill>
                  <a:srgbClr val="172554"/>
                </a:solidFill>
                <a:latin typeface="Aptos"/>
                <a:ea typeface="Aptos"/>
                <a:cs typeface="Aptos"/>
              </a:defRPr>
            </a:lvl6pPr>
            <a:lvl7pPr algn="ctr">
              <a:defRPr sz="1425" b="1">
                <a:solidFill>
                  <a:srgbClr val="172554"/>
                </a:solidFill>
                <a:latin typeface="Aptos"/>
                <a:ea typeface="Aptos"/>
                <a:cs typeface="Aptos"/>
              </a:defRPr>
            </a:lvl7pPr>
            <a:lvl8pPr algn="ctr">
              <a:defRPr sz="1425" b="1">
                <a:solidFill>
                  <a:srgbClr val="172554"/>
                </a:solidFill>
                <a:latin typeface="Aptos"/>
                <a:ea typeface="Aptos"/>
                <a:cs typeface="Aptos"/>
              </a:defRPr>
            </a:lvl8pPr>
            <a:lvl9pPr algn="ctr">
              <a:defRPr sz="1425" b="1">
                <a:solidFill>
                  <a:srgbClr val="172554"/>
                </a:solidFill>
                <a:latin typeface="Aptos"/>
                <a:ea typeface="Aptos"/>
                <a:cs typeface="Aptos"/>
              </a:defRPr>
            </a:lvl9pPr>
          </a:lstStyle>
          <a:p xmlns:a="http://schemas.openxmlformats.org/drawingml/2006/main">
            <a:pPr algn="ctr">
              <a:defRPr sz="1425" b="1">
                <a:solidFill>
                  <a:srgbClr val="172554"/>
                </a:solidFill>
                <a:latin typeface="Aptos"/>
                <a:ea typeface="Aptos"/>
                <a:cs typeface="Aptos"/>
              </a:defRPr>
            </a:pPr>
            <a:r>
              <a:rPr sz="1425" b="1">
                <a:solidFill>
                  <a:srgbClr val="172554"/>
                </a:solidFill>
                <a:latin typeface="Aptos"/>
                <a:ea typeface="Aptos"/>
                <a:cs typeface="Aptos"/>
              </a:rPr>
              <a:t>Código aleatorio</a:t>
            </a:r>
          </a:p>
        </p:txBody>
      </p:sp>
      <p:sp>
        <p:nvSpPr>
          <p:cNvPr id="10" name="">
            <a:extLst xmlns:a="http://schemas.openxmlformats.org/drawingml/2006/main">
              <a:ext uri="{FF2B5EF4-FFF2-40B4-BE49-F238E27FC236}">
                <a16:creationId xmlns:a16="http://schemas.microsoft.com/office/drawing/2014/main" id="{21C4D190-D18F-46FF-B908-B70B6969EF2A}"/>
              </a:ext>
            </a:extLst>
          </p:cNvPr>
          <p:cNvSpPr>
            <a:spLocks xmlns:a="http://schemas.openxmlformats.org/drawingml/2006/main" noGrp="1"/>
          </p:cNvSpPr>
          <p:nvPr/>
        </p:nvSpPr>
        <p:spPr>
          <a:xfrm xmlns:a="http://schemas.openxmlformats.org/drawingml/2006/main">
            <a:off x="7905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El QR solo referencia una entrega</a:t>
            </a:r>
          </a:p>
        </p:txBody>
      </p:sp>
      <p:sp>
        <p:nvSpPr>
          <p:cNvPr id="11" name="">
            <a:extLst xmlns:a="http://schemas.openxmlformats.org/drawingml/2006/main">
              <a:ext uri="{FF2B5EF4-FFF2-40B4-BE49-F238E27FC236}">
                <a16:creationId xmlns:a16="http://schemas.microsoft.com/office/drawing/2014/main" id="{7EE84ECB-BA90-4F83-8F7A-DCD1BFFBF484}"/>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30CEDFD-9008-4C0B-8BC4-EF0D3CD9B2E1}"/>
              </a:ext>
            </a:extLst>
          </p:cNvPr>
          <p:cNvSpPr>
            <a:spLocks xmlns:a="http://schemas.openxmlformats.org/drawingml/2006/main" noGrp="1"/>
          </p:cNvSpPr>
          <p:nvPr/>
        </p:nvSpPr>
        <p:spPr>
          <a:xfrm xmlns:a="http://schemas.openxmlformats.org/drawingml/2006/main">
            <a:off x="43910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defRPr sz="2025" b="1">
                <a:solidFill>
                  <a:srgbClr val="FFFFFF"/>
                </a:solidFill>
                <a:latin typeface="Aptos"/>
                <a:ea typeface="Aptos"/>
                <a:cs typeface="Aptos"/>
              </a:defRPr>
            </a:lvl1pPr>
            <a:lvl2pPr algn="ctr">
              <a:defRPr sz="2025" b="1">
                <a:solidFill>
                  <a:srgbClr val="FFFFFF"/>
                </a:solidFill>
                <a:latin typeface="Aptos"/>
                <a:ea typeface="Aptos"/>
                <a:cs typeface="Aptos"/>
              </a:defRPr>
            </a:lvl2pPr>
            <a:lvl3pPr algn="ctr">
              <a:defRPr sz="2025" b="1">
                <a:solidFill>
                  <a:srgbClr val="FFFFFF"/>
                </a:solidFill>
                <a:latin typeface="Aptos"/>
                <a:ea typeface="Aptos"/>
                <a:cs typeface="Aptos"/>
              </a:defRPr>
            </a:lvl3pPr>
            <a:lvl4pPr algn="ctr">
              <a:defRPr sz="2025" b="1">
                <a:solidFill>
                  <a:srgbClr val="FFFFFF"/>
                </a:solidFill>
                <a:latin typeface="Aptos"/>
                <a:ea typeface="Aptos"/>
                <a:cs typeface="Aptos"/>
              </a:defRPr>
            </a:lvl4pPr>
            <a:lvl5pPr algn="ctr">
              <a:defRPr sz="2025" b="1">
                <a:solidFill>
                  <a:srgbClr val="FFFFFF"/>
                </a:solidFill>
                <a:latin typeface="Aptos"/>
                <a:ea typeface="Aptos"/>
                <a:cs typeface="Aptos"/>
              </a:defRPr>
            </a:lvl5pPr>
            <a:lvl6pPr algn="ctr">
              <a:defRPr sz="2025" b="1">
                <a:solidFill>
                  <a:srgbClr val="FFFFFF"/>
                </a:solidFill>
                <a:latin typeface="Aptos"/>
                <a:ea typeface="Aptos"/>
                <a:cs typeface="Aptos"/>
              </a:defRPr>
            </a:lvl6pPr>
            <a:lvl7pPr algn="ctr">
              <a:defRPr sz="2025" b="1">
                <a:solidFill>
                  <a:srgbClr val="FFFFFF"/>
                </a:solidFill>
                <a:latin typeface="Aptos"/>
                <a:ea typeface="Aptos"/>
                <a:cs typeface="Aptos"/>
              </a:defRPr>
            </a:lvl7pPr>
            <a:lvl8pPr algn="ctr">
              <a:defRPr sz="2025" b="1">
                <a:solidFill>
                  <a:srgbClr val="FFFFFF"/>
                </a:solidFill>
                <a:latin typeface="Aptos"/>
                <a:ea typeface="Aptos"/>
                <a:cs typeface="Aptos"/>
              </a:defRPr>
            </a:lvl8pPr>
            <a:lvl9pPr algn="ctr">
              <a:defRPr sz="2025" b="1">
                <a:solidFill>
                  <a:srgbClr val="FFFFFF"/>
                </a:solidFill>
                <a:latin typeface="Aptos"/>
                <a:ea typeface="Aptos"/>
                <a:cs typeface="Aptos"/>
              </a:defRPr>
            </a:lvl9pPr>
          </a:lstStyle>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BF4CC247-DDE3-48F8-8456-AF3CE9CB87C0}"/>
              </a:ext>
            </a:extLst>
          </p:cNvPr>
          <p:cNvSpPr>
            <a:spLocks xmlns:a="http://schemas.openxmlformats.org/drawingml/2006/main" noGrp="1"/>
          </p:cNvSpPr>
          <p:nvPr/>
        </p:nvSpPr>
        <p:spPr>
          <a:xfrm xmlns:a="http://schemas.openxmlformats.org/drawingml/2006/main">
            <a:off x="36195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defRPr sz="1425" b="1">
                <a:solidFill>
                  <a:srgbClr val="172554"/>
                </a:solidFill>
                <a:latin typeface="Aptos"/>
                <a:ea typeface="Aptos"/>
                <a:cs typeface="Aptos"/>
              </a:defRPr>
            </a:lvl1pPr>
            <a:lvl2pPr algn="ctr">
              <a:defRPr sz="1425" b="1">
                <a:solidFill>
                  <a:srgbClr val="172554"/>
                </a:solidFill>
                <a:latin typeface="Aptos"/>
                <a:ea typeface="Aptos"/>
                <a:cs typeface="Aptos"/>
              </a:defRPr>
            </a:lvl2pPr>
            <a:lvl3pPr algn="ctr">
              <a:defRPr sz="1425" b="1">
                <a:solidFill>
                  <a:srgbClr val="172554"/>
                </a:solidFill>
                <a:latin typeface="Aptos"/>
                <a:ea typeface="Aptos"/>
                <a:cs typeface="Aptos"/>
              </a:defRPr>
            </a:lvl3pPr>
            <a:lvl4pPr algn="ctr">
              <a:defRPr sz="1425" b="1">
                <a:solidFill>
                  <a:srgbClr val="172554"/>
                </a:solidFill>
                <a:latin typeface="Aptos"/>
                <a:ea typeface="Aptos"/>
                <a:cs typeface="Aptos"/>
              </a:defRPr>
            </a:lvl4pPr>
            <a:lvl5pPr algn="ctr">
              <a:defRPr sz="1425" b="1">
                <a:solidFill>
                  <a:srgbClr val="172554"/>
                </a:solidFill>
                <a:latin typeface="Aptos"/>
                <a:ea typeface="Aptos"/>
                <a:cs typeface="Aptos"/>
              </a:defRPr>
            </a:lvl5pPr>
            <a:lvl6pPr algn="ctr">
              <a:defRPr sz="1425" b="1">
                <a:solidFill>
                  <a:srgbClr val="172554"/>
                </a:solidFill>
                <a:latin typeface="Aptos"/>
                <a:ea typeface="Aptos"/>
                <a:cs typeface="Aptos"/>
              </a:defRPr>
            </a:lvl6pPr>
            <a:lvl7pPr algn="ctr">
              <a:defRPr sz="1425" b="1">
                <a:solidFill>
                  <a:srgbClr val="172554"/>
                </a:solidFill>
                <a:latin typeface="Aptos"/>
                <a:ea typeface="Aptos"/>
                <a:cs typeface="Aptos"/>
              </a:defRPr>
            </a:lvl7pPr>
            <a:lvl8pPr algn="ctr">
              <a:defRPr sz="1425" b="1">
                <a:solidFill>
                  <a:srgbClr val="172554"/>
                </a:solidFill>
                <a:latin typeface="Aptos"/>
                <a:ea typeface="Aptos"/>
                <a:cs typeface="Aptos"/>
              </a:defRPr>
            </a:lvl8pPr>
            <a:lvl9pPr algn="ctr">
              <a:defRPr sz="1425" b="1">
                <a:solidFill>
                  <a:srgbClr val="172554"/>
                </a:solidFill>
                <a:latin typeface="Aptos"/>
                <a:ea typeface="Aptos"/>
                <a:cs typeface="Aptos"/>
              </a:defRPr>
            </a:lvl9pPr>
          </a:lstStyle>
          <a:p xmlns:a="http://schemas.openxmlformats.org/drawingml/2006/main">
            <a:pPr algn="ctr">
              <a:defRPr sz="1425" b="1">
                <a:solidFill>
                  <a:srgbClr val="172554"/>
                </a:solidFill>
                <a:latin typeface="Aptos"/>
                <a:ea typeface="Aptos"/>
                <a:cs typeface="Aptos"/>
              </a:defRPr>
            </a:pPr>
            <a:r>
              <a:rPr sz="1425" b="1">
                <a:solidFill>
                  <a:srgbClr val="172554"/>
                </a:solidFill>
                <a:latin typeface="Aptos"/>
                <a:ea typeface="Aptos"/>
                <a:cs typeface="Aptos"/>
              </a:rPr>
              <a:t>Caducidad</a:t>
            </a:r>
          </a:p>
        </p:txBody>
      </p:sp>
      <p:sp>
        <p:nvSpPr>
          <p:cNvPr id="14" name="">
            <a:extLst xmlns:a="http://schemas.openxmlformats.org/drawingml/2006/main">
              <a:ext uri="{FF2B5EF4-FFF2-40B4-BE49-F238E27FC236}">
                <a16:creationId xmlns:a16="http://schemas.microsoft.com/office/drawing/2014/main" id="{33FBB5F0-CD4A-4650-A5B1-2956FBFEA190}"/>
              </a:ext>
            </a:extLst>
          </p:cNvPr>
          <p:cNvSpPr>
            <a:spLocks xmlns:a="http://schemas.openxmlformats.org/drawingml/2006/main" noGrp="1"/>
          </p:cNvSpPr>
          <p:nvPr/>
        </p:nvSpPr>
        <p:spPr>
          <a:xfrm xmlns:a="http://schemas.openxmlformats.org/drawingml/2006/main">
            <a:off x="36099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La API fija 10 minutos</a:t>
            </a:r>
          </a:p>
        </p:txBody>
      </p:sp>
      <p:sp>
        <p:nvSpPr>
          <p:cNvPr id="15" name="">
            <a:extLst xmlns:a="http://schemas.openxmlformats.org/drawingml/2006/main">
              <a:ext uri="{FF2B5EF4-FFF2-40B4-BE49-F238E27FC236}">
                <a16:creationId xmlns:a16="http://schemas.microsoft.com/office/drawing/2014/main" id="{17AF74EF-6436-4CED-ABD9-913EBC4E5090}"/>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D8D149-DECE-47F9-94C4-024C5C44D436}"/>
              </a:ext>
            </a:extLst>
          </p:cNvPr>
          <p:cNvSpPr>
            <a:spLocks xmlns:a="http://schemas.openxmlformats.org/drawingml/2006/main" noGrp="1"/>
          </p:cNvSpPr>
          <p:nvPr/>
        </p:nvSpPr>
        <p:spPr>
          <a:xfrm xmlns:a="http://schemas.openxmlformats.org/drawingml/2006/main">
            <a:off x="72104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defRPr sz="2025" b="1">
                <a:solidFill>
                  <a:srgbClr val="FFFFFF"/>
                </a:solidFill>
                <a:latin typeface="Aptos"/>
                <a:ea typeface="Aptos"/>
                <a:cs typeface="Aptos"/>
              </a:defRPr>
            </a:lvl1pPr>
            <a:lvl2pPr algn="ctr">
              <a:defRPr sz="2025" b="1">
                <a:solidFill>
                  <a:srgbClr val="FFFFFF"/>
                </a:solidFill>
                <a:latin typeface="Aptos"/>
                <a:ea typeface="Aptos"/>
                <a:cs typeface="Aptos"/>
              </a:defRPr>
            </a:lvl2pPr>
            <a:lvl3pPr algn="ctr">
              <a:defRPr sz="2025" b="1">
                <a:solidFill>
                  <a:srgbClr val="FFFFFF"/>
                </a:solidFill>
                <a:latin typeface="Aptos"/>
                <a:ea typeface="Aptos"/>
                <a:cs typeface="Aptos"/>
              </a:defRPr>
            </a:lvl3pPr>
            <a:lvl4pPr algn="ctr">
              <a:defRPr sz="2025" b="1">
                <a:solidFill>
                  <a:srgbClr val="FFFFFF"/>
                </a:solidFill>
                <a:latin typeface="Aptos"/>
                <a:ea typeface="Aptos"/>
                <a:cs typeface="Aptos"/>
              </a:defRPr>
            </a:lvl4pPr>
            <a:lvl5pPr algn="ctr">
              <a:defRPr sz="2025" b="1">
                <a:solidFill>
                  <a:srgbClr val="FFFFFF"/>
                </a:solidFill>
                <a:latin typeface="Aptos"/>
                <a:ea typeface="Aptos"/>
                <a:cs typeface="Aptos"/>
              </a:defRPr>
            </a:lvl5pPr>
            <a:lvl6pPr algn="ctr">
              <a:defRPr sz="2025" b="1">
                <a:solidFill>
                  <a:srgbClr val="FFFFFF"/>
                </a:solidFill>
                <a:latin typeface="Aptos"/>
                <a:ea typeface="Aptos"/>
                <a:cs typeface="Aptos"/>
              </a:defRPr>
            </a:lvl6pPr>
            <a:lvl7pPr algn="ctr">
              <a:defRPr sz="2025" b="1">
                <a:solidFill>
                  <a:srgbClr val="FFFFFF"/>
                </a:solidFill>
                <a:latin typeface="Aptos"/>
                <a:ea typeface="Aptos"/>
                <a:cs typeface="Aptos"/>
              </a:defRPr>
            </a:lvl7pPr>
            <a:lvl8pPr algn="ctr">
              <a:defRPr sz="2025" b="1">
                <a:solidFill>
                  <a:srgbClr val="FFFFFF"/>
                </a:solidFill>
                <a:latin typeface="Aptos"/>
                <a:ea typeface="Aptos"/>
                <a:cs typeface="Aptos"/>
              </a:defRPr>
            </a:lvl8pPr>
            <a:lvl9pPr algn="ctr">
              <a:defRPr sz="2025" b="1">
                <a:solidFill>
                  <a:srgbClr val="FFFFFF"/>
                </a:solidFill>
                <a:latin typeface="Aptos"/>
                <a:ea typeface="Aptos"/>
                <a:cs typeface="Aptos"/>
              </a:defRPr>
            </a:lvl9pPr>
          </a:lstStyle>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D215831D-769A-4544-B490-DB1BE61EBB5B}"/>
              </a:ext>
            </a:extLst>
          </p:cNvPr>
          <p:cNvSpPr>
            <a:spLocks xmlns:a="http://schemas.openxmlformats.org/drawingml/2006/main" noGrp="1"/>
          </p:cNvSpPr>
          <p:nvPr/>
        </p:nvSpPr>
        <p:spPr>
          <a:xfrm xmlns:a="http://schemas.openxmlformats.org/drawingml/2006/main">
            <a:off x="64389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defRPr sz="1425" b="1">
                <a:solidFill>
                  <a:srgbClr val="172554"/>
                </a:solidFill>
                <a:latin typeface="Aptos"/>
                <a:ea typeface="Aptos"/>
                <a:cs typeface="Aptos"/>
              </a:defRPr>
            </a:lvl1pPr>
            <a:lvl2pPr algn="ctr">
              <a:defRPr sz="1425" b="1">
                <a:solidFill>
                  <a:srgbClr val="172554"/>
                </a:solidFill>
                <a:latin typeface="Aptos"/>
                <a:ea typeface="Aptos"/>
                <a:cs typeface="Aptos"/>
              </a:defRPr>
            </a:lvl2pPr>
            <a:lvl3pPr algn="ctr">
              <a:defRPr sz="1425" b="1">
                <a:solidFill>
                  <a:srgbClr val="172554"/>
                </a:solidFill>
                <a:latin typeface="Aptos"/>
                <a:ea typeface="Aptos"/>
                <a:cs typeface="Aptos"/>
              </a:defRPr>
            </a:lvl3pPr>
            <a:lvl4pPr algn="ctr">
              <a:defRPr sz="1425" b="1">
                <a:solidFill>
                  <a:srgbClr val="172554"/>
                </a:solidFill>
                <a:latin typeface="Aptos"/>
                <a:ea typeface="Aptos"/>
                <a:cs typeface="Aptos"/>
              </a:defRPr>
            </a:lvl4pPr>
            <a:lvl5pPr algn="ctr">
              <a:defRPr sz="1425" b="1">
                <a:solidFill>
                  <a:srgbClr val="172554"/>
                </a:solidFill>
                <a:latin typeface="Aptos"/>
                <a:ea typeface="Aptos"/>
                <a:cs typeface="Aptos"/>
              </a:defRPr>
            </a:lvl5pPr>
            <a:lvl6pPr algn="ctr">
              <a:defRPr sz="1425" b="1">
                <a:solidFill>
                  <a:srgbClr val="172554"/>
                </a:solidFill>
                <a:latin typeface="Aptos"/>
                <a:ea typeface="Aptos"/>
                <a:cs typeface="Aptos"/>
              </a:defRPr>
            </a:lvl6pPr>
            <a:lvl7pPr algn="ctr">
              <a:defRPr sz="1425" b="1">
                <a:solidFill>
                  <a:srgbClr val="172554"/>
                </a:solidFill>
                <a:latin typeface="Aptos"/>
                <a:ea typeface="Aptos"/>
                <a:cs typeface="Aptos"/>
              </a:defRPr>
            </a:lvl7pPr>
            <a:lvl8pPr algn="ctr">
              <a:defRPr sz="1425" b="1">
                <a:solidFill>
                  <a:srgbClr val="172554"/>
                </a:solidFill>
                <a:latin typeface="Aptos"/>
                <a:ea typeface="Aptos"/>
                <a:cs typeface="Aptos"/>
              </a:defRPr>
            </a:lvl8pPr>
            <a:lvl9pPr algn="ctr">
              <a:defRPr sz="1425" b="1">
                <a:solidFill>
                  <a:srgbClr val="172554"/>
                </a:solidFill>
                <a:latin typeface="Aptos"/>
                <a:ea typeface="Aptos"/>
                <a:cs typeface="Aptos"/>
              </a:defRPr>
            </a:lvl9pPr>
          </a:lstStyle>
          <a:p xmlns:a="http://schemas.openxmlformats.org/drawingml/2006/main">
            <a:pPr algn="ctr">
              <a:defRPr sz="1425" b="1">
                <a:solidFill>
                  <a:srgbClr val="172554"/>
                </a:solidFill>
                <a:latin typeface="Aptos"/>
                <a:ea typeface="Aptos"/>
                <a:cs typeface="Aptos"/>
              </a:defRPr>
            </a:pPr>
            <a:r>
              <a:rPr sz="1425" b="1">
                <a:solidFill>
                  <a:srgbClr val="172554"/>
                </a:solidFill>
                <a:latin typeface="Aptos"/>
                <a:ea typeface="Aptos"/>
                <a:cs typeface="Aptos"/>
              </a:rPr>
              <a:t>Vinculación</a:t>
            </a:r>
          </a:p>
        </p:txBody>
      </p:sp>
      <p:sp>
        <p:nvSpPr>
          <p:cNvPr id="18" name="">
            <a:extLst xmlns:a="http://schemas.openxmlformats.org/drawingml/2006/main">
              <a:ext uri="{FF2B5EF4-FFF2-40B4-BE49-F238E27FC236}">
                <a16:creationId xmlns:a16="http://schemas.microsoft.com/office/drawing/2014/main" id="{4242B646-65F9-492A-BC83-575A0D16A54F}"/>
              </a:ext>
            </a:extLst>
          </p:cNvPr>
          <p:cNvSpPr>
            <a:spLocks xmlns:a="http://schemas.openxmlformats.org/drawingml/2006/main" noGrp="1"/>
          </p:cNvSpPr>
          <p:nvPr/>
        </p:nvSpPr>
        <p:spPr>
          <a:xfrm xmlns:a="http://schemas.openxmlformats.org/drawingml/2006/main">
            <a:off x="64293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Se exige la clave de la billetera</a:t>
            </a:r>
          </a:p>
        </p:txBody>
      </p:sp>
      <p:sp>
        <p:nvSpPr>
          <p:cNvPr id="19" name="">
            <a:extLst xmlns:a="http://schemas.openxmlformats.org/drawingml/2006/main">
              <a:ext uri="{FF2B5EF4-FFF2-40B4-BE49-F238E27FC236}">
                <a16:creationId xmlns:a16="http://schemas.microsoft.com/office/drawing/2014/main" id="{4DEE003D-E301-49AD-B734-C78CE3627DFF}"/>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E67ABA-A104-4E62-A857-EEF34D0D549B}"/>
              </a:ext>
            </a:extLst>
          </p:cNvPr>
          <p:cNvSpPr>
            <a:spLocks xmlns:a="http://schemas.openxmlformats.org/drawingml/2006/main" noGrp="1"/>
          </p:cNvSpPr>
          <p:nvPr/>
        </p:nvSpPr>
        <p:spPr>
          <a:xfrm xmlns:a="http://schemas.openxmlformats.org/drawingml/2006/main">
            <a:off x="10029825" y="185737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025" b="1">
                <a:solidFill>
                  <a:srgbClr val="FFFFFF"/>
                </a:solidFill>
                <a:latin typeface="Aptos"/>
                <a:ea typeface="Aptos"/>
                <a:cs typeface="Aptos"/>
              </a:defRPr>
            </a:defPPr>
            <a:lvl1pPr algn="ctr">
              <a:defRPr sz="2025" b="1">
                <a:solidFill>
                  <a:srgbClr val="FFFFFF"/>
                </a:solidFill>
                <a:latin typeface="Aptos"/>
                <a:ea typeface="Aptos"/>
                <a:cs typeface="Aptos"/>
              </a:defRPr>
            </a:lvl1pPr>
            <a:lvl2pPr algn="ctr">
              <a:defRPr sz="2025" b="1">
                <a:solidFill>
                  <a:srgbClr val="FFFFFF"/>
                </a:solidFill>
                <a:latin typeface="Aptos"/>
                <a:ea typeface="Aptos"/>
                <a:cs typeface="Aptos"/>
              </a:defRPr>
            </a:lvl2pPr>
            <a:lvl3pPr algn="ctr">
              <a:defRPr sz="2025" b="1">
                <a:solidFill>
                  <a:srgbClr val="FFFFFF"/>
                </a:solidFill>
                <a:latin typeface="Aptos"/>
                <a:ea typeface="Aptos"/>
                <a:cs typeface="Aptos"/>
              </a:defRPr>
            </a:lvl3pPr>
            <a:lvl4pPr algn="ctr">
              <a:defRPr sz="2025" b="1">
                <a:solidFill>
                  <a:srgbClr val="FFFFFF"/>
                </a:solidFill>
                <a:latin typeface="Aptos"/>
                <a:ea typeface="Aptos"/>
                <a:cs typeface="Aptos"/>
              </a:defRPr>
            </a:lvl4pPr>
            <a:lvl5pPr algn="ctr">
              <a:defRPr sz="2025" b="1">
                <a:solidFill>
                  <a:srgbClr val="FFFFFF"/>
                </a:solidFill>
                <a:latin typeface="Aptos"/>
                <a:ea typeface="Aptos"/>
                <a:cs typeface="Aptos"/>
              </a:defRPr>
            </a:lvl5pPr>
            <a:lvl6pPr algn="ctr">
              <a:defRPr sz="2025" b="1">
                <a:solidFill>
                  <a:srgbClr val="FFFFFF"/>
                </a:solidFill>
                <a:latin typeface="Aptos"/>
                <a:ea typeface="Aptos"/>
                <a:cs typeface="Aptos"/>
              </a:defRPr>
            </a:lvl6pPr>
            <a:lvl7pPr algn="ctr">
              <a:defRPr sz="2025" b="1">
                <a:solidFill>
                  <a:srgbClr val="FFFFFF"/>
                </a:solidFill>
                <a:latin typeface="Aptos"/>
                <a:ea typeface="Aptos"/>
                <a:cs typeface="Aptos"/>
              </a:defRPr>
            </a:lvl7pPr>
            <a:lvl8pPr algn="ctr">
              <a:defRPr sz="2025" b="1">
                <a:solidFill>
                  <a:srgbClr val="FFFFFF"/>
                </a:solidFill>
                <a:latin typeface="Aptos"/>
                <a:ea typeface="Aptos"/>
                <a:cs typeface="Aptos"/>
              </a:defRPr>
            </a:lvl8pPr>
            <a:lvl9pPr algn="ctr">
              <a:defRPr sz="2025" b="1">
                <a:solidFill>
                  <a:srgbClr val="FFFFFF"/>
                </a:solidFill>
                <a:latin typeface="Aptos"/>
                <a:ea typeface="Aptos"/>
                <a:cs typeface="Aptos"/>
              </a:defRPr>
            </a:lvl9pPr>
          </a:lstStyle>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46A46898-0F6F-42E4-916B-968CF7EF4914}"/>
              </a:ext>
            </a:extLst>
          </p:cNvPr>
          <p:cNvSpPr>
            <a:spLocks xmlns:a="http://schemas.openxmlformats.org/drawingml/2006/main" noGrp="1"/>
          </p:cNvSpPr>
          <p:nvPr/>
        </p:nvSpPr>
        <p:spPr>
          <a:xfrm xmlns:a="http://schemas.openxmlformats.org/drawingml/2006/main">
            <a:off x="9258300" y="27813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425" b="1">
                <a:solidFill>
                  <a:srgbClr val="172554"/>
                </a:solidFill>
                <a:latin typeface="Aptos"/>
                <a:ea typeface="Aptos"/>
                <a:cs typeface="Aptos"/>
              </a:defRPr>
            </a:defPPr>
            <a:lvl1pPr algn="ctr">
              <a:defRPr sz="1425" b="1">
                <a:solidFill>
                  <a:srgbClr val="172554"/>
                </a:solidFill>
                <a:latin typeface="Aptos"/>
                <a:ea typeface="Aptos"/>
                <a:cs typeface="Aptos"/>
              </a:defRPr>
            </a:lvl1pPr>
            <a:lvl2pPr algn="ctr">
              <a:defRPr sz="1425" b="1">
                <a:solidFill>
                  <a:srgbClr val="172554"/>
                </a:solidFill>
                <a:latin typeface="Aptos"/>
                <a:ea typeface="Aptos"/>
                <a:cs typeface="Aptos"/>
              </a:defRPr>
            </a:lvl2pPr>
            <a:lvl3pPr algn="ctr">
              <a:defRPr sz="1425" b="1">
                <a:solidFill>
                  <a:srgbClr val="172554"/>
                </a:solidFill>
                <a:latin typeface="Aptos"/>
                <a:ea typeface="Aptos"/>
                <a:cs typeface="Aptos"/>
              </a:defRPr>
            </a:lvl3pPr>
            <a:lvl4pPr algn="ctr">
              <a:defRPr sz="1425" b="1">
                <a:solidFill>
                  <a:srgbClr val="172554"/>
                </a:solidFill>
                <a:latin typeface="Aptos"/>
                <a:ea typeface="Aptos"/>
                <a:cs typeface="Aptos"/>
              </a:defRPr>
            </a:lvl4pPr>
            <a:lvl5pPr algn="ctr">
              <a:defRPr sz="1425" b="1">
                <a:solidFill>
                  <a:srgbClr val="172554"/>
                </a:solidFill>
                <a:latin typeface="Aptos"/>
                <a:ea typeface="Aptos"/>
                <a:cs typeface="Aptos"/>
              </a:defRPr>
            </a:lvl5pPr>
            <a:lvl6pPr algn="ctr">
              <a:defRPr sz="1425" b="1">
                <a:solidFill>
                  <a:srgbClr val="172554"/>
                </a:solidFill>
                <a:latin typeface="Aptos"/>
                <a:ea typeface="Aptos"/>
                <a:cs typeface="Aptos"/>
              </a:defRPr>
            </a:lvl6pPr>
            <a:lvl7pPr algn="ctr">
              <a:defRPr sz="1425" b="1">
                <a:solidFill>
                  <a:srgbClr val="172554"/>
                </a:solidFill>
                <a:latin typeface="Aptos"/>
                <a:ea typeface="Aptos"/>
                <a:cs typeface="Aptos"/>
              </a:defRPr>
            </a:lvl7pPr>
            <a:lvl8pPr algn="ctr">
              <a:defRPr sz="1425" b="1">
                <a:solidFill>
                  <a:srgbClr val="172554"/>
                </a:solidFill>
                <a:latin typeface="Aptos"/>
                <a:ea typeface="Aptos"/>
                <a:cs typeface="Aptos"/>
              </a:defRPr>
            </a:lvl8pPr>
            <a:lvl9pPr algn="ctr">
              <a:defRPr sz="1425" b="1">
                <a:solidFill>
                  <a:srgbClr val="172554"/>
                </a:solidFill>
                <a:latin typeface="Aptos"/>
                <a:ea typeface="Aptos"/>
                <a:cs typeface="Aptos"/>
              </a:defRPr>
            </a:lvl9pPr>
          </a:lstStyle>
          <a:p xmlns:a="http://schemas.openxmlformats.org/drawingml/2006/main">
            <a:pPr algn="ctr">
              <a:defRPr sz="1425" b="1">
                <a:solidFill>
                  <a:srgbClr val="172554"/>
                </a:solidFill>
                <a:latin typeface="Aptos"/>
                <a:ea typeface="Aptos"/>
                <a:cs typeface="Aptos"/>
              </a:defRPr>
            </a:pPr>
            <a:r>
              <a:rPr sz="1425" b="1">
                <a:solidFill>
                  <a:srgbClr val="172554"/>
                </a:solidFill>
                <a:latin typeface="Aptos"/>
                <a:ea typeface="Aptos"/>
                <a:cs typeface="Aptos"/>
              </a:rPr>
              <a:t>Consumo atómico</a:t>
            </a:r>
          </a:p>
        </p:txBody>
      </p:sp>
      <p:sp>
        <p:nvSpPr>
          <p:cNvPr id="22" name="">
            <a:extLst xmlns:a="http://schemas.openxmlformats.org/drawingml/2006/main">
              <a:ext uri="{FF2B5EF4-FFF2-40B4-BE49-F238E27FC236}">
                <a16:creationId xmlns:a16="http://schemas.microsoft.com/office/drawing/2014/main" id="{BC2F484E-37B3-47E3-8EDA-56517478B08B}"/>
              </a:ext>
            </a:extLst>
          </p:cNvPr>
          <p:cNvSpPr>
            <a:spLocks xmlns:a="http://schemas.openxmlformats.org/drawingml/2006/main" noGrp="1"/>
          </p:cNvSpPr>
          <p:nvPr/>
        </p:nvSpPr>
        <p:spPr>
          <a:xfrm xmlns:a="http://schemas.openxmlformats.org/drawingml/2006/main">
            <a:off x="9248775" y="3181350"/>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0">
                <a:solidFill>
                  <a:srgbClr val="536276"/>
                </a:solidFill>
                <a:latin typeface="Aptos"/>
                <a:ea typeface="Aptos"/>
                <a:cs typeface="Aptos"/>
              </a:defRPr>
            </a:defPPr>
            <a:lvl1pPr algn="ctr">
              <a:defRPr sz="1200" b="0">
                <a:solidFill>
                  <a:srgbClr val="536276"/>
                </a:solidFill>
                <a:latin typeface="Aptos"/>
                <a:ea typeface="Aptos"/>
                <a:cs typeface="Aptos"/>
              </a:defRPr>
            </a:lvl1pPr>
            <a:lvl2pPr algn="ctr">
              <a:defRPr sz="1200" b="0">
                <a:solidFill>
                  <a:srgbClr val="536276"/>
                </a:solidFill>
                <a:latin typeface="Aptos"/>
                <a:ea typeface="Aptos"/>
                <a:cs typeface="Aptos"/>
              </a:defRPr>
            </a:lvl2pPr>
            <a:lvl3pPr algn="ctr">
              <a:defRPr sz="1200" b="0">
                <a:solidFill>
                  <a:srgbClr val="536276"/>
                </a:solidFill>
                <a:latin typeface="Aptos"/>
                <a:ea typeface="Aptos"/>
                <a:cs typeface="Aptos"/>
              </a:defRPr>
            </a:lvl3pPr>
            <a:lvl4pPr algn="ctr">
              <a:defRPr sz="1200" b="0">
                <a:solidFill>
                  <a:srgbClr val="536276"/>
                </a:solidFill>
                <a:latin typeface="Aptos"/>
                <a:ea typeface="Aptos"/>
                <a:cs typeface="Aptos"/>
              </a:defRPr>
            </a:lvl4pPr>
            <a:lvl5pPr algn="ctr">
              <a:defRPr sz="1200" b="0">
                <a:solidFill>
                  <a:srgbClr val="536276"/>
                </a:solidFill>
                <a:latin typeface="Aptos"/>
                <a:ea typeface="Aptos"/>
                <a:cs typeface="Aptos"/>
              </a:defRPr>
            </a:lvl5pPr>
            <a:lvl6pPr algn="ctr">
              <a:defRPr sz="1200" b="0">
                <a:solidFill>
                  <a:srgbClr val="536276"/>
                </a:solidFill>
                <a:latin typeface="Aptos"/>
                <a:ea typeface="Aptos"/>
                <a:cs typeface="Aptos"/>
              </a:defRPr>
            </a:lvl6pPr>
            <a:lvl7pPr algn="ctr">
              <a:defRPr sz="1200" b="0">
                <a:solidFill>
                  <a:srgbClr val="536276"/>
                </a:solidFill>
                <a:latin typeface="Aptos"/>
                <a:ea typeface="Aptos"/>
                <a:cs typeface="Aptos"/>
              </a:defRPr>
            </a:lvl7pPr>
            <a:lvl8pPr algn="ctr">
              <a:defRPr sz="1200" b="0">
                <a:solidFill>
                  <a:srgbClr val="536276"/>
                </a:solidFill>
                <a:latin typeface="Aptos"/>
                <a:ea typeface="Aptos"/>
                <a:cs typeface="Aptos"/>
              </a:defRPr>
            </a:lvl8pPr>
            <a:lvl9pPr algn="ctr">
              <a:defRPr sz="1200" b="0">
                <a:solidFill>
                  <a:srgbClr val="536276"/>
                </a:solidFill>
                <a:latin typeface="Aptos"/>
                <a:ea typeface="Aptos"/>
                <a:cs typeface="Aptos"/>
              </a:defRPr>
            </a:lvl9pPr>
          </a:lstStyle>
          <a:p xmlns:a="http://schemas.openxmlformats.org/drawingml/2006/main">
            <a:pPr algn="ctr">
              <a:defRPr sz="1200" b="0">
                <a:solidFill>
                  <a:srgbClr val="536276"/>
                </a:solidFill>
                <a:latin typeface="Aptos"/>
                <a:ea typeface="Aptos"/>
                <a:cs typeface="Aptos"/>
              </a:defRPr>
            </a:pPr>
            <a:r>
              <a:rPr sz="1200" b="0">
                <a:solidFill>
                  <a:srgbClr val="536276"/>
                </a:solidFill>
                <a:latin typeface="Aptos"/>
                <a:ea typeface="Aptos"/>
                <a:cs typeface="Aptos"/>
              </a:rPr>
              <a:t>SQLite marca used_at una sola vez</a:t>
            </a:r>
          </a:p>
        </p:txBody>
      </p:sp>
      <p:sp>
        <p:nvSpPr>
          <p:cNvPr id="23" name="">
            <a:extLst xmlns:a="http://schemas.openxmlformats.org/drawingml/2006/main">
              <a:ext uri="{FF2B5EF4-FFF2-40B4-BE49-F238E27FC236}">
                <a16:creationId xmlns:a16="http://schemas.microsoft.com/office/drawing/2014/main" id="{960B34C3-BD37-4009-AE59-149AAF00870E}"/>
              </a:ext>
            </a:extLst>
          </p:cNvPr>
          <p:cNvSpPr>
            <a:spLocks xmlns:a="http://schemas.openxmlformats.org/drawingml/2006/main" noGrp="1"/>
          </p:cNvSpPr>
          <p:nvPr/>
        </p:nvSpPr>
        <p:spPr>
          <a:xfrm xmlns:a="http://schemas.openxmlformats.org/drawingml/2006/main">
            <a:off x="904875" y="3810000"/>
            <a:ext cx="10382250" cy="2000250"/>
          </a:xfrm>
          <a:prstGeom xmlns:a="http://schemas.openxmlformats.org/drawingml/2006/main" prst="roundRect">
            <a:avLst>
              <a:gd name="adj" fmla="val 3810"/>
            </a:avLst>
          </a:prstGeom>
          <a:solidFill xmlns:a="http://schemas.openxmlformats.org/drawingml/2006/main">
            <a:srgbClr val="0D1728"/>
          </a:solidFill>
          <a:ln xmlns:a="http://schemas.openxmlformats.org/drawingml/2006/main" w="11430">
            <a:solidFill>
              <a:srgbClr val="26354C"/>
            </a:solidFill>
            <a:prstDash val="solid"/>
          </a:ln>
        </p:spPr>
      </p:sp>
      <p:sp>
        <p:nvSpPr>
          <p:cNvPr id="24" name="">
            <a:extLst xmlns:a="http://schemas.openxmlformats.org/drawingml/2006/main">
              <a:ext uri="{FF2B5EF4-FFF2-40B4-BE49-F238E27FC236}">
                <a16:creationId xmlns:a16="http://schemas.microsoft.com/office/drawing/2014/main" id="{7A0367F6-734C-454F-87AD-597B0D688130}"/>
              </a:ext>
            </a:extLst>
          </p:cNvPr>
          <p:cNvSpPr>
            <a:spLocks xmlns:a="http://schemas.openxmlformats.org/drawingml/2006/main" noGrp="1"/>
          </p:cNvSpPr>
          <p:nvPr/>
        </p:nvSpPr>
        <p:spPr>
          <a:xfrm xmlns:a="http://schemas.openxmlformats.org/drawingml/2006/main">
            <a:off x="904875" y="3810000"/>
            <a:ext cx="10382250"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F636A3-7939-4067-8445-00B430809637}"/>
              </a:ext>
            </a:extLst>
          </p:cNvPr>
          <p:cNvSpPr>
            <a:spLocks xmlns:a="http://schemas.openxmlformats.org/drawingml/2006/main" noGrp="1"/>
          </p:cNvSpPr>
          <p:nvPr/>
        </p:nvSpPr>
        <p:spPr>
          <a:xfrm xmlns:a="http://schemas.openxmlformats.org/drawingml/2006/main">
            <a:off x="1066800" y="3943350"/>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2CFF89-4F21-4E14-A5A2-381C8D4E4DB5}"/>
              </a:ext>
            </a:extLst>
          </p:cNvPr>
          <p:cNvSpPr>
            <a:spLocks xmlns:a="http://schemas.openxmlformats.org/drawingml/2006/main" noGrp="1"/>
          </p:cNvSpPr>
          <p:nvPr/>
        </p:nvSpPr>
        <p:spPr>
          <a:xfrm xmlns:a="http://schemas.openxmlformats.org/drawingml/2006/main">
            <a:off x="1266825" y="3943350"/>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4F1658-3251-4657-94A5-D47C1C7FCA09}"/>
              </a:ext>
            </a:extLst>
          </p:cNvPr>
          <p:cNvSpPr>
            <a:spLocks xmlns:a="http://schemas.openxmlformats.org/drawingml/2006/main" noGrp="1"/>
          </p:cNvSpPr>
          <p:nvPr/>
        </p:nvSpPr>
        <p:spPr>
          <a:xfrm xmlns:a="http://schemas.openxmlformats.org/drawingml/2006/main">
            <a:off x="1466850" y="3943350"/>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BCD4775-F090-419A-BB71-3A666F1CA8E6}"/>
              </a:ext>
            </a:extLst>
          </p:cNvPr>
          <p:cNvSpPr>
            <a:spLocks xmlns:a="http://schemas.openxmlformats.org/drawingml/2006/main" noGrp="1"/>
          </p:cNvSpPr>
          <p:nvPr/>
        </p:nvSpPr>
        <p:spPr>
          <a:xfrm xmlns:a="http://schemas.openxmlformats.org/drawingml/2006/main">
            <a:off x="1971675" y="3886200"/>
            <a:ext cx="824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server/index.ts · lógica</a:t>
            </a:r>
          </a:p>
        </p:txBody>
      </p:sp>
      <p:sp>
        <p:nvSpPr>
          <p:cNvPr id="29" name="">
            <a:extLst xmlns:a="http://schemas.openxmlformats.org/drawingml/2006/main">
              <a:ext uri="{FF2B5EF4-FFF2-40B4-BE49-F238E27FC236}">
                <a16:creationId xmlns:a16="http://schemas.microsoft.com/office/drawing/2014/main" id="{2875D9F4-2514-4F76-9663-40C4B21D5846}"/>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46FBBBD-16A4-4EDB-9ACB-F42F2AB8618A}"/>
              </a:ext>
            </a:extLst>
          </p:cNvPr>
          <p:cNvSpPr>
            <a:spLocks xmlns:a="http://schemas.openxmlformats.org/drawingml/2006/main" noGrp="1"/>
          </p:cNvSpPr>
          <p:nvPr/>
        </p:nvSpPr>
        <p:spPr>
          <a:xfrm xmlns:a="http://schemas.openxmlformats.org/drawingml/2006/main">
            <a:off x="10801350" y="3886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31" name="">
            <a:extLst xmlns:a="http://schemas.openxmlformats.org/drawingml/2006/main">
              <a:ext uri="{FF2B5EF4-FFF2-40B4-BE49-F238E27FC236}">
                <a16:creationId xmlns:a16="http://schemas.microsoft.com/office/drawing/2014/main" id="{BB7EC759-90AB-4A27-A7A0-7931E7F77F01}"/>
              </a:ext>
            </a:extLst>
          </p:cNvPr>
          <p:cNvSpPr>
            <a:spLocks xmlns:a="http://schemas.openxmlformats.org/drawingml/2006/main" noGrp="1"/>
          </p:cNvSpPr>
          <p:nvPr/>
        </p:nvSpPr>
        <p:spPr>
          <a:xfrm xmlns:a="http://schemas.openxmlformats.org/drawingml/2006/main">
            <a:off x="1343025" y="4305300"/>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6E8CB9-79F2-4F97-91B4-2AA0159390E0}"/>
              </a:ext>
            </a:extLst>
          </p:cNvPr>
          <p:cNvSpPr>
            <a:spLocks xmlns:a="http://schemas.openxmlformats.org/drawingml/2006/main" noGrp="1"/>
          </p:cNvSpPr>
          <p:nvPr/>
        </p:nvSpPr>
        <p:spPr>
          <a:xfrm xmlns:a="http://schemas.openxmlformats.org/drawingml/2006/main">
            <a:off x="952500" y="4314825"/>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33" name="">
            <a:extLst xmlns:a="http://schemas.openxmlformats.org/drawingml/2006/main">
              <a:ext uri="{FF2B5EF4-FFF2-40B4-BE49-F238E27FC236}">
                <a16:creationId xmlns:a16="http://schemas.microsoft.com/office/drawing/2014/main" id="{1D910086-F0D7-4FBF-AE62-CC335566ED84}"/>
              </a:ext>
            </a:extLst>
          </p:cNvPr>
          <p:cNvSpPr>
            <a:spLocks xmlns:a="http://schemas.openxmlformats.org/drawingml/2006/main" noGrp="1"/>
          </p:cNvSpPr>
          <p:nvPr/>
        </p:nvSpPr>
        <p:spPr>
          <a:xfrm xmlns:a="http://schemas.openxmlformats.org/drawingml/2006/main">
            <a:off x="1343025" y="4305300"/>
            <a:ext cx="28575" cy="173831"/>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0B3289-0FF1-4505-B68F-633DCAE2D230}"/>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27C6455-094D-464C-B636-D92D7FAFC078}"/>
              </a:ext>
            </a:extLst>
          </p:cNvPr>
          <p:cNvSpPr>
            <a:spLocks xmlns:a="http://schemas.openxmlformats.org/drawingml/2006/main" noGrp="1"/>
          </p:cNvSpPr>
          <p:nvPr/>
        </p:nvSpPr>
        <p:spPr>
          <a:xfrm xmlns:a="http://schemas.openxmlformats.org/drawingml/2006/main">
            <a:off x="1181100" y="43148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36" name="Código editable">
            <a:extLst xmlns:a="http://schemas.openxmlformats.org/drawingml/2006/main">
              <a:ext uri="{FF2B5EF4-FFF2-40B4-BE49-F238E27FC236}">
                <a16:creationId xmlns:a16="http://schemas.microsoft.com/office/drawing/2014/main" id="{BFC37263-D1D9-4FF9-892C-658DCEB386D5}"/>
              </a:ext>
            </a:extLst>
          </p:cNvPr>
          <p:cNvSpPr>
            <a:spLocks xmlns:a="http://schemas.openxmlformats.org/drawingml/2006/main" noGrp="1"/>
          </p:cNvSpPr>
          <p:nvPr/>
        </p:nvSpPr>
        <p:spPr>
          <a:xfrm xmlns:a="http://schemas.openxmlformats.org/drawingml/2006/main">
            <a:off x="1390650" y="4314825"/>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used_at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conflict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ya consumido</a:t>
            </a:r>
          </a:p>
        </p:txBody>
      </p:sp>
      <p:sp>
        <p:nvSpPr>
          <p:cNvPr id="37" name="">
            <a:extLst xmlns:a="http://schemas.openxmlformats.org/drawingml/2006/main">
              <a:ext uri="{FF2B5EF4-FFF2-40B4-BE49-F238E27FC236}">
                <a16:creationId xmlns:a16="http://schemas.microsoft.com/office/drawing/2014/main" id="{C539831B-4AE7-4836-BD48-93119F05684B}"/>
              </a:ext>
            </a:extLst>
          </p:cNvPr>
          <p:cNvSpPr>
            <a:spLocks xmlns:a="http://schemas.openxmlformats.org/drawingml/2006/main" noGrp="1"/>
          </p:cNvSpPr>
          <p:nvPr/>
        </p:nvSpPr>
        <p:spPr>
          <a:xfrm xmlns:a="http://schemas.openxmlformats.org/drawingml/2006/main">
            <a:off x="1343025" y="4479131"/>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647E3D-C7E1-487F-8F2D-4E2D0E0F522B}"/>
              </a:ext>
            </a:extLst>
          </p:cNvPr>
          <p:cNvSpPr>
            <a:spLocks xmlns:a="http://schemas.openxmlformats.org/drawingml/2006/main" noGrp="1"/>
          </p:cNvSpPr>
          <p:nvPr/>
        </p:nvSpPr>
        <p:spPr>
          <a:xfrm xmlns:a="http://schemas.openxmlformats.org/drawingml/2006/main">
            <a:off x="952500" y="4488656"/>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02</a:t>
            </a:r>
          </a:p>
        </p:txBody>
      </p:sp>
      <p:sp>
        <p:nvSpPr>
          <p:cNvPr id="39" name="">
            <a:extLst xmlns:a="http://schemas.openxmlformats.org/drawingml/2006/main">
              <a:ext uri="{FF2B5EF4-FFF2-40B4-BE49-F238E27FC236}">
                <a16:creationId xmlns:a16="http://schemas.microsoft.com/office/drawing/2014/main" id="{A36B9531-5CE5-42EA-A0B4-6E81CBDF5DA2}"/>
              </a:ext>
            </a:extLst>
          </p:cNvPr>
          <p:cNvSpPr>
            <a:spLocks xmlns:a="http://schemas.openxmlformats.org/drawingml/2006/main" noGrp="1"/>
          </p:cNvSpPr>
          <p:nvPr/>
        </p:nvSpPr>
        <p:spPr>
          <a:xfrm xmlns:a="http://schemas.openxmlformats.org/drawingml/2006/main">
            <a:off x="1343025" y="4479131"/>
            <a:ext cx="28575" cy="17383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A045FC-2063-4BD2-B419-AE31177C3DCB}"/>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13B86B8-2095-49D5-9259-4CF4B89FE949}"/>
              </a:ext>
            </a:extLst>
          </p:cNvPr>
          <p:cNvSpPr>
            <a:spLocks xmlns:a="http://schemas.openxmlformats.org/drawingml/2006/main" noGrp="1"/>
          </p:cNvSpPr>
          <p:nvPr/>
        </p:nvSpPr>
        <p:spPr>
          <a:xfrm xmlns:a="http://schemas.openxmlformats.org/drawingml/2006/main">
            <a:off x="1181100" y="4488656"/>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42" name="Código editable">
            <a:extLst xmlns:a="http://schemas.openxmlformats.org/drawingml/2006/main">
              <a:ext uri="{FF2B5EF4-FFF2-40B4-BE49-F238E27FC236}">
                <a16:creationId xmlns:a16="http://schemas.microsoft.com/office/drawing/2014/main" id="{59009E3D-9012-4F8E-8E15-9D1F1C612483}"/>
              </a:ext>
            </a:extLst>
          </p:cNvPr>
          <p:cNvSpPr>
            <a:spLocks xmlns:a="http://schemas.openxmlformats.org/drawingml/2006/main" noGrp="1"/>
          </p:cNvSpPr>
          <p:nvPr/>
        </p:nvSpPr>
        <p:spPr>
          <a:xfrm xmlns:a="http://schemas.openxmlformats.org/drawingml/2006/main">
            <a:off x="1390650" y="4488656"/>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parse</a:t>
            </a:r>
            <a:r>
              <a:rPr sz="1068">
                <a:solidFill>
                  <a:srgbClr val="E6EDF7"/>
                </a:solidFill>
                <a:latin typeface="Menlo"/>
                <a:ea typeface="Menlo"/>
                <a:cs typeface="Menlo"/>
              </a:rPr>
              <a:t>(</a:t>
            </a:r>
            <a:r>
              <a:rPr sz="1068">
                <a:solidFill>
                  <a:srgbClr val="E6EDF7"/>
                </a:solidFill>
                <a:latin typeface="Menlo"/>
                <a:ea typeface="Menlo"/>
                <a:cs typeface="Menlo"/>
              </a:rPr>
              <a:t>delivery</a:t>
            </a:r>
            <a:r>
              <a:rPr sz="1068">
                <a:solidFill>
                  <a:srgbClr val="E6EDF7"/>
                </a:solidFill>
                <a:latin typeface="Menlo"/>
                <a:ea typeface="Menlo"/>
                <a:cs typeface="Menlo"/>
              </a:rPr>
              <a:t>.</a:t>
            </a:r>
            <a:r>
              <a:rPr sz="1068">
                <a:solidFill>
                  <a:srgbClr val="F6C177"/>
                </a:solidFill>
                <a:latin typeface="Menlo"/>
                <a:ea typeface="Menlo"/>
                <a:cs typeface="Menlo"/>
              </a:rPr>
              <a:t>expires_at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&lt;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82D3F2"/>
                </a:solidFill>
                <a:latin typeface="Menlo"/>
                <a:ea typeface="Menlo"/>
                <a:cs typeface="Menlo"/>
              </a:rPr>
              <a:t>Date</a:t>
            </a:r>
            <a:r>
              <a:rPr sz="1068">
                <a:solidFill>
                  <a:srgbClr val="E6EDF7"/>
                </a:solidFill>
                <a:latin typeface="Menlo"/>
                <a:ea typeface="Menlo"/>
                <a:cs typeface="Menlo"/>
              </a:rPr>
              <a:t>.</a:t>
            </a:r>
            <a:r>
              <a:rPr sz="1068">
                <a:solidFill>
                  <a:srgbClr val="F6C177"/>
                </a:solidFill>
                <a:latin typeface="Menlo"/>
                <a:ea typeface="Menlo"/>
                <a:cs typeface="Menlo"/>
              </a:rPr>
              <a:t>now</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QR por 10 min</a:t>
            </a:r>
          </a:p>
        </p:txBody>
      </p:sp>
      <p:sp>
        <p:nvSpPr>
          <p:cNvPr id="43" name="">
            <a:extLst xmlns:a="http://schemas.openxmlformats.org/drawingml/2006/main">
              <a:ext uri="{FF2B5EF4-FFF2-40B4-BE49-F238E27FC236}">
                <a16:creationId xmlns:a16="http://schemas.microsoft.com/office/drawing/2014/main" id="{05229090-2794-40B7-954E-A4A737CEC17F}"/>
              </a:ext>
            </a:extLst>
          </p:cNvPr>
          <p:cNvSpPr>
            <a:spLocks xmlns:a="http://schemas.openxmlformats.org/drawingml/2006/main" noGrp="1"/>
          </p:cNvSpPr>
          <p:nvPr/>
        </p:nvSpPr>
        <p:spPr>
          <a:xfrm xmlns:a="http://schemas.openxmlformats.org/drawingml/2006/main">
            <a:off x="1019175" y="4662488"/>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defRPr sz="1068" b="0">
                <a:solidFill>
                  <a:srgbClr val="647791"/>
                </a:solidFill>
                <a:latin typeface="Aptos"/>
                <a:ea typeface="Aptos"/>
                <a:cs typeface="Aptos"/>
              </a:defRPr>
            </a:lvl1pPr>
            <a:lvl2pPr algn="r">
              <a:defRPr sz="1068" b="0">
                <a:solidFill>
                  <a:srgbClr val="647791"/>
                </a:solidFill>
                <a:latin typeface="Aptos"/>
                <a:ea typeface="Aptos"/>
                <a:cs typeface="Aptos"/>
              </a:defRPr>
            </a:lvl2pPr>
            <a:lvl3pPr algn="r">
              <a:defRPr sz="1068" b="0">
                <a:solidFill>
                  <a:srgbClr val="647791"/>
                </a:solidFill>
                <a:latin typeface="Aptos"/>
                <a:ea typeface="Aptos"/>
                <a:cs typeface="Aptos"/>
              </a:defRPr>
            </a:lvl3pPr>
            <a:lvl4pPr algn="r">
              <a:defRPr sz="1068" b="0">
                <a:solidFill>
                  <a:srgbClr val="647791"/>
                </a:solidFill>
                <a:latin typeface="Aptos"/>
                <a:ea typeface="Aptos"/>
                <a:cs typeface="Aptos"/>
              </a:defRPr>
            </a:lvl4pPr>
            <a:lvl5pPr algn="r">
              <a:defRPr sz="1068" b="0">
                <a:solidFill>
                  <a:srgbClr val="647791"/>
                </a:solidFill>
                <a:latin typeface="Aptos"/>
                <a:ea typeface="Aptos"/>
                <a:cs typeface="Aptos"/>
              </a:defRPr>
            </a:lvl5pPr>
            <a:lvl6pPr algn="r">
              <a:defRPr sz="1068" b="0">
                <a:solidFill>
                  <a:srgbClr val="647791"/>
                </a:solidFill>
                <a:latin typeface="Aptos"/>
                <a:ea typeface="Aptos"/>
                <a:cs typeface="Aptos"/>
              </a:defRPr>
            </a:lvl6pPr>
            <a:lvl7pPr algn="r">
              <a:defRPr sz="1068" b="0">
                <a:solidFill>
                  <a:srgbClr val="647791"/>
                </a:solidFill>
                <a:latin typeface="Aptos"/>
                <a:ea typeface="Aptos"/>
                <a:cs typeface="Aptos"/>
              </a:defRPr>
            </a:lvl7pPr>
            <a:lvl8pPr algn="r">
              <a:defRPr sz="1068" b="0">
                <a:solidFill>
                  <a:srgbClr val="647791"/>
                </a:solidFill>
                <a:latin typeface="Aptos"/>
                <a:ea typeface="Aptos"/>
                <a:cs typeface="Aptos"/>
              </a:defRPr>
            </a:lvl8pPr>
            <a:lvl9pPr algn="r">
              <a:defRPr sz="1068" b="0">
                <a:solidFill>
                  <a:srgbClr val="647791"/>
                </a:solidFill>
                <a:latin typeface="Aptos"/>
                <a:ea typeface="Aptos"/>
                <a:cs typeface="Aptos"/>
              </a:defRPr>
            </a:lvl9pPr>
          </a:lstStyle>
          <a:p xmlns:a="http://schemas.openxmlformats.org/drawingml/2006/main">
            <a:pPr algn="r">
              <a:defRPr sz="1068" b="0">
                <a:solidFill>
                  <a:srgbClr val="647791"/>
                </a:solidFill>
                <a:latin typeface="Aptos"/>
                <a:ea typeface="Aptos"/>
                <a:cs typeface="Aptos"/>
              </a:defRPr>
            </a:pPr>
            <a:r>
              <a:rPr sz="1068" b="0">
                <a:solidFill>
                  <a:srgbClr val="647791"/>
                </a:solidFill>
                <a:latin typeface="Aptos"/>
                <a:ea typeface="Aptos"/>
                <a:cs typeface="Aptos"/>
              </a:rPr>
              <a:t>03</a:t>
            </a:r>
          </a:p>
        </p:txBody>
      </p:sp>
      <p:sp>
        <p:nvSpPr>
          <p:cNvPr id="44" name="Código editable">
            <a:extLst xmlns:a="http://schemas.openxmlformats.org/drawingml/2006/main">
              <a:ext uri="{FF2B5EF4-FFF2-40B4-BE49-F238E27FC236}">
                <a16:creationId xmlns:a16="http://schemas.microsoft.com/office/drawing/2014/main" id="{2ABE2834-D713-4A08-B468-2E81952CFDE6}"/>
              </a:ext>
            </a:extLst>
          </p:cNvPr>
          <p:cNvSpPr>
            <a:spLocks xmlns:a="http://schemas.openxmlformats.org/drawingml/2006/main" noGrp="1"/>
          </p:cNvSpPr>
          <p:nvPr/>
        </p:nvSpPr>
        <p:spPr>
          <a:xfrm xmlns:a="http://schemas.openxmlformats.org/drawingml/2006/main">
            <a:off x="1390650" y="4662488"/>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expired</a:t>
            </a:r>
            <a:r>
              <a:rPr sz="1068">
                <a:solidFill>
                  <a:srgbClr val="E6EDF7"/>
                </a:solidFill>
                <a:latin typeface="Menlo"/>
                <a:ea typeface="Menlo"/>
                <a:cs typeface="Menlo"/>
              </a:rPr>
              <a:t>(</a:t>
            </a:r>
            <a:r>
              <a:rPr sz="106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8BB9039C-DA12-409A-AE45-26B6B1745EDF}"/>
              </a:ext>
            </a:extLst>
          </p:cNvPr>
          <p:cNvSpPr>
            <a:spLocks xmlns:a="http://schemas.openxmlformats.org/drawingml/2006/main" noGrp="1"/>
          </p:cNvSpPr>
          <p:nvPr/>
        </p:nvSpPr>
        <p:spPr>
          <a:xfrm xmlns:a="http://schemas.openxmlformats.org/drawingml/2006/main">
            <a:off x="1343025" y="4826794"/>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E2E4C70E-0C32-46C6-9610-F3762AD823CA}"/>
              </a:ext>
            </a:extLst>
          </p:cNvPr>
          <p:cNvSpPr>
            <a:spLocks xmlns:a="http://schemas.openxmlformats.org/drawingml/2006/main" noGrp="1"/>
          </p:cNvSpPr>
          <p:nvPr/>
        </p:nvSpPr>
        <p:spPr>
          <a:xfrm xmlns:a="http://schemas.openxmlformats.org/drawingml/2006/main">
            <a:off x="952500" y="4836319"/>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47" name="">
            <a:extLst xmlns:a="http://schemas.openxmlformats.org/drawingml/2006/main">
              <a:ext uri="{FF2B5EF4-FFF2-40B4-BE49-F238E27FC236}">
                <a16:creationId xmlns:a16="http://schemas.microsoft.com/office/drawing/2014/main" id="{113324C2-21AB-4891-8A06-0E09E57073EE}"/>
              </a:ext>
            </a:extLst>
          </p:cNvPr>
          <p:cNvSpPr>
            <a:spLocks xmlns:a="http://schemas.openxmlformats.org/drawingml/2006/main" noGrp="1"/>
          </p:cNvSpPr>
          <p:nvPr/>
        </p:nvSpPr>
        <p:spPr>
          <a:xfrm xmlns:a="http://schemas.openxmlformats.org/drawingml/2006/main">
            <a:off x="1343025" y="4826794"/>
            <a:ext cx="28575" cy="17383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45A62A7-1B86-4710-B342-4D7AD606BD9D}"/>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82B8BA4-4B87-42D8-8DB6-606747736012}"/>
              </a:ext>
            </a:extLst>
          </p:cNvPr>
          <p:cNvSpPr>
            <a:spLocks xmlns:a="http://schemas.openxmlformats.org/drawingml/2006/main" noGrp="1"/>
          </p:cNvSpPr>
          <p:nvPr/>
        </p:nvSpPr>
        <p:spPr>
          <a:xfrm xmlns:a="http://schemas.openxmlformats.org/drawingml/2006/main">
            <a:off x="1181100" y="4836319"/>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50" name="Código editable">
            <a:extLst xmlns:a="http://schemas.openxmlformats.org/drawingml/2006/main">
              <a:ext uri="{FF2B5EF4-FFF2-40B4-BE49-F238E27FC236}">
                <a16:creationId xmlns:a16="http://schemas.microsoft.com/office/drawing/2014/main" id="{17EB7060-5950-4ECE-9E40-6778E4CA89C1}"/>
              </a:ext>
            </a:extLst>
          </p:cNvPr>
          <p:cNvSpPr>
            <a:spLocks xmlns:a="http://schemas.openxmlformats.org/drawingml/2006/main" noGrp="1"/>
          </p:cNvSpPr>
          <p:nvPr/>
        </p:nvSpPr>
        <p:spPr>
          <a:xfrm xmlns:a="http://schemas.openxmlformats.org/drawingml/2006/main">
            <a:off x="1390650" y="4836319"/>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if</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walletProofValid</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return</a:t>
            </a:r>
            <a:r>
              <a:rPr sz="1068">
                <a:solidFill>
                  <a:srgbClr val="E6EDF7"/>
                </a:solidFill>
                <a:latin typeface="Menlo"/>
                <a:ea typeface="Menlo"/>
                <a:cs typeface="Menlo"/>
              </a:rPr>
              <a:t> </a:t>
            </a:r>
            <a:r>
              <a:rPr sz="1068">
                <a:solidFill>
                  <a:srgbClr val="E6EDF7"/>
                </a:solidFill>
                <a:latin typeface="Menlo"/>
                <a:ea typeface="Menlo"/>
                <a:cs typeface="Menlo"/>
              </a:rPr>
              <a:t>reject</a:t>
            </a:r>
            <a:r>
              <a:rPr sz="1068">
                <a:solidFill>
                  <a:srgbClr val="E6EDF7"/>
                </a:solidFill>
                <a:latin typeface="Menlo"/>
                <a:ea typeface="Menlo"/>
                <a:cs typeface="Menlo"/>
              </a:rPr>
              <a:t>(</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72839B"/>
                </a:solidFill>
                <a:latin typeface="Menlo"/>
                <a:ea typeface="Menlo"/>
                <a:cs typeface="Menlo"/>
              </a:rPr>
              <a:t>// clave vinculada</a:t>
            </a:r>
          </a:p>
        </p:txBody>
      </p:sp>
      <p:sp>
        <p:nvSpPr>
          <p:cNvPr id="51" name="">
            <a:extLst xmlns:a="http://schemas.openxmlformats.org/drawingml/2006/main">
              <a:ext uri="{FF2B5EF4-FFF2-40B4-BE49-F238E27FC236}">
                <a16:creationId xmlns:a16="http://schemas.microsoft.com/office/drawing/2014/main" id="{A4CFFE78-1336-4A41-BA6B-CA37F2ECF446}"/>
              </a:ext>
            </a:extLst>
          </p:cNvPr>
          <p:cNvSpPr>
            <a:spLocks xmlns:a="http://schemas.openxmlformats.org/drawingml/2006/main" noGrp="1"/>
          </p:cNvSpPr>
          <p:nvPr/>
        </p:nvSpPr>
        <p:spPr>
          <a:xfrm xmlns:a="http://schemas.openxmlformats.org/drawingml/2006/main">
            <a:off x="1019175" y="5010150"/>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defRPr sz="1068" b="0">
                <a:solidFill>
                  <a:srgbClr val="647791"/>
                </a:solidFill>
                <a:latin typeface="Aptos"/>
                <a:ea typeface="Aptos"/>
                <a:cs typeface="Aptos"/>
              </a:defRPr>
            </a:lvl1pPr>
            <a:lvl2pPr algn="r">
              <a:defRPr sz="1068" b="0">
                <a:solidFill>
                  <a:srgbClr val="647791"/>
                </a:solidFill>
                <a:latin typeface="Aptos"/>
                <a:ea typeface="Aptos"/>
                <a:cs typeface="Aptos"/>
              </a:defRPr>
            </a:lvl2pPr>
            <a:lvl3pPr algn="r">
              <a:defRPr sz="1068" b="0">
                <a:solidFill>
                  <a:srgbClr val="647791"/>
                </a:solidFill>
                <a:latin typeface="Aptos"/>
                <a:ea typeface="Aptos"/>
                <a:cs typeface="Aptos"/>
              </a:defRPr>
            </a:lvl3pPr>
            <a:lvl4pPr algn="r">
              <a:defRPr sz="1068" b="0">
                <a:solidFill>
                  <a:srgbClr val="647791"/>
                </a:solidFill>
                <a:latin typeface="Aptos"/>
                <a:ea typeface="Aptos"/>
                <a:cs typeface="Aptos"/>
              </a:defRPr>
            </a:lvl4pPr>
            <a:lvl5pPr algn="r">
              <a:defRPr sz="1068" b="0">
                <a:solidFill>
                  <a:srgbClr val="647791"/>
                </a:solidFill>
                <a:latin typeface="Aptos"/>
                <a:ea typeface="Aptos"/>
                <a:cs typeface="Aptos"/>
              </a:defRPr>
            </a:lvl5pPr>
            <a:lvl6pPr algn="r">
              <a:defRPr sz="1068" b="0">
                <a:solidFill>
                  <a:srgbClr val="647791"/>
                </a:solidFill>
                <a:latin typeface="Aptos"/>
                <a:ea typeface="Aptos"/>
                <a:cs typeface="Aptos"/>
              </a:defRPr>
            </a:lvl6pPr>
            <a:lvl7pPr algn="r">
              <a:defRPr sz="1068" b="0">
                <a:solidFill>
                  <a:srgbClr val="647791"/>
                </a:solidFill>
                <a:latin typeface="Aptos"/>
                <a:ea typeface="Aptos"/>
                <a:cs typeface="Aptos"/>
              </a:defRPr>
            </a:lvl7pPr>
            <a:lvl8pPr algn="r">
              <a:defRPr sz="1068" b="0">
                <a:solidFill>
                  <a:srgbClr val="647791"/>
                </a:solidFill>
                <a:latin typeface="Aptos"/>
                <a:ea typeface="Aptos"/>
                <a:cs typeface="Aptos"/>
              </a:defRPr>
            </a:lvl8pPr>
            <a:lvl9pPr algn="r">
              <a:defRPr sz="1068" b="0">
                <a:solidFill>
                  <a:srgbClr val="647791"/>
                </a:solidFill>
                <a:latin typeface="Aptos"/>
                <a:ea typeface="Aptos"/>
                <a:cs typeface="Aptos"/>
              </a:defRPr>
            </a:lvl9pPr>
          </a:lstStyle>
          <a:p xmlns:a="http://schemas.openxmlformats.org/drawingml/2006/main">
            <a:pPr algn="r">
              <a:defRPr sz="1068" b="0">
                <a:solidFill>
                  <a:srgbClr val="647791"/>
                </a:solidFill>
                <a:latin typeface="Aptos"/>
                <a:ea typeface="Aptos"/>
                <a:cs typeface="Aptos"/>
              </a:defRPr>
            </a:pPr>
            <a:r>
              <a:rPr sz="1068" b="0">
                <a:solidFill>
                  <a:srgbClr val="647791"/>
                </a:solidFill>
                <a:latin typeface="Aptos"/>
                <a:ea typeface="Aptos"/>
                <a:cs typeface="Aptos"/>
              </a:rPr>
              <a:t>05</a:t>
            </a:r>
          </a:p>
        </p:txBody>
      </p:sp>
      <p:sp>
        <p:nvSpPr>
          <p:cNvPr id="52" name="Código editable">
            <a:extLst xmlns:a="http://schemas.openxmlformats.org/drawingml/2006/main">
              <a:ext uri="{FF2B5EF4-FFF2-40B4-BE49-F238E27FC236}">
                <a16:creationId xmlns:a16="http://schemas.microsoft.com/office/drawing/2014/main" id="{7135C491-58EC-4935-A434-9881A8AB4D84}"/>
              </a:ext>
            </a:extLst>
          </p:cNvPr>
          <p:cNvSpPr>
            <a:spLocks xmlns:a="http://schemas.openxmlformats.org/drawingml/2006/main" noGrp="1"/>
          </p:cNvSpPr>
          <p:nvPr/>
        </p:nvSpPr>
        <p:spPr>
          <a:xfrm xmlns:a="http://schemas.openxmlformats.org/drawingml/2006/main">
            <a:off x="1390650" y="5010150"/>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E6EDF7"/>
                </a:solidFill>
                <a:latin typeface="Menlo"/>
                <a:ea typeface="Menlo"/>
                <a:cs typeface="Menlo"/>
              </a:rPr>
              <a:t> </a:t>
            </a:r>
          </a:p>
        </p:txBody>
      </p:sp>
      <p:sp>
        <p:nvSpPr>
          <p:cNvPr id="53" name="">
            <a:extLst xmlns:a="http://schemas.openxmlformats.org/drawingml/2006/main">
              <a:ext uri="{FF2B5EF4-FFF2-40B4-BE49-F238E27FC236}">
                <a16:creationId xmlns:a16="http://schemas.microsoft.com/office/drawing/2014/main" id="{09DA11B9-3105-4220-A1FE-34BCFEB10F2A}"/>
              </a:ext>
            </a:extLst>
          </p:cNvPr>
          <p:cNvSpPr>
            <a:spLocks xmlns:a="http://schemas.openxmlformats.org/drawingml/2006/main" noGrp="1"/>
          </p:cNvSpPr>
          <p:nvPr/>
        </p:nvSpPr>
        <p:spPr>
          <a:xfrm xmlns:a="http://schemas.openxmlformats.org/drawingml/2006/main">
            <a:off x="1343025" y="5174456"/>
            <a:ext cx="9829800" cy="17383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725E6A95-56F6-4EBB-A385-3F9FA544907F}"/>
              </a:ext>
            </a:extLst>
          </p:cNvPr>
          <p:cNvSpPr>
            <a:spLocks xmlns:a="http://schemas.openxmlformats.org/drawingml/2006/main" noGrp="1"/>
          </p:cNvSpPr>
          <p:nvPr/>
        </p:nvSpPr>
        <p:spPr>
          <a:xfrm xmlns:a="http://schemas.openxmlformats.org/drawingml/2006/main">
            <a:off x="952500" y="5183981"/>
            <a:ext cx="1905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55" name="">
            <a:extLst xmlns:a="http://schemas.openxmlformats.org/drawingml/2006/main">
              <a:ext uri="{FF2B5EF4-FFF2-40B4-BE49-F238E27FC236}">
                <a16:creationId xmlns:a16="http://schemas.microsoft.com/office/drawing/2014/main" id="{720FD9D4-C589-4CCA-B674-472FF7698F16}"/>
              </a:ext>
            </a:extLst>
          </p:cNvPr>
          <p:cNvSpPr>
            <a:spLocks xmlns:a="http://schemas.openxmlformats.org/drawingml/2006/main" noGrp="1"/>
          </p:cNvSpPr>
          <p:nvPr/>
        </p:nvSpPr>
        <p:spPr>
          <a:xfrm xmlns:a="http://schemas.openxmlformats.org/drawingml/2006/main">
            <a:off x="1343025" y="5174456"/>
            <a:ext cx="28575" cy="17383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229D85F4-C919-49E3-ACC2-6BD4611841FA}"/>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D91EDF32-6A56-4FA0-B058-43530B71E821}"/>
              </a:ext>
            </a:extLst>
          </p:cNvPr>
          <p:cNvSpPr>
            <a:spLocks xmlns:a="http://schemas.openxmlformats.org/drawingml/2006/main" noGrp="1"/>
          </p:cNvSpPr>
          <p:nvPr/>
        </p:nvSpPr>
        <p:spPr>
          <a:xfrm xmlns:a="http://schemas.openxmlformats.org/drawingml/2006/main">
            <a:off x="1181100" y="5183981"/>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58" name="Código editable">
            <a:extLst xmlns:a="http://schemas.openxmlformats.org/drawingml/2006/main">
              <a:ext uri="{FF2B5EF4-FFF2-40B4-BE49-F238E27FC236}">
                <a16:creationId xmlns:a16="http://schemas.microsoft.com/office/drawing/2014/main" id="{609BA342-D1C6-4BD0-9E2E-331B4D36D8F4}"/>
              </a:ext>
            </a:extLst>
          </p:cNvPr>
          <p:cNvSpPr>
            <a:spLocks xmlns:a="http://schemas.openxmlformats.org/drawingml/2006/main" noGrp="1"/>
          </p:cNvSpPr>
          <p:nvPr/>
        </p:nvSpPr>
        <p:spPr>
          <a:xfrm xmlns:a="http://schemas.openxmlformats.org/drawingml/2006/main">
            <a:off x="1390650" y="5183981"/>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UPDATE</a:t>
            </a:r>
            <a:r>
              <a:rPr sz="1068">
                <a:solidFill>
                  <a:srgbClr val="E6EDF7"/>
                </a:solidFill>
                <a:latin typeface="Menlo"/>
                <a:ea typeface="Menlo"/>
                <a:cs typeface="Menlo"/>
              </a:rPr>
              <a:t> </a:t>
            </a:r>
            <a:r>
              <a:rPr sz="1068">
                <a:solidFill>
                  <a:srgbClr val="E6EDF7"/>
                </a:solidFill>
                <a:latin typeface="Menlo"/>
                <a:ea typeface="Menlo"/>
                <a:cs typeface="Menlo"/>
              </a:rPr>
              <a:t>credential_deliveries</a:t>
            </a:r>
            <a:r>
              <a:rPr sz="1068">
                <a:solidFill>
                  <a:srgbClr val="E6EDF7"/>
                </a:solidFill>
                <a:latin typeface="Menlo"/>
                <a:ea typeface="Menlo"/>
                <a:cs typeface="Menlo"/>
              </a:rPr>
              <a:t> </a:t>
            </a:r>
            <a:r>
              <a:rPr sz="1068">
                <a:solidFill>
                  <a:srgbClr val="72839B"/>
                </a:solidFill>
                <a:latin typeface="Menlo"/>
                <a:ea typeface="Menlo"/>
                <a:cs typeface="Menlo"/>
              </a:rPr>
              <a:t>// consumo atómico</a:t>
            </a:r>
          </a:p>
        </p:txBody>
      </p:sp>
      <p:sp>
        <p:nvSpPr>
          <p:cNvPr id="59" name="">
            <a:extLst xmlns:a="http://schemas.openxmlformats.org/drawingml/2006/main">
              <a:ext uri="{FF2B5EF4-FFF2-40B4-BE49-F238E27FC236}">
                <a16:creationId xmlns:a16="http://schemas.microsoft.com/office/drawing/2014/main" id="{8F9FA63A-8AD8-4AD8-9D91-76E79543FB00}"/>
              </a:ext>
            </a:extLst>
          </p:cNvPr>
          <p:cNvSpPr>
            <a:spLocks xmlns:a="http://schemas.openxmlformats.org/drawingml/2006/main" noGrp="1"/>
          </p:cNvSpPr>
          <p:nvPr/>
        </p:nvSpPr>
        <p:spPr>
          <a:xfrm xmlns:a="http://schemas.openxmlformats.org/drawingml/2006/main">
            <a:off x="1019175" y="5357813"/>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defRPr sz="1068" b="0">
                <a:solidFill>
                  <a:srgbClr val="647791"/>
                </a:solidFill>
                <a:latin typeface="Aptos"/>
                <a:ea typeface="Aptos"/>
                <a:cs typeface="Aptos"/>
              </a:defRPr>
            </a:lvl1pPr>
            <a:lvl2pPr algn="r">
              <a:defRPr sz="1068" b="0">
                <a:solidFill>
                  <a:srgbClr val="647791"/>
                </a:solidFill>
                <a:latin typeface="Aptos"/>
                <a:ea typeface="Aptos"/>
                <a:cs typeface="Aptos"/>
              </a:defRPr>
            </a:lvl2pPr>
            <a:lvl3pPr algn="r">
              <a:defRPr sz="1068" b="0">
                <a:solidFill>
                  <a:srgbClr val="647791"/>
                </a:solidFill>
                <a:latin typeface="Aptos"/>
                <a:ea typeface="Aptos"/>
                <a:cs typeface="Aptos"/>
              </a:defRPr>
            </a:lvl3pPr>
            <a:lvl4pPr algn="r">
              <a:defRPr sz="1068" b="0">
                <a:solidFill>
                  <a:srgbClr val="647791"/>
                </a:solidFill>
                <a:latin typeface="Aptos"/>
                <a:ea typeface="Aptos"/>
                <a:cs typeface="Aptos"/>
              </a:defRPr>
            </a:lvl4pPr>
            <a:lvl5pPr algn="r">
              <a:defRPr sz="1068" b="0">
                <a:solidFill>
                  <a:srgbClr val="647791"/>
                </a:solidFill>
                <a:latin typeface="Aptos"/>
                <a:ea typeface="Aptos"/>
                <a:cs typeface="Aptos"/>
              </a:defRPr>
            </a:lvl5pPr>
            <a:lvl6pPr algn="r">
              <a:defRPr sz="1068" b="0">
                <a:solidFill>
                  <a:srgbClr val="647791"/>
                </a:solidFill>
                <a:latin typeface="Aptos"/>
                <a:ea typeface="Aptos"/>
                <a:cs typeface="Aptos"/>
              </a:defRPr>
            </a:lvl6pPr>
            <a:lvl7pPr algn="r">
              <a:defRPr sz="1068" b="0">
                <a:solidFill>
                  <a:srgbClr val="647791"/>
                </a:solidFill>
                <a:latin typeface="Aptos"/>
                <a:ea typeface="Aptos"/>
                <a:cs typeface="Aptos"/>
              </a:defRPr>
            </a:lvl7pPr>
            <a:lvl8pPr algn="r">
              <a:defRPr sz="1068" b="0">
                <a:solidFill>
                  <a:srgbClr val="647791"/>
                </a:solidFill>
                <a:latin typeface="Aptos"/>
                <a:ea typeface="Aptos"/>
                <a:cs typeface="Aptos"/>
              </a:defRPr>
            </a:lvl8pPr>
            <a:lvl9pPr algn="r">
              <a:defRPr sz="1068" b="0">
                <a:solidFill>
                  <a:srgbClr val="647791"/>
                </a:solidFill>
                <a:latin typeface="Aptos"/>
                <a:ea typeface="Aptos"/>
                <a:cs typeface="Aptos"/>
              </a:defRPr>
            </a:lvl9pPr>
          </a:lstStyle>
          <a:p xmlns:a="http://schemas.openxmlformats.org/drawingml/2006/main">
            <a:pPr algn="r">
              <a:defRPr sz="1068" b="0">
                <a:solidFill>
                  <a:srgbClr val="647791"/>
                </a:solidFill>
                <a:latin typeface="Aptos"/>
                <a:ea typeface="Aptos"/>
                <a:cs typeface="Aptos"/>
              </a:defRPr>
            </a:pPr>
            <a:r>
              <a:rPr sz="1068" b="0">
                <a:solidFill>
                  <a:srgbClr val="647791"/>
                </a:solidFill>
                <a:latin typeface="Aptos"/>
                <a:ea typeface="Aptos"/>
                <a:cs typeface="Aptos"/>
              </a:rPr>
              <a:t>07</a:t>
            </a:r>
          </a:p>
        </p:txBody>
      </p:sp>
      <p:sp>
        <p:nvSpPr>
          <p:cNvPr id="60" name="Código editable">
            <a:extLst xmlns:a="http://schemas.openxmlformats.org/drawingml/2006/main">
              <a:ext uri="{FF2B5EF4-FFF2-40B4-BE49-F238E27FC236}">
                <a16:creationId xmlns:a16="http://schemas.microsoft.com/office/drawing/2014/main" id="{070EEAEB-5AEF-40F8-9BF5-0A35B43705DF}"/>
              </a:ext>
            </a:extLst>
          </p:cNvPr>
          <p:cNvSpPr>
            <a:spLocks xmlns:a="http://schemas.openxmlformats.org/drawingml/2006/main" noGrp="1"/>
          </p:cNvSpPr>
          <p:nvPr/>
        </p:nvSpPr>
        <p:spPr>
          <a:xfrm xmlns:a="http://schemas.openxmlformats.org/drawingml/2006/main">
            <a:off x="1390650" y="5357813"/>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SET</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p>
        </p:txBody>
      </p:sp>
      <p:sp>
        <p:nvSpPr>
          <p:cNvPr id="61" name="">
            <a:extLst xmlns:a="http://schemas.openxmlformats.org/drawingml/2006/main">
              <a:ext uri="{FF2B5EF4-FFF2-40B4-BE49-F238E27FC236}">
                <a16:creationId xmlns:a16="http://schemas.microsoft.com/office/drawing/2014/main" id="{18D2C235-5095-448B-90C3-1E391150E47B}"/>
              </a:ext>
            </a:extLst>
          </p:cNvPr>
          <p:cNvSpPr>
            <a:spLocks xmlns:a="http://schemas.openxmlformats.org/drawingml/2006/main" noGrp="1"/>
          </p:cNvSpPr>
          <p:nvPr/>
        </p:nvSpPr>
        <p:spPr>
          <a:xfrm xmlns:a="http://schemas.openxmlformats.org/drawingml/2006/main">
            <a:off x="1019175" y="5531644"/>
            <a:ext cx="24765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68" b="0">
                <a:solidFill>
                  <a:srgbClr val="647791"/>
                </a:solidFill>
                <a:latin typeface="Aptos"/>
                <a:ea typeface="Aptos"/>
                <a:cs typeface="Aptos"/>
              </a:defRPr>
            </a:defPPr>
            <a:lvl1pPr algn="r">
              <a:defRPr sz="1068" b="0">
                <a:solidFill>
                  <a:srgbClr val="647791"/>
                </a:solidFill>
                <a:latin typeface="Aptos"/>
                <a:ea typeface="Aptos"/>
                <a:cs typeface="Aptos"/>
              </a:defRPr>
            </a:lvl1pPr>
            <a:lvl2pPr algn="r">
              <a:defRPr sz="1068" b="0">
                <a:solidFill>
                  <a:srgbClr val="647791"/>
                </a:solidFill>
                <a:latin typeface="Aptos"/>
                <a:ea typeface="Aptos"/>
                <a:cs typeface="Aptos"/>
              </a:defRPr>
            </a:lvl2pPr>
            <a:lvl3pPr algn="r">
              <a:defRPr sz="1068" b="0">
                <a:solidFill>
                  <a:srgbClr val="647791"/>
                </a:solidFill>
                <a:latin typeface="Aptos"/>
                <a:ea typeface="Aptos"/>
                <a:cs typeface="Aptos"/>
              </a:defRPr>
            </a:lvl3pPr>
            <a:lvl4pPr algn="r">
              <a:defRPr sz="1068" b="0">
                <a:solidFill>
                  <a:srgbClr val="647791"/>
                </a:solidFill>
                <a:latin typeface="Aptos"/>
                <a:ea typeface="Aptos"/>
                <a:cs typeface="Aptos"/>
              </a:defRPr>
            </a:lvl4pPr>
            <a:lvl5pPr algn="r">
              <a:defRPr sz="1068" b="0">
                <a:solidFill>
                  <a:srgbClr val="647791"/>
                </a:solidFill>
                <a:latin typeface="Aptos"/>
                <a:ea typeface="Aptos"/>
                <a:cs typeface="Aptos"/>
              </a:defRPr>
            </a:lvl5pPr>
            <a:lvl6pPr algn="r">
              <a:defRPr sz="1068" b="0">
                <a:solidFill>
                  <a:srgbClr val="647791"/>
                </a:solidFill>
                <a:latin typeface="Aptos"/>
                <a:ea typeface="Aptos"/>
                <a:cs typeface="Aptos"/>
              </a:defRPr>
            </a:lvl6pPr>
            <a:lvl7pPr algn="r">
              <a:defRPr sz="1068" b="0">
                <a:solidFill>
                  <a:srgbClr val="647791"/>
                </a:solidFill>
                <a:latin typeface="Aptos"/>
                <a:ea typeface="Aptos"/>
                <a:cs typeface="Aptos"/>
              </a:defRPr>
            </a:lvl7pPr>
            <a:lvl8pPr algn="r">
              <a:defRPr sz="1068" b="0">
                <a:solidFill>
                  <a:srgbClr val="647791"/>
                </a:solidFill>
                <a:latin typeface="Aptos"/>
                <a:ea typeface="Aptos"/>
                <a:cs typeface="Aptos"/>
              </a:defRPr>
            </a:lvl8pPr>
            <a:lvl9pPr algn="r">
              <a:defRPr sz="1068" b="0">
                <a:solidFill>
                  <a:srgbClr val="647791"/>
                </a:solidFill>
                <a:latin typeface="Aptos"/>
                <a:ea typeface="Aptos"/>
                <a:cs typeface="Aptos"/>
              </a:defRPr>
            </a:lvl9pPr>
          </a:lstStyle>
          <a:p xmlns:a="http://schemas.openxmlformats.org/drawingml/2006/main">
            <a:pPr algn="r">
              <a:defRPr sz="1068" b="0">
                <a:solidFill>
                  <a:srgbClr val="647791"/>
                </a:solidFill>
                <a:latin typeface="Aptos"/>
                <a:ea typeface="Aptos"/>
                <a:cs typeface="Aptos"/>
              </a:defRPr>
            </a:pPr>
            <a:r>
              <a:rPr sz="1068" b="0">
                <a:solidFill>
                  <a:srgbClr val="647791"/>
                </a:solidFill>
                <a:latin typeface="Aptos"/>
                <a:ea typeface="Aptos"/>
                <a:cs typeface="Aptos"/>
              </a:rPr>
              <a:t>08</a:t>
            </a:r>
          </a:p>
        </p:txBody>
      </p:sp>
      <p:sp>
        <p:nvSpPr>
          <p:cNvPr id="62" name="Código editable">
            <a:extLst xmlns:a="http://schemas.openxmlformats.org/drawingml/2006/main">
              <a:ext uri="{FF2B5EF4-FFF2-40B4-BE49-F238E27FC236}">
                <a16:creationId xmlns:a16="http://schemas.microsoft.com/office/drawing/2014/main" id="{A1DD0BA6-F11B-47EE-9444-A5983D6FA314}"/>
              </a:ext>
            </a:extLst>
          </p:cNvPr>
          <p:cNvSpPr>
            <a:spLocks xmlns:a="http://schemas.openxmlformats.org/drawingml/2006/main" noGrp="1"/>
          </p:cNvSpPr>
          <p:nvPr/>
        </p:nvSpPr>
        <p:spPr>
          <a:xfrm xmlns:a="http://schemas.openxmlformats.org/drawingml/2006/main">
            <a:off x="1390650" y="5531644"/>
            <a:ext cx="9753600" cy="17383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68">
                <a:solidFill>
                  <a:srgbClr val="E6EDF7"/>
                </a:solidFill>
                <a:latin typeface="Menlo"/>
                <a:ea typeface="Menlo"/>
                <a:cs typeface="Menlo"/>
              </a:defRPr>
            </a:defPPr>
            <a:lvl1pPr algn="l">
              <a:defRPr sz="1068">
                <a:solidFill>
                  <a:srgbClr val="E6EDF7"/>
                </a:solidFill>
                <a:latin typeface="Menlo"/>
                <a:ea typeface="Menlo"/>
                <a:cs typeface="Menlo"/>
              </a:defRPr>
            </a:lvl1pPr>
            <a:lvl2pPr algn="l">
              <a:defRPr sz="1068">
                <a:solidFill>
                  <a:srgbClr val="E6EDF7"/>
                </a:solidFill>
                <a:latin typeface="Menlo"/>
                <a:ea typeface="Menlo"/>
                <a:cs typeface="Menlo"/>
              </a:defRPr>
            </a:lvl2pPr>
            <a:lvl3pPr algn="l">
              <a:defRPr sz="1068">
                <a:solidFill>
                  <a:srgbClr val="E6EDF7"/>
                </a:solidFill>
                <a:latin typeface="Menlo"/>
                <a:ea typeface="Menlo"/>
                <a:cs typeface="Menlo"/>
              </a:defRPr>
            </a:lvl3pPr>
            <a:lvl4pPr algn="l">
              <a:defRPr sz="1068">
                <a:solidFill>
                  <a:srgbClr val="E6EDF7"/>
                </a:solidFill>
                <a:latin typeface="Menlo"/>
                <a:ea typeface="Menlo"/>
                <a:cs typeface="Menlo"/>
              </a:defRPr>
            </a:lvl4pPr>
            <a:lvl5pPr algn="l">
              <a:defRPr sz="1068">
                <a:solidFill>
                  <a:srgbClr val="E6EDF7"/>
                </a:solidFill>
                <a:latin typeface="Menlo"/>
                <a:ea typeface="Menlo"/>
                <a:cs typeface="Menlo"/>
              </a:defRPr>
            </a:lvl5pPr>
            <a:lvl6pPr algn="l">
              <a:defRPr sz="1068">
                <a:solidFill>
                  <a:srgbClr val="E6EDF7"/>
                </a:solidFill>
                <a:latin typeface="Menlo"/>
                <a:ea typeface="Menlo"/>
                <a:cs typeface="Menlo"/>
              </a:defRPr>
            </a:lvl6pPr>
            <a:lvl7pPr algn="l">
              <a:defRPr sz="1068">
                <a:solidFill>
                  <a:srgbClr val="E6EDF7"/>
                </a:solidFill>
                <a:latin typeface="Menlo"/>
                <a:ea typeface="Menlo"/>
                <a:cs typeface="Menlo"/>
              </a:defRPr>
            </a:lvl7pPr>
            <a:lvl8pPr algn="l">
              <a:defRPr sz="1068">
                <a:solidFill>
                  <a:srgbClr val="E6EDF7"/>
                </a:solidFill>
                <a:latin typeface="Menlo"/>
                <a:ea typeface="Menlo"/>
                <a:cs typeface="Menlo"/>
              </a:defRPr>
            </a:lvl8pPr>
            <a:lvl9pPr algn="l">
              <a:defRPr sz="1068">
                <a:solidFill>
                  <a:srgbClr val="E6EDF7"/>
                </a:solidFill>
                <a:latin typeface="Menlo"/>
                <a:ea typeface="Menlo"/>
                <a:cs typeface="Menlo"/>
              </a:defRPr>
            </a:lvl9pPr>
          </a:lstStyle>
          <a:p xmlns:a="http://schemas.openxmlformats.org/drawingml/2006/main">
            <a:pPr algn="l">
              <a:defRPr sz="1068">
                <a:solidFill>
                  <a:srgbClr val="E6EDF7"/>
                </a:solidFill>
                <a:latin typeface="Menlo"/>
                <a:ea typeface="Menlo"/>
                <a:cs typeface="Menlo"/>
              </a:defRPr>
            </a:pPr>
            <a:r>
              <a:rPr sz="1068">
                <a:solidFill>
                  <a:srgbClr val="C792EA"/>
                </a:solidFill>
                <a:latin typeface="Menlo"/>
                <a:ea typeface="Menlo"/>
                <a:cs typeface="Menlo"/>
              </a:rPr>
              <a:t>WHERE</a:t>
            </a:r>
            <a:r>
              <a:rPr sz="1068">
                <a:solidFill>
                  <a:srgbClr val="E6EDF7"/>
                </a:solidFill>
                <a:latin typeface="Menlo"/>
                <a:ea typeface="Menlo"/>
                <a:cs typeface="Menlo"/>
              </a:rPr>
              <a:t> </a:t>
            </a:r>
            <a:r>
              <a:rPr sz="1068">
                <a:solidFill>
                  <a:srgbClr val="E6EDF7"/>
                </a:solidFill>
                <a:latin typeface="Menlo"/>
                <a:ea typeface="Menlo"/>
                <a:cs typeface="Menlo"/>
              </a:rPr>
              <a:t>code</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E6EDF7"/>
                </a:solidFill>
                <a:latin typeface="Menlo"/>
                <a:ea typeface="Menlo"/>
                <a:cs typeface="Menlo"/>
              </a:rPr>
              <a:t>?</a:t>
            </a:r>
            <a:r>
              <a:rPr sz="1068">
                <a:solidFill>
                  <a:srgbClr val="E6EDF7"/>
                </a:solidFill>
                <a:latin typeface="Menlo"/>
                <a:ea typeface="Menlo"/>
                <a:cs typeface="Menlo"/>
              </a:rPr>
              <a:t> </a:t>
            </a:r>
            <a:r>
              <a:rPr sz="1068">
                <a:solidFill>
                  <a:srgbClr val="C792EA"/>
                </a:solidFill>
                <a:latin typeface="Menlo"/>
                <a:ea typeface="Menlo"/>
                <a:cs typeface="Menlo"/>
              </a:rPr>
              <a:t>AND</a:t>
            </a:r>
            <a:r>
              <a:rPr sz="1068">
                <a:solidFill>
                  <a:srgbClr val="E6EDF7"/>
                </a:solidFill>
                <a:latin typeface="Menlo"/>
                <a:ea typeface="Menlo"/>
                <a:cs typeface="Menlo"/>
              </a:rPr>
              <a:t> </a:t>
            </a:r>
            <a:r>
              <a:rPr sz="1068">
                <a:solidFill>
                  <a:srgbClr val="E6EDF7"/>
                </a:solidFill>
                <a:latin typeface="Menlo"/>
                <a:ea typeface="Menlo"/>
                <a:cs typeface="Menlo"/>
              </a:rPr>
              <a:t>used_at</a:t>
            </a:r>
            <a:r>
              <a:rPr sz="1068">
                <a:solidFill>
                  <a:srgbClr val="E6EDF7"/>
                </a:solidFill>
                <a:latin typeface="Menlo"/>
                <a:ea typeface="Menlo"/>
                <a:cs typeface="Menlo"/>
              </a:rPr>
              <a:t> </a:t>
            </a:r>
            <a:r>
              <a:rPr sz="1068">
                <a:solidFill>
                  <a:srgbClr val="82D3F2"/>
                </a:solidFill>
                <a:latin typeface="Menlo"/>
                <a:ea typeface="Menlo"/>
                <a:cs typeface="Menlo"/>
              </a:rPr>
              <a:t>IS</a:t>
            </a:r>
            <a:r>
              <a:rPr sz="1068">
                <a:solidFill>
                  <a:srgbClr val="E6EDF7"/>
                </a:solidFill>
                <a:latin typeface="Menlo"/>
                <a:ea typeface="Menlo"/>
                <a:cs typeface="Menlo"/>
              </a:rPr>
              <a:t> </a:t>
            </a:r>
            <a:r>
              <a:rPr sz="1068">
                <a:solidFill>
                  <a:srgbClr val="82D3F2"/>
                </a:solidFill>
                <a:latin typeface="Menlo"/>
                <a:ea typeface="Menlo"/>
                <a:cs typeface="Menlo"/>
              </a:rPr>
              <a:t>NULL</a:t>
            </a:r>
          </a:p>
        </p:txBody>
      </p:sp>
    </p:spTree>
    <p:extLst>
      <p:ext uri="{BB962C8B-B14F-4D97-AF65-F5344CB8AC3E}">
        <p14:creationId xmlns:p14="http://schemas.microsoft.com/office/powerpoint/2010/main" val="38299779"/>
      </p:ext>
    </p:extLst>
  </p:cSld>
</p:sld>
</file>

<file path=ppt/slides/slide1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E1289AB-F8F0-43C4-B61F-7429452DCB98}"/>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ALMACENAMIENTO</a:t>
            </a:r>
          </a:p>
        </p:txBody>
      </p:sp>
      <p:sp>
        <p:nvSpPr>
          <p:cNvPr id="2" name="">
            <a:extLst xmlns:a="http://schemas.openxmlformats.org/drawingml/2006/main">
              <a:ext uri="{FF2B5EF4-FFF2-40B4-BE49-F238E27FC236}">
                <a16:creationId xmlns:a16="http://schemas.microsoft.com/office/drawing/2014/main" id="{9D2339F7-F2B7-4079-9528-23B5046827F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B85C72D6-AA95-4F03-B374-2C70F780EC9A}"/>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billetera guarda la credencial y una clave del dispositivo</a:t>
            </a:r>
          </a:p>
        </p:txBody>
      </p:sp>
      <p:sp>
        <p:nvSpPr>
          <p:cNvPr id="4" name="">
            <a:extLst xmlns:a="http://schemas.openxmlformats.org/drawingml/2006/main">
              <a:ext uri="{FF2B5EF4-FFF2-40B4-BE49-F238E27FC236}">
                <a16:creationId xmlns:a16="http://schemas.microsoft.com/office/drawing/2014/main" id="{4960AEA8-2A16-4F2E-8B0D-9527E378C3A6}"/>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290943-CD4D-4F13-A89A-DB2348A2D19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E3911EEC-B8DC-4C83-924C-273CBF5BE26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A563BFE2-45FD-4D94-A20A-6EC69935578B}"/>
              </a:ext>
            </a:extLst>
          </p:cNvPr>
          <p:cNvSpPr>
            <a:spLocks xmlns:a="http://schemas.openxmlformats.org/drawingml/2006/main" noGrp="1"/>
          </p:cNvSpPr>
          <p:nvPr/>
        </p:nvSpPr>
        <p:spPr>
          <a:xfrm xmlns:a="http://schemas.openxmlformats.org/drawingml/2006/main">
            <a:off x="666750" y="17621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842DF65D-2AFF-4D73-B08B-3536C505A8F8}"/>
              </a:ext>
            </a:extLst>
          </p:cNvPr>
          <p:cNvSpPr>
            <a:spLocks xmlns:a="http://schemas.openxmlformats.org/drawingml/2006/main" noGrp="1"/>
          </p:cNvSpPr>
          <p:nvPr/>
        </p:nvSpPr>
        <p:spPr>
          <a:xfrm xmlns:a="http://schemas.openxmlformats.org/drawingml/2006/main">
            <a:off x="666750" y="1762125"/>
            <a:ext cx="76200" cy="1428750"/>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780F9-F8D0-40C6-AD99-D3B98CD5301E}"/>
              </a:ext>
            </a:extLst>
          </p:cNvPr>
          <p:cNvSpPr>
            <a:spLocks xmlns:a="http://schemas.openxmlformats.org/drawingml/2006/main" noGrp="1"/>
          </p:cNvSpPr>
          <p:nvPr/>
        </p:nvSpPr>
        <p:spPr>
          <a:xfrm xmlns:a="http://schemas.openxmlformats.org/drawingml/2006/main">
            <a:off x="876300" y="18954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defRPr sz="1500" b="1">
                <a:solidFill>
                  <a:srgbClr val="2846A0"/>
                </a:solidFill>
                <a:latin typeface="Aptos"/>
                <a:ea typeface="Aptos"/>
                <a:cs typeface="Aptos"/>
              </a:defRPr>
            </a:lvl1pPr>
            <a:lvl2pPr algn="l">
              <a:defRPr sz="1500" b="1">
                <a:solidFill>
                  <a:srgbClr val="2846A0"/>
                </a:solidFill>
                <a:latin typeface="Aptos"/>
                <a:ea typeface="Aptos"/>
                <a:cs typeface="Aptos"/>
              </a:defRPr>
            </a:lvl2pPr>
            <a:lvl3pPr algn="l">
              <a:defRPr sz="1500" b="1">
                <a:solidFill>
                  <a:srgbClr val="2846A0"/>
                </a:solidFill>
                <a:latin typeface="Aptos"/>
                <a:ea typeface="Aptos"/>
                <a:cs typeface="Aptos"/>
              </a:defRPr>
            </a:lvl3pPr>
            <a:lvl4pPr algn="l">
              <a:defRPr sz="1500" b="1">
                <a:solidFill>
                  <a:srgbClr val="2846A0"/>
                </a:solidFill>
                <a:latin typeface="Aptos"/>
                <a:ea typeface="Aptos"/>
                <a:cs typeface="Aptos"/>
              </a:defRPr>
            </a:lvl4pPr>
            <a:lvl5pPr algn="l">
              <a:defRPr sz="1500" b="1">
                <a:solidFill>
                  <a:srgbClr val="2846A0"/>
                </a:solidFill>
                <a:latin typeface="Aptos"/>
                <a:ea typeface="Aptos"/>
                <a:cs typeface="Aptos"/>
              </a:defRPr>
            </a:lvl5pPr>
            <a:lvl6pPr algn="l">
              <a:defRPr sz="1500" b="1">
                <a:solidFill>
                  <a:srgbClr val="2846A0"/>
                </a:solidFill>
                <a:latin typeface="Aptos"/>
                <a:ea typeface="Aptos"/>
                <a:cs typeface="Aptos"/>
              </a:defRPr>
            </a:lvl6pPr>
            <a:lvl7pPr algn="l">
              <a:defRPr sz="1500" b="1">
                <a:solidFill>
                  <a:srgbClr val="2846A0"/>
                </a:solidFill>
                <a:latin typeface="Aptos"/>
                <a:ea typeface="Aptos"/>
                <a:cs typeface="Aptos"/>
              </a:defRPr>
            </a:lvl7pPr>
            <a:lvl8pPr algn="l">
              <a:defRPr sz="1500" b="1">
                <a:solidFill>
                  <a:srgbClr val="2846A0"/>
                </a:solidFill>
                <a:latin typeface="Aptos"/>
                <a:ea typeface="Aptos"/>
                <a:cs typeface="Aptos"/>
              </a:defRPr>
            </a:lvl8pPr>
            <a:lvl9pPr algn="l">
              <a:defRPr sz="1500" b="1">
                <a:solidFill>
                  <a:srgbClr val="2846A0"/>
                </a:solidFill>
                <a:latin typeface="Aptos"/>
                <a:ea typeface="Aptos"/>
                <a:cs typeface="Aptos"/>
              </a:defRPr>
            </a:lvl9pPr>
          </a:lstStyle>
          <a:p xmlns:a="http://schemas.openxmlformats.org/drawingml/2006/main">
            <a:pPr algn="l">
              <a:defRPr sz="1500" b="1">
                <a:solidFill>
                  <a:srgbClr val="2846A0"/>
                </a:solidFill>
                <a:latin typeface="Aptos"/>
                <a:ea typeface="Aptos"/>
                <a:cs typeface="Aptos"/>
              </a:defRPr>
            </a:pPr>
            <a:r>
              <a:rPr sz="1500" b="1">
                <a:solidFill>
                  <a:srgbClr val="2846A0"/>
                </a:solidFill>
                <a:latin typeface="Aptos"/>
                <a:ea typeface="Aptos"/>
                <a:cs typeface="Aptos"/>
              </a:rPr>
              <a:t>Credencial</a:t>
            </a:r>
          </a:p>
        </p:txBody>
      </p:sp>
      <p:sp>
        <p:nvSpPr>
          <p:cNvPr id="10" name="">
            <a:extLst xmlns:a="http://schemas.openxmlformats.org/drawingml/2006/main">
              <a:ext uri="{FF2B5EF4-FFF2-40B4-BE49-F238E27FC236}">
                <a16:creationId xmlns:a16="http://schemas.microsoft.com/office/drawing/2014/main" id="{05091063-3C65-4251-9E5A-4D0EC520AD46}"/>
              </a:ext>
            </a:extLst>
          </p:cNvPr>
          <p:cNvSpPr>
            <a:spLocks xmlns:a="http://schemas.openxmlformats.org/drawingml/2006/main" noGrp="1"/>
          </p:cNvSpPr>
          <p:nvPr/>
        </p:nvSpPr>
        <p:spPr>
          <a:xfrm xmlns:a="http://schemas.openxmlformats.org/drawingml/2006/main">
            <a:off x="876300" y="22193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Objeto firmado por el emisor.</a:t>
            </a:r>
          </a:p>
        </p:txBody>
      </p:sp>
      <p:sp>
        <p:nvSpPr>
          <p:cNvPr id="11" name="">
            <a:extLst xmlns:a="http://schemas.openxmlformats.org/drawingml/2006/main">
              <a:ext uri="{FF2B5EF4-FFF2-40B4-BE49-F238E27FC236}">
                <a16:creationId xmlns:a16="http://schemas.microsoft.com/office/drawing/2014/main" id="{5FC3502A-725A-4B3C-91B8-E53503000FE7}"/>
              </a:ext>
            </a:extLst>
          </p:cNvPr>
          <p:cNvSpPr>
            <a:spLocks xmlns:a="http://schemas.openxmlformats.org/drawingml/2006/main" noGrp="1"/>
          </p:cNvSpPr>
          <p:nvPr/>
        </p:nvSpPr>
        <p:spPr>
          <a:xfrm xmlns:a="http://schemas.openxmlformats.org/drawingml/2006/main">
            <a:off x="666750" y="3857625"/>
            <a:ext cx="3095625"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E3ED"/>
            </a:solidFill>
            <a:prstDash val="solid"/>
          </a:ln>
        </p:spPr>
      </p:sp>
      <p:sp>
        <p:nvSpPr>
          <p:cNvPr id="12" name="">
            <a:extLst xmlns:a="http://schemas.openxmlformats.org/drawingml/2006/main">
              <a:ext uri="{FF2B5EF4-FFF2-40B4-BE49-F238E27FC236}">
                <a16:creationId xmlns:a16="http://schemas.microsoft.com/office/drawing/2014/main" id="{BA2D13CD-A25A-4994-9669-448920682E24}"/>
              </a:ext>
            </a:extLst>
          </p:cNvPr>
          <p:cNvSpPr>
            <a:spLocks xmlns:a="http://schemas.openxmlformats.org/drawingml/2006/main" noGrp="1"/>
          </p:cNvSpPr>
          <p:nvPr/>
        </p:nvSpPr>
        <p:spPr>
          <a:xfrm xmlns:a="http://schemas.openxmlformats.org/drawingml/2006/main">
            <a:off x="666750" y="3857625"/>
            <a:ext cx="76200" cy="1428750"/>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F0A7CD-C41E-4088-9416-AF45565DE9EF}"/>
              </a:ext>
            </a:extLst>
          </p:cNvPr>
          <p:cNvSpPr>
            <a:spLocks xmlns:a="http://schemas.openxmlformats.org/drawingml/2006/main" noGrp="1"/>
          </p:cNvSpPr>
          <p:nvPr/>
        </p:nvSpPr>
        <p:spPr>
          <a:xfrm xmlns:a="http://schemas.openxmlformats.org/drawingml/2006/main">
            <a:off x="876300" y="3990975"/>
            <a:ext cx="2733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defRPr sz="1500" b="1">
                <a:solidFill>
                  <a:srgbClr val="22B8A8"/>
                </a:solidFill>
                <a:latin typeface="Aptos"/>
                <a:ea typeface="Aptos"/>
                <a:cs typeface="Aptos"/>
              </a:defRPr>
            </a:lvl1pPr>
            <a:lvl2pPr algn="l">
              <a:defRPr sz="1500" b="1">
                <a:solidFill>
                  <a:srgbClr val="22B8A8"/>
                </a:solidFill>
                <a:latin typeface="Aptos"/>
                <a:ea typeface="Aptos"/>
                <a:cs typeface="Aptos"/>
              </a:defRPr>
            </a:lvl2pPr>
            <a:lvl3pPr algn="l">
              <a:defRPr sz="1500" b="1">
                <a:solidFill>
                  <a:srgbClr val="22B8A8"/>
                </a:solidFill>
                <a:latin typeface="Aptos"/>
                <a:ea typeface="Aptos"/>
                <a:cs typeface="Aptos"/>
              </a:defRPr>
            </a:lvl3pPr>
            <a:lvl4pPr algn="l">
              <a:defRPr sz="1500" b="1">
                <a:solidFill>
                  <a:srgbClr val="22B8A8"/>
                </a:solidFill>
                <a:latin typeface="Aptos"/>
                <a:ea typeface="Aptos"/>
                <a:cs typeface="Aptos"/>
              </a:defRPr>
            </a:lvl4pPr>
            <a:lvl5pPr algn="l">
              <a:defRPr sz="1500" b="1">
                <a:solidFill>
                  <a:srgbClr val="22B8A8"/>
                </a:solidFill>
                <a:latin typeface="Aptos"/>
                <a:ea typeface="Aptos"/>
                <a:cs typeface="Aptos"/>
              </a:defRPr>
            </a:lvl5pPr>
            <a:lvl6pPr algn="l">
              <a:defRPr sz="1500" b="1">
                <a:solidFill>
                  <a:srgbClr val="22B8A8"/>
                </a:solidFill>
                <a:latin typeface="Aptos"/>
                <a:ea typeface="Aptos"/>
                <a:cs typeface="Aptos"/>
              </a:defRPr>
            </a:lvl6pPr>
            <a:lvl7pPr algn="l">
              <a:defRPr sz="1500" b="1">
                <a:solidFill>
                  <a:srgbClr val="22B8A8"/>
                </a:solidFill>
                <a:latin typeface="Aptos"/>
                <a:ea typeface="Aptos"/>
                <a:cs typeface="Aptos"/>
              </a:defRPr>
            </a:lvl7pPr>
            <a:lvl8pPr algn="l">
              <a:defRPr sz="1500" b="1">
                <a:solidFill>
                  <a:srgbClr val="22B8A8"/>
                </a:solidFill>
                <a:latin typeface="Aptos"/>
                <a:ea typeface="Aptos"/>
                <a:cs typeface="Aptos"/>
              </a:defRPr>
            </a:lvl8pPr>
            <a:lvl9pPr algn="l">
              <a:defRPr sz="1500" b="1">
                <a:solidFill>
                  <a:srgbClr val="22B8A8"/>
                </a:solidFill>
                <a:latin typeface="Aptos"/>
                <a:ea typeface="Aptos"/>
                <a:cs typeface="Aptos"/>
              </a:defRPr>
            </a:lvl9pPr>
          </a:lstStyle>
          <a:p xmlns:a="http://schemas.openxmlformats.org/drawingml/2006/main">
            <a:pPr algn="l">
              <a:defRPr sz="1500" b="1">
                <a:solidFill>
                  <a:srgbClr val="22B8A8"/>
                </a:solidFill>
                <a:latin typeface="Aptos"/>
                <a:ea typeface="Aptos"/>
                <a:cs typeface="Aptos"/>
              </a:defRPr>
            </a:pPr>
            <a:r>
              <a:rPr sz="1500" b="1">
                <a:solidFill>
                  <a:srgbClr val="22B8A8"/>
                </a:solidFill>
                <a:latin typeface="Aptos"/>
                <a:ea typeface="Aptos"/>
                <a:cs typeface="Aptos"/>
              </a:rPr>
              <a:t>Par Ed25519</a:t>
            </a:r>
          </a:p>
        </p:txBody>
      </p:sp>
      <p:sp>
        <p:nvSpPr>
          <p:cNvPr id="14" name="">
            <a:extLst xmlns:a="http://schemas.openxmlformats.org/drawingml/2006/main">
              <a:ext uri="{FF2B5EF4-FFF2-40B4-BE49-F238E27FC236}">
                <a16:creationId xmlns:a16="http://schemas.microsoft.com/office/drawing/2014/main" id="{F4D51B74-8067-47ED-8DD5-B8A32B034A5D}"/>
              </a:ext>
            </a:extLst>
          </p:cNvPr>
          <p:cNvSpPr>
            <a:spLocks xmlns:a="http://schemas.openxmlformats.org/drawingml/2006/main" noGrp="1"/>
          </p:cNvSpPr>
          <p:nvPr/>
        </p:nvSpPr>
        <p:spPr>
          <a:xfrm xmlns:a="http://schemas.openxmlformats.org/drawingml/2006/main">
            <a:off x="876300" y="4314825"/>
            <a:ext cx="27336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Se crea localmente con Web Crypto.</a:t>
            </a:r>
          </a:p>
        </p:txBody>
      </p:sp>
      <p:sp>
        <p:nvSpPr>
          <p:cNvPr id="15" name="">
            <a:extLst xmlns:a="http://schemas.openxmlformats.org/drawingml/2006/main">
              <a:ext uri="{FF2B5EF4-FFF2-40B4-BE49-F238E27FC236}">
                <a16:creationId xmlns:a16="http://schemas.microsoft.com/office/drawing/2014/main" id="{56162B6E-36D8-42E1-AF9A-1C4D37402C5C}"/>
              </a:ext>
            </a:extLst>
          </p:cNvPr>
          <p:cNvSpPr>
            <a:spLocks xmlns:a="http://schemas.openxmlformats.org/drawingml/2006/main" noGrp="1"/>
          </p:cNvSpPr>
          <p:nvPr/>
        </p:nvSpPr>
        <p:spPr>
          <a:xfrm xmlns:a="http://schemas.openxmlformats.org/drawingml/2006/main">
            <a:off x="4762500" y="2000250"/>
            <a:ext cx="29527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CE3ED"/>
            </a:solidFill>
            <a:prstDash val="solid"/>
          </a:ln>
        </p:spPr>
      </p:sp>
      <p:sp>
        <p:nvSpPr>
          <p:cNvPr id="16" name="">
            <a:extLst xmlns:a="http://schemas.openxmlformats.org/drawingml/2006/main">
              <a:ext uri="{FF2B5EF4-FFF2-40B4-BE49-F238E27FC236}">
                <a16:creationId xmlns:a16="http://schemas.microsoft.com/office/drawing/2014/main" id="{C3679FCA-C44B-4FFC-9FCE-3862BFC7C09E}"/>
              </a:ext>
            </a:extLst>
          </p:cNvPr>
          <p:cNvSpPr>
            <a:spLocks xmlns:a="http://schemas.openxmlformats.org/drawingml/2006/main" noGrp="1"/>
          </p:cNvSpPr>
          <p:nvPr/>
        </p:nvSpPr>
        <p:spPr>
          <a:xfrm xmlns:a="http://schemas.openxmlformats.org/drawingml/2006/main">
            <a:off x="5143500" y="2362200"/>
            <a:ext cx="2190750" cy="2190750"/>
          </a:xfrm>
          <a:prstGeom xmlns:a="http://schemas.openxmlformats.org/drawingml/2006/main" prst="roundRect">
            <a:avLst>
              <a:gd name="adj" fmla="val 3478"/>
            </a:avLst>
          </a:prstGeom>
          <a:solidFill xmlns:a="http://schemas.openxmlformats.org/drawingml/2006/main">
            <a:srgbClr val="E8EDFF"/>
          </a:solidFill>
          <a:ln xmlns:a="http://schemas.openxmlformats.org/drawingml/2006/main" w="0">
            <a:noFill/>
            <a:prstDash val="solid"/>
          </a:ln>
        </p:spPr>
      </p:sp>
      <p:sp>
        <p:nvSpPr>
          <p:cNvPr id="17" name="brand-mark">
            <a:extLst xmlns:a="http://schemas.openxmlformats.org/drawingml/2006/main">
              <a:ext uri="{FF2B5EF4-FFF2-40B4-BE49-F238E27FC236}">
                <a16:creationId xmlns:a16="http://schemas.microsoft.com/office/drawing/2014/main" id="{30EA7205-0E59-431F-82D9-C2C6E2A500CB}"/>
              </a:ext>
            </a:extLst>
          </p:cNvPr>
          <p:cNvSpPr>
            <a:spLocks xmlns:a="http://schemas.openxmlformats.org/drawingml/2006/main" noGrp="1"/>
          </p:cNvSpPr>
          <p:nvPr/>
        </p:nvSpPr>
        <p:spPr>
          <a:xfrm xmlns:a="http://schemas.openxmlformats.org/drawingml/2006/main">
            <a:off x="5905500" y="2619375"/>
            <a:ext cx="666750" cy="666750"/>
          </a:xfrm>
          <a:prstGeom xmlns:a="http://schemas.openxmlformats.org/drawingml/2006/main" prst="roundRect">
            <a:avLst>
              <a:gd name="adj" fmla="val 11429"/>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7BFF00-B69F-40D2-AB84-F98FDCA2F294}"/>
              </a:ext>
            </a:extLst>
          </p:cNvPr>
          <p:cNvSpPr>
            <a:spLocks xmlns:a="http://schemas.openxmlformats.org/drawingml/2006/main" noGrp="1"/>
          </p:cNvSpPr>
          <p:nvPr/>
        </p:nvSpPr>
        <p:spPr>
          <a:xfrm xmlns:a="http://schemas.openxmlformats.org/drawingml/2006/main">
            <a:off x="6038850" y="2739390"/>
            <a:ext cx="400050" cy="426720"/>
          </a:xfrm>
          <a:prstGeom xmlns:a="http://schemas.openxmlformats.org/drawingml/2006/main" prst="roundRect">
            <a:avLst>
              <a:gd name="adj" fmla="val 19048"/>
            </a:avLst>
          </a:prstGeom>
          <a:noFill xmlns:a="http://schemas.openxmlformats.org/drawingml/2006/main"/>
          <a:ln xmlns:a="http://schemas.openxmlformats.org/drawingml/2006/main" w="21908">
            <a:solidFill>
              <a:srgbClr val="FFFFFF"/>
            </a:solidFill>
            <a:prstDash val="solid"/>
          </a:ln>
        </p:spPr>
      </p:sp>
      <p:sp>
        <p:nvSpPr>
          <p:cNvPr id="19" name="">
            <a:extLst xmlns:a="http://schemas.openxmlformats.org/drawingml/2006/main">
              <a:ext uri="{FF2B5EF4-FFF2-40B4-BE49-F238E27FC236}">
                <a16:creationId xmlns:a16="http://schemas.microsoft.com/office/drawing/2014/main" id="{68BC2B4D-C9C0-4DB1-9BD0-2016723D5B9F}"/>
              </a:ext>
            </a:extLst>
          </p:cNvPr>
          <p:cNvSpPr>
            <a:spLocks xmlns:a="http://schemas.openxmlformats.org/drawingml/2006/main" noGrp="1"/>
          </p:cNvSpPr>
          <p:nvPr/>
        </p:nvSpPr>
        <p:spPr>
          <a:xfrm xmlns:a="http://schemas.openxmlformats.org/drawingml/2006/main" flipV="0">
            <a:off x="6112193" y="2866073"/>
            <a:ext cx="16002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0" name="">
            <a:extLst xmlns:a="http://schemas.openxmlformats.org/drawingml/2006/main">
              <a:ext uri="{FF2B5EF4-FFF2-40B4-BE49-F238E27FC236}">
                <a16:creationId xmlns:a16="http://schemas.microsoft.com/office/drawing/2014/main" id="{8E2AF14B-838A-4421-B524-F045303F18D0}"/>
              </a:ext>
            </a:extLst>
          </p:cNvPr>
          <p:cNvSpPr>
            <a:spLocks xmlns:a="http://schemas.openxmlformats.org/drawingml/2006/main" noGrp="1"/>
          </p:cNvSpPr>
          <p:nvPr/>
        </p:nvSpPr>
        <p:spPr>
          <a:xfrm xmlns:a="http://schemas.openxmlformats.org/drawingml/2006/main" flipV="0">
            <a:off x="6112193" y="2939415"/>
            <a:ext cx="80010" cy="9525"/>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21" name="">
            <a:extLst xmlns:a="http://schemas.openxmlformats.org/drawingml/2006/main">
              <a:ext uri="{FF2B5EF4-FFF2-40B4-BE49-F238E27FC236}">
                <a16:creationId xmlns:a16="http://schemas.microsoft.com/office/drawing/2014/main" id="{8108120A-58BE-489E-991D-0B4D5FBE1876}"/>
              </a:ext>
            </a:extLst>
          </p:cNvPr>
          <p:cNvSpPr>
            <a:spLocks xmlns:a="http://schemas.openxmlformats.org/drawingml/2006/main" noGrp="1"/>
          </p:cNvSpPr>
          <p:nvPr/>
        </p:nvSpPr>
        <p:spPr>
          <a:xfrm xmlns:a="http://schemas.openxmlformats.org/drawingml/2006/main" flipV="0">
            <a:off x="6238875" y="3032760"/>
            <a:ext cx="60007" cy="53340"/>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2" name="">
            <a:extLst xmlns:a="http://schemas.openxmlformats.org/drawingml/2006/main">
              <a:ext uri="{FF2B5EF4-FFF2-40B4-BE49-F238E27FC236}">
                <a16:creationId xmlns:a16="http://schemas.microsoft.com/office/drawing/2014/main" id="{58D20935-4934-4F38-A8B8-91C49BB67D2A}"/>
              </a:ext>
            </a:extLst>
          </p:cNvPr>
          <p:cNvSpPr>
            <a:spLocks xmlns:a="http://schemas.openxmlformats.org/drawingml/2006/main" noGrp="1"/>
          </p:cNvSpPr>
          <p:nvPr/>
        </p:nvSpPr>
        <p:spPr>
          <a:xfrm xmlns:a="http://schemas.openxmlformats.org/drawingml/2006/main" flipV="1">
            <a:off x="6298883" y="2966085"/>
            <a:ext cx="100013" cy="120015"/>
          </a:xfrm>
          <a:prstGeom xmlns:a="http://schemas.openxmlformats.org/drawingml/2006/main" prst="line">
            <a:avLst/>
          </a:prstGeom>
          <a:noFill xmlns:a="http://schemas.openxmlformats.org/drawingml/2006/main"/>
          <a:ln xmlns:a="http://schemas.openxmlformats.org/drawingml/2006/main" w="32385">
            <a:solidFill>
              <a:srgbClr val="22B8A8"/>
            </a:solidFill>
            <a:prstDash val="solid"/>
          </a:ln>
        </p:spPr>
      </p:sp>
      <p:sp>
        <p:nvSpPr>
          <p:cNvPr id="23" name="">
            <a:extLst xmlns:a="http://schemas.openxmlformats.org/drawingml/2006/main">
              <a:ext uri="{FF2B5EF4-FFF2-40B4-BE49-F238E27FC236}">
                <a16:creationId xmlns:a16="http://schemas.microsoft.com/office/drawing/2014/main" id="{5324BE7E-4D7C-4729-85DE-EDFC2817FCC5}"/>
              </a:ext>
            </a:extLst>
          </p:cNvPr>
          <p:cNvSpPr>
            <a:spLocks xmlns:a="http://schemas.openxmlformats.org/drawingml/2006/main" noGrp="1"/>
          </p:cNvSpPr>
          <p:nvPr/>
        </p:nvSpPr>
        <p:spPr>
          <a:xfrm xmlns:a="http://schemas.openxmlformats.org/drawingml/2006/main">
            <a:off x="5191125" y="3562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800" b="1">
                <a:solidFill>
                  <a:srgbClr val="172554"/>
                </a:solidFill>
                <a:latin typeface="Aptos"/>
                <a:ea typeface="Aptos"/>
                <a:cs typeface="Aptos"/>
              </a:defRPr>
            </a:defPPr>
            <a:lvl1pPr algn="ctr">
              <a:defRPr sz="1800" b="1">
                <a:solidFill>
                  <a:srgbClr val="172554"/>
                </a:solidFill>
                <a:latin typeface="Aptos"/>
                <a:ea typeface="Aptos"/>
                <a:cs typeface="Aptos"/>
              </a:defRPr>
            </a:lvl1pPr>
            <a:lvl2pPr algn="ctr">
              <a:defRPr sz="1800" b="1">
                <a:solidFill>
                  <a:srgbClr val="172554"/>
                </a:solidFill>
                <a:latin typeface="Aptos"/>
                <a:ea typeface="Aptos"/>
                <a:cs typeface="Aptos"/>
              </a:defRPr>
            </a:lvl2pPr>
            <a:lvl3pPr algn="ctr">
              <a:defRPr sz="1800" b="1">
                <a:solidFill>
                  <a:srgbClr val="172554"/>
                </a:solidFill>
                <a:latin typeface="Aptos"/>
                <a:ea typeface="Aptos"/>
                <a:cs typeface="Aptos"/>
              </a:defRPr>
            </a:lvl3pPr>
            <a:lvl4pPr algn="ctr">
              <a:defRPr sz="1800" b="1">
                <a:solidFill>
                  <a:srgbClr val="172554"/>
                </a:solidFill>
                <a:latin typeface="Aptos"/>
                <a:ea typeface="Aptos"/>
                <a:cs typeface="Aptos"/>
              </a:defRPr>
            </a:lvl4pPr>
            <a:lvl5pPr algn="ctr">
              <a:defRPr sz="1800" b="1">
                <a:solidFill>
                  <a:srgbClr val="172554"/>
                </a:solidFill>
                <a:latin typeface="Aptos"/>
                <a:ea typeface="Aptos"/>
                <a:cs typeface="Aptos"/>
              </a:defRPr>
            </a:lvl5pPr>
            <a:lvl6pPr algn="ctr">
              <a:defRPr sz="1800" b="1">
                <a:solidFill>
                  <a:srgbClr val="172554"/>
                </a:solidFill>
                <a:latin typeface="Aptos"/>
                <a:ea typeface="Aptos"/>
                <a:cs typeface="Aptos"/>
              </a:defRPr>
            </a:lvl6pPr>
            <a:lvl7pPr algn="ctr">
              <a:defRPr sz="1800" b="1">
                <a:solidFill>
                  <a:srgbClr val="172554"/>
                </a:solidFill>
                <a:latin typeface="Aptos"/>
                <a:ea typeface="Aptos"/>
                <a:cs typeface="Aptos"/>
              </a:defRPr>
            </a:lvl7pPr>
            <a:lvl8pPr algn="ctr">
              <a:defRPr sz="1800" b="1">
                <a:solidFill>
                  <a:srgbClr val="172554"/>
                </a:solidFill>
                <a:latin typeface="Aptos"/>
                <a:ea typeface="Aptos"/>
                <a:cs typeface="Aptos"/>
              </a:defRPr>
            </a:lvl8pPr>
            <a:lvl9pPr algn="ctr">
              <a:defRPr sz="1800" b="1">
                <a:solidFill>
                  <a:srgbClr val="172554"/>
                </a:solidFill>
                <a:latin typeface="Aptos"/>
                <a:ea typeface="Aptos"/>
                <a:cs typeface="Aptos"/>
              </a:defRPr>
            </a:lvl9pPr>
          </a:lstStyle>
          <a:p xmlns:a="http://schemas.openxmlformats.org/drawingml/2006/main">
            <a:pPr algn="ctr">
              <a:defRPr sz="1800" b="1">
                <a:solidFill>
                  <a:srgbClr val="172554"/>
                </a:solidFill>
                <a:latin typeface="Aptos"/>
                <a:ea typeface="Aptos"/>
                <a:cs typeface="Aptos"/>
              </a:defRPr>
            </a:pPr>
            <a:r>
              <a:rPr sz="1800" b="1">
                <a:solidFill>
                  <a:srgbClr val="172554"/>
                </a:solidFill>
                <a:latin typeface="Aptos"/>
                <a:ea typeface="Aptos"/>
                <a:cs typeface="Aptos"/>
              </a:rPr>
              <a:t>IndexedDB</a:t>
            </a:r>
          </a:p>
        </p:txBody>
      </p:sp>
      <p:sp>
        <p:nvSpPr>
          <p:cNvPr id="24" name="">
            <a:extLst xmlns:a="http://schemas.openxmlformats.org/drawingml/2006/main">
              <a:ext uri="{FF2B5EF4-FFF2-40B4-BE49-F238E27FC236}">
                <a16:creationId xmlns:a16="http://schemas.microsoft.com/office/drawing/2014/main" id="{AA317437-CF8C-4F4F-9A7F-DD037B5ACC08}"/>
              </a:ext>
            </a:extLst>
          </p:cNvPr>
          <p:cNvSpPr>
            <a:spLocks xmlns:a="http://schemas.openxmlformats.org/drawingml/2006/main" noGrp="1"/>
          </p:cNvSpPr>
          <p:nvPr/>
        </p:nvSpPr>
        <p:spPr>
          <a:xfrm xmlns:a="http://schemas.openxmlformats.org/drawingml/2006/main">
            <a:off x="5191125" y="402907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0">
                <a:solidFill>
                  <a:srgbClr val="536276"/>
                </a:solidFill>
                <a:latin typeface="Aptos"/>
                <a:ea typeface="Aptos"/>
                <a:cs typeface="Aptos"/>
              </a:defRPr>
            </a:defPPr>
            <a:lvl1pPr algn="ctr">
              <a:defRPr sz="1275" b="0">
                <a:solidFill>
                  <a:srgbClr val="536276"/>
                </a:solidFill>
                <a:latin typeface="Aptos"/>
                <a:ea typeface="Aptos"/>
                <a:cs typeface="Aptos"/>
              </a:defRPr>
            </a:lvl1pPr>
            <a:lvl2pPr algn="ctr">
              <a:defRPr sz="1275" b="0">
                <a:solidFill>
                  <a:srgbClr val="536276"/>
                </a:solidFill>
                <a:latin typeface="Aptos"/>
                <a:ea typeface="Aptos"/>
                <a:cs typeface="Aptos"/>
              </a:defRPr>
            </a:lvl2pPr>
            <a:lvl3pPr algn="ctr">
              <a:defRPr sz="1275" b="0">
                <a:solidFill>
                  <a:srgbClr val="536276"/>
                </a:solidFill>
                <a:latin typeface="Aptos"/>
                <a:ea typeface="Aptos"/>
                <a:cs typeface="Aptos"/>
              </a:defRPr>
            </a:lvl3pPr>
            <a:lvl4pPr algn="ctr">
              <a:defRPr sz="1275" b="0">
                <a:solidFill>
                  <a:srgbClr val="536276"/>
                </a:solidFill>
                <a:latin typeface="Aptos"/>
                <a:ea typeface="Aptos"/>
                <a:cs typeface="Aptos"/>
              </a:defRPr>
            </a:lvl4pPr>
            <a:lvl5pPr algn="ctr">
              <a:defRPr sz="1275" b="0">
                <a:solidFill>
                  <a:srgbClr val="536276"/>
                </a:solidFill>
                <a:latin typeface="Aptos"/>
                <a:ea typeface="Aptos"/>
                <a:cs typeface="Aptos"/>
              </a:defRPr>
            </a:lvl5pPr>
            <a:lvl6pPr algn="ctr">
              <a:defRPr sz="1275" b="0">
                <a:solidFill>
                  <a:srgbClr val="536276"/>
                </a:solidFill>
                <a:latin typeface="Aptos"/>
                <a:ea typeface="Aptos"/>
                <a:cs typeface="Aptos"/>
              </a:defRPr>
            </a:lvl6pPr>
            <a:lvl7pPr algn="ctr">
              <a:defRPr sz="1275" b="0">
                <a:solidFill>
                  <a:srgbClr val="536276"/>
                </a:solidFill>
                <a:latin typeface="Aptos"/>
                <a:ea typeface="Aptos"/>
                <a:cs typeface="Aptos"/>
              </a:defRPr>
            </a:lvl7pPr>
            <a:lvl8pPr algn="ctr">
              <a:defRPr sz="1275" b="0">
                <a:solidFill>
                  <a:srgbClr val="536276"/>
                </a:solidFill>
                <a:latin typeface="Aptos"/>
                <a:ea typeface="Aptos"/>
                <a:cs typeface="Aptos"/>
              </a:defRPr>
            </a:lvl8pPr>
            <a:lvl9pPr algn="ctr">
              <a:defRPr sz="1275" b="0">
                <a:solidFill>
                  <a:srgbClr val="536276"/>
                </a:solidFill>
                <a:latin typeface="Aptos"/>
                <a:ea typeface="Aptos"/>
                <a:cs typeface="Aptos"/>
              </a:defRPr>
            </a:lvl9pPr>
          </a:lstStyle>
          <a:p xmlns:a="http://schemas.openxmlformats.org/drawingml/2006/main">
            <a:pPr algn="ctr">
              <a:defRPr sz="1275" b="0">
                <a:solidFill>
                  <a:srgbClr val="536276"/>
                </a:solidFill>
                <a:latin typeface="Aptos"/>
                <a:ea typeface="Aptos"/>
                <a:cs typeface="Aptos"/>
              </a:defRPr>
            </a:pPr>
            <a:r>
              <a:rPr sz="1275" b="0">
                <a:solidFill>
                  <a:srgbClr val="536276"/>
                </a:solidFill>
                <a:latin typeface="Aptos"/>
                <a:ea typeface="Aptos"/>
                <a:cs typeface="Aptos"/>
              </a:rPr>
              <a:t>credentials  +  keys</a:t>
            </a:r>
          </a:p>
        </p:txBody>
      </p:sp>
      <p:sp>
        <p:nvSpPr>
          <p:cNvPr id="25" name="">
            <a:extLst xmlns:a="http://schemas.openxmlformats.org/drawingml/2006/main">
              <a:ext uri="{FF2B5EF4-FFF2-40B4-BE49-F238E27FC236}">
                <a16:creationId xmlns:a16="http://schemas.microsoft.com/office/drawing/2014/main" id="{3782BB2A-E135-4C27-8177-D5908D030D53}"/>
              </a:ext>
            </a:extLst>
          </p:cNvPr>
          <p:cNvSpPr>
            <a:spLocks xmlns:a="http://schemas.openxmlformats.org/drawingml/2006/main" noGrp="1"/>
          </p:cNvSpPr>
          <p:nvPr/>
        </p:nvSpPr>
        <p:spPr>
          <a:xfrm xmlns:a="http://schemas.openxmlformats.org/drawingml/2006/main">
            <a:off x="7953375" y="3048000"/>
            <a:ext cx="857250" cy="428625"/>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35FA61-ACE3-4163-860C-5EEADF5A8527}"/>
              </a:ext>
            </a:extLst>
          </p:cNvPr>
          <p:cNvSpPr>
            <a:spLocks xmlns:a="http://schemas.openxmlformats.org/drawingml/2006/main" noGrp="1"/>
          </p:cNvSpPr>
          <p:nvPr/>
        </p:nvSpPr>
        <p:spPr>
          <a:xfrm xmlns:a="http://schemas.openxmlformats.org/drawingml/2006/main">
            <a:off x="9144000" y="2381250"/>
            <a:ext cx="238125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CE3ED"/>
            </a:solidFill>
            <a:prstDash val="solid"/>
          </a:ln>
        </p:spPr>
      </p:sp>
      <p:sp>
        <p:nvSpPr>
          <p:cNvPr id="27" name="">
            <a:extLst xmlns:a="http://schemas.openxmlformats.org/drawingml/2006/main">
              <a:ext uri="{FF2B5EF4-FFF2-40B4-BE49-F238E27FC236}">
                <a16:creationId xmlns:a16="http://schemas.microsoft.com/office/drawing/2014/main" id="{962891B6-7903-4FB2-A06F-297F0887F40F}"/>
              </a:ext>
            </a:extLst>
          </p:cNvPr>
          <p:cNvSpPr>
            <a:spLocks xmlns:a="http://schemas.openxmlformats.org/drawingml/2006/main" noGrp="1"/>
          </p:cNvSpPr>
          <p:nvPr/>
        </p:nvSpPr>
        <p:spPr>
          <a:xfrm xmlns:a="http://schemas.openxmlformats.org/drawingml/2006/main">
            <a:off x="9144000" y="2381250"/>
            <a:ext cx="76200" cy="2000250"/>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1CE746-3B2A-41F4-9FC6-0BF1640C7223}"/>
              </a:ext>
            </a:extLst>
          </p:cNvPr>
          <p:cNvSpPr>
            <a:spLocks xmlns:a="http://schemas.openxmlformats.org/drawingml/2006/main" noGrp="1"/>
          </p:cNvSpPr>
          <p:nvPr/>
        </p:nvSpPr>
        <p:spPr>
          <a:xfrm xmlns:a="http://schemas.openxmlformats.org/drawingml/2006/main">
            <a:off x="9353550" y="2514600"/>
            <a:ext cx="2019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3836E"/>
                </a:solidFill>
                <a:latin typeface="Aptos"/>
                <a:ea typeface="Aptos"/>
                <a:cs typeface="Aptos"/>
              </a:defRPr>
            </a:defPPr>
            <a:lvl1pPr algn="l">
              <a:defRPr sz="1500" b="1">
                <a:solidFill>
                  <a:srgbClr val="23836E"/>
                </a:solidFill>
                <a:latin typeface="Aptos"/>
                <a:ea typeface="Aptos"/>
                <a:cs typeface="Aptos"/>
              </a:defRPr>
            </a:lvl1pPr>
            <a:lvl2pPr algn="l">
              <a:defRPr sz="1500" b="1">
                <a:solidFill>
                  <a:srgbClr val="23836E"/>
                </a:solidFill>
                <a:latin typeface="Aptos"/>
                <a:ea typeface="Aptos"/>
                <a:cs typeface="Aptos"/>
              </a:defRPr>
            </a:lvl2pPr>
            <a:lvl3pPr algn="l">
              <a:defRPr sz="1500" b="1">
                <a:solidFill>
                  <a:srgbClr val="23836E"/>
                </a:solidFill>
                <a:latin typeface="Aptos"/>
                <a:ea typeface="Aptos"/>
                <a:cs typeface="Aptos"/>
              </a:defRPr>
            </a:lvl3pPr>
            <a:lvl4pPr algn="l">
              <a:defRPr sz="1500" b="1">
                <a:solidFill>
                  <a:srgbClr val="23836E"/>
                </a:solidFill>
                <a:latin typeface="Aptos"/>
                <a:ea typeface="Aptos"/>
                <a:cs typeface="Aptos"/>
              </a:defRPr>
            </a:lvl4pPr>
            <a:lvl5pPr algn="l">
              <a:defRPr sz="1500" b="1">
                <a:solidFill>
                  <a:srgbClr val="23836E"/>
                </a:solidFill>
                <a:latin typeface="Aptos"/>
                <a:ea typeface="Aptos"/>
                <a:cs typeface="Aptos"/>
              </a:defRPr>
            </a:lvl5pPr>
            <a:lvl6pPr algn="l">
              <a:defRPr sz="1500" b="1">
                <a:solidFill>
                  <a:srgbClr val="23836E"/>
                </a:solidFill>
                <a:latin typeface="Aptos"/>
                <a:ea typeface="Aptos"/>
                <a:cs typeface="Aptos"/>
              </a:defRPr>
            </a:lvl6pPr>
            <a:lvl7pPr algn="l">
              <a:defRPr sz="1500" b="1">
                <a:solidFill>
                  <a:srgbClr val="23836E"/>
                </a:solidFill>
                <a:latin typeface="Aptos"/>
                <a:ea typeface="Aptos"/>
                <a:cs typeface="Aptos"/>
              </a:defRPr>
            </a:lvl7pPr>
            <a:lvl8pPr algn="l">
              <a:defRPr sz="1500" b="1">
                <a:solidFill>
                  <a:srgbClr val="23836E"/>
                </a:solidFill>
                <a:latin typeface="Aptos"/>
                <a:ea typeface="Aptos"/>
                <a:cs typeface="Aptos"/>
              </a:defRPr>
            </a:lvl8pPr>
            <a:lvl9pPr algn="l">
              <a:defRPr sz="1500" b="1">
                <a:solidFill>
                  <a:srgbClr val="23836E"/>
                </a:solidFill>
                <a:latin typeface="Aptos"/>
                <a:ea typeface="Aptos"/>
                <a:cs typeface="Aptos"/>
              </a:defRPr>
            </a:lvl9pPr>
          </a:lstStyle>
          <a:p xmlns:a="http://schemas.openxmlformats.org/drawingml/2006/main">
            <a:pPr algn="l">
              <a:defRPr sz="1500" b="1">
                <a:solidFill>
                  <a:srgbClr val="23836E"/>
                </a:solidFill>
                <a:latin typeface="Aptos"/>
                <a:ea typeface="Aptos"/>
                <a:cs typeface="Aptos"/>
              </a:defRPr>
            </a:pPr>
            <a:r>
              <a:rPr sz="1500" b="1">
                <a:solidFill>
                  <a:srgbClr val="23836E"/>
                </a:solidFill>
                <a:latin typeface="Aptos"/>
                <a:ea typeface="Aptos"/>
                <a:cs typeface="Aptos"/>
              </a:rPr>
              <a:t>Presentación</a:t>
            </a:r>
          </a:p>
        </p:txBody>
      </p:sp>
      <p:sp>
        <p:nvSpPr>
          <p:cNvPr id="29" name="">
            <a:extLst xmlns:a="http://schemas.openxmlformats.org/drawingml/2006/main">
              <a:ext uri="{FF2B5EF4-FFF2-40B4-BE49-F238E27FC236}">
                <a16:creationId xmlns:a16="http://schemas.microsoft.com/office/drawing/2014/main" id="{ADBFCE03-2B2E-48CF-88CF-6D9983448351}"/>
              </a:ext>
            </a:extLst>
          </p:cNvPr>
          <p:cNvSpPr>
            <a:spLocks xmlns:a="http://schemas.openxmlformats.org/drawingml/2006/main" noGrp="1"/>
          </p:cNvSpPr>
          <p:nvPr/>
        </p:nvSpPr>
        <p:spPr>
          <a:xfrm xmlns:a="http://schemas.openxmlformats.org/drawingml/2006/main">
            <a:off x="9353550" y="2838450"/>
            <a:ext cx="20193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Firma un desafío ligado a la solicitud.</a:t>
            </a:r>
          </a:p>
        </p:txBody>
      </p:sp>
      <p:sp>
        <p:nvSpPr>
          <p:cNvPr id="30" name="">
            <a:extLst xmlns:a="http://schemas.openxmlformats.org/drawingml/2006/main">
              <a:ext uri="{FF2B5EF4-FFF2-40B4-BE49-F238E27FC236}">
                <a16:creationId xmlns:a16="http://schemas.microsoft.com/office/drawing/2014/main" id="{072587E4-5570-4D82-B721-7C82790F5978}"/>
              </a:ext>
            </a:extLst>
          </p:cNvPr>
          <p:cNvSpPr>
            <a:spLocks xmlns:a="http://schemas.openxmlformats.org/drawingml/2006/main" noGrp="1"/>
          </p:cNvSpPr>
          <p:nvPr/>
        </p:nvSpPr>
        <p:spPr>
          <a:xfrm xmlns:a="http://schemas.openxmlformats.org/drawingml/2006/main">
            <a:off x="876300" y="5572125"/>
            <a:ext cx="1038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75" b="1">
                <a:solidFill>
                  <a:srgbClr val="172554"/>
                </a:solidFill>
                <a:latin typeface="Aptos"/>
                <a:ea typeface="Aptos"/>
                <a:cs typeface="Aptos"/>
              </a:defRPr>
            </a:defPPr>
            <a:lvl1pPr algn="ctr">
              <a:defRPr sz="1575" b="1">
                <a:solidFill>
                  <a:srgbClr val="172554"/>
                </a:solidFill>
                <a:latin typeface="Aptos"/>
                <a:ea typeface="Aptos"/>
                <a:cs typeface="Aptos"/>
              </a:defRPr>
            </a:lvl1pPr>
            <a:lvl2pPr algn="ctr">
              <a:defRPr sz="1575" b="1">
                <a:solidFill>
                  <a:srgbClr val="172554"/>
                </a:solidFill>
                <a:latin typeface="Aptos"/>
                <a:ea typeface="Aptos"/>
                <a:cs typeface="Aptos"/>
              </a:defRPr>
            </a:lvl2pPr>
            <a:lvl3pPr algn="ctr">
              <a:defRPr sz="1575" b="1">
                <a:solidFill>
                  <a:srgbClr val="172554"/>
                </a:solidFill>
                <a:latin typeface="Aptos"/>
                <a:ea typeface="Aptos"/>
                <a:cs typeface="Aptos"/>
              </a:defRPr>
            </a:lvl3pPr>
            <a:lvl4pPr algn="ctr">
              <a:defRPr sz="1575" b="1">
                <a:solidFill>
                  <a:srgbClr val="172554"/>
                </a:solidFill>
                <a:latin typeface="Aptos"/>
                <a:ea typeface="Aptos"/>
                <a:cs typeface="Aptos"/>
              </a:defRPr>
            </a:lvl4pPr>
            <a:lvl5pPr algn="ctr">
              <a:defRPr sz="1575" b="1">
                <a:solidFill>
                  <a:srgbClr val="172554"/>
                </a:solidFill>
                <a:latin typeface="Aptos"/>
                <a:ea typeface="Aptos"/>
                <a:cs typeface="Aptos"/>
              </a:defRPr>
            </a:lvl5pPr>
            <a:lvl6pPr algn="ctr">
              <a:defRPr sz="1575" b="1">
                <a:solidFill>
                  <a:srgbClr val="172554"/>
                </a:solidFill>
                <a:latin typeface="Aptos"/>
                <a:ea typeface="Aptos"/>
                <a:cs typeface="Aptos"/>
              </a:defRPr>
            </a:lvl6pPr>
            <a:lvl7pPr algn="ctr">
              <a:defRPr sz="1575" b="1">
                <a:solidFill>
                  <a:srgbClr val="172554"/>
                </a:solidFill>
                <a:latin typeface="Aptos"/>
                <a:ea typeface="Aptos"/>
                <a:cs typeface="Aptos"/>
              </a:defRPr>
            </a:lvl7pPr>
            <a:lvl8pPr algn="ctr">
              <a:defRPr sz="1575" b="1">
                <a:solidFill>
                  <a:srgbClr val="172554"/>
                </a:solidFill>
                <a:latin typeface="Aptos"/>
                <a:ea typeface="Aptos"/>
                <a:cs typeface="Aptos"/>
              </a:defRPr>
            </a:lvl8pPr>
            <a:lvl9pPr algn="ctr">
              <a:defRPr sz="1575" b="1">
                <a:solidFill>
                  <a:srgbClr val="172554"/>
                </a:solidFill>
                <a:latin typeface="Aptos"/>
                <a:ea typeface="Aptos"/>
                <a:cs typeface="Aptos"/>
              </a:defRPr>
            </a:lvl9pPr>
          </a:lstStyle>
          <a:p xmlns:a="http://schemas.openxmlformats.org/drawingml/2006/main">
            <a:pPr algn="ctr">
              <a:defRPr sz="1575" b="1">
                <a:solidFill>
                  <a:srgbClr val="172554"/>
                </a:solidFill>
                <a:latin typeface="Aptos"/>
                <a:ea typeface="Aptos"/>
                <a:cs typeface="Aptos"/>
              </a:defRPr>
            </a:pPr>
            <a:r>
              <a:rPr sz="1575" b="1">
                <a:solidFill>
                  <a:srgbClr val="172554"/>
                </a:solidFill>
                <a:latin typeface="Aptos"/>
                <a:ea typeface="Aptos"/>
                <a:cs typeface="Aptos"/>
              </a:rPr>
              <a:t>Copiar solo el archivo no copia la clave privada guardada en el navegador.</a:t>
            </a:r>
          </a:p>
        </p:txBody>
      </p:sp>
    </p:spTree>
    <p:extLst>
      <p:ext uri="{BB962C8B-B14F-4D97-AF65-F5344CB8AC3E}">
        <p14:creationId xmlns:p14="http://schemas.microsoft.com/office/powerpoint/2010/main" val="722704491"/>
      </p:ext>
    </p:extLst>
  </p:cSld>
</p:sld>
</file>

<file path=ppt/slides/slide1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51D30081-7BEA-4B68-B1BE-BE6560BB0957}"/>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INTERACCIÓN</a:t>
            </a:r>
          </a:p>
        </p:txBody>
      </p:sp>
      <p:sp>
        <p:nvSpPr>
          <p:cNvPr id="2" name="">
            <a:extLst xmlns:a="http://schemas.openxmlformats.org/drawingml/2006/main">
              <a:ext uri="{FF2B5EF4-FFF2-40B4-BE49-F238E27FC236}">
                <a16:creationId xmlns:a16="http://schemas.microsoft.com/office/drawing/2014/main" id="{E1638110-72DC-47A9-A434-A8823B57339E}"/>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64A8A541-26A6-40DA-8B90-620488F93012}"/>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El escaneo clasifica el QR y conduce al consentimiento</a:t>
            </a:r>
          </a:p>
        </p:txBody>
      </p:sp>
      <p:sp>
        <p:nvSpPr>
          <p:cNvPr id="4" name="">
            <a:extLst xmlns:a="http://schemas.openxmlformats.org/drawingml/2006/main">
              <a:ext uri="{FF2B5EF4-FFF2-40B4-BE49-F238E27FC236}">
                <a16:creationId xmlns:a16="http://schemas.microsoft.com/office/drawing/2014/main" id="{0458BE9E-5CDF-4F67-B826-B9FB736D4DB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94D949A3-937F-460A-9579-18D1E6B8BB3E}"/>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F2CBC2C4-E49D-4857-8263-2FBE3B6A5D4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CB059F02-8C21-44D1-B7DF-44C7E9E19C97}"/>
              </a:ext>
            </a:extLst>
          </p:cNvPr>
          <p:cNvSpPr>
            <a:spLocks xmlns:a="http://schemas.openxmlformats.org/drawingml/2006/main" noGrp="1"/>
          </p:cNvSpPr>
          <p:nvPr/>
        </p:nvSpPr>
        <p:spPr>
          <a:xfrm xmlns:a="http://schemas.openxmlformats.org/drawingml/2006/main">
            <a:off x="704850" y="1762125"/>
            <a:ext cx="5953125" cy="2381250"/>
          </a:xfrm>
          <a:prstGeom xmlns:a="http://schemas.openxmlformats.org/drawingml/2006/main" prst="roundRect">
            <a:avLst>
              <a:gd name="adj" fmla="val 3200"/>
            </a:avLst>
          </a:prstGeom>
          <a:solidFill xmlns:a="http://schemas.openxmlformats.org/drawingml/2006/main">
            <a:srgbClr val="0D1728"/>
          </a:solidFill>
          <a:ln xmlns:a="http://schemas.openxmlformats.org/drawingml/2006/main" w="11430">
            <a:solidFill>
              <a:srgbClr val="26354C"/>
            </a:solidFill>
            <a:prstDash val="solid"/>
          </a:ln>
        </p:spPr>
      </p:sp>
      <p:sp>
        <p:nvSpPr>
          <p:cNvPr id="8" name="">
            <a:extLst xmlns:a="http://schemas.openxmlformats.org/drawingml/2006/main">
              <a:ext uri="{FF2B5EF4-FFF2-40B4-BE49-F238E27FC236}">
                <a16:creationId xmlns:a16="http://schemas.microsoft.com/office/drawing/2014/main" id="{9D535EBB-9CB8-4775-B1C4-0B9155D97C0B}"/>
              </a:ext>
            </a:extLst>
          </p:cNvPr>
          <p:cNvSpPr>
            <a:spLocks xmlns:a="http://schemas.openxmlformats.org/drawingml/2006/main" noGrp="1"/>
          </p:cNvSpPr>
          <p:nvPr/>
        </p:nvSpPr>
        <p:spPr>
          <a:xfrm xmlns:a="http://schemas.openxmlformats.org/drawingml/2006/main">
            <a:off x="704850" y="1762125"/>
            <a:ext cx="595312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8D43036-F39D-4FEC-A4E8-C645CE7C2469}"/>
              </a:ext>
            </a:extLst>
          </p:cNvPr>
          <p:cNvSpPr>
            <a:spLocks xmlns:a="http://schemas.openxmlformats.org/drawingml/2006/main" noGrp="1"/>
          </p:cNvSpPr>
          <p:nvPr/>
        </p:nvSpPr>
        <p:spPr>
          <a:xfrm xmlns:a="http://schemas.openxmlformats.org/drawingml/2006/main">
            <a:off x="866775" y="18954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5625A-D1BE-415D-BB67-C6A37F46A154}"/>
              </a:ext>
            </a:extLst>
          </p:cNvPr>
          <p:cNvSpPr>
            <a:spLocks xmlns:a="http://schemas.openxmlformats.org/drawingml/2006/main" noGrp="1"/>
          </p:cNvSpPr>
          <p:nvPr/>
        </p:nvSpPr>
        <p:spPr>
          <a:xfrm xmlns:a="http://schemas.openxmlformats.org/drawingml/2006/main">
            <a:off x="1066800" y="18954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27FEE0-16C0-4AC7-924F-C611793FB1B6}"/>
              </a:ext>
            </a:extLst>
          </p:cNvPr>
          <p:cNvSpPr>
            <a:spLocks xmlns:a="http://schemas.openxmlformats.org/drawingml/2006/main" noGrp="1"/>
          </p:cNvSpPr>
          <p:nvPr/>
        </p:nvSpPr>
        <p:spPr>
          <a:xfrm xmlns:a="http://schemas.openxmlformats.org/drawingml/2006/main">
            <a:off x="1266825" y="18954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0CDEA-F0C3-4FF2-8EB6-AD210F4E7F1F}"/>
              </a:ext>
            </a:extLst>
          </p:cNvPr>
          <p:cNvSpPr>
            <a:spLocks xmlns:a="http://schemas.openxmlformats.org/drawingml/2006/main" noGrp="1"/>
          </p:cNvSpPr>
          <p:nvPr/>
        </p:nvSpPr>
        <p:spPr>
          <a:xfrm xmlns:a="http://schemas.openxmlformats.org/drawingml/2006/main">
            <a:off x="1771650" y="1838325"/>
            <a:ext cx="38195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src/App.tsx</a:t>
            </a:r>
          </a:p>
        </p:txBody>
      </p:sp>
      <p:sp>
        <p:nvSpPr>
          <p:cNvPr id="13" name="">
            <a:extLst xmlns:a="http://schemas.openxmlformats.org/drawingml/2006/main">
              <a:ext uri="{FF2B5EF4-FFF2-40B4-BE49-F238E27FC236}">
                <a16:creationId xmlns:a16="http://schemas.microsoft.com/office/drawing/2014/main" id="{6E011035-58D0-4751-B2E7-578D0A5A1FB3}"/>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B8194-A832-40DB-91DA-BBD09870A3EB}"/>
              </a:ext>
            </a:extLst>
          </p:cNvPr>
          <p:cNvSpPr>
            <a:spLocks xmlns:a="http://schemas.openxmlformats.org/drawingml/2006/main" noGrp="1"/>
          </p:cNvSpPr>
          <p:nvPr/>
        </p:nvSpPr>
        <p:spPr>
          <a:xfrm xmlns:a="http://schemas.openxmlformats.org/drawingml/2006/main">
            <a:off x="6172200" y="18383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15" name="">
            <a:extLst xmlns:a="http://schemas.openxmlformats.org/drawingml/2006/main">
              <a:ext uri="{FF2B5EF4-FFF2-40B4-BE49-F238E27FC236}">
                <a16:creationId xmlns:a16="http://schemas.microsoft.com/office/drawing/2014/main" id="{66F91358-18D7-40E4-A6A6-0FA1088BD5A6}"/>
              </a:ext>
            </a:extLst>
          </p:cNvPr>
          <p:cNvSpPr>
            <a:spLocks xmlns:a="http://schemas.openxmlformats.org/drawingml/2006/main" noGrp="1"/>
          </p:cNvSpPr>
          <p:nvPr/>
        </p:nvSpPr>
        <p:spPr>
          <a:xfrm xmlns:a="http://schemas.openxmlformats.org/drawingml/2006/main">
            <a:off x="1143000" y="22574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C6ABCA-E807-4D13-98DE-997175B7CE7C}"/>
              </a:ext>
            </a:extLst>
          </p:cNvPr>
          <p:cNvSpPr>
            <a:spLocks xmlns:a="http://schemas.openxmlformats.org/drawingml/2006/main" noGrp="1"/>
          </p:cNvSpPr>
          <p:nvPr/>
        </p:nvSpPr>
        <p:spPr>
          <a:xfrm xmlns:a="http://schemas.openxmlformats.org/drawingml/2006/main">
            <a:off x="752475" y="22669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17" name="">
            <a:extLst xmlns:a="http://schemas.openxmlformats.org/drawingml/2006/main">
              <a:ext uri="{FF2B5EF4-FFF2-40B4-BE49-F238E27FC236}">
                <a16:creationId xmlns:a16="http://schemas.microsoft.com/office/drawing/2014/main" id="{77C4FB65-8FD9-4B2E-977D-67BB488339D4}"/>
              </a:ext>
            </a:extLst>
          </p:cNvPr>
          <p:cNvSpPr>
            <a:spLocks xmlns:a="http://schemas.openxmlformats.org/drawingml/2006/main" noGrp="1"/>
          </p:cNvSpPr>
          <p:nvPr/>
        </p:nvSpPr>
        <p:spPr>
          <a:xfrm xmlns:a="http://schemas.openxmlformats.org/drawingml/2006/main">
            <a:off x="1143000" y="2257425"/>
            <a:ext cx="28575" cy="219075"/>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08EA872-FACE-41F0-84A4-A7AE6FFD7A2E}"/>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A1375B-25CB-4FF3-A4FE-0CA3242CBF2F}"/>
              </a:ext>
            </a:extLst>
          </p:cNvPr>
          <p:cNvSpPr>
            <a:spLocks xmlns:a="http://schemas.openxmlformats.org/drawingml/2006/main" noGrp="1"/>
          </p:cNvSpPr>
          <p:nvPr/>
        </p:nvSpPr>
        <p:spPr>
          <a:xfrm xmlns:a="http://schemas.openxmlformats.org/drawingml/2006/main">
            <a:off x="981075" y="22860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20" name="Código editable">
            <a:extLst xmlns:a="http://schemas.openxmlformats.org/drawingml/2006/main">
              <a:ext uri="{FF2B5EF4-FFF2-40B4-BE49-F238E27FC236}">
                <a16:creationId xmlns:a16="http://schemas.microsoft.com/office/drawing/2014/main" id="{01D5EA9D-14F0-46FE-BA66-C90FCC836E55}"/>
              </a:ext>
            </a:extLst>
          </p:cNvPr>
          <p:cNvSpPr>
            <a:spLocks xmlns:a="http://schemas.openxmlformats.org/drawingml/2006/main" noGrp="1"/>
          </p:cNvSpPr>
          <p:nvPr/>
        </p:nvSpPr>
        <p:spPr>
          <a:xfrm xmlns:a="http://schemas.openxmlformats.org/drawingml/2006/main">
            <a:off x="1190625" y="22669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C792EA"/>
                </a:solidFill>
                <a:latin typeface="Menlo"/>
                <a:ea typeface="Menlo"/>
                <a:cs typeface="Menlo"/>
              </a:rPr>
              <a:t>new</a:t>
            </a:r>
            <a:r>
              <a:rPr sz="1288">
                <a:solidFill>
                  <a:srgbClr val="E6EDF7"/>
                </a:solidFill>
                <a:latin typeface="Menlo"/>
                <a:ea typeface="Menlo"/>
                <a:cs typeface="Menlo"/>
              </a:rPr>
              <a:t> </a:t>
            </a:r>
            <a:r>
              <a:rPr sz="1288">
                <a:solidFill>
                  <a:srgbClr val="82D3F2"/>
                </a:solidFill>
                <a:latin typeface="Menlo"/>
                <a:ea typeface="Menlo"/>
                <a:cs typeface="Menlo"/>
              </a:rPr>
              <a:t>BrowserQRCodeReader</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ZXing inicia lectura</a:t>
            </a:r>
          </a:p>
        </p:txBody>
      </p:sp>
      <p:sp>
        <p:nvSpPr>
          <p:cNvPr id="21" name="">
            <a:extLst xmlns:a="http://schemas.openxmlformats.org/drawingml/2006/main">
              <a:ext uri="{FF2B5EF4-FFF2-40B4-BE49-F238E27FC236}">
                <a16:creationId xmlns:a16="http://schemas.microsoft.com/office/drawing/2014/main" id="{EE3ADD08-7241-4BCE-849D-EE98B81C2C4E}"/>
              </a:ext>
            </a:extLst>
          </p:cNvPr>
          <p:cNvSpPr>
            <a:spLocks xmlns:a="http://schemas.openxmlformats.org/drawingml/2006/main" noGrp="1"/>
          </p:cNvSpPr>
          <p:nvPr/>
        </p:nvSpPr>
        <p:spPr>
          <a:xfrm xmlns:a="http://schemas.openxmlformats.org/drawingml/2006/main">
            <a:off x="819150" y="248602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defRPr sz="1288" b="0">
                <a:solidFill>
                  <a:srgbClr val="647791"/>
                </a:solidFill>
                <a:latin typeface="Aptos"/>
                <a:ea typeface="Aptos"/>
                <a:cs typeface="Aptos"/>
              </a:defRPr>
            </a:lvl1pPr>
            <a:lvl2pPr algn="r">
              <a:defRPr sz="1288" b="0">
                <a:solidFill>
                  <a:srgbClr val="647791"/>
                </a:solidFill>
                <a:latin typeface="Aptos"/>
                <a:ea typeface="Aptos"/>
                <a:cs typeface="Aptos"/>
              </a:defRPr>
            </a:lvl2pPr>
            <a:lvl3pPr algn="r">
              <a:defRPr sz="1288" b="0">
                <a:solidFill>
                  <a:srgbClr val="647791"/>
                </a:solidFill>
                <a:latin typeface="Aptos"/>
                <a:ea typeface="Aptos"/>
                <a:cs typeface="Aptos"/>
              </a:defRPr>
            </a:lvl3pPr>
            <a:lvl4pPr algn="r">
              <a:defRPr sz="1288" b="0">
                <a:solidFill>
                  <a:srgbClr val="647791"/>
                </a:solidFill>
                <a:latin typeface="Aptos"/>
                <a:ea typeface="Aptos"/>
                <a:cs typeface="Aptos"/>
              </a:defRPr>
            </a:lvl4pPr>
            <a:lvl5pPr algn="r">
              <a:defRPr sz="1288" b="0">
                <a:solidFill>
                  <a:srgbClr val="647791"/>
                </a:solidFill>
                <a:latin typeface="Aptos"/>
                <a:ea typeface="Aptos"/>
                <a:cs typeface="Aptos"/>
              </a:defRPr>
            </a:lvl5pPr>
            <a:lvl6pPr algn="r">
              <a:defRPr sz="1288" b="0">
                <a:solidFill>
                  <a:srgbClr val="647791"/>
                </a:solidFill>
                <a:latin typeface="Aptos"/>
                <a:ea typeface="Aptos"/>
                <a:cs typeface="Aptos"/>
              </a:defRPr>
            </a:lvl6pPr>
            <a:lvl7pPr algn="r">
              <a:defRPr sz="1288" b="0">
                <a:solidFill>
                  <a:srgbClr val="647791"/>
                </a:solidFill>
                <a:latin typeface="Aptos"/>
                <a:ea typeface="Aptos"/>
                <a:cs typeface="Aptos"/>
              </a:defRPr>
            </a:lvl7pPr>
            <a:lvl8pPr algn="r">
              <a:defRPr sz="1288" b="0">
                <a:solidFill>
                  <a:srgbClr val="647791"/>
                </a:solidFill>
                <a:latin typeface="Aptos"/>
                <a:ea typeface="Aptos"/>
                <a:cs typeface="Aptos"/>
              </a:defRPr>
            </a:lvl8pPr>
            <a:lvl9pPr algn="r">
              <a:defRPr sz="1288" b="0">
                <a:solidFill>
                  <a:srgbClr val="647791"/>
                </a:solidFill>
                <a:latin typeface="Aptos"/>
                <a:ea typeface="Aptos"/>
                <a:cs typeface="Aptos"/>
              </a:defRPr>
            </a:lvl9pPr>
          </a:lstStyle>
          <a:p xmlns:a="http://schemas.openxmlformats.org/drawingml/2006/main">
            <a:pPr algn="r">
              <a:defRPr sz="1288" b="0">
                <a:solidFill>
                  <a:srgbClr val="647791"/>
                </a:solidFill>
                <a:latin typeface="Aptos"/>
                <a:ea typeface="Aptos"/>
                <a:cs typeface="Aptos"/>
              </a:defRPr>
            </a:pPr>
            <a:r>
              <a:rPr sz="1288" b="0">
                <a:solidFill>
                  <a:srgbClr val="647791"/>
                </a:solidFill>
                <a:latin typeface="Aptos"/>
                <a:ea typeface="Aptos"/>
                <a:cs typeface="Aptos"/>
              </a:rPr>
              <a:t>02</a:t>
            </a:r>
          </a:p>
        </p:txBody>
      </p:sp>
      <p:sp>
        <p:nvSpPr>
          <p:cNvPr id="22" name="Código editable">
            <a:extLst xmlns:a="http://schemas.openxmlformats.org/drawingml/2006/main">
              <a:ext uri="{FF2B5EF4-FFF2-40B4-BE49-F238E27FC236}">
                <a16:creationId xmlns:a16="http://schemas.microsoft.com/office/drawing/2014/main" id="{8ECA521E-56B0-48D8-BF8D-F39BCF8ED178}"/>
              </a:ext>
            </a:extLst>
          </p:cNvPr>
          <p:cNvSpPr>
            <a:spLocks xmlns:a="http://schemas.openxmlformats.org/drawingml/2006/main" noGrp="1"/>
          </p:cNvSpPr>
          <p:nvPr/>
        </p:nvSpPr>
        <p:spPr>
          <a:xfrm xmlns:a="http://schemas.openxmlformats.org/drawingml/2006/main">
            <a:off x="1190625" y="24860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F6C177"/>
                </a:solidFill>
                <a:latin typeface="Menlo"/>
                <a:ea typeface="Menlo"/>
                <a:cs typeface="Menlo"/>
              </a:rPr>
              <a:t>decodeFromVideoDevice</a:t>
            </a:r>
            <a:r>
              <a:rPr sz="1288">
                <a:solidFill>
                  <a:srgbClr val="E6EDF7"/>
                </a:solidFill>
                <a:latin typeface="Menlo"/>
                <a:ea typeface="Menlo"/>
                <a:cs typeface="Menlo"/>
              </a:rPr>
              <a:t>(</a:t>
            </a:r>
            <a:r>
              <a:rPr sz="1288">
                <a:solidFill>
                  <a:srgbClr val="E6EDF7"/>
                </a:solidFill>
                <a:latin typeface="Menlo"/>
                <a:ea typeface="Menlo"/>
                <a:cs typeface="Menlo"/>
              </a:rPr>
              <a:t>undefined</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video</a:t>
            </a:r>
            <a:r>
              <a:rPr sz="1288">
                <a:solidFill>
                  <a:srgbClr val="E6EDF7"/>
                </a:solidFill>
                <a:latin typeface="Menlo"/>
                <a:ea typeface="Menlo"/>
                <a:cs typeface="Menlo"/>
              </a:rPr>
              <a:t>,</a:t>
            </a:r>
          </a:p>
        </p:txBody>
      </p:sp>
      <p:sp>
        <p:nvSpPr>
          <p:cNvPr id="23" name="">
            <a:extLst xmlns:a="http://schemas.openxmlformats.org/drawingml/2006/main">
              <a:ext uri="{FF2B5EF4-FFF2-40B4-BE49-F238E27FC236}">
                <a16:creationId xmlns:a16="http://schemas.microsoft.com/office/drawing/2014/main" id="{D11C7D7D-0921-44BF-B052-C299F102292F}"/>
              </a:ext>
            </a:extLst>
          </p:cNvPr>
          <p:cNvSpPr>
            <a:spLocks xmlns:a="http://schemas.openxmlformats.org/drawingml/2006/main" noGrp="1"/>
          </p:cNvSpPr>
          <p:nvPr/>
        </p:nvSpPr>
        <p:spPr>
          <a:xfrm xmlns:a="http://schemas.openxmlformats.org/drawingml/2006/main">
            <a:off x="819150" y="27051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defRPr sz="1288" b="0">
                <a:solidFill>
                  <a:srgbClr val="647791"/>
                </a:solidFill>
                <a:latin typeface="Aptos"/>
                <a:ea typeface="Aptos"/>
                <a:cs typeface="Aptos"/>
              </a:defRPr>
            </a:lvl1pPr>
            <a:lvl2pPr algn="r">
              <a:defRPr sz="1288" b="0">
                <a:solidFill>
                  <a:srgbClr val="647791"/>
                </a:solidFill>
                <a:latin typeface="Aptos"/>
                <a:ea typeface="Aptos"/>
                <a:cs typeface="Aptos"/>
              </a:defRPr>
            </a:lvl2pPr>
            <a:lvl3pPr algn="r">
              <a:defRPr sz="1288" b="0">
                <a:solidFill>
                  <a:srgbClr val="647791"/>
                </a:solidFill>
                <a:latin typeface="Aptos"/>
                <a:ea typeface="Aptos"/>
                <a:cs typeface="Aptos"/>
              </a:defRPr>
            </a:lvl3pPr>
            <a:lvl4pPr algn="r">
              <a:defRPr sz="1288" b="0">
                <a:solidFill>
                  <a:srgbClr val="647791"/>
                </a:solidFill>
                <a:latin typeface="Aptos"/>
                <a:ea typeface="Aptos"/>
                <a:cs typeface="Aptos"/>
              </a:defRPr>
            </a:lvl4pPr>
            <a:lvl5pPr algn="r">
              <a:defRPr sz="1288" b="0">
                <a:solidFill>
                  <a:srgbClr val="647791"/>
                </a:solidFill>
                <a:latin typeface="Aptos"/>
                <a:ea typeface="Aptos"/>
                <a:cs typeface="Aptos"/>
              </a:defRPr>
            </a:lvl5pPr>
            <a:lvl6pPr algn="r">
              <a:defRPr sz="1288" b="0">
                <a:solidFill>
                  <a:srgbClr val="647791"/>
                </a:solidFill>
                <a:latin typeface="Aptos"/>
                <a:ea typeface="Aptos"/>
                <a:cs typeface="Aptos"/>
              </a:defRPr>
            </a:lvl6pPr>
            <a:lvl7pPr algn="r">
              <a:defRPr sz="1288" b="0">
                <a:solidFill>
                  <a:srgbClr val="647791"/>
                </a:solidFill>
                <a:latin typeface="Aptos"/>
                <a:ea typeface="Aptos"/>
                <a:cs typeface="Aptos"/>
              </a:defRPr>
            </a:lvl7pPr>
            <a:lvl8pPr algn="r">
              <a:defRPr sz="1288" b="0">
                <a:solidFill>
                  <a:srgbClr val="647791"/>
                </a:solidFill>
                <a:latin typeface="Aptos"/>
                <a:ea typeface="Aptos"/>
                <a:cs typeface="Aptos"/>
              </a:defRPr>
            </a:lvl8pPr>
            <a:lvl9pPr algn="r">
              <a:defRPr sz="1288" b="0">
                <a:solidFill>
                  <a:srgbClr val="647791"/>
                </a:solidFill>
                <a:latin typeface="Aptos"/>
                <a:ea typeface="Aptos"/>
                <a:cs typeface="Aptos"/>
              </a:defRPr>
            </a:lvl9pPr>
          </a:lstStyle>
          <a:p xmlns:a="http://schemas.openxmlformats.org/drawingml/2006/main">
            <a:pPr algn="r">
              <a:defRPr sz="1288" b="0">
                <a:solidFill>
                  <a:srgbClr val="647791"/>
                </a:solidFill>
                <a:latin typeface="Aptos"/>
                <a:ea typeface="Aptos"/>
                <a:cs typeface="Aptos"/>
              </a:defRPr>
            </a:pPr>
            <a:r>
              <a:rPr sz="1288" b="0">
                <a:solidFill>
                  <a:srgbClr val="647791"/>
                </a:solidFill>
                <a:latin typeface="Aptos"/>
                <a:ea typeface="Aptos"/>
                <a:cs typeface="Aptos"/>
              </a:rPr>
              <a:t>03</a:t>
            </a:r>
          </a:p>
        </p:txBody>
      </p:sp>
      <p:sp>
        <p:nvSpPr>
          <p:cNvPr id="24" name="Código editable">
            <a:extLst xmlns:a="http://schemas.openxmlformats.org/drawingml/2006/main">
              <a:ext uri="{FF2B5EF4-FFF2-40B4-BE49-F238E27FC236}">
                <a16:creationId xmlns:a16="http://schemas.microsoft.com/office/drawing/2014/main" id="{D2DB4234-9F48-43D2-BE27-B987C4AB81D5}"/>
              </a:ext>
            </a:extLst>
          </p:cNvPr>
          <p:cNvSpPr>
            <a:spLocks xmlns:a="http://schemas.openxmlformats.org/drawingml/2006/main" noGrp="1"/>
          </p:cNvSpPr>
          <p:nvPr/>
        </p:nvSpPr>
        <p:spPr>
          <a:xfrm xmlns:a="http://schemas.openxmlformats.org/drawingml/2006/main">
            <a:off x="1190625" y="27051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_error</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&gt;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25" name="">
            <a:extLst xmlns:a="http://schemas.openxmlformats.org/drawingml/2006/main">
              <a:ext uri="{FF2B5EF4-FFF2-40B4-BE49-F238E27FC236}">
                <a16:creationId xmlns:a16="http://schemas.microsoft.com/office/drawing/2014/main" id="{7AB705FC-E9D1-4BE9-8FDA-AB37E4C79600}"/>
              </a:ext>
            </a:extLst>
          </p:cNvPr>
          <p:cNvSpPr>
            <a:spLocks xmlns:a="http://schemas.openxmlformats.org/drawingml/2006/main" noGrp="1"/>
          </p:cNvSpPr>
          <p:nvPr/>
        </p:nvSpPr>
        <p:spPr>
          <a:xfrm xmlns:a="http://schemas.openxmlformats.org/drawingml/2006/main">
            <a:off x="1143000" y="291465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9A044F-62FB-4CEB-A71F-127A5C85D497}"/>
              </a:ext>
            </a:extLst>
          </p:cNvPr>
          <p:cNvSpPr>
            <a:spLocks xmlns:a="http://schemas.openxmlformats.org/drawingml/2006/main" noGrp="1"/>
          </p:cNvSpPr>
          <p:nvPr/>
        </p:nvSpPr>
        <p:spPr>
          <a:xfrm xmlns:a="http://schemas.openxmlformats.org/drawingml/2006/main">
            <a:off x="752475" y="292417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04</a:t>
            </a:r>
          </a:p>
        </p:txBody>
      </p:sp>
      <p:sp>
        <p:nvSpPr>
          <p:cNvPr id="27" name="">
            <a:extLst xmlns:a="http://schemas.openxmlformats.org/drawingml/2006/main">
              <a:ext uri="{FF2B5EF4-FFF2-40B4-BE49-F238E27FC236}">
                <a16:creationId xmlns:a16="http://schemas.microsoft.com/office/drawing/2014/main" id="{2CF1AFFF-8896-49EF-9F52-838B11C8D146}"/>
              </a:ext>
            </a:extLst>
          </p:cNvPr>
          <p:cNvSpPr>
            <a:spLocks xmlns:a="http://schemas.openxmlformats.org/drawingml/2006/main" noGrp="1"/>
          </p:cNvSpPr>
          <p:nvPr/>
        </p:nvSpPr>
        <p:spPr>
          <a:xfrm xmlns:a="http://schemas.openxmlformats.org/drawingml/2006/main">
            <a:off x="1143000" y="2914650"/>
            <a:ext cx="28575" cy="219075"/>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9A04EC-7D61-46F5-A02E-89E234CD2336}"/>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4636A3B-E963-43DA-A1D9-66C5EB2A7653}"/>
              </a:ext>
            </a:extLst>
          </p:cNvPr>
          <p:cNvSpPr>
            <a:spLocks xmlns:a="http://schemas.openxmlformats.org/drawingml/2006/main" noGrp="1"/>
          </p:cNvSpPr>
          <p:nvPr/>
        </p:nvSpPr>
        <p:spPr>
          <a:xfrm xmlns:a="http://schemas.openxmlformats.org/drawingml/2006/main">
            <a:off x="981075" y="294322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30" name="Código editable">
            <a:extLst xmlns:a="http://schemas.openxmlformats.org/drawingml/2006/main">
              <a:ext uri="{FF2B5EF4-FFF2-40B4-BE49-F238E27FC236}">
                <a16:creationId xmlns:a16="http://schemas.microsoft.com/office/drawing/2014/main" id="{5611E9FF-378C-4FB5-B21F-04003C38E20B}"/>
              </a:ext>
            </a:extLst>
          </p:cNvPr>
          <p:cNvSpPr>
            <a:spLocks xmlns:a="http://schemas.openxmlformats.org/drawingml/2006/main" noGrp="1"/>
          </p:cNvSpPr>
          <p:nvPr/>
        </p:nvSpPr>
        <p:spPr>
          <a:xfrm xmlns:a="http://schemas.openxmlformats.org/drawingml/2006/main">
            <a:off x="1190625" y="29241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C792EA"/>
                </a:solidFill>
                <a:latin typeface="Menlo"/>
                <a:ea typeface="Menlo"/>
                <a:cs typeface="Menlo"/>
              </a:rPr>
              <a:t>if</a:t>
            </a: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31" name="">
            <a:extLst xmlns:a="http://schemas.openxmlformats.org/drawingml/2006/main">
              <a:ext uri="{FF2B5EF4-FFF2-40B4-BE49-F238E27FC236}">
                <a16:creationId xmlns:a16="http://schemas.microsoft.com/office/drawing/2014/main" id="{4595A5CC-CA0E-4CEB-A2F5-45C0376705EC}"/>
              </a:ext>
            </a:extLst>
          </p:cNvPr>
          <p:cNvSpPr>
            <a:spLocks xmlns:a="http://schemas.openxmlformats.org/drawingml/2006/main" noGrp="1"/>
          </p:cNvSpPr>
          <p:nvPr/>
        </p:nvSpPr>
        <p:spPr>
          <a:xfrm xmlns:a="http://schemas.openxmlformats.org/drawingml/2006/main">
            <a:off x="1143000" y="3133725"/>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6D031C-2D80-4F40-98A8-BEE2769FF1E1}"/>
              </a:ext>
            </a:extLst>
          </p:cNvPr>
          <p:cNvSpPr>
            <a:spLocks xmlns:a="http://schemas.openxmlformats.org/drawingml/2006/main" noGrp="1"/>
          </p:cNvSpPr>
          <p:nvPr/>
        </p:nvSpPr>
        <p:spPr>
          <a:xfrm xmlns:a="http://schemas.openxmlformats.org/drawingml/2006/main">
            <a:off x="752475" y="3143250"/>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CFDA0F13-6A70-44F3-9E0E-6C39E5AFC717}"/>
              </a:ext>
            </a:extLst>
          </p:cNvPr>
          <p:cNvSpPr>
            <a:spLocks xmlns:a="http://schemas.openxmlformats.org/drawingml/2006/main" noGrp="1"/>
          </p:cNvSpPr>
          <p:nvPr/>
        </p:nvSpPr>
        <p:spPr>
          <a:xfrm xmlns:a="http://schemas.openxmlformats.org/drawingml/2006/main">
            <a:off x="1143000" y="3133725"/>
            <a:ext cx="28575" cy="219075"/>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7792BD-0E4C-4F98-B759-D94804E0C665}"/>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16BBE36-32CB-46C3-8051-F324CD9C58CC}"/>
              </a:ext>
            </a:extLst>
          </p:cNvPr>
          <p:cNvSpPr>
            <a:spLocks xmlns:a="http://schemas.openxmlformats.org/drawingml/2006/main" noGrp="1"/>
          </p:cNvSpPr>
          <p:nvPr/>
        </p:nvSpPr>
        <p:spPr>
          <a:xfrm xmlns:a="http://schemas.openxmlformats.org/drawingml/2006/main">
            <a:off x="981075" y="31623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3</a:t>
            </a:r>
          </a:p>
        </p:txBody>
      </p:sp>
      <p:sp>
        <p:nvSpPr>
          <p:cNvPr id="36" name="Código editable">
            <a:extLst xmlns:a="http://schemas.openxmlformats.org/drawingml/2006/main">
              <a:ext uri="{FF2B5EF4-FFF2-40B4-BE49-F238E27FC236}">
                <a16:creationId xmlns:a16="http://schemas.microsoft.com/office/drawing/2014/main" id="{98679195-5F1C-4DF0-AB85-127B210F2C4D}"/>
              </a:ext>
            </a:extLst>
          </p:cNvPr>
          <p:cNvSpPr>
            <a:spLocks xmlns:a="http://schemas.openxmlformats.org/drawingml/2006/main" noGrp="1"/>
          </p:cNvSpPr>
          <p:nvPr/>
        </p:nvSpPr>
        <p:spPr>
          <a:xfrm xmlns:a="http://schemas.openxmlformats.org/drawingml/2006/main">
            <a:off x="1190625" y="314325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controls</a:t>
            </a:r>
            <a:r>
              <a:rPr sz="1288">
                <a:solidFill>
                  <a:srgbClr val="E6EDF7"/>
                </a:solidFill>
                <a:latin typeface="Menlo"/>
                <a:ea typeface="Menlo"/>
                <a:cs typeface="Menlo"/>
              </a:rPr>
              <a:t>.</a:t>
            </a:r>
            <a:r>
              <a:rPr sz="1288">
                <a:solidFill>
                  <a:srgbClr val="F6C177"/>
                </a:solidFill>
                <a:latin typeface="Menlo"/>
                <a:ea typeface="Menlo"/>
                <a:cs typeface="Menlo"/>
              </a:rPr>
              <a:t>stop</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libera la cámara</a:t>
            </a:r>
          </a:p>
        </p:txBody>
      </p:sp>
      <p:sp>
        <p:nvSpPr>
          <p:cNvPr id="37" name="">
            <a:extLst xmlns:a="http://schemas.openxmlformats.org/drawingml/2006/main">
              <a:ext uri="{FF2B5EF4-FFF2-40B4-BE49-F238E27FC236}">
                <a16:creationId xmlns:a16="http://schemas.microsoft.com/office/drawing/2014/main" id="{0B3C70B6-F0A3-45DB-AD7E-80460DE369A8}"/>
              </a:ext>
            </a:extLst>
          </p:cNvPr>
          <p:cNvSpPr>
            <a:spLocks xmlns:a="http://schemas.openxmlformats.org/drawingml/2006/main" noGrp="1"/>
          </p:cNvSpPr>
          <p:nvPr/>
        </p:nvSpPr>
        <p:spPr>
          <a:xfrm xmlns:a="http://schemas.openxmlformats.org/drawingml/2006/main">
            <a:off x="1143000" y="3352800"/>
            <a:ext cx="5400675" cy="219075"/>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43E3B8D-C7C2-4AF1-B888-48479F04ABEE}"/>
              </a:ext>
            </a:extLst>
          </p:cNvPr>
          <p:cNvSpPr>
            <a:spLocks xmlns:a="http://schemas.openxmlformats.org/drawingml/2006/main" noGrp="1"/>
          </p:cNvSpPr>
          <p:nvPr/>
        </p:nvSpPr>
        <p:spPr>
          <a:xfrm xmlns:a="http://schemas.openxmlformats.org/drawingml/2006/main">
            <a:off x="752475" y="3362325"/>
            <a:ext cx="190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06</a:t>
            </a:r>
          </a:p>
        </p:txBody>
      </p:sp>
      <p:sp>
        <p:nvSpPr>
          <p:cNvPr id="39" name="">
            <a:extLst xmlns:a="http://schemas.openxmlformats.org/drawingml/2006/main">
              <a:ext uri="{FF2B5EF4-FFF2-40B4-BE49-F238E27FC236}">
                <a16:creationId xmlns:a16="http://schemas.microsoft.com/office/drawing/2014/main" id="{F502272F-805C-4B74-8734-F13D936DD83B}"/>
              </a:ext>
            </a:extLst>
          </p:cNvPr>
          <p:cNvSpPr>
            <a:spLocks xmlns:a="http://schemas.openxmlformats.org/drawingml/2006/main" noGrp="1"/>
          </p:cNvSpPr>
          <p:nvPr/>
        </p:nvSpPr>
        <p:spPr>
          <a:xfrm xmlns:a="http://schemas.openxmlformats.org/drawingml/2006/main">
            <a:off x="1143000" y="3352800"/>
            <a:ext cx="28575" cy="219075"/>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6E020212-830B-48B3-A931-C7B431D17536}"/>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B806B91-DBCC-4594-BAF0-40282C0B09F7}"/>
              </a:ext>
            </a:extLst>
          </p:cNvPr>
          <p:cNvSpPr>
            <a:spLocks xmlns:a="http://schemas.openxmlformats.org/drawingml/2006/main" noGrp="1"/>
          </p:cNvSpPr>
          <p:nvPr/>
        </p:nvSpPr>
        <p:spPr>
          <a:xfrm xmlns:a="http://schemas.openxmlformats.org/drawingml/2006/main">
            <a:off x="981075" y="3381375"/>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4</a:t>
            </a:r>
          </a:p>
        </p:txBody>
      </p:sp>
      <p:sp>
        <p:nvSpPr>
          <p:cNvPr id="42" name="Código editable">
            <a:extLst xmlns:a="http://schemas.openxmlformats.org/drawingml/2006/main">
              <a:ext uri="{FF2B5EF4-FFF2-40B4-BE49-F238E27FC236}">
                <a16:creationId xmlns:a16="http://schemas.microsoft.com/office/drawing/2014/main" id="{F0FD0F73-7666-47E6-9B82-98803A9D18C9}"/>
              </a:ext>
            </a:extLst>
          </p:cNvPr>
          <p:cNvSpPr>
            <a:spLocks xmlns:a="http://schemas.openxmlformats.org/drawingml/2006/main" noGrp="1"/>
          </p:cNvSpPr>
          <p:nvPr/>
        </p:nvSpPr>
        <p:spPr>
          <a:xfrm xmlns:a="http://schemas.openxmlformats.org/drawingml/2006/main">
            <a:off x="1190625" y="336232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onScan</a:t>
            </a:r>
            <a:r>
              <a:rPr sz="1288">
                <a:solidFill>
                  <a:srgbClr val="E6EDF7"/>
                </a:solidFill>
                <a:latin typeface="Menlo"/>
                <a:ea typeface="Menlo"/>
                <a:cs typeface="Menlo"/>
              </a:rPr>
              <a:t>(</a:t>
            </a:r>
            <a:r>
              <a:rPr sz="1288">
                <a:solidFill>
                  <a:srgbClr val="E6EDF7"/>
                </a:solidFill>
                <a:latin typeface="Menlo"/>
                <a:ea typeface="Menlo"/>
                <a:cs typeface="Menlo"/>
              </a:rPr>
              <a:t>result</a:t>
            </a:r>
            <a:r>
              <a:rPr sz="1288">
                <a:solidFill>
                  <a:srgbClr val="E6EDF7"/>
                </a:solidFill>
                <a:latin typeface="Menlo"/>
                <a:ea typeface="Menlo"/>
                <a:cs typeface="Menlo"/>
              </a:rPr>
              <a:t>.</a:t>
            </a:r>
            <a:r>
              <a:rPr sz="1288">
                <a:solidFill>
                  <a:srgbClr val="F6C177"/>
                </a:solidFill>
                <a:latin typeface="Menlo"/>
                <a:ea typeface="Menlo"/>
                <a:cs typeface="Menlo"/>
              </a:rPr>
              <a:t>getText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a:t>
            </a:r>
            <a:r>
              <a:rPr sz="1288">
                <a:solidFill>
                  <a:srgbClr val="E6EDF7"/>
                </a:solidFill>
                <a:latin typeface="Menlo"/>
                <a:ea typeface="Menlo"/>
                <a:cs typeface="Menlo"/>
              </a:rPr>
              <a:t> </a:t>
            </a:r>
            <a:r>
              <a:rPr sz="1288">
                <a:solidFill>
                  <a:srgbClr val="72839B"/>
                </a:solidFill>
                <a:latin typeface="Menlo"/>
                <a:ea typeface="Menlo"/>
                <a:cs typeface="Menlo"/>
              </a:rPr>
              <a:t>// deriva el flujo</a:t>
            </a:r>
          </a:p>
        </p:txBody>
      </p:sp>
      <p:sp>
        <p:nvSpPr>
          <p:cNvPr id="43" name="">
            <a:extLst xmlns:a="http://schemas.openxmlformats.org/drawingml/2006/main">
              <a:ext uri="{FF2B5EF4-FFF2-40B4-BE49-F238E27FC236}">
                <a16:creationId xmlns:a16="http://schemas.microsoft.com/office/drawing/2014/main" id="{E81BE418-D425-43AF-8C37-EFCA1FABE324}"/>
              </a:ext>
            </a:extLst>
          </p:cNvPr>
          <p:cNvSpPr>
            <a:spLocks xmlns:a="http://schemas.openxmlformats.org/drawingml/2006/main" noGrp="1"/>
          </p:cNvSpPr>
          <p:nvPr/>
        </p:nvSpPr>
        <p:spPr>
          <a:xfrm xmlns:a="http://schemas.openxmlformats.org/drawingml/2006/main">
            <a:off x="819150" y="3581400"/>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defRPr sz="1288" b="0">
                <a:solidFill>
                  <a:srgbClr val="647791"/>
                </a:solidFill>
                <a:latin typeface="Aptos"/>
                <a:ea typeface="Aptos"/>
                <a:cs typeface="Aptos"/>
              </a:defRPr>
            </a:lvl1pPr>
            <a:lvl2pPr algn="r">
              <a:defRPr sz="1288" b="0">
                <a:solidFill>
                  <a:srgbClr val="647791"/>
                </a:solidFill>
                <a:latin typeface="Aptos"/>
                <a:ea typeface="Aptos"/>
                <a:cs typeface="Aptos"/>
              </a:defRPr>
            </a:lvl2pPr>
            <a:lvl3pPr algn="r">
              <a:defRPr sz="1288" b="0">
                <a:solidFill>
                  <a:srgbClr val="647791"/>
                </a:solidFill>
                <a:latin typeface="Aptos"/>
                <a:ea typeface="Aptos"/>
                <a:cs typeface="Aptos"/>
              </a:defRPr>
            </a:lvl3pPr>
            <a:lvl4pPr algn="r">
              <a:defRPr sz="1288" b="0">
                <a:solidFill>
                  <a:srgbClr val="647791"/>
                </a:solidFill>
                <a:latin typeface="Aptos"/>
                <a:ea typeface="Aptos"/>
                <a:cs typeface="Aptos"/>
              </a:defRPr>
            </a:lvl4pPr>
            <a:lvl5pPr algn="r">
              <a:defRPr sz="1288" b="0">
                <a:solidFill>
                  <a:srgbClr val="647791"/>
                </a:solidFill>
                <a:latin typeface="Aptos"/>
                <a:ea typeface="Aptos"/>
                <a:cs typeface="Aptos"/>
              </a:defRPr>
            </a:lvl5pPr>
            <a:lvl6pPr algn="r">
              <a:defRPr sz="1288" b="0">
                <a:solidFill>
                  <a:srgbClr val="647791"/>
                </a:solidFill>
                <a:latin typeface="Aptos"/>
                <a:ea typeface="Aptos"/>
                <a:cs typeface="Aptos"/>
              </a:defRPr>
            </a:lvl6pPr>
            <a:lvl7pPr algn="r">
              <a:defRPr sz="1288" b="0">
                <a:solidFill>
                  <a:srgbClr val="647791"/>
                </a:solidFill>
                <a:latin typeface="Aptos"/>
                <a:ea typeface="Aptos"/>
                <a:cs typeface="Aptos"/>
              </a:defRPr>
            </a:lvl7pPr>
            <a:lvl8pPr algn="r">
              <a:defRPr sz="1288" b="0">
                <a:solidFill>
                  <a:srgbClr val="647791"/>
                </a:solidFill>
                <a:latin typeface="Aptos"/>
                <a:ea typeface="Aptos"/>
                <a:cs typeface="Aptos"/>
              </a:defRPr>
            </a:lvl8pPr>
            <a:lvl9pPr algn="r">
              <a:defRPr sz="1288" b="0">
                <a:solidFill>
                  <a:srgbClr val="647791"/>
                </a:solidFill>
                <a:latin typeface="Aptos"/>
                <a:ea typeface="Aptos"/>
                <a:cs typeface="Aptos"/>
              </a:defRPr>
            </a:lvl9pPr>
          </a:lstStyle>
          <a:p xmlns:a="http://schemas.openxmlformats.org/drawingml/2006/main">
            <a:pPr algn="r">
              <a:defRPr sz="1288" b="0">
                <a:solidFill>
                  <a:srgbClr val="647791"/>
                </a:solidFill>
                <a:latin typeface="Aptos"/>
                <a:ea typeface="Aptos"/>
                <a:cs typeface="Aptos"/>
              </a:defRPr>
            </a:pPr>
            <a:r>
              <a:rPr sz="1288" b="0">
                <a:solidFill>
                  <a:srgbClr val="647791"/>
                </a:solidFill>
                <a:latin typeface="Aptos"/>
                <a:ea typeface="Aptos"/>
                <a:cs typeface="Aptos"/>
              </a:rPr>
              <a:t>07</a:t>
            </a:r>
          </a:p>
        </p:txBody>
      </p:sp>
      <p:sp>
        <p:nvSpPr>
          <p:cNvPr id="44" name="Código editable">
            <a:extLst xmlns:a="http://schemas.openxmlformats.org/drawingml/2006/main">
              <a:ext uri="{FF2B5EF4-FFF2-40B4-BE49-F238E27FC236}">
                <a16:creationId xmlns:a16="http://schemas.microsoft.com/office/drawing/2014/main" id="{6BDA96FB-1417-4CCF-8B6C-EF8C410ED8DD}"/>
              </a:ext>
            </a:extLst>
          </p:cNvPr>
          <p:cNvSpPr>
            <a:spLocks xmlns:a="http://schemas.openxmlformats.org/drawingml/2006/main" noGrp="1"/>
          </p:cNvSpPr>
          <p:nvPr/>
        </p:nvSpPr>
        <p:spPr>
          <a:xfrm xmlns:a="http://schemas.openxmlformats.org/drawingml/2006/main">
            <a:off x="1190625" y="3581400"/>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p>
        </p:txBody>
      </p:sp>
      <p:sp>
        <p:nvSpPr>
          <p:cNvPr id="45" name="">
            <a:extLst xmlns:a="http://schemas.openxmlformats.org/drawingml/2006/main">
              <a:ext uri="{FF2B5EF4-FFF2-40B4-BE49-F238E27FC236}">
                <a16:creationId xmlns:a16="http://schemas.microsoft.com/office/drawing/2014/main" id="{469295A8-C898-44A6-990C-58D808EC2AE5}"/>
              </a:ext>
            </a:extLst>
          </p:cNvPr>
          <p:cNvSpPr>
            <a:spLocks xmlns:a="http://schemas.openxmlformats.org/drawingml/2006/main" noGrp="1"/>
          </p:cNvSpPr>
          <p:nvPr/>
        </p:nvSpPr>
        <p:spPr>
          <a:xfrm xmlns:a="http://schemas.openxmlformats.org/drawingml/2006/main">
            <a:off x="819150" y="3800475"/>
            <a:ext cx="2476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88" b="0">
                <a:solidFill>
                  <a:srgbClr val="647791"/>
                </a:solidFill>
                <a:latin typeface="Aptos"/>
                <a:ea typeface="Aptos"/>
                <a:cs typeface="Aptos"/>
              </a:defRPr>
            </a:defPPr>
            <a:lvl1pPr algn="r">
              <a:defRPr sz="1288" b="0">
                <a:solidFill>
                  <a:srgbClr val="647791"/>
                </a:solidFill>
                <a:latin typeface="Aptos"/>
                <a:ea typeface="Aptos"/>
                <a:cs typeface="Aptos"/>
              </a:defRPr>
            </a:lvl1pPr>
            <a:lvl2pPr algn="r">
              <a:defRPr sz="1288" b="0">
                <a:solidFill>
                  <a:srgbClr val="647791"/>
                </a:solidFill>
                <a:latin typeface="Aptos"/>
                <a:ea typeface="Aptos"/>
                <a:cs typeface="Aptos"/>
              </a:defRPr>
            </a:lvl2pPr>
            <a:lvl3pPr algn="r">
              <a:defRPr sz="1288" b="0">
                <a:solidFill>
                  <a:srgbClr val="647791"/>
                </a:solidFill>
                <a:latin typeface="Aptos"/>
                <a:ea typeface="Aptos"/>
                <a:cs typeface="Aptos"/>
              </a:defRPr>
            </a:lvl3pPr>
            <a:lvl4pPr algn="r">
              <a:defRPr sz="1288" b="0">
                <a:solidFill>
                  <a:srgbClr val="647791"/>
                </a:solidFill>
                <a:latin typeface="Aptos"/>
                <a:ea typeface="Aptos"/>
                <a:cs typeface="Aptos"/>
              </a:defRPr>
            </a:lvl4pPr>
            <a:lvl5pPr algn="r">
              <a:defRPr sz="1288" b="0">
                <a:solidFill>
                  <a:srgbClr val="647791"/>
                </a:solidFill>
                <a:latin typeface="Aptos"/>
                <a:ea typeface="Aptos"/>
                <a:cs typeface="Aptos"/>
              </a:defRPr>
            </a:lvl5pPr>
            <a:lvl6pPr algn="r">
              <a:defRPr sz="1288" b="0">
                <a:solidFill>
                  <a:srgbClr val="647791"/>
                </a:solidFill>
                <a:latin typeface="Aptos"/>
                <a:ea typeface="Aptos"/>
                <a:cs typeface="Aptos"/>
              </a:defRPr>
            </a:lvl6pPr>
            <a:lvl7pPr algn="r">
              <a:defRPr sz="1288" b="0">
                <a:solidFill>
                  <a:srgbClr val="647791"/>
                </a:solidFill>
                <a:latin typeface="Aptos"/>
                <a:ea typeface="Aptos"/>
                <a:cs typeface="Aptos"/>
              </a:defRPr>
            </a:lvl7pPr>
            <a:lvl8pPr algn="r">
              <a:defRPr sz="1288" b="0">
                <a:solidFill>
                  <a:srgbClr val="647791"/>
                </a:solidFill>
                <a:latin typeface="Aptos"/>
                <a:ea typeface="Aptos"/>
                <a:cs typeface="Aptos"/>
              </a:defRPr>
            </a:lvl8pPr>
            <a:lvl9pPr algn="r">
              <a:defRPr sz="1288" b="0">
                <a:solidFill>
                  <a:srgbClr val="647791"/>
                </a:solidFill>
                <a:latin typeface="Aptos"/>
                <a:ea typeface="Aptos"/>
                <a:cs typeface="Aptos"/>
              </a:defRPr>
            </a:lvl9pPr>
          </a:lstStyle>
          <a:p xmlns:a="http://schemas.openxmlformats.org/drawingml/2006/main">
            <a:pPr algn="r">
              <a:defRPr sz="1288" b="0">
                <a:solidFill>
                  <a:srgbClr val="647791"/>
                </a:solidFill>
                <a:latin typeface="Aptos"/>
                <a:ea typeface="Aptos"/>
                <a:cs typeface="Aptos"/>
              </a:defRPr>
            </a:pPr>
            <a:r>
              <a:rPr sz="1288" b="0">
                <a:solidFill>
                  <a:srgbClr val="647791"/>
                </a:solidFill>
                <a:latin typeface="Aptos"/>
                <a:ea typeface="Aptos"/>
                <a:cs typeface="Aptos"/>
              </a:rPr>
              <a:t>08</a:t>
            </a:r>
          </a:p>
        </p:txBody>
      </p:sp>
      <p:sp>
        <p:nvSpPr>
          <p:cNvPr id="46" name="Código editable">
            <a:extLst xmlns:a="http://schemas.openxmlformats.org/drawingml/2006/main">
              <a:ext uri="{FF2B5EF4-FFF2-40B4-BE49-F238E27FC236}">
                <a16:creationId xmlns:a16="http://schemas.microsoft.com/office/drawing/2014/main" id="{B7C3C4BC-0BE8-462F-94D0-2B9B799F4C2B}"/>
              </a:ext>
            </a:extLst>
          </p:cNvPr>
          <p:cNvSpPr>
            <a:spLocks xmlns:a="http://schemas.openxmlformats.org/drawingml/2006/main" noGrp="1"/>
          </p:cNvSpPr>
          <p:nvPr/>
        </p:nvSpPr>
        <p:spPr>
          <a:xfrm xmlns:a="http://schemas.openxmlformats.org/drawingml/2006/main">
            <a:off x="1190625" y="3800475"/>
            <a:ext cx="53244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88">
                <a:solidFill>
                  <a:srgbClr val="E6EDF7"/>
                </a:solidFill>
                <a:latin typeface="Menlo"/>
                <a:ea typeface="Menlo"/>
                <a:cs typeface="Menlo"/>
              </a:defRPr>
            </a:defPPr>
            <a:lvl1pPr algn="l">
              <a:defRPr sz="1288">
                <a:solidFill>
                  <a:srgbClr val="E6EDF7"/>
                </a:solidFill>
                <a:latin typeface="Menlo"/>
                <a:ea typeface="Menlo"/>
                <a:cs typeface="Menlo"/>
              </a:defRPr>
            </a:lvl1pPr>
            <a:lvl2pPr algn="l">
              <a:defRPr sz="1288">
                <a:solidFill>
                  <a:srgbClr val="E6EDF7"/>
                </a:solidFill>
                <a:latin typeface="Menlo"/>
                <a:ea typeface="Menlo"/>
                <a:cs typeface="Menlo"/>
              </a:defRPr>
            </a:lvl2pPr>
            <a:lvl3pPr algn="l">
              <a:defRPr sz="1288">
                <a:solidFill>
                  <a:srgbClr val="E6EDF7"/>
                </a:solidFill>
                <a:latin typeface="Menlo"/>
                <a:ea typeface="Menlo"/>
                <a:cs typeface="Menlo"/>
              </a:defRPr>
            </a:lvl3pPr>
            <a:lvl4pPr algn="l">
              <a:defRPr sz="1288">
                <a:solidFill>
                  <a:srgbClr val="E6EDF7"/>
                </a:solidFill>
                <a:latin typeface="Menlo"/>
                <a:ea typeface="Menlo"/>
                <a:cs typeface="Menlo"/>
              </a:defRPr>
            </a:lvl4pPr>
            <a:lvl5pPr algn="l">
              <a:defRPr sz="1288">
                <a:solidFill>
                  <a:srgbClr val="E6EDF7"/>
                </a:solidFill>
                <a:latin typeface="Menlo"/>
                <a:ea typeface="Menlo"/>
                <a:cs typeface="Menlo"/>
              </a:defRPr>
            </a:lvl5pPr>
            <a:lvl6pPr algn="l">
              <a:defRPr sz="1288">
                <a:solidFill>
                  <a:srgbClr val="E6EDF7"/>
                </a:solidFill>
                <a:latin typeface="Menlo"/>
                <a:ea typeface="Menlo"/>
                <a:cs typeface="Menlo"/>
              </a:defRPr>
            </a:lvl6pPr>
            <a:lvl7pPr algn="l">
              <a:defRPr sz="1288">
                <a:solidFill>
                  <a:srgbClr val="E6EDF7"/>
                </a:solidFill>
                <a:latin typeface="Menlo"/>
                <a:ea typeface="Menlo"/>
                <a:cs typeface="Menlo"/>
              </a:defRPr>
            </a:lvl7pPr>
            <a:lvl8pPr algn="l">
              <a:defRPr sz="1288">
                <a:solidFill>
                  <a:srgbClr val="E6EDF7"/>
                </a:solidFill>
                <a:latin typeface="Menlo"/>
                <a:ea typeface="Menlo"/>
                <a:cs typeface="Menlo"/>
              </a:defRPr>
            </a:lvl8pPr>
            <a:lvl9pPr algn="l">
              <a:defRPr sz="1288">
                <a:solidFill>
                  <a:srgbClr val="E6EDF7"/>
                </a:solidFill>
                <a:latin typeface="Menlo"/>
                <a:ea typeface="Menlo"/>
                <a:cs typeface="Menlo"/>
              </a:defRPr>
            </a:lvl9pPr>
          </a:lstStyle>
          <a:p xmlns:a="http://schemas.openxmlformats.org/drawingml/2006/main">
            <a:pPr algn="l">
              <a:defRPr sz="1288">
                <a:solidFill>
                  <a:srgbClr val="E6EDF7"/>
                </a:solidFill>
                <a:latin typeface="Menlo"/>
                <a:ea typeface="Menlo"/>
                <a:cs typeface="Menlo"/>
              </a:defRPr>
            </a:pPr>
            <a:r>
              <a:rPr sz="1288">
                <a:solidFill>
                  <a:srgbClr val="E6EDF7"/>
                </a:solidFill>
                <a:latin typeface="Menlo"/>
                <a:ea typeface="Menlo"/>
                <a:cs typeface="Menlo"/>
              </a:rPr>
              <a:t>    </a:t>
            </a:r>
            <a:r>
              <a:rPr sz="1288">
                <a:solidFill>
                  <a:srgbClr val="E6EDF7"/>
                </a:solidFill>
                <a:latin typeface="Menlo"/>
                <a:ea typeface="Menlo"/>
                <a:cs typeface="Menlo"/>
              </a:rPr>
              <a:t>}</a:t>
            </a:r>
            <a:r>
              <a:rPr sz="1288">
                <a:solidFill>
                  <a:srgbClr val="E6EDF7"/>
                </a:solidFill>
                <a:latin typeface="Menlo"/>
                <a:ea typeface="Menlo"/>
                <a:cs typeface="Menlo"/>
              </a:rPr>
              <a:t>)</a:t>
            </a:r>
          </a:p>
        </p:txBody>
      </p:sp>
      <p:sp>
        <p:nvSpPr>
          <p:cNvPr id="47" name="">
            <a:extLst xmlns:a="http://schemas.openxmlformats.org/drawingml/2006/main">
              <a:ext uri="{FF2B5EF4-FFF2-40B4-BE49-F238E27FC236}">
                <a16:creationId xmlns:a16="http://schemas.microsoft.com/office/drawing/2014/main" id="{EA0D3B18-01E9-446F-9E05-3A592BAE11CC}"/>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A61D6C5-825E-4748-ADFA-6BB0BDCB6889}"/>
              </a:ext>
            </a:extLst>
          </p:cNvPr>
          <p:cNvSpPr>
            <a:spLocks xmlns:a="http://schemas.openxmlformats.org/drawingml/2006/main" noGrp="1"/>
          </p:cNvSpPr>
          <p:nvPr/>
        </p:nvSpPr>
        <p:spPr>
          <a:xfrm xmlns:a="http://schemas.openxmlformats.org/drawingml/2006/main">
            <a:off x="7334250" y="177165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1</a:t>
            </a:r>
          </a:p>
        </p:txBody>
      </p:sp>
      <p:sp>
        <p:nvSpPr>
          <p:cNvPr id="49" name="">
            <a:extLst xmlns:a="http://schemas.openxmlformats.org/drawingml/2006/main">
              <a:ext uri="{FF2B5EF4-FFF2-40B4-BE49-F238E27FC236}">
                <a16:creationId xmlns:a16="http://schemas.microsoft.com/office/drawing/2014/main" id="{86FBEEF3-789C-4F48-9AFD-7E811846FB52}"/>
              </a:ext>
            </a:extLst>
          </p:cNvPr>
          <p:cNvSpPr>
            <a:spLocks xmlns:a="http://schemas.openxmlformats.org/drawingml/2006/main" noGrp="1"/>
          </p:cNvSpPr>
          <p:nvPr/>
        </p:nvSpPr>
        <p:spPr>
          <a:xfrm xmlns:a="http://schemas.openxmlformats.org/drawingml/2006/main">
            <a:off x="7905750" y="1714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Escanear</a:t>
            </a:r>
          </a:p>
        </p:txBody>
      </p:sp>
      <p:sp>
        <p:nvSpPr>
          <p:cNvPr id="50" name="">
            <a:extLst xmlns:a="http://schemas.openxmlformats.org/drawingml/2006/main">
              <a:ext uri="{FF2B5EF4-FFF2-40B4-BE49-F238E27FC236}">
                <a16:creationId xmlns:a16="http://schemas.microsoft.com/office/drawing/2014/main" id="{EE8464C7-F14D-4F1A-8593-E6796775447B}"/>
              </a:ext>
            </a:extLst>
          </p:cNvPr>
          <p:cNvSpPr>
            <a:spLocks xmlns:a="http://schemas.openxmlformats.org/drawingml/2006/main" noGrp="1"/>
          </p:cNvSpPr>
          <p:nvPr/>
        </p:nvSpPr>
        <p:spPr>
          <a:xfrm xmlns:a="http://schemas.openxmlformats.org/drawingml/2006/main">
            <a:off x="7905750" y="20383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defRPr sz="1200" b="0">
                <a:solidFill>
                  <a:srgbClr val="536276"/>
                </a:solidFill>
                <a:latin typeface="Aptos"/>
                <a:ea typeface="Aptos"/>
                <a:cs typeface="Aptos"/>
              </a:defRPr>
            </a:lvl1pPr>
            <a:lvl2pPr algn="l">
              <a:defRPr sz="1200" b="0">
                <a:solidFill>
                  <a:srgbClr val="536276"/>
                </a:solidFill>
                <a:latin typeface="Aptos"/>
                <a:ea typeface="Aptos"/>
                <a:cs typeface="Aptos"/>
              </a:defRPr>
            </a:lvl2pPr>
            <a:lvl3pPr algn="l">
              <a:defRPr sz="1200" b="0">
                <a:solidFill>
                  <a:srgbClr val="536276"/>
                </a:solidFill>
                <a:latin typeface="Aptos"/>
                <a:ea typeface="Aptos"/>
                <a:cs typeface="Aptos"/>
              </a:defRPr>
            </a:lvl3pPr>
            <a:lvl4pPr algn="l">
              <a:defRPr sz="1200" b="0">
                <a:solidFill>
                  <a:srgbClr val="536276"/>
                </a:solidFill>
                <a:latin typeface="Aptos"/>
                <a:ea typeface="Aptos"/>
                <a:cs typeface="Aptos"/>
              </a:defRPr>
            </a:lvl4pPr>
            <a:lvl5pPr algn="l">
              <a:defRPr sz="1200" b="0">
                <a:solidFill>
                  <a:srgbClr val="536276"/>
                </a:solidFill>
                <a:latin typeface="Aptos"/>
                <a:ea typeface="Aptos"/>
                <a:cs typeface="Aptos"/>
              </a:defRPr>
            </a:lvl5pPr>
            <a:lvl6pPr algn="l">
              <a:defRPr sz="1200" b="0">
                <a:solidFill>
                  <a:srgbClr val="536276"/>
                </a:solidFill>
                <a:latin typeface="Aptos"/>
                <a:ea typeface="Aptos"/>
                <a:cs typeface="Aptos"/>
              </a:defRPr>
            </a:lvl6pPr>
            <a:lvl7pPr algn="l">
              <a:defRPr sz="1200" b="0">
                <a:solidFill>
                  <a:srgbClr val="536276"/>
                </a:solidFill>
                <a:latin typeface="Aptos"/>
                <a:ea typeface="Aptos"/>
                <a:cs typeface="Aptos"/>
              </a:defRPr>
            </a:lvl7pPr>
            <a:lvl8pPr algn="l">
              <a:defRPr sz="1200" b="0">
                <a:solidFill>
                  <a:srgbClr val="536276"/>
                </a:solidFill>
                <a:latin typeface="Aptos"/>
                <a:ea typeface="Aptos"/>
                <a:cs typeface="Aptos"/>
              </a:defRPr>
            </a:lvl8pPr>
            <a:lvl9pPr algn="l">
              <a:defRPr sz="1200" b="0">
                <a:solidFill>
                  <a:srgbClr val="536276"/>
                </a:solidFill>
                <a:latin typeface="Aptos"/>
                <a:ea typeface="Aptos"/>
                <a:cs typeface="Aptos"/>
              </a:defRPr>
            </a:lvl9pPr>
          </a:lstStyle>
          <a:p xmlns:a="http://schemas.openxmlformats.org/drawingml/2006/main">
            <a:pPr algn="l">
              <a:defRPr sz="1200" b="0">
                <a:solidFill>
                  <a:srgbClr val="536276"/>
                </a:solidFill>
                <a:latin typeface="Aptos"/>
                <a:ea typeface="Aptos"/>
                <a:cs typeface="Aptos"/>
              </a:defRPr>
            </a:pPr>
            <a:r>
              <a:rPr sz="1200" b="0">
                <a:solidFill>
                  <a:srgbClr val="536276"/>
                </a:solidFill>
                <a:latin typeface="Aptos"/>
                <a:ea typeface="Aptos"/>
                <a:cs typeface="Aptos"/>
              </a:rPr>
              <a:t>ZXing lee el contenido</a:t>
            </a:r>
          </a:p>
        </p:txBody>
      </p:sp>
      <p:sp>
        <p:nvSpPr>
          <p:cNvPr id="51" name="">
            <a:extLst xmlns:a="http://schemas.openxmlformats.org/drawingml/2006/main">
              <a:ext uri="{FF2B5EF4-FFF2-40B4-BE49-F238E27FC236}">
                <a16:creationId xmlns:a16="http://schemas.microsoft.com/office/drawing/2014/main" id="{C1AC70C7-717B-435D-802F-9DEA5CE0F54A}"/>
              </a:ext>
            </a:extLst>
          </p:cNvPr>
          <p:cNvSpPr>
            <a:spLocks xmlns:a="http://schemas.openxmlformats.org/drawingml/2006/main" noGrp="1"/>
          </p:cNvSpPr>
          <p:nvPr/>
        </p:nvSpPr>
        <p:spPr>
          <a:xfrm xmlns:a="http://schemas.openxmlformats.org/drawingml/2006/main" flipV="0">
            <a:off x="7515225" y="217170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2" name="">
            <a:extLst xmlns:a="http://schemas.openxmlformats.org/drawingml/2006/main">
              <a:ext uri="{FF2B5EF4-FFF2-40B4-BE49-F238E27FC236}">
                <a16:creationId xmlns:a16="http://schemas.microsoft.com/office/drawing/2014/main" id="{545239FC-1152-4DF1-9120-F8CA329E9C18}"/>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0D09484-4DD9-4EB1-A926-E2ABDEB49B7A}"/>
              </a:ext>
            </a:extLst>
          </p:cNvPr>
          <p:cNvSpPr>
            <a:spLocks xmlns:a="http://schemas.openxmlformats.org/drawingml/2006/main" noGrp="1"/>
          </p:cNvSpPr>
          <p:nvPr/>
        </p:nvSpPr>
        <p:spPr>
          <a:xfrm xmlns:a="http://schemas.openxmlformats.org/drawingml/2006/main">
            <a:off x="7334250" y="277177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2</a:t>
            </a:r>
          </a:p>
        </p:txBody>
      </p:sp>
      <p:sp>
        <p:nvSpPr>
          <p:cNvPr id="54" name="">
            <a:extLst xmlns:a="http://schemas.openxmlformats.org/drawingml/2006/main">
              <a:ext uri="{FF2B5EF4-FFF2-40B4-BE49-F238E27FC236}">
                <a16:creationId xmlns:a16="http://schemas.microsoft.com/office/drawing/2014/main" id="{9C1E0CE0-8772-4685-95F7-3A20B2DBD858}"/>
              </a:ext>
            </a:extLst>
          </p:cNvPr>
          <p:cNvSpPr>
            <a:spLocks xmlns:a="http://schemas.openxmlformats.org/drawingml/2006/main" noGrp="1"/>
          </p:cNvSpPr>
          <p:nvPr/>
        </p:nvSpPr>
        <p:spPr>
          <a:xfrm xmlns:a="http://schemas.openxmlformats.org/drawingml/2006/main">
            <a:off x="7905750" y="2714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Clasificar</a:t>
            </a:r>
          </a:p>
        </p:txBody>
      </p:sp>
      <p:sp>
        <p:nvSpPr>
          <p:cNvPr id="55" name="">
            <a:extLst xmlns:a="http://schemas.openxmlformats.org/drawingml/2006/main">
              <a:ext uri="{FF2B5EF4-FFF2-40B4-BE49-F238E27FC236}">
                <a16:creationId xmlns:a16="http://schemas.microsoft.com/office/drawing/2014/main" id="{85747485-29CD-4A1A-A734-62B1211D2C85}"/>
              </a:ext>
            </a:extLst>
          </p:cNvPr>
          <p:cNvSpPr>
            <a:spLocks xmlns:a="http://schemas.openxmlformats.org/drawingml/2006/main" noGrp="1"/>
          </p:cNvSpPr>
          <p:nvPr/>
        </p:nvSpPr>
        <p:spPr>
          <a:xfrm xmlns:a="http://schemas.openxmlformats.org/drawingml/2006/main">
            <a:off x="7905750" y="303847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defRPr sz="1200" b="0">
                <a:solidFill>
                  <a:srgbClr val="536276"/>
                </a:solidFill>
                <a:latin typeface="Aptos"/>
                <a:ea typeface="Aptos"/>
                <a:cs typeface="Aptos"/>
              </a:defRPr>
            </a:lvl1pPr>
            <a:lvl2pPr algn="l">
              <a:defRPr sz="1200" b="0">
                <a:solidFill>
                  <a:srgbClr val="536276"/>
                </a:solidFill>
                <a:latin typeface="Aptos"/>
                <a:ea typeface="Aptos"/>
                <a:cs typeface="Aptos"/>
              </a:defRPr>
            </a:lvl2pPr>
            <a:lvl3pPr algn="l">
              <a:defRPr sz="1200" b="0">
                <a:solidFill>
                  <a:srgbClr val="536276"/>
                </a:solidFill>
                <a:latin typeface="Aptos"/>
                <a:ea typeface="Aptos"/>
                <a:cs typeface="Aptos"/>
              </a:defRPr>
            </a:lvl3pPr>
            <a:lvl4pPr algn="l">
              <a:defRPr sz="1200" b="0">
                <a:solidFill>
                  <a:srgbClr val="536276"/>
                </a:solidFill>
                <a:latin typeface="Aptos"/>
                <a:ea typeface="Aptos"/>
                <a:cs typeface="Aptos"/>
              </a:defRPr>
            </a:lvl4pPr>
            <a:lvl5pPr algn="l">
              <a:defRPr sz="1200" b="0">
                <a:solidFill>
                  <a:srgbClr val="536276"/>
                </a:solidFill>
                <a:latin typeface="Aptos"/>
                <a:ea typeface="Aptos"/>
                <a:cs typeface="Aptos"/>
              </a:defRPr>
            </a:lvl5pPr>
            <a:lvl6pPr algn="l">
              <a:defRPr sz="1200" b="0">
                <a:solidFill>
                  <a:srgbClr val="536276"/>
                </a:solidFill>
                <a:latin typeface="Aptos"/>
                <a:ea typeface="Aptos"/>
                <a:cs typeface="Aptos"/>
              </a:defRPr>
            </a:lvl6pPr>
            <a:lvl7pPr algn="l">
              <a:defRPr sz="1200" b="0">
                <a:solidFill>
                  <a:srgbClr val="536276"/>
                </a:solidFill>
                <a:latin typeface="Aptos"/>
                <a:ea typeface="Aptos"/>
                <a:cs typeface="Aptos"/>
              </a:defRPr>
            </a:lvl7pPr>
            <a:lvl8pPr algn="l">
              <a:defRPr sz="1200" b="0">
                <a:solidFill>
                  <a:srgbClr val="536276"/>
                </a:solidFill>
                <a:latin typeface="Aptos"/>
                <a:ea typeface="Aptos"/>
                <a:cs typeface="Aptos"/>
              </a:defRPr>
            </a:lvl8pPr>
            <a:lvl9pPr algn="l">
              <a:defRPr sz="1200" b="0">
                <a:solidFill>
                  <a:srgbClr val="536276"/>
                </a:solidFill>
                <a:latin typeface="Aptos"/>
                <a:ea typeface="Aptos"/>
                <a:cs typeface="Aptos"/>
              </a:defRPr>
            </a:lvl9pPr>
          </a:lstStyle>
          <a:p xmlns:a="http://schemas.openxmlformats.org/drawingml/2006/main">
            <a:pPr algn="l">
              <a:defRPr sz="1200" b="0">
                <a:solidFill>
                  <a:srgbClr val="536276"/>
                </a:solidFill>
                <a:latin typeface="Aptos"/>
                <a:ea typeface="Aptos"/>
                <a:cs typeface="Aptos"/>
              </a:defRPr>
            </a:pPr>
            <a:r>
              <a:rPr sz="1200" b="0">
                <a:solidFill>
                  <a:srgbClr val="536276"/>
                </a:solidFill>
                <a:latin typeface="Aptos"/>
                <a:ea typeface="Aptos"/>
                <a:cs typeface="Aptos"/>
              </a:rPr>
              <a:t>delivery / verify / attendance</a:t>
            </a:r>
          </a:p>
        </p:txBody>
      </p:sp>
      <p:sp>
        <p:nvSpPr>
          <p:cNvPr id="56" name="">
            <a:extLst xmlns:a="http://schemas.openxmlformats.org/drawingml/2006/main">
              <a:ext uri="{FF2B5EF4-FFF2-40B4-BE49-F238E27FC236}">
                <a16:creationId xmlns:a16="http://schemas.microsoft.com/office/drawing/2014/main" id="{4AE32ACC-EA31-41C9-83C8-83787C1AD47E}"/>
              </a:ext>
            </a:extLst>
          </p:cNvPr>
          <p:cNvSpPr>
            <a:spLocks xmlns:a="http://schemas.openxmlformats.org/drawingml/2006/main" noGrp="1"/>
          </p:cNvSpPr>
          <p:nvPr/>
        </p:nvSpPr>
        <p:spPr>
          <a:xfrm xmlns:a="http://schemas.openxmlformats.org/drawingml/2006/main" flipV="0">
            <a:off x="7515225" y="3171825"/>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57" name="">
            <a:extLst xmlns:a="http://schemas.openxmlformats.org/drawingml/2006/main">
              <a:ext uri="{FF2B5EF4-FFF2-40B4-BE49-F238E27FC236}">
                <a16:creationId xmlns:a16="http://schemas.microsoft.com/office/drawing/2014/main" id="{CE48483B-A842-4881-BD4E-03F1BDD6C54A}"/>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026BC91-F297-4CFD-95AE-C20F50432092}"/>
              </a:ext>
            </a:extLst>
          </p:cNvPr>
          <p:cNvSpPr>
            <a:spLocks xmlns:a="http://schemas.openxmlformats.org/drawingml/2006/main" noGrp="1"/>
          </p:cNvSpPr>
          <p:nvPr/>
        </p:nvSpPr>
        <p:spPr>
          <a:xfrm xmlns:a="http://schemas.openxmlformats.org/drawingml/2006/main">
            <a:off x="7334250" y="37719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3</a:t>
            </a:r>
          </a:p>
        </p:txBody>
      </p:sp>
      <p:sp>
        <p:nvSpPr>
          <p:cNvPr id="59" name="">
            <a:extLst xmlns:a="http://schemas.openxmlformats.org/drawingml/2006/main">
              <a:ext uri="{FF2B5EF4-FFF2-40B4-BE49-F238E27FC236}">
                <a16:creationId xmlns:a16="http://schemas.microsoft.com/office/drawing/2014/main" id="{9CA86FAA-BB7D-4AF1-BAE2-B6939646DB03}"/>
              </a:ext>
            </a:extLst>
          </p:cNvPr>
          <p:cNvSpPr>
            <a:spLocks xmlns:a="http://schemas.openxmlformats.org/drawingml/2006/main" noGrp="1"/>
          </p:cNvSpPr>
          <p:nvPr/>
        </p:nvSpPr>
        <p:spPr>
          <a:xfrm xmlns:a="http://schemas.openxmlformats.org/drawingml/2006/main">
            <a:off x="7905750"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Mostrar</a:t>
            </a:r>
          </a:p>
        </p:txBody>
      </p:sp>
      <p:sp>
        <p:nvSpPr>
          <p:cNvPr id="60" name="">
            <a:extLst xmlns:a="http://schemas.openxmlformats.org/drawingml/2006/main">
              <a:ext uri="{FF2B5EF4-FFF2-40B4-BE49-F238E27FC236}">
                <a16:creationId xmlns:a16="http://schemas.microsoft.com/office/drawing/2014/main" id="{DDAA2C80-9624-4D3B-B325-A26F4F0A683F}"/>
              </a:ext>
            </a:extLst>
          </p:cNvPr>
          <p:cNvSpPr>
            <a:spLocks xmlns:a="http://schemas.openxmlformats.org/drawingml/2006/main" noGrp="1"/>
          </p:cNvSpPr>
          <p:nvPr/>
        </p:nvSpPr>
        <p:spPr>
          <a:xfrm xmlns:a="http://schemas.openxmlformats.org/drawingml/2006/main">
            <a:off x="7905750" y="403860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defRPr sz="1200" b="0">
                <a:solidFill>
                  <a:srgbClr val="536276"/>
                </a:solidFill>
                <a:latin typeface="Aptos"/>
                <a:ea typeface="Aptos"/>
                <a:cs typeface="Aptos"/>
              </a:defRPr>
            </a:lvl1pPr>
            <a:lvl2pPr algn="l">
              <a:defRPr sz="1200" b="0">
                <a:solidFill>
                  <a:srgbClr val="536276"/>
                </a:solidFill>
                <a:latin typeface="Aptos"/>
                <a:ea typeface="Aptos"/>
                <a:cs typeface="Aptos"/>
              </a:defRPr>
            </a:lvl2pPr>
            <a:lvl3pPr algn="l">
              <a:defRPr sz="1200" b="0">
                <a:solidFill>
                  <a:srgbClr val="536276"/>
                </a:solidFill>
                <a:latin typeface="Aptos"/>
                <a:ea typeface="Aptos"/>
                <a:cs typeface="Aptos"/>
              </a:defRPr>
            </a:lvl3pPr>
            <a:lvl4pPr algn="l">
              <a:defRPr sz="1200" b="0">
                <a:solidFill>
                  <a:srgbClr val="536276"/>
                </a:solidFill>
                <a:latin typeface="Aptos"/>
                <a:ea typeface="Aptos"/>
                <a:cs typeface="Aptos"/>
              </a:defRPr>
            </a:lvl4pPr>
            <a:lvl5pPr algn="l">
              <a:defRPr sz="1200" b="0">
                <a:solidFill>
                  <a:srgbClr val="536276"/>
                </a:solidFill>
                <a:latin typeface="Aptos"/>
                <a:ea typeface="Aptos"/>
                <a:cs typeface="Aptos"/>
              </a:defRPr>
            </a:lvl5pPr>
            <a:lvl6pPr algn="l">
              <a:defRPr sz="1200" b="0">
                <a:solidFill>
                  <a:srgbClr val="536276"/>
                </a:solidFill>
                <a:latin typeface="Aptos"/>
                <a:ea typeface="Aptos"/>
                <a:cs typeface="Aptos"/>
              </a:defRPr>
            </a:lvl6pPr>
            <a:lvl7pPr algn="l">
              <a:defRPr sz="1200" b="0">
                <a:solidFill>
                  <a:srgbClr val="536276"/>
                </a:solidFill>
                <a:latin typeface="Aptos"/>
                <a:ea typeface="Aptos"/>
                <a:cs typeface="Aptos"/>
              </a:defRPr>
            </a:lvl7pPr>
            <a:lvl8pPr algn="l">
              <a:defRPr sz="1200" b="0">
                <a:solidFill>
                  <a:srgbClr val="536276"/>
                </a:solidFill>
                <a:latin typeface="Aptos"/>
                <a:ea typeface="Aptos"/>
                <a:cs typeface="Aptos"/>
              </a:defRPr>
            </a:lvl8pPr>
            <a:lvl9pPr algn="l">
              <a:defRPr sz="1200" b="0">
                <a:solidFill>
                  <a:srgbClr val="536276"/>
                </a:solidFill>
                <a:latin typeface="Aptos"/>
                <a:ea typeface="Aptos"/>
                <a:cs typeface="Aptos"/>
              </a:defRPr>
            </a:lvl9pPr>
          </a:lstStyle>
          <a:p xmlns:a="http://schemas.openxmlformats.org/drawingml/2006/main">
            <a:pPr algn="l">
              <a:defRPr sz="1200" b="0">
                <a:solidFill>
                  <a:srgbClr val="536276"/>
                </a:solidFill>
                <a:latin typeface="Aptos"/>
                <a:ea typeface="Aptos"/>
                <a:cs typeface="Aptos"/>
              </a:defRPr>
            </a:pPr>
            <a:r>
              <a:rPr sz="1200" b="0">
                <a:solidFill>
                  <a:srgbClr val="536276"/>
                </a:solidFill>
                <a:latin typeface="Aptos"/>
                <a:ea typeface="Aptos"/>
                <a:cs typeface="Aptos"/>
              </a:rPr>
              <a:t>tipo solicitado y vencimiento</a:t>
            </a:r>
          </a:p>
        </p:txBody>
      </p:sp>
      <p:sp>
        <p:nvSpPr>
          <p:cNvPr id="61" name="">
            <a:extLst xmlns:a="http://schemas.openxmlformats.org/drawingml/2006/main">
              <a:ext uri="{FF2B5EF4-FFF2-40B4-BE49-F238E27FC236}">
                <a16:creationId xmlns:a16="http://schemas.microsoft.com/office/drawing/2014/main" id="{6E8B2A9D-552F-4CE5-B53B-DB45A5A6EBED}"/>
              </a:ext>
            </a:extLst>
          </p:cNvPr>
          <p:cNvSpPr>
            <a:spLocks xmlns:a="http://schemas.openxmlformats.org/drawingml/2006/main" noGrp="1"/>
          </p:cNvSpPr>
          <p:nvPr/>
        </p:nvSpPr>
        <p:spPr>
          <a:xfrm xmlns:a="http://schemas.openxmlformats.org/drawingml/2006/main" flipV="0">
            <a:off x="7515225" y="4171950"/>
            <a:ext cx="9525" cy="542925"/>
          </a:xfrm>
          <a:prstGeom xmlns:a="http://schemas.openxmlformats.org/drawingml/2006/main" prst="line">
            <a:avLst/>
          </a:prstGeom>
          <a:noFill xmlns:a="http://schemas.openxmlformats.org/drawingml/2006/main"/>
          <a:ln xmlns:a="http://schemas.openxmlformats.org/drawingml/2006/main" w="19050">
            <a:solidFill>
              <a:srgbClr val="DCE3ED"/>
            </a:solidFill>
            <a:prstDash val="solid"/>
          </a:ln>
        </p:spPr>
      </p:sp>
      <p:sp>
        <p:nvSpPr>
          <p:cNvPr id="62" name="">
            <a:extLst xmlns:a="http://schemas.openxmlformats.org/drawingml/2006/main">
              <a:ext uri="{FF2B5EF4-FFF2-40B4-BE49-F238E27FC236}">
                <a16:creationId xmlns:a16="http://schemas.microsoft.com/office/drawing/2014/main" id="{A8D3221A-8A7B-4B3D-BF4F-C72011381F5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3885E22E-2829-47B7-BB6A-05D0CC8CA822}"/>
              </a:ext>
            </a:extLst>
          </p:cNvPr>
          <p:cNvSpPr>
            <a:spLocks xmlns:a="http://schemas.openxmlformats.org/drawingml/2006/main" noGrp="1"/>
          </p:cNvSpPr>
          <p:nvPr/>
        </p:nvSpPr>
        <p:spPr>
          <a:xfrm xmlns:a="http://schemas.openxmlformats.org/drawingml/2006/main">
            <a:off x="7334250" y="4772025"/>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172554"/>
                </a:solidFill>
                <a:latin typeface="Aptos"/>
                <a:ea typeface="Aptos"/>
                <a:cs typeface="Aptos"/>
              </a:defRPr>
            </a:defPPr>
            <a:lvl1pPr algn="ctr">
              <a:defRPr sz="1200" b="1">
                <a:solidFill>
                  <a:srgbClr val="172554"/>
                </a:solidFill>
                <a:latin typeface="Aptos"/>
                <a:ea typeface="Aptos"/>
                <a:cs typeface="Aptos"/>
              </a:defRPr>
            </a:lvl1pPr>
            <a:lvl2pPr algn="ctr">
              <a:defRPr sz="1200" b="1">
                <a:solidFill>
                  <a:srgbClr val="172554"/>
                </a:solidFill>
                <a:latin typeface="Aptos"/>
                <a:ea typeface="Aptos"/>
                <a:cs typeface="Aptos"/>
              </a:defRPr>
            </a:lvl2pPr>
            <a:lvl3pPr algn="ctr">
              <a:defRPr sz="1200" b="1">
                <a:solidFill>
                  <a:srgbClr val="172554"/>
                </a:solidFill>
                <a:latin typeface="Aptos"/>
                <a:ea typeface="Aptos"/>
                <a:cs typeface="Aptos"/>
              </a:defRPr>
            </a:lvl3pPr>
            <a:lvl4pPr algn="ctr">
              <a:defRPr sz="1200" b="1">
                <a:solidFill>
                  <a:srgbClr val="172554"/>
                </a:solidFill>
                <a:latin typeface="Aptos"/>
                <a:ea typeface="Aptos"/>
                <a:cs typeface="Aptos"/>
              </a:defRPr>
            </a:lvl4pPr>
            <a:lvl5pPr algn="ctr">
              <a:defRPr sz="1200" b="1">
                <a:solidFill>
                  <a:srgbClr val="172554"/>
                </a:solidFill>
                <a:latin typeface="Aptos"/>
                <a:ea typeface="Aptos"/>
                <a:cs typeface="Aptos"/>
              </a:defRPr>
            </a:lvl5pPr>
            <a:lvl6pPr algn="ctr">
              <a:defRPr sz="1200" b="1">
                <a:solidFill>
                  <a:srgbClr val="172554"/>
                </a:solidFill>
                <a:latin typeface="Aptos"/>
                <a:ea typeface="Aptos"/>
                <a:cs typeface="Aptos"/>
              </a:defRPr>
            </a:lvl6pPr>
            <a:lvl7pPr algn="ctr">
              <a:defRPr sz="1200" b="1">
                <a:solidFill>
                  <a:srgbClr val="172554"/>
                </a:solidFill>
                <a:latin typeface="Aptos"/>
                <a:ea typeface="Aptos"/>
                <a:cs typeface="Aptos"/>
              </a:defRPr>
            </a:lvl7pPr>
            <a:lvl8pPr algn="ctr">
              <a:defRPr sz="1200" b="1">
                <a:solidFill>
                  <a:srgbClr val="172554"/>
                </a:solidFill>
                <a:latin typeface="Aptos"/>
                <a:ea typeface="Aptos"/>
                <a:cs typeface="Aptos"/>
              </a:defRPr>
            </a:lvl8pPr>
            <a:lvl9pPr algn="ctr">
              <a:defRPr sz="1200" b="1">
                <a:solidFill>
                  <a:srgbClr val="172554"/>
                </a:solidFill>
                <a:latin typeface="Aptos"/>
                <a:ea typeface="Aptos"/>
                <a:cs typeface="Aptos"/>
              </a:defRPr>
            </a:lvl9pPr>
          </a:lstStyle>
          <a:p xmlns:a="http://schemas.openxmlformats.org/drawingml/2006/main">
            <a:pPr algn="ctr">
              <a:defRPr sz="1200" b="1">
                <a:solidFill>
                  <a:srgbClr val="172554"/>
                </a:solidFill>
                <a:latin typeface="Aptos"/>
                <a:ea typeface="Aptos"/>
                <a:cs typeface="Aptos"/>
              </a:defRPr>
            </a:pPr>
            <a:r>
              <a:rPr sz="1200" b="1">
                <a:solidFill>
                  <a:srgbClr val="172554"/>
                </a:solidFill>
                <a:latin typeface="Aptos"/>
                <a:ea typeface="Aptos"/>
                <a:cs typeface="Aptos"/>
              </a:rPr>
              <a:t>4</a:t>
            </a:r>
          </a:p>
        </p:txBody>
      </p:sp>
      <p:sp>
        <p:nvSpPr>
          <p:cNvPr id="64" name="">
            <a:extLst xmlns:a="http://schemas.openxmlformats.org/drawingml/2006/main">
              <a:ext uri="{FF2B5EF4-FFF2-40B4-BE49-F238E27FC236}">
                <a16:creationId xmlns:a16="http://schemas.microsoft.com/office/drawing/2014/main" id="{58247D4C-C786-4B14-AD12-0354FC72B866}"/>
              </a:ext>
            </a:extLst>
          </p:cNvPr>
          <p:cNvSpPr>
            <a:spLocks xmlns:a="http://schemas.openxmlformats.org/drawingml/2006/main" noGrp="1"/>
          </p:cNvSpPr>
          <p:nvPr/>
        </p:nvSpPr>
        <p:spPr>
          <a:xfrm xmlns:a="http://schemas.openxmlformats.org/drawingml/2006/main">
            <a:off x="7905750" y="47148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Decidir</a:t>
            </a:r>
          </a:p>
        </p:txBody>
      </p:sp>
      <p:sp>
        <p:nvSpPr>
          <p:cNvPr id="65" name="">
            <a:extLst xmlns:a="http://schemas.openxmlformats.org/drawingml/2006/main">
              <a:ext uri="{FF2B5EF4-FFF2-40B4-BE49-F238E27FC236}">
                <a16:creationId xmlns:a16="http://schemas.microsoft.com/office/drawing/2014/main" id="{0D42D255-E84A-4F2E-943B-552AF86B6725}"/>
              </a:ext>
            </a:extLst>
          </p:cNvPr>
          <p:cNvSpPr>
            <a:spLocks xmlns:a="http://schemas.openxmlformats.org/drawingml/2006/main" noGrp="1"/>
          </p:cNvSpPr>
          <p:nvPr/>
        </p:nvSpPr>
        <p:spPr>
          <a:xfrm xmlns:a="http://schemas.openxmlformats.org/drawingml/2006/main">
            <a:off x="7905750" y="50387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36276"/>
                </a:solidFill>
                <a:latin typeface="Aptos"/>
                <a:ea typeface="Aptos"/>
                <a:cs typeface="Aptos"/>
              </a:defRPr>
            </a:defPPr>
            <a:lvl1pPr algn="l">
              <a:defRPr sz="1200" b="0">
                <a:solidFill>
                  <a:srgbClr val="536276"/>
                </a:solidFill>
                <a:latin typeface="Aptos"/>
                <a:ea typeface="Aptos"/>
                <a:cs typeface="Aptos"/>
              </a:defRPr>
            </a:lvl1pPr>
            <a:lvl2pPr algn="l">
              <a:defRPr sz="1200" b="0">
                <a:solidFill>
                  <a:srgbClr val="536276"/>
                </a:solidFill>
                <a:latin typeface="Aptos"/>
                <a:ea typeface="Aptos"/>
                <a:cs typeface="Aptos"/>
              </a:defRPr>
            </a:lvl2pPr>
            <a:lvl3pPr algn="l">
              <a:defRPr sz="1200" b="0">
                <a:solidFill>
                  <a:srgbClr val="536276"/>
                </a:solidFill>
                <a:latin typeface="Aptos"/>
                <a:ea typeface="Aptos"/>
                <a:cs typeface="Aptos"/>
              </a:defRPr>
            </a:lvl3pPr>
            <a:lvl4pPr algn="l">
              <a:defRPr sz="1200" b="0">
                <a:solidFill>
                  <a:srgbClr val="536276"/>
                </a:solidFill>
                <a:latin typeface="Aptos"/>
                <a:ea typeface="Aptos"/>
                <a:cs typeface="Aptos"/>
              </a:defRPr>
            </a:lvl4pPr>
            <a:lvl5pPr algn="l">
              <a:defRPr sz="1200" b="0">
                <a:solidFill>
                  <a:srgbClr val="536276"/>
                </a:solidFill>
                <a:latin typeface="Aptos"/>
                <a:ea typeface="Aptos"/>
                <a:cs typeface="Aptos"/>
              </a:defRPr>
            </a:lvl5pPr>
            <a:lvl6pPr algn="l">
              <a:defRPr sz="1200" b="0">
                <a:solidFill>
                  <a:srgbClr val="536276"/>
                </a:solidFill>
                <a:latin typeface="Aptos"/>
                <a:ea typeface="Aptos"/>
                <a:cs typeface="Aptos"/>
              </a:defRPr>
            </a:lvl6pPr>
            <a:lvl7pPr algn="l">
              <a:defRPr sz="1200" b="0">
                <a:solidFill>
                  <a:srgbClr val="536276"/>
                </a:solidFill>
                <a:latin typeface="Aptos"/>
                <a:ea typeface="Aptos"/>
                <a:cs typeface="Aptos"/>
              </a:defRPr>
            </a:lvl7pPr>
            <a:lvl8pPr algn="l">
              <a:defRPr sz="1200" b="0">
                <a:solidFill>
                  <a:srgbClr val="536276"/>
                </a:solidFill>
                <a:latin typeface="Aptos"/>
                <a:ea typeface="Aptos"/>
                <a:cs typeface="Aptos"/>
              </a:defRPr>
            </a:lvl8pPr>
            <a:lvl9pPr algn="l">
              <a:defRPr sz="1200" b="0">
                <a:solidFill>
                  <a:srgbClr val="536276"/>
                </a:solidFill>
                <a:latin typeface="Aptos"/>
                <a:ea typeface="Aptos"/>
                <a:cs typeface="Aptos"/>
              </a:defRPr>
            </a:lvl9pPr>
          </a:lstStyle>
          <a:p xmlns:a="http://schemas.openxmlformats.org/drawingml/2006/main">
            <a:pPr algn="l">
              <a:defRPr sz="1200" b="0">
                <a:solidFill>
                  <a:srgbClr val="536276"/>
                </a:solidFill>
                <a:latin typeface="Aptos"/>
                <a:ea typeface="Aptos"/>
                <a:cs typeface="Aptos"/>
              </a:defRPr>
            </a:pPr>
            <a:r>
              <a:rPr sz="1200" b="0">
                <a:solidFill>
                  <a:srgbClr val="536276"/>
                </a:solidFill>
                <a:latin typeface="Aptos"/>
                <a:ea typeface="Aptos"/>
                <a:cs typeface="Aptos"/>
              </a:rPr>
              <a:t>aceptar o rechazar</a:t>
            </a:r>
          </a:p>
        </p:txBody>
      </p:sp>
      <p:sp>
        <p:nvSpPr>
          <p:cNvPr id="66" name="">
            <a:extLst xmlns:a="http://schemas.openxmlformats.org/drawingml/2006/main">
              <a:ext uri="{FF2B5EF4-FFF2-40B4-BE49-F238E27FC236}">
                <a16:creationId xmlns:a16="http://schemas.microsoft.com/office/drawing/2014/main" id="{E285343E-7B88-4627-B905-816CEF10A6EA}"/>
              </a:ext>
            </a:extLst>
          </p:cNvPr>
          <p:cNvSpPr>
            <a:spLocks xmlns:a="http://schemas.openxmlformats.org/drawingml/2006/main" noGrp="1"/>
          </p:cNvSpPr>
          <p:nvPr/>
        </p:nvSpPr>
        <p:spPr>
          <a:xfrm xmlns:a="http://schemas.openxmlformats.org/drawingml/2006/main">
            <a:off x="10933557" y="4727067"/>
            <a:ext cx="97536" cy="9753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F296206E-AFF7-4A5A-8E15-A380DFC8F671}"/>
              </a:ext>
            </a:extLst>
          </p:cNvPr>
          <p:cNvSpPr>
            <a:spLocks xmlns:a="http://schemas.openxmlformats.org/drawingml/2006/main" noGrp="1"/>
          </p:cNvSpPr>
          <p:nvPr/>
        </p:nvSpPr>
        <p:spPr>
          <a:xfrm xmlns:a="http://schemas.openxmlformats.org/drawingml/2006/main">
            <a:off x="10869549" y="4842891"/>
            <a:ext cx="225552" cy="158496"/>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6D8ED207-3D49-4213-9658-C03DE25082F7}"/>
              </a:ext>
            </a:extLst>
          </p:cNvPr>
          <p:cNvSpPr>
            <a:spLocks xmlns:a="http://schemas.openxmlformats.org/drawingml/2006/main" noGrp="1"/>
          </p:cNvSpPr>
          <p:nvPr/>
        </p:nvSpPr>
        <p:spPr>
          <a:xfrm xmlns:a="http://schemas.openxmlformats.org/drawingml/2006/main">
            <a:off x="819150" y="4762500"/>
            <a:ext cx="5810250" cy="876300"/>
          </a:xfrm>
          <a:prstGeom xmlns:a="http://schemas.openxmlformats.org/drawingml/2006/main" prst="roundRect">
            <a:avLst>
              <a:gd name="adj" fmla="val 8696"/>
            </a:avLst>
          </a:prstGeom>
          <a:solidFill xmlns:a="http://schemas.openxmlformats.org/drawingml/2006/main">
            <a:srgbClr val="E8EDFF"/>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6F97724-99C2-4DB5-BFB2-35ABD377B159}"/>
              </a:ext>
            </a:extLst>
          </p:cNvPr>
          <p:cNvSpPr>
            <a:spLocks xmlns:a="http://schemas.openxmlformats.org/drawingml/2006/main" noGrp="1"/>
          </p:cNvSpPr>
          <p:nvPr/>
        </p:nvSpPr>
        <p:spPr>
          <a:xfrm xmlns:a="http://schemas.openxmlformats.org/drawingml/2006/main">
            <a:off x="1047750" y="4914900"/>
            <a:ext cx="5381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2846A0"/>
                </a:solidFill>
                <a:latin typeface="Aptos"/>
                <a:ea typeface="Aptos"/>
                <a:cs typeface="Aptos"/>
              </a:defRPr>
            </a:defPPr>
            <a:lvl1pPr algn="ctr">
              <a:defRPr sz="1350" b="1">
                <a:solidFill>
                  <a:srgbClr val="2846A0"/>
                </a:solidFill>
                <a:latin typeface="Aptos"/>
                <a:ea typeface="Aptos"/>
                <a:cs typeface="Aptos"/>
              </a:defRPr>
            </a:lvl1pPr>
            <a:lvl2pPr algn="ctr">
              <a:defRPr sz="1350" b="1">
                <a:solidFill>
                  <a:srgbClr val="2846A0"/>
                </a:solidFill>
                <a:latin typeface="Aptos"/>
                <a:ea typeface="Aptos"/>
                <a:cs typeface="Aptos"/>
              </a:defRPr>
            </a:lvl2pPr>
            <a:lvl3pPr algn="ctr">
              <a:defRPr sz="1350" b="1">
                <a:solidFill>
                  <a:srgbClr val="2846A0"/>
                </a:solidFill>
                <a:latin typeface="Aptos"/>
                <a:ea typeface="Aptos"/>
                <a:cs typeface="Aptos"/>
              </a:defRPr>
            </a:lvl3pPr>
            <a:lvl4pPr algn="ctr">
              <a:defRPr sz="1350" b="1">
                <a:solidFill>
                  <a:srgbClr val="2846A0"/>
                </a:solidFill>
                <a:latin typeface="Aptos"/>
                <a:ea typeface="Aptos"/>
                <a:cs typeface="Aptos"/>
              </a:defRPr>
            </a:lvl4pPr>
            <a:lvl5pPr algn="ctr">
              <a:defRPr sz="1350" b="1">
                <a:solidFill>
                  <a:srgbClr val="2846A0"/>
                </a:solidFill>
                <a:latin typeface="Aptos"/>
                <a:ea typeface="Aptos"/>
                <a:cs typeface="Aptos"/>
              </a:defRPr>
            </a:lvl5pPr>
            <a:lvl6pPr algn="ctr">
              <a:defRPr sz="1350" b="1">
                <a:solidFill>
                  <a:srgbClr val="2846A0"/>
                </a:solidFill>
                <a:latin typeface="Aptos"/>
                <a:ea typeface="Aptos"/>
                <a:cs typeface="Aptos"/>
              </a:defRPr>
            </a:lvl6pPr>
            <a:lvl7pPr algn="ctr">
              <a:defRPr sz="1350" b="1">
                <a:solidFill>
                  <a:srgbClr val="2846A0"/>
                </a:solidFill>
                <a:latin typeface="Aptos"/>
                <a:ea typeface="Aptos"/>
                <a:cs typeface="Aptos"/>
              </a:defRPr>
            </a:lvl7pPr>
            <a:lvl8pPr algn="ctr">
              <a:defRPr sz="1350" b="1">
                <a:solidFill>
                  <a:srgbClr val="2846A0"/>
                </a:solidFill>
                <a:latin typeface="Aptos"/>
                <a:ea typeface="Aptos"/>
                <a:cs typeface="Aptos"/>
              </a:defRPr>
            </a:lvl8pPr>
            <a:lvl9pPr algn="ctr">
              <a:defRPr sz="1350" b="1">
                <a:solidFill>
                  <a:srgbClr val="2846A0"/>
                </a:solidFill>
                <a:latin typeface="Aptos"/>
                <a:ea typeface="Aptos"/>
                <a:cs typeface="Aptos"/>
              </a:defRPr>
            </a:lvl9pPr>
          </a:lstStyle>
          <a:p xmlns:a="http://schemas.openxmlformats.org/drawingml/2006/main">
            <a:pPr algn="ctr">
              <a:defRPr sz="1350" b="1">
                <a:solidFill>
                  <a:srgbClr val="2846A0"/>
                </a:solidFill>
                <a:latin typeface="Aptos"/>
                <a:ea typeface="Aptos"/>
                <a:cs typeface="Aptos"/>
              </a:defRPr>
            </a:pPr>
            <a:r>
              <a:rPr sz="1350" b="1">
                <a:solidFill>
                  <a:srgbClr val="2846A0"/>
                </a:solidFill>
                <a:latin typeface="Aptos"/>
                <a:ea typeface="Aptos"/>
                <a:cs typeface="Aptos"/>
              </a:rPr>
              <a:t>La PWA necesita contexto seguro para habilitar cámara en Android.</a:t>
            </a:r>
          </a:p>
        </p:txBody>
      </p:sp>
    </p:spTree>
    <p:extLst>
      <p:ext uri="{BB962C8B-B14F-4D97-AF65-F5344CB8AC3E}">
        <p14:creationId xmlns:p14="http://schemas.microsoft.com/office/powerpoint/2010/main" val="1907787184"/>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3BE624B-6363-477E-8209-5A382E9579AD}"/>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VALIDACIÓN</a:t>
            </a:r>
          </a:p>
        </p:txBody>
      </p:sp>
      <p:sp>
        <p:nvSpPr>
          <p:cNvPr id="2" name="">
            <a:extLst xmlns:a="http://schemas.openxmlformats.org/drawingml/2006/main">
              <a:ext uri="{FF2B5EF4-FFF2-40B4-BE49-F238E27FC236}">
                <a16:creationId xmlns:a16="http://schemas.microsoft.com/office/drawing/2014/main" id="{26CD356C-6304-4388-9198-E0421B306558}"/>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2:30</a:t>
            </a:r>
          </a:p>
        </p:txBody>
      </p:sp>
      <p:sp>
        <p:nvSpPr>
          <p:cNvPr id="3" name="">
            <a:extLst xmlns:a="http://schemas.openxmlformats.org/drawingml/2006/main">
              <a:ext uri="{FF2B5EF4-FFF2-40B4-BE49-F238E27FC236}">
                <a16:creationId xmlns:a16="http://schemas.microsoft.com/office/drawing/2014/main" id="{C67E67E0-DB95-4120-9F73-61D9A2913D20}"/>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verificación combina firma, estado y prueba de posesión</a:t>
            </a:r>
          </a:p>
        </p:txBody>
      </p:sp>
      <p:sp>
        <p:nvSpPr>
          <p:cNvPr id="4" name="">
            <a:extLst xmlns:a="http://schemas.openxmlformats.org/drawingml/2006/main">
              <a:ext uri="{FF2B5EF4-FFF2-40B4-BE49-F238E27FC236}">
                <a16:creationId xmlns:a16="http://schemas.microsoft.com/office/drawing/2014/main" id="{3E53E13D-E958-48CF-AEE4-2EB923C6C703}"/>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1D294715-6512-4903-99CB-A6A17A140C25}"/>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D3C93D4F-67C6-493E-86FB-4B09367CCF4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5E17536B-F03A-4471-AEE5-E88AE6DE8C7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7054FC-D346-4131-A0AB-96E3070C044D}"/>
              </a:ext>
            </a:extLst>
          </p:cNvPr>
          <p:cNvSpPr>
            <a:spLocks xmlns:a="http://schemas.openxmlformats.org/drawingml/2006/main" noGrp="1"/>
          </p:cNvSpPr>
          <p:nvPr/>
        </p:nvSpPr>
        <p:spPr>
          <a:xfrm xmlns:a="http://schemas.openxmlformats.org/drawingml/2006/main">
            <a:off x="8096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BA7B9C4-2A8A-4A4F-A9DD-B84BECB692CE}"/>
              </a:ext>
            </a:extLst>
          </p:cNvPr>
          <p:cNvSpPr>
            <a:spLocks xmlns:a="http://schemas.openxmlformats.org/drawingml/2006/main" noGrp="1"/>
          </p:cNvSpPr>
          <p:nvPr/>
        </p:nvSpPr>
        <p:spPr>
          <a:xfrm xmlns:a="http://schemas.openxmlformats.org/drawingml/2006/main">
            <a:off x="13620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Solicitud abierta y vigente</a:t>
            </a:r>
          </a:p>
        </p:txBody>
      </p:sp>
      <p:sp>
        <p:nvSpPr>
          <p:cNvPr id="10" name="">
            <a:extLst xmlns:a="http://schemas.openxmlformats.org/drawingml/2006/main">
              <a:ext uri="{FF2B5EF4-FFF2-40B4-BE49-F238E27FC236}">
                <a16:creationId xmlns:a16="http://schemas.microsoft.com/office/drawing/2014/main" id="{78665BFC-2F63-43B5-8100-901AFE15087E}"/>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2622C5-93D4-44EF-8C98-91E0AD5BA833}"/>
              </a:ext>
            </a:extLst>
          </p:cNvPr>
          <p:cNvSpPr>
            <a:spLocks xmlns:a="http://schemas.openxmlformats.org/drawingml/2006/main" noGrp="1"/>
          </p:cNvSpPr>
          <p:nvPr/>
        </p:nvSpPr>
        <p:spPr>
          <a:xfrm xmlns:a="http://schemas.openxmlformats.org/drawingml/2006/main">
            <a:off x="809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0CEED86-60AB-4410-983B-37EB2359594C}"/>
              </a:ext>
            </a:extLst>
          </p:cNvPr>
          <p:cNvSpPr>
            <a:spLocks xmlns:a="http://schemas.openxmlformats.org/drawingml/2006/main" noGrp="1"/>
          </p:cNvSpPr>
          <p:nvPr/>
        </p:nvSpPr>
        <p:spPr>
          <a:xfrm xmlns:a="http://schemas.openxmlformats.org/drawingml/2006/main">
            <a:off x="13620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Tipo requerido coincide</a:t>
            </a:r>
          </a:p>
        </p:txBody>
      </p:sp>
      <p:sp>
        <p:nvSpPr>
          <p:cNvPr id="13" name="">
            <a:extLst xmlns:a="http://schemas.openxmlformats.org/drawingml/2006/main">
              <a:ext uri="{FF2B5EF4-FFF2-40B4-BE49-F238E27FC236}">
                <a16:creationId xmlns:a16="http://schemas.microsoft.com/office/drawing/2014/main" id="{BF25C89F-7636-42FF-9DDD-87C1DF9026C1}"/>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9F2A17-47F3-46E0-B4BC-02C06BCAA1E5}"/>
              </a:ext>
            </a:extLst>
          </p:cNvPr>
          <p:cNvSpPr>
            <a:spLocks xmlns:a="http://schemas.openxmlformats.org/drawingml/2006/main" noGrp="1"/>
          </p:cNvSpPr>
          <p:nvPr/>
        </p:nvSpPr>
        <p:spPr>
          <a:xfrm xmlns:a="http://schemas.openxmlformats.org/drawingml/2006/main">
            <a:off x="8096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9AF8A20B-1C30-405C-86BF-D7728D806335}"/>
              </a:ext>
            </a:extLst>
          </p:cNvPr>
          <p:cNvSpPr>
            <a:spLocks xmlns:a="http://schemas.openxmlformats.org/drawingml/2006/main" noGrp="1"/>
          </p:cNvSpPr>
          <p:nvPr/>
        </p:nvSpPr>
        <p:spPr>
          <a:xfrm xmlns:a="http://schemas.openxmlformats.org/drawingml/2006/main">
            <a:off x="1362075" y="3676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Titular corresponde al estudiante</a:t>
            </a:r>
          </a:p>
        </p:txBody>
      </p:sp>
      <p:sp>
        <p:nvSpPr>
          <p:cNvPr id="16" name="">
            <a:extLst xmlns:a="http://schemas.openxmlformats.org/drawingml/2006/main">
              <a:ext uri="{FF2B5EF4-FFF2-40B4-BE49-F238E27FC236}">
                <a16:creationId xmlns:a16="http://schemas.microsoft.com/office/drawing/2014/main" id="{9784F9EA-E660-486B-A024-52A2DD285A90}"/>
              </a:ext>
            </a:extLst>
          </p:cNvPr>
          <p:cNvSpPr>
            <a:spLocks xmlns:a="http://schemas.openxmlformats.org/drawingml/2006/main" noGrp="1"/>
          </p:cNvSpPr>
          <p:nvPr/>
        </p:nvSpPr>
        <p:spPr>
          <a:xfrm xmlns:a="http://schemas.openxmlformats.org/drawingml/2006/main">
            <a:off x="5342382" y="370789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300FAAD-7522-4800-A003-C8F6482C3937}"/>
              </a:ext>
            </a:extLst>
          </p:cNvPr>
          <p:cNvSpPr>
            <a:spLocks xmlns:a="http://schemas.openxmlformats.org/drawingml/2006/main" noGrp="1"/>
          </p:cNvSpPr>
          <p:nvPr/>
        </p:nvSpPr>
        <p:spPr>
          <a:xfrm xmlns:a="http://schemas.openxmlformats.org/drawingml/2006/main">
            <a:off x="5278374" y="382371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DC905CC-EE2A-4006-9DEE-22FDAA36AF82}"/>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73A8B-8C43-4848-B1F9-145CF4FB19C3}"/>
              </a:ext>
            </a:extLst>
          </p:cNvPr>
          <p:cNvSpPr>
            <a:spLocks xmlns:a="http://schemas.openxmlformats.org/drawingml/2006/main" noGrp="1"/>
          </p:cNvSpPr>
          <p:nvPr/>
        </p:nvSpPr>
        <p:spPr>
          <a:xfrm xmlns:a="http://schemas.openxmlformats.org/drawingml/2006/main">
            <a:off x="809625" y="4667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999A02E0-46B6-40BA-B2B1-EBA9F5A94A5E}"/>
              </a:ext>
            </a:extLst>
          </p:cNvPr>
          <p:cNvSpPr>
            <a:spLocks xmlns:a="http://schemas.openxmlformats.org/drawingml/2006/main" noGrp="1"/>
          </p:cNvSpPr>
          <p:nvPr/>
        </p:nvSpPr>
        <p:spPr>
          <a:xfrm xmlns:a="http://schemas.openxmlformats.org/drawingml/2006/main">
            <a:off x="1362075" y="46767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Firma Ed25519 del emisor válida</a:t>
            </a:r>
          </a:p>
        </p:txBody>
      </p:sp>
      <p:sp>
        <p:nvSpPr>
          <p:cNvPr id="21" name="">
            <a:extLst xmlns:a="http://schemas.openxmlformats.org/drawingml/2006/main">
              <a:ext uri="{FF2B5EF4-FFF2-40B4-BE49-F238E27FC236}">
                <a16:creationId xmlns:a16="http://schemas.microsoft.com/office/drawing/2014/main" id="{91DD81BB-DBE4-4588-AD5E-CBE57D9B7BDB}"/>
              </a:ext>
            </a:extLst>
          </p:cNvPr>
          <p:cNvSpPr>
            <a:spLocks xmlns:a="http://schemas.openxmlformats.org/drawingml/2006/main" noGrp="1"/>
          </p:cNvSpPr>
          <p:nvPr/>
        </p:nvSpPr>
        <p:spPr>
          <a:xfrm xmlns:a="http://schemas.openxmlformats.org/drawingml/2006/main">
            <a:off x="5238750" y="4695825"/>
            <a:ext cx="304800" cy="82296"/>
          </a:xfrm>
          <a:prstGeom xmlns:a="http://schemas.openxmlformats.org/drawingml/2006/main" prst="triangle">
            <a:avLst/>
          </a:prstGeom>
          <a:solidFill xmlns:a="http://schemas.openxmlformats.org/drawingml/2006/main">
            <a:srgbClr val="2846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DD14504-BFF8-4401-B7FE-0979D9E7624F}"/>
              </a:ext>
            </a:extLst>
          </p:cNvPr>
          <p:cNvSpPr>
            <a:spLocks xmlns:a="http://schemas.openxmlformats.org/drawingml/2006/main" noGrp="1"/>
          </p:cNvSpPr>
          <p:nvPr/>
        </p:nvSpPr>
        <p:spPr>
          <a:xfrm xmlns:a="http://schemas.openxmlformats.org/drawingml/2006/main">
            <a:off x="5263134" y="4781169"/>
            <a:ext cx="256032" cy="21336"/>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26E452-E3D8-4381-B09C-73D5ACD2DD2F}"/>
              </a:ext>
            </a:extLst>
          </p:cNvPr>
          <p:cNvSpPr>
            <a:spLocks xmlns:a="http://schemas.openxmlformats.org/drawingml/2006/main" noGrp="1"/>
          </p:cNvSpPr>
          <p:nvPr/>
        </p:nvSpPr>
        <p:spPr>
          <a:xfrm xmlns:a="http://schemas.openxmlformats.org/drawingml/2006/main">
            <a:off x="5281422"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EEAA62DD-134F-46E0-AE5C-17CFE2320990}"/>
              </a:ext>
            </a:extLst>
          </p:cNvPr>
          <p:cNvSpPr>
            <a:spLocks xmlns:a="http://schemas.openxmlformats.org/drawingml/2006/main" noGrp="1"/>
          </p:cNvSpPr>
          <p:nvPr/>
        </p:nvSpPr>
        <p:spPr>
          <a:xfrm xmlns:a="http://schemas.openxmlformats.org/drawingml/2006/main">
            <a:off x="5348478"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38F4ACB-FB0A-4A69-ACA3-A3FB51BB98A0}"/>
              </a:ext>
            </a:extLst>
          </p:cNvPr>
          <p:cNvSpPr>
            <a:spLocks xmlns:a="http://schemas.openxmlformats.org/drawingml/2006/main" noGrp="1"/>
          </p:cNvSpPr>
          <p:nvPr/>
        </p:nvSpPr>
        <p:spPr>
          <a:xfrm xmlns:a="http://schemas.openxmlformats.org/drawingml/2006/main">
            <a:off x="5415534"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88CAE17-DB76-4078-9FBC-7BD41129644E}"/>
              </a:ext>
            </a:extLst>
          </p:cNvPr>
          <p:cNvSpPr>
            <a:spLocks xmlns:a="http://schemas.openxmlformats.org/drawingml/2006/main" noGrp="1"/>
          </p:cNvSpPr>
          <p:nvPr/>
        </p:nvSpPr>
        <p:spPr>
          <a:xfrm xmlns:a="http://schemas.openxmlformats.org/drawingml/2006/main">
            <a:off x="5482590" y="4811649"/>
            <a:ext cx="24384" cy="131064"/>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9C1DDD6B-3A75-4A5B-B6A1-D2048543F609}"/>
              </a:ext>
            </a:extLst>
          </p:cNvPr>
          <p:cNvSpPr>
            <a:spLocks xmlns:a="http://schemas.openxmlformats.org/drawingml/2006/main" noGrp="1"/>
          </p:cNvSpPr>
          <p:nvPr/>
        </p:nvSpPr>
        <p:spPr>
          <a:xfrm xmlns:a="http://schemas.openxmlformats.org/drawingml/2006/main">
            <a:off x="5250942" y="4948809"/>
            <a:ext cx="280416" cy="24384"/>
          </a:xfrm>
          <a:prstGeom xmlns:a="http://schemas.openxmlformats.org/drawingml/2006/main" prst="rect">
            <a:avLst/>
          </a:prstGeom>
          <a:solidFill xmlns:a="http://schemas.openxmlformats.org/drawingml/2006/main">
            <a:srgbClr val="2846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7A9489-E2DD-45F8-BEDC-CB5F0410DCD5}"/>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B80B7A-D30B-481E-AE7F-C066C5E57BAA}"/>
              </a:ext>
            </a:extLst>
          </p:cNvPr>
          <p:cNvSpPr>
            <a:spLocks xmlns:a="http://schemas.openxmlformats.org/drawingml/2006/main" noGrp="1"/>
          </p:cNvSpPr>
          <p:nvPr/>
        </p:nvSpPr>
        <p:spPr>
          <a:xfrm xmlns:a="http://schemas.openxmlformats.org/drawingml/2006/main">
            <a:off x="6334125" y="1666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05</a:t>
            </a:r>
          </a:p>
        </p:txBody>
      </p:sp>
      <p:sp>
        <p:nvSpPr>
          <p:cNvPr id="30" name="">
            <a:extLst xmlns:a="http://schemas.openxmlformats.org/drawingml/2006/main">
              <a:ext uri="{FF2B5EF4-FFF2-40B4-BE49-F238E27FC236}">
                <a16:creationId xmlns:a16="http://schemas.microsoft.com/office/drawing/2014/main" id="{9675C7CD-2DD9-4608-8578-BF4EE8EB349A}"/>
              </a:ext>
            </a:extLst>
          </p:cNvPr>
          <p:cNvSpPr>
            <a:spLocks xmlns:a="http://schemas.openxmlformats.org/drawingml/2006/main" noGrp="1"/>
          </p:cNvSpPr>
          <p:nvPr/>
        </p:nvSpPr>
        <p:spPr>
          <a:xfrm xmlns:a="http://schemas.openxmlformats.org/drawingml/2006/main">
            <a:off x="6886575" y="167640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Registro activo y credencial vigente</a:t>
            </a:r>
          </a:p>
        </p:txBody>
      </p:sp>
      <p:sp>
        <p:nvSpPr>
          <p:cNvPr id="31" name="">
            <a:extLst xmlns:a="http://schemas.openxmlformats.org/drawingml/2006/main">
              <a:ext uri="{FF2B5EF4-FFF2-40B4-BE49-F238E27FC236}">
                <a16:creationId xmlns:a16="http://schemas.microsoft.com/office/drawing/2014/main" id="{50ED8AA1-F50B-41A7-A179-F12401108A34}"/>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29D7CF-85DE-4D5F-99A2-6E2D94EBDF68}"/>
              </a:ext>
            </a:extLst>
          </p:cNvPr>
          <p:cNvSpPr>
            <a:spLocks xmlns:a="http://schemas.openxmlformats.org/drawingml/2006/main" noGrp="1"/>
          </p:cNvSpPr>
          <p:nvPr/>
        </p:nvSpPr>
        <p:spPr>
          <a:xfrm xmlns:a="http://schemas.openxmlformats.org/drawingml/2006/main">
            <a:off x="63341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06</a:t>
            </a:r>
          </a:p>
        </p:txBody>
      </p:sp>
      <p:sp>
        <p:nvSpPr>
          <p:cNvPr id="33" name="">
            <a:extLst xmlns:a="http://schemas.openxmlformats.org/drawingml/2006/main">
              <a:ext uri="{FF2B5EF4-FFF2-40B4-BE49-F238E27FC236}">
                <a16:creationId xmlns:a16="http://schemas.microsoft.com/office/drawing/2014/main" id="{9D694366-5CEE-4F02-80E5-7B6E1C7469CC}"/>
              </a:ext>
            </a:extLst>
          </p:cNvPr>
          <p:cNvSpPr>
            <a:spLocks xmlns:a="http://schemas.openxmlformats.org/drawingml/2006/main" noGrp="1"/>
          </p:cNvSpPr>
          <p:nvPr/>
        </p:nvSpPr>
        <p:spPr>
          <a:xfrm xmlns:a="http://schemas.openxmlformats.org/drawingml/2006/main">
            <a:off x="6886575" y="2676525"/>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Clave y firma de la billetera válidas</a:t>
            </a:r>
          </a:p>
        </p:txBody>
      </p:sp>
      <p:sp>
        <p:nvSpPr>
          <p:cNvPr id="34" name="">
            <a:extLst xmlns:a="http://schemas.openxmlformats.org/drawingml/2006/main">
              <a:ext uri="{FF2B5EF4-FFF2-40B4-BE49-F238E27FC236}">
                <a16:creationId xmlns:a16="http://schemas.microsoft.com/office/drawing/2014/main" id="{8EA79793-711E-4850-9921-C323A1073320}"/>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7B1707F-2118-4FF3-93AD-330B214B362B}"/>
              </a:ext>
            </a:extLst>
          </p:cNvPr>
          <p:cNvSpPr>
            <a:spLocks xmlns:a="http://schemas.openxmlformats.org/drawingml/2006/main" noGrp="1"/>
          </p:cNvSpPr>
          <p:nvPr/>
        </p:nvSpPr>
        <p:spPr>
          <a:xfrm xmlns:a="http://schemas.openxmlformats.org/drawingml/2006/main">
            <a:off x="6334125" y="36671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050" b="1">
                <a:solidFill>
                  <a:srgbClr val="172554"/>
                </a:solidFill>
                <a:latin typeface="Aptos"/>
                <a:ea typeface="Aptos"/>
                <a:cs typeface="Aptos"/>
              </a:defRPr>
            </a:defPPr>
            <a:lvl1pPr algn="ctr">
              <a:defRPr sz="1050" b="1">
                <a:solidFill>
                  <a:srgbClr val="172554"/>
                </a:solidFill>
                <a:latin typeface="Aptos"/>
                <a:ea typeface="Aptos"/>
                <a:cs typeface="Aptos"/>
              </a:defRPr>
            </a:lvl1pPr>
            <a:lvl2pPr algn="ctr">
              <a:defRPr sz="1050" b="1">
                <a:solidFill>
                  <a:srgbClr val="172554"/>
                </a:solidFill>
                <a:latin typeface="Aptos"/>
                <a:ea typeface="Aptos"/>
                <a:cs typeface="Aptos"/>
              </a:defRPr>
            </a:lvl2pPr>
            <a:lvl3pPr algn="ctr">
              <a:defRPr sz="1050" b="1">
                <a:solidFill>
                  <a:srgbClr val="172554"/>
                </a:solidFill>
                <a:latin typeface="Aptos"/>
                <a:ea typeface="Aptos"/>
                <a:cs typeface="Aptos"/>
              </a:defRPr>
            </a:lvl3pPr>
            <a:lvl4pPr algn="ctr">
              <a:defRPr sz="1050" b="1">
                <a:solidFill>
                  <a:srgbClr val="172554"/>
                </a:solidFill>
                <a:latin typeface="Aptos"/>
                <a:ea typeface="Aptos"/>
                <a:cs typeface="Aptos"/>
              </a:defRPr>
            </a:lvl4pPr>
            <a:lvl5pPr algn="ctr">
              <a:defRPr sz="1050" b="1">
                <a:solidFill>
                  <a:srgbClr val="172554"/>
                </a:solidFill>
                <a:latin typeface="Aptos"/>
                <a:ea typeface="Aptos"/>
                <a:cs typeface="Aptos"/>
              </a:defRPr>
            </a:lvl5pPr>
            <a:lvl6pPr algn="ctr">
              <a:defRPr sz="1050" b="1">
                <a:solidFill>
                  <a:srgbClr val="172554"/>
                </a:solidFill>
                <a:latin typeface="Aptos"/>
                <a:ea typeface="Aptos"/>
                <a:cs typeface="Aptos"/>
              </a:defRPr>
            </a:lvl6pPr>
            <a:lvl7pPr algn="ctr">
              <a:defRPr sz="1050" b="1">
                <a:solidFill>
                  <a:srgbClr val="172554"/>
                </a:solidFill>
                <a:latin typeface="Aptos"/>
                <a:ea typeface="Aptos"/>
                <a:cs typeface="Aptos"/>
              </a:defRPr>
            </a:lvl7pPr>
            <a:lvl8pPr algn="ctr">
              <a:defRPr sz="1050" b="1">
                <a:solidFill>
                  <a:srgbClr val="172554"/>
                </a:solidFill>
                <a:latin typeface="Aptos"/>
                <a:ea typeface="Aptos"/>
                <a:cs typeface="Aptos"/>
              </a:defRPr>
            </a:lvl8pPr>
            <a:lvl9pPr algn="ctr">
              <a:defRPr sz="1050" b="1">
                <a:solidFill>
                  <a:srgbClr val="172554"/>
                </a:solidFill>
                <a:latin typeface="Aptos"/>
                <a:ea typeface="Aptos"/>
                <a:cs typeface="Aptos"/>
              </a:defRPr>
            </a:lvl9pPr>
          </a:lstStyle>
          <a:p xmlns:a="http://schemas.openxmlformats.org/drawingml/2006/main">
            <a:pPr algn="ctr">
              <a:defRPr sz="1050" b="1">
                <a:solidFill>
                  <a:srgbClr val="172554"/>
                </a:solidFill>
                <a:latin typeface="Aptos"/>
                <a:ea typeface="Aptos"/>
                <a:cs typeface="Aptos"/>
              </a:defRPr>
            </a:pPr>
            <a:r>
              <a:rPr sz="1050" b="1">
                <a:solidFill>
                  <a:srgbClr val="172554"/>
                </a:solidFill>
                <a:latin typeface="Aptos"/>
                <a:ea typeface="Aptos"/>
                <a:cs typeface="Aptos"/>
              </a:rPr>
              <a:t>07</a:t>
            </a:r>
          </a:p>
        </p:txBody>
      </p:sp>
      <p:sp>
        <p:nvSpPr>
          <p:cNvPr id="36" name="">
            <a:extLst xmlns:a="http://schemas.openxmlformats.org/drawingml/2006/main">
              <a:ext uri="{FF2B5EF4-FFF2-40B4-BE49-F238E27FC236}">
                <a16:creationId xmlns:a16="http://schemas.microsoft.com/office/drawing/2014/main" id="{6A293350-AFE2-49D1-ADA0-208119D3D31C}"/>
              </a:ext>
            </a:extLst>
          </p:cNvPr>
          <p:cNvSpPr>
            <a:spLocks xmlns:a="http://schemas.openxmlformats.org/drawingml/2006/main" noGrp="1"/>
          </p:cNvSpPr>
          <p:nvPr/>
        </p:nvSpPr>
        <p:spPr>
          <a:xfrm xmlns:a="http://schemas.openxmlformats.org/drawingml/2006/main">
            <a:off x="6886575" y="3676650"/>
            <a:ext cx="442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82230"/>
                </a:solidFill>
                <a:latin typeface="Aptos"/>
                <a:ea typeface="Aptos"/>
                <a:cs typeface="Aptos"/>
              </a:defRPr>
            </a:defPPr>
            <a:lvl1pPr algn="l">
              <a:defRPr sz="1350" b="1">
                <a:solidFill>
                  <a:srgbClr val="182230"/>
                </a:solidFill>
                <a:latin typeface="Aptos"/>
                <a:ea typeface="Aptos"/>
                <a:cs typeface="Aptos"/>
              </a:defRPr>
            </a:lvl1pPr>
            <a:lvl2pPr algn="l">
              <a:defRPr sz="1350" b="1">
                <a:solidFill>
                  <a:srgbClr val="182230"/>
                </a:solidFill>
                <a:latin typeface="Aptos"/>
                <a:ea typeface="Aptos"/>
                <a:cs typeface="Aptos"/>
              </a:defRPr>
            </a:lvl2pPr>
            <a:lvl3pPr algn="l">
              <a:defRPr sz="1350" b="1">
                <a:solidFill>
                  <a:srgbClr val="182230"/>
                </a:solidFill>
                <a:latin typeface="Aptos"/>
                <a:ea typeface="Aptos"/>
                <a:cs typeface="Aptos"/>
              </a:defRPr>
            </a:lvl3pPr>
            <a:lvl4pPr algn="l">
              <a:defRPr sz="1350" b="1">
                <a:solidFill>
                  <a:srgbClr val="182230"/>
                </a:solidFill>
                <a:latin typeface="Aptos"/>
                <a:ea typeface="Aptos"/>
                <a:cs typeface="Aptos"/>
              </a:defRPr>
            </a:lvl4pPr>
            <a:lvl5pPr algn="l">
              <a:defRPr sz="1350" b="1">
                <a:solidFill>
                  <a:srgbClr val="182230"/>
                </a:solidFill>
                <a:latin typeface="Aptos"/>
                <a:ea typeface="Aptos"/>
                <a:cs typeface="Aptos"/>
              </a:defRPr>
            </a:lvl5pPr>
            <a:lvl6pPr algn="l">
              <a:defRPr sz="1350" b="1">
                <a:solidFill>
                  <a:srgbClr val="182230"/>
                </a:solidFill>
                <a:latin typeface="Aptos"/>
                <a:ea typeface="Aptos"/>
                <a:cs typeface="Aptos"/>
              </a:defRPr>
            </a:lvl6pPr>
            <a:lvl7pPr algn="l">
              <a:defRPr sz="1350" b="1">
                <a:solidFill>
                  <a:srgbClr val="182230"/>
                </a:solidFill>
                <a:latin typeface="Aptos"/>
                <a:ea typeface="Aptos"/>
                <a:cs typeface="Aptos"/>
              </a:defRPr>
            </a:lvl7pPr>
            <a:lvl8pPr algn="l">
              <a:defRPr sz="1350" b="1">
                <a:solidFill>
                  <a:srgbClr val="182230"/>
                </a:solidFill>
                <a:latin typeface="Aptos"/>
                <a:ea typeface="Aptos"/>
                <a:cs typeface="Aptos"/>
              </a:defRPr>
            </a:lvl8pPr>
            <a:lvl9pPr algn="l">
              <a:defRPr sz="1350" b="1">
                <a:solidFill>
                  <a:srgbClr val="182230"/>
                </a:solidFill>
                <a:latin typeface="Aptos"/>
                <a:ea typeface="Aptos"/>
                <a:cs typeface="Aptos"/>
              </a:defRPr>
            </a:lvl9pPr>
          </a:lstStyle>
          <a:p xmlns:a="http://schemas.openxmlformats.org/drawingml/2006/main">
            <a:pPr algn="l">
              <a:defRPr sz="1350" b="1">
                <a:solidFill>
                  <a:srgbClr val="182230"/>
                </a:solidFill>
                <a:latin typeface="Aptos"/>
                <a:ea typeface="Aptos"/>
                <a:cs typeface="Aptos"/>
              </a:defRPr>
            </a:pPr>
            <a:r>
              <a:rPr sz="1350" b="1">
                <a:solidFill>
                  <a:srgbClr val="182230"/>
                </a:solidFill>
                <a:latin typeface="Aptos"/>
                <a:ea typeface="Aptos"/>
                <a:cs typeface="Aptos"/>
              </a:rPr>
              <a:t>Solicitud se consume una sola vez</a:t>
            </a:r>
          </a:p>
        </p:txBody>
      </p:sp>
      <p:sp>
        <p:nvSpPr>
          <p:cNvPr id="37" name="">
            <a:extLst xmlns:a="http://schemas.openxmlformats.org/drawingml/2006/main">
              <a:ext uri="{FF2B5EF4-FFF2-40B4-BE49-F238E27FC236}">
                <a16:creationId xmlns:a16="http://schemas.microsoft.com/office/drawing/2014/main" id="{AC7803FB-58AE-489C-B58B-FAED9209A97A}"/>
              </a:ext>
            </a:extLst>
          </p:cNvPr>
          <p:cNvSpPr>
            <a:spLocks xmlns:a="http://schemas.openxmlformats.org/drawingml/2006/main" noGrp="1"/>
          </p:cNvSpPr>
          <p:nvPr/>
        </p:nvSpPr>
        <p:spPr>
          <a:xfrm xmlns:a="http://schemas.openxmlformats.org/drawingml/2006/main">
            <a:off x="6667500" y="4810125"/>
            <a:ext cx="4333875" cy="876300"/>
          </a:xfrm>
          <a:prstGeom xmlns:a="http://schemas.openxmlformats.org/drawingml/2006/main" prst="roundRect">
            <a:avLst>
              <a:gd name="adj" fmla="val 8696"/>
            </a:avLst>
          </a:prstGeom>
          <a:solidFill xmlns:a="http://schemas.openxmlformats.org/drawingml/2006/main">
            <a:srgbClr val="FFF2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CF2B904-03CA-46AE-84F8-A2AE802F5C66}"/>
              </a:ext>
            </a:extLst>
          </p:cNvPr>
          <p:cNvSpPr>
            <a:spLocks xmlns:a="http://schemas.openxmlformats.org/drawingml/2006/main" noGrp="1"/>
          </p:cNvSpPr>
          <p:nvPr/>
        </p:nvSpPr>
        <p:spPr>
          <a:xfrm xmlns:a="http://schemas.openxmlformats.org/drawingml/2006/main">
            <a:off x="6905625" y="4953000"/>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500" b="1">
                <a:solidFill>
                  <a:srgbClr val="775109"/>
                </a:solidFill>
                <a:latin typeface="Aptos"/>
                <a:ea typeface="Aptos"/>
                <a:cs typeface="Aptos"/>
              </a:defRPr>
            </a:defPPr>
            <a:lvl1pPr algn="ctr">
              <a:defRPr sz="1500" b="1">
                <a:solidFill>
                  <a:srgbClr val="775109"/>
                </a:solidFill>
                <a:latin typeface="Aptos"/>
                <a:ea typeface="Aptos"/>
                <a:cs typeface="Aptos"/>
              </a:defRPr>
            </a:lvl1pPr>
            <a:lvl2pPr algn="ctr">
              <a:defRPr sz="1500" b="1">
                <a:solidFill>
                  <a:srgbClr val="775109"/>
                </a:solidFill>
                <a:latin typeface="Aptos"/>
                <a:ea typeface="Aptos"/>
                <a:cs typeface="Aptos"/>
              </a:defRPr>
            </a:lvl2pPr>
            <a:lvl3pPr algn="ctr">
              <a:defRPr sz="1500" b="1">
                <a:solidFill>
                  <a:srgbClr val="775109"/>
                </a:solidFill>
                <a:latin typeface="Aptos"/>
                <a:ea typeface="Aptos"/>
                <a:cs typeface="Aptos"/>
              </a:defRPr>
            </a:lvl3pPr>
            <a:lvl4pPr algn="ctr">
              <a:defRPr sz="1500" b="1">
                <a:solidFill>
                  <a:srgbClr val="775109"/>
                </a:solidFill>
                <a:latin typeface="Aptos"/>
                <a:ea typeface="Aptos"/>
                <a:cs typeface="Aptos"/>
              </a:defRPr>
            </a:lvl4pPr>
            <a:lvl5pPr algn="ctr">
              <a:defRPr sz="1500" b="1">
                <a:solidFill>
                  <a:srgbClr val="775109"/>
                </a:solidFill>
                <a:latin typeface="Aptos"/>
                <a:ea typeface="Aptos"/>
                <a:cs typeface="Aptos"/>
              </a:defRPr>
            </a:lvl5pPr>
            <a:lvl6pPr algn="ctr">
              <a:defRPr sz="1500" b="1">
                <a:solidFill>
                  <a:srgbClr val="775109"/>
                </a:solidFill>
                <a:latin typeface="Aptos"/>
                <a:ea typeface="Aptos"/>
                <a:cs typeface="Aptos"/>
              </a:defRPr>
            </a:lvl6pPr>
            <a:lvl7pPr algn="ctr">
              <a:defRPr sz="1500" b="1">
                <a:solidFill>
                  <a:srgbClr val="775109"/>
                </a:solidFill>
                <a:latin typeface="Aptos"/>
                <a:ea typeface="Aptos"/>
                <a:cs typeface="Aptos"/>
              </a:defRPr>
            </a:lvl7pPr>
            <a:lvl8pPr algn="ctr">
              <a:defRPr sz="1500" b="1">
                <a:solidFill>
                  <a:srgbClr val="775109"/>
                </a:solidFill>
                <a:latin typeface="Aptos"/>
                <a:ea typeface="Aptos"/>
                <a:cs typeface="Aptos"/>
              </a:defRPr>
            </a:lvl8pPr>
            <a:lvl9pPr algn="ctr">
              <a:defRPr sz="1500" b="1">
                <a:solidFill>
                  <a:srgbClr val="775109"/>
                </a:solidFill>
                <a:latin typeface="Aptos"/>
                <a:ea typeface="Aptos"/>
                <a:cs typeface="Aptos"/>
              </a:defRPr>
            </a:lvl9pPr>
          </a:lstStyle>
          <a:p xmlns:a="http://schemas.openxmlformats.org/drawingml/2006/main">
            <a:pPr algn="ctr">
              <a:defRPr sz="1500" b="1">
                <a:solidFill>
                  <a:srgbClr val="775109"/>
                </a:solidFill>
                <a:latin typeface="Aptos"/>
                <a:ea typeface="Aptos"/>
                <a:cs typeface="Aptos"/>
              </a:defRPr>
            </a:pPr>
            <a:r>
              <a:rPr sz="1500" b="1">
                <a:solidFill>
                  <a:srgbClr val="775109"/>
                </a:solidFill>
                <a:latin typeface="Aptos"/>
                <a:ea typeface="Aptos"/>
                <a:cs typeface="Aptos"/>
              </a:rPr>
              <a:t>La firma puede ser válida y el estado estar revocado.</a:t>
            </a:r>
          </a:p>
        </p:txBody>
      </p:sp>
    </p:spTree>
    <p:extLst>
      <p:ext uri="{BB962C8B-B14F-4D97-AF65-F5344CB8AC3E}">
        <p14:creationId xmlns:p14="http://schemas.microsoft.com/office/powerpoint/2010/main" val="883628507"/>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1564019-B8E9-4987-BB78-CD33403AB0E0}"/>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AUTORIZACIÓN</a:t>
            </a:r>
          </a:p>
        </p:txBody>
      </p:sp>
      <p:sp>
        <p:nvSpPr>
          <p:cNvPr id="2" name="">
            <a:extLst xmlns:a="http://schemas.openxmlformats.org/drawingml/2006/main">
              <a:ext uri="{FF2B5EF4-FFF2-40B4-BE49-F238E27FC236}">
                <a16:creationId xmlns:a16="http://schemas.microsoft.com/office/drawing/2014/main" id="{DCA12065-97C9-4F47-9CEC-80B2F408D09C}"/>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BF5F4272-4A55-4E7E-A7D1-B6EEFDB31FE6}"/>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Los roles separan acciones y alcance institucional</a:t>
            </a:r>
          </a:p>
        </p:txBody>
      </p:sp>
      <p:sp>
        <p:nvSpPr>
          <p:cNvPr id="4" name="">
            <a:extLst xmlns:a="http://schemas.openxmlformats.org/drawingml/2006/main">
              <a:ext uri="{FF2B5EF4-FFF2-40B4-BE49-F238E27FC236}">
                <a16:creationId xmlns:a16="http://schemas.microsoft.com/office/drawing/2014/main" id="{5855A6CE-95E1-42A5-A4BE-9F06CF3FC437}"/>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2E5F1CB-0A4A-4DD3-87BA-E7A1977A1833}"/>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7D4DF30E-0A83-4B9D-9487-BA0F209699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42E6B118-591F-43EA-B42B-28B367F19C94}"/>
              </a:ext>
            </a:extLst>
          </p:cNvPr>
          <p:cNvSpPr>
            <a:spLocks xmlns:a="http://schemas.openxmlformats.org/drawingml/2006/main" noGrp="1"/>
          </p:cNvSpPr>
          <p:nvPr/>
        </p:nvSpPr>
        <p:spPr>
          <a:xfrm xmlns:a="http://schemas.openxmlformats.org/drawingml/2006/main">
            <a:off x="71437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B6B3D68A-0EE6-4B8C-BA39-01815428C179}"/>
              </a:ext>
            </a:extLst>
          </p:cNvPr>
          <p:cNvSpPr>
            <a:spLocks xmlns:a="http://schemas.openxmlformats.org/drawingml/2006/main" noGrp="1"/>
          </p:cNvSpPr>
          <p:nvPr/>
        </p:nvSpPr>
        <p:spPr>
          <a:xfrm xmlns:a="http://schemas.openxmlformats.org/drawingml/2006/main">
            <a:off x="714375" y="1857375"/>
            <a:ext cx="3286125" cy="1428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F37B5-397A-4575-9FE3-ED000854A97A}"/>
              </a:ext>
            </a:extLst>
          </p:cNvPr>
          <p:cNvSpPr>
            <a:spLocks xmlns:a="http://schemas.openxmlformats.org/drawingml/2006/main" noGrp="1"/>
          </p:cNvSpPr>
          <p:nvPr/>
        </p:nvSpPr>
        <p:spPr>
          <a:xfrm xmlns:a="http://schemas.openxmlformats.org/drawingml/2006/main">
            <a:off x="1072896" y="2198751"/>
            <a:ext cx="140208" cy="14020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44EBB6-31CA-4DFC-9967-515C2E703969}"/>
              </a:ext>
            </a:extLst>
          </p:cNvPr>
          <p:cNvSpPr>
            <a:spLocks xmlns:a="http://schemas.openxmlformats.org/drawingml/2006/main" noGrp="1"/>
          </p:cNvSpPr>
          <p:nvPr/>
        </p:nvSpPr>
        <p:spPr>
          <a:xfrm xmlns:a="http://schemas.openxmlformats.org/drawingml/2006/main">
            <a:off x="980885" y="2365248"/>
            <a:ext cx="324231" cy="227838"/>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76B005-2D6C-4591-B211-F86F1AFC223F}"/>
              </a:ext>
            </a:extLst>
          </p:cNvPr>
          <p:cNvSpPr>
            <a:spLocks xmlns:a="http://schemas.openxmlformats.org/drawingml/2006/main" noGrp="1"/>
          </p:cNvSpPr>
          <p:nvPr/>
        </p:nvSpPr>
        <p:spPr>
          <a:xfrm xmlns:a="http://schemas.openxmlformats.org/drawingml/2006/main">
            <a:off x="153352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defRPr sz="1425" b="1">
                <a:solidFill>
                  <a:srgbClr val="22B8A8"/>
                </a:solidFill>
                <a:latin typeface="Aptos"/>
                <a:ea typeface="Aptos"/>
                <a:cs typeface="Aptos"/>
              </a:defRPr>
            </a:lvl1pPr>
            <a:lvl2pPr algn="l">
              <a:defRPr sz="1425" b="1">
                <a:solidFill>
                  <a:srgbClr val="22B8A8"/>
                </a:solidFill>
                <a:latin typeface="Aptos"/>
                <a:ea typeface="Aptos"/>
                <a:cs typeface="Aptos"/>
              </a:defRPr>
            </a:lvl2pPr>
            <a:lvl3pPr algn="l">
              <a:defRPr sz="1425" b="1">
                <a:solidFill>
                  <a:srgbClr val="22B8A8"/>
                </a:solidFill>
                <a:latin typeface="Aptos"/>
                <a:ea typeface="Aptos"/>
                <a:cs typeface="Aptos"/>
              </a:defRPr>
            </a:lvl3pPr>
            <a:lvl4pPr algn="l">
              <a:defRPr sz="1425" b="1">
                <a:solidFill>
                  <a:srgbClr val="22B8A8"/>
                </a:solidFill>
                <a:latin typeface="Aptos"/>
                <a:ea typeface="Aptos"/>
                <a:cs typeface="Aptos"/>
              </a:defRPr>
            </a:lvl4pPr>
            <a:lvl5pPr algn="l">
              <a:defRPr sz="1425" b="1">
                <a:solidFill>
                  <a:srgbClr val="22B8A8"/>
                </a:solidFill>
                <a:latin typeface="Aptos"/>
                <a:ea typeface="Aptos"/>
                <a:cs typeface="Aptos"/>
              </a:defRPr>
            </a:lvl5pPr>
            <a:lvl6pPr algn="l">
              <a:defRPr sz="1425" b="1">
                <a:solidFill>
                  <a:srgbClr val="22B8A8"/>
                </a:solidFill>
                <a:latin typeface="Aptos"/>
                <a:ea typeface="Aptos"/>
                <a:cs typeface="Aptos"/>
              </a:defRPr>
            </a:lvl6pPr>
            <a:lvl7pPr algn="l">
              <a:defRPr sz="1425" b="1">
                <a:solidFill>
                  <a:srgbClr val="22B8A8"/>
                </a:solidFill>
                <a:latin typeface="Aptos"/>
                <a:ea typeface="Aptos"/>
                <a:cs typeface="Aptos"/>
              </a:defRPr>
            </a:lvl7pPr>
            <a:lvl8pPr algn="l">
              <a:defRPr sz="1425" b="1">
                <a:solidFill>
                  <a:srgbClr val="22B8A8"/>
                </a:solidFill>
                <a:latin typeface="Aptos"/>
                <a:ea typeface="Aptos"/>
                <a:cs typeface="Aptos"/>
              </a:defRPr>
            </a:lvl8pPr>
            <a:lvl9pPr algn="l">
              <a:defRPr sz="1425" b="1">
                <a:solidFill>
                  <a:srgbClr val="22B8A8"/>
                </a:solidFill>
                <a:latin typeface="Aptos"/>
                <a:ea typeface="Aptos"/>
                <a:cs typeface="Aptos"/>
              </a:defRPr>
            </a:lvl9pPr>
          </a:lstStyle>
          <a:p xmlns:a="http://schemas.openxmlformats.org/drawingml/2006/main">
            <a:pPr algn="l">
              <a:defRPr sz="1425" b="1">
                <a:solidFill>
                  <a:srgbClr val="22B8A8"/>
                </a:solidFill>
                <a:latin typeface="Aptos"/>
                <a:ea typeface="Aptos"/>
                <a:cs typeface="Aptos"/>
              </a:defRPr>
            </a:pPr>
            <a:r>
              <a:rPr sz="1425" b="1">
                <a:solidFill>
                  <a:srgbClr val="22B8A8"/>
                </a:solidFill>
                <a:latin typeface="Aptos"/>
                <a:ea typeface="Aptos"/>
                <a:cs typeface="Aptos"/>
              </a:rPr>
              <a:t>ESTUDIANTE</a:t>
            </a:r>
          </a:p>
        </p:txBody>
      </p:sp>
      <p:sp>
        <p:nvSpPr>
          <p:cNvPr id="12" name="">
            <a:extLst xmlns:a="http://schemas.openxmlformats.org/drawingml/2006/main">
              <a:ext uri="{FF2B5EF4-FFF2-40B4-BE49-F238E27FC236}">
                <a16:creationId xmlns:a16="http://schemas.microsoft.com/office/drawing/2014/main" id="{F30FCE26-581F-4660-8B2E-1664A017832A}"/>
              </a:ext>
            </a:extLst>
          </p:cNvPr>
          <p:cNvSpPr>
            <a:spLocks xmlns:a="http://schemas.openxmlformats.org/drawingml/2006/main" noGrp="1"/>
          </p:cNvSpPr>
          <p:nvPr/>
        </p:nvSpPr>
        <p:spPr>
          <a:xfrm xmlns:a="http://schemas.openxmlformats.org/drawingml/2006/main">
            <a:off x="92392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defRPr sz="1425" b="0">
                <a:solidFill>
                  <a:srgbClr val="182230"/>
                </a:solidFill>
                <a:latin typeface="Aptos"/>
                <a:ea typeface="Aptos"/>
                <a:cs typeface="Aptos"/>
              </a:defRPr>
            </a:lvl1pPr>
            <a:lvl2pPr algn="l">
              <a:defRPr sz="1425" b="0">
                <a:solidFill>
                  <a:srgbClr val="182230"/>
                </a:solidFill>
                <a:latin typeface="Aptos"/>
                <a:ea typeface="Aptos"/>
                <a:cs typeface="Aptos"/>
              </a:defRPr>
            </a:lvl2pPr>
            <a:lvl3pPr algn="l">
              <a:defRPr sz="1425" b="0">
                <a:solidFill>
                  <a:srgbClr val="182230"/>
                </a:solidFill>
                <a:latin typeface="Aptos"/>
                <a:ea typeface="Aptos"/>
                <a:cs typeface="Aptos"/>
              </a:defRPr>
            </a:lvl3pPr>
            <a:lvl4pPr algn="l">
              <a:defRPr sz="1425" b="0">
                <a:solidFill>
                  <a:srgbClr val="182230"/>
                </a:solidFill>
                <a:latin typeface="Aptos"/>
                <a:ea typeface="Aptos"/>
                <a:cs typeface="Aptos"/>
              </a:defRPr>
            </a:lvl4pPr>
            <a:lvl5pPr algn="l">
              <a:defRPr sz="1425" b="0">
                <a:solidFill>
                  <a:srgbClr val="182230"/>
                </a:solidFill>
                <a:latin typeface="Aptos"/>
                <a:ea typeface="Aptos"/>
                <a:cs typeface="Aptos"/>
              </a:defRPr>
            </a:lvl5pPr>
            <a:lvl6pPr algn="l">
              <a:defRPr sz="1425" b="0">
                <a:solidFill>
                  <a:srgbClr val="182230"/>
                </a:solidFill>
                <a:latin typeface="Aptos"/>
                <a:ea typeface="Aptos"/>
                <a:cs typeface="Aptos"/>
              </a:defRPr>
            </a:lvl6pPr>
            <a:lvl7pPr algn="l">
              <a:defRPr sz="1425" b="0">
                <a:solidFill>
                  <a:srgbClr val="182230"/>
                </a:solidFill>
                <a:latin typeface="Aptos"/>
                <a:ea typeface="Aptos"/>
                <a:cs typeface="Aptos"/>
              </a:defRPr>
            </a:lvl7pPr>
            <a:lvl8pPr algn="l">
              <a:defRPr sz="1425" b="0">
                <a:solidFill>
                  <a:srgbClr val="182230"/>
                </a:solidFill>
                <a:latin typeface="Aptos"/>
                <a:ea typeface="Aptos"/>
                <a:cs typeface="Aptos"/>
              </a:defRPr>
            </a:lvl8pPr>
            <a:lvl9pPr algn="l">
              <a:defRPr sz="1425" b="0">
                <a:solidFill>
                  <a:srgbClr val="182230"/>
                </a:solidFill>
                <a:latin typeface="Aptos"/>
                <a:ea typeface="Aptos"/>
                <a:cs typeface="Aptos"/>
              </a:defRPr>
            </a:lvl9pPr>
          </a:lstStyle>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Reclamar credencial</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Presentar con consentimiento</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Registrar asistencia</a:t>
            </a:r>
          </a:p>
        </p:txBody>
      </p:sp>
      <p:sp>
        <p:nvSpPr>
          <p:cNvPr id="13" name="">
            <a:extLst xmlns:a="http://schemas.openxmlformats.org/drawingml/2006/main">
              <a:ext uri="{FF2B5EF4-FFF2-40B4-BE49-F238E27FC236}">
                <a16:creationId xmlns:a16="http://schemas.microsoft.com/office/drawing/2014/main" id="{4FA87E04-DD6D-46FD-8C24-FB47D9CA1B40}"/>
              </a:ext>
            </a:extLst>
          </p:cNvPr>
          <p:cNvSpPr>
            <a:spLocks xmlns:a="http://schemas.openxmlformats.org/drawingml/2006/main" noGrp="1"/>
          </p:cNvSpPr>
          <p:nvPr/>
        </p:nvSpPr>
        <p:spPr>
          <a:xfrm xmlns:a="http://schemas.openxmlformats.org/drawingml/2006/main">
            <a:off x="4476750"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14" name="">
            <a:extLst xmlns:a="http://schemas.openxmlformats.org/drawingml/2006/main">
              <a:ext uri="{FF2B5EF4-FFF2-40B4-BE49-F238E27FC236}">
                <a16:creationId xmlns:a16="http://schemas.microsoft.com/office/drawing/2014/main" id="{CD127526-90B6-4382-87ED-E6857BA0A60C}"/>
              </a:ext>
            </a:extLst>
          </p:cNvPr>
          <p:cNvSpPr>
            <a:spLocks xmlns:a="http://schemas.openxmlformats.org/drawingml/2006/main" noGrp="1"/>
          </p:cNvSpPr>
          <p:nvPr/>
        </p:nvSpPr>
        <p:spPr>
          <a:xfrm xmlns:a="http://schemas.openxmlformats.org/drawingml/2006/main">
            <a:off x="4476750" y="1857375"/>
            <a:ext cx="3286125" cy="1428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D6DB62-6E8E-445F-923E-D3C7E3A396E2}"/>
              </a:ext>
            </a:extLst>
          </p:cNvPr>
          <p:cNvSpPr>
            <a:spLocks xmlns:a="http://schemas.openxmlformats.org/drawingml/2006/main" noGrp="1"/>
          </p:cNvSpPr>
          <p:nvPr/>
        </p:nvSpPr>
        <p:spPr>
          <a:xfrm xmlns:a="http://schemas.openxmlformats.org/drawingml/2006/main">
            <a:off x="4835271" y="2198751"/>
            <a:ext cx="140208" cy="14020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CD3C4D-7D99-46D6-A94C-3021AAEA6F73}"/>
              </a:ext>
            </a:extLst>
          </p:cNvPr>
          <p:cNvSpPr>
            <a:spLocks xmlns:a="http://schemas.openxmlformats.org/drawingml/2006/main" noGrp="1"/>
          </p:cNvSpPr>
          <p:nvPr/>
        </p:nvSpPr>
        <p:spPr>
          <a:xfrm xmlns:a="http://schemas.openxmlformats.org/drawingml/2006/main">
            <a:off x="4743260" y="2365248"/>
            <a:ext cx="324231" cy="227838"/>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2542AA4-CB4D-447F-962E-F5FC00E00072}"/>
              </a:ext>
            </a:extLst>
          </p:cNvPr>
          <p:cNvSpPr>
            <a:spLocks xmlns:a="http://schemas.openxmlformats.org/drawingml/2006/main" noGrp="1"/>
          </p:cNvSpPr>
          <p:nvPr/>
        </p:nvSpPr>
        <p:spPr>
          <a:xfrm xmlns:a="http://schemas.openxmlformats.org/drawingml/2006/main">
            <a:off x="5295900"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846A0"/>
                </a:solidFill>
                <a:latin typeface="Aptos"/>
                <a:ea typeface="Aptos"/>
                <a:cs typeface="Aptos"/>
              </a:defRPr>
            </a:defPPr>
            <a:lvl1pPr algn="l">
              <a:defRPr sz="1425" b="1">
                <a:solidFill>
                  <a:srgbClr val="2846A0"/>
                </a:solidFill>
                <a:latin typeface="Aptos"/>
                <a:ea typeface="Aptos"/>
                <a:cs typeface="Aptos"/>
              </a:defRPr>
            </a:lvl1pPr>
            <a:lvl2pPr algn="l">
              <a:defRPr sz="1425" b="1">
                <a:solidFill>
                  <a:srgbClr val="2846A0"/>
                </a:solidFill>
                <a:latin typeface="Aptos"/>
                <a:ea typeface="Aptos"/>
                <a:cs typeface="Aptos"/>
              </a:defRPr>
            </a:lvl2pPr>
            <a:lvl3pPr algn="l">
              <a:defRPr sz="1425" b="1">
                <a:solidFill>
                  <a:srgbClr val="2846A0"/>
                </a:solidFill>
                <a:latin typeface="Aptos"/>
                <a:ea typeface="Aptos"/>
                <a:cs typeface="Aptos"/>
              </a:defRPr>
            </a:lvl3pPr>
            <a:lvl4pPr algn="l">
              <a:defRPr sz="1425" b="1">
                <a:solidFill>
                  <a:srgbClr val="2846A0"/>
                </a:solidFill>
                <a:latin typeface="Aptos"/>
                <a:ea typeface="Aptos"/>
                <a:cs typeface="Aptos"/>
              </a:defRPr>
            </a:lvl4pPr>
            <a:lvl5pPr algn="l">
              <a:defRPr sz="1425" b="1">
                <a:solidFill>
                  <a:srgbClr val="2846A0"/>
                </a:solidFill>
                <a:latin typeface="Aptos"/>
                <a:ea typeface="Aptos"/>
                <a:cs typeface="Aptos"/>
              </a:defRPr>
            </a:lvl5pPr>
            <a:lvl6pPr algn="l">
              <a:defRPr sz="1425" b="1">
                <a:solidFill>
                  <a:srgbClr val="2846A0"/>
                </a:solidFill>
                <a:latin typeface="Aptos"/>
                <a:ea typeface="Aptos"/>
                <a:cs typeface="Aptos"/>
              </a:defRPr>
            </a:lvl6pPr>
            <a:lvl7pPr algn="l">
              <a:defRPr sz="1425" b="1">
                <a:solidFill>
                  <a:srgbClr val="2846A0"/>
                </a:solidFill>
                <a:latin typeface="Aptos"/>
                <a:ea typeface="Aptos"/>
                <a:cs typeface="Aptos"/>
              </a:defRPr>
            </a:lvl7pPr>
            <a:lvl8pPr algn="l">
              <a:defRPr sz="1425" b="1">
                <a:solidFill>
                  <a:srgbClr val="2846A0"/>
                </a:solidFill>
                <a:latin typeface="Aptos"/>
                <a:ea typeface="Aptos"/>
                <a:cs typeface="Aptos"/>
              </a:defRPr>
            </a:lvl8pPr>
            <a:lvl9pPr algn="l">
              <a:defRPr sz="1425" b="1">
                <a:solidFill>
                  <a:srgbClr val="2846A0"/>
                </a:solidFill>
                <a:latin typeface="Aptos"/>
                <a:ea typeface="Aptos"/>
                <a:cs typeface="Aptos"/>
              </a:defRPr>
            </a:lvl9pPr>
          </a:lstStyle>
          <a:p xmlns:a="http://schemas.openxmlformats.org/drawingml/2006/main">
            <a:pPr algn="l">
              <a:defRPr sz="1425" b="1">
                <a:solidFill>
                  <a:srgbClr val="2846A0"/>
                </a:solidFill>
                <a:latin typeface="Aptos"/>
                <a:ea typeface="Aptos"/>
                <a:cs typeface="Aptos"/>
              </a:defRPr>
            </a:pPr>
            <a:r>
              <a:rPr sz="1425" b="1">
                <a:solidFill>
                  <a:srgbClr val="2846A0"/>
                </a:solidFill>
                <a:latin typeface="Aptos"/>
                <a:ea typeface="Aptos"/>
                <a:cs typeface="Aptos"/>
              </a:rPr>
              <a:t>DOCENTE</a:t>
            </a:r>
          </a:p>
        </p:txBody>
      </p:sp>
      <p:sp>
        <p:nvSpPr>
          <p:cNvPr id="18" name="">
            <a:extLst xmlns:a="http://schemas.openxmlformats.org/drawingml/2006/main">
              <a:ext uri="{FF2B5EF4-FFF2-40B4-BE49-F238E27FC236}">
                <a16:creationId xmlns:a16="http://schemas.microsoft.com/office/drawing/2014/main" id="{ED3A8AE9-598E-41D5-8482-DCE586CAE984}"/>
              </a:ext>
            </a:extLst>
          </p:cNvPr>
          <p:cNvSpPr>
            <a:spLocks xmlns:a="http://schemas.openxmlformats.org/drawingml/2006/main" noGrp="1"/>
          </p:cNvSpPr>
          <p:nvPr/>
        </p:nvSpPr>
        <p:spPr>
          <a:xfrm xmlns:a="http://schemas.openxmlformats.org/drawingml/2006/main">
            <a:off x="4686300"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defRPr sz="1425" b="0">
                <a:solidFill>
                  <a:srgbClr val="182230"/>
                </a:solidFill>
                <a:latin typeface="Aptos"/>
                <a:ea typeface="Aptos"/>
                <a:cs typeface="Aptos"/>
              </a:defRPr>
            </a:lvl1pPr>
            <a:lvl2pPr algn="l">
              <a:defRPr sz="1425" b="0">
                <a:solidFill>
                  <a:srgbClr val="182230"/>
                </a:solidFill>
                <a:latin typeface="Aptos"/>
                <a:ea typeface="Aptos"/>
                <a:cs typeface="Aptos"/>
              </a:defRPr>
            </a:lvl2pPr>
            <a:lvl3pPr algn="l">
              <a:defRPr sz="1425" b="0">
                <a:solidFill>
                  <a:srgbClr val="182230"/>
                </a:solidFill>
                <a:latin typeface="Aptos"/>
                <a:ea typeface="Aptos"/>
                <a:cs typeface="Aptos"/>
              </a:defRPr>
            </a:lvl3pPr>
            <a:lvl4pPr algn="l">
              <a:defRPr sz="1425" b="0">
                <a:solidFill>
                  <a:srgbClr val="182230"/>
                </a:solidFill>
                <a:latin typeface="Aptos"/>
                <a:ea typeface="Aptos"/>
                <a:cs typeface="Aptos"/>
              </a:defRPr>
            </a:lvl4pPr>
            <a:lvl5pPr algn="l">
              <a:defRPr sz="1425" b="0">
                <a:solidFill>
                  <a:srgbClr val="182230"/>
                </a:solidFill>
                <a:latin typeface="Aptos"/>
                <a:ea typeface="Aptos"/>
                <a:cs typeface="Aptos"/>
              </a:defRPr>
            </a:lvl5pPr>
            <a:lvl6pPr algn="l">
              <a:defRPr sz="1425" b="0">
                <a:solidFill>
                  <a:srgbClr val="182230"/>
                </a:solidFill>
                <a:latin typeface="Aptos"/>
                <a:ea typeface="Aptos"/>
                <a:cs typeface="Aptos"/>
              </a:defRPr>
            </a:lvl6pPr>
            <a:lvl7pPr algn="l">
              <a:defRPr sz="1425" b="0">
                <a:solidFill>
                  <a:srgbClr val="182230"/>
                </a:solidFill>
                <a:latin typeface="Aptos"/>
                <a:ea typeface="Aptos"/>
                <a:cs typeface="Aptos"/>
              </a:defRPr>
            </a:lvl7pPr>
            <a:lvl8pPr algn="l">
              <a:defRPr sz="1425" b="0">
                <a:solidFill>
                  <a:srgbClr val="182230"/>
                </a:solidFill>
                <a:latin typeface="Aptos"/>
                <a:ea typeface="Aptos"/>
                <a:cs typeface="Aptos"/>
              </a:defRPr>
            </a:lvl8pPr>
            <a:lvl9pPr algn="l">
              <a:defRPr sz="1425" b="0">
                <a:solidFill>
                  <a:srgbClr val="182230"/>
                </a:solidFill>
                <a:latin typeface="Aptos"/>
                <a:ea typeface="Aptos"/>
                <a:cs typeface="Aptos"/>
              </a:defRPr>
            </a:lvl9pPr>
          </a:lstStyle>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Solicitar verificación</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Abrir y cerrar asistencia</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Consultar presentes</a:t>
            </a:r>
          </a:p>
        </p:txBody>
      </p:sp>
      <p:sp>
        <p:nvSpPr>
          <p:cNvPr id="19" name="">
            <a:extLst xmlns:a="http://schemas.openxmlformats.org/drawingml/2006/main">
              <a:ext uri="{FF2B5EF4-FFF2-40B4-BE49-F238E27FC236}">
                <a16:creationId xmlns:a16="http://schemas.microsoft.com/office/drawing/2014/main" id="{9F1E808E-C902-484E-B872-4D7C26C9396A}"/>
              </a:ext>
            </a:extLst>
          </p:cNvPr>
          <p:cNvSpPr>
            <a:spLocks xmlns:a="http://schemas.openxmlformats.org/drawingml/2006/main" noGrp="1"/>
          </p:cNvSpPr>
          <p:nvPr/>
        </p:nvSpPr>
        <p:spPr>
          <a:xfrm xmlns:a="http://schemas.openxmlformats.org/drawingml/2006/main">
            <a:off x="8239125" y="1857375"/>
            <a:ext cx="3286125"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1788A76F-B30C-43EB-BA5C-289463F61CDF}"/>
              </a:ext>
            </a:extLst>
          </p:cNvPr>
          <p:cNvSpPr>
            <a:spLocks xmlns:a="http://schemas.openxmlformats.org/drawingml/2006/main" noGrp="1"/>
          </p:cNvSpPr>
          <p:nvPr/>
        </p:nvSpPr>
        <p:spPr>
          <a:xfrm xmlns:a="http://schemas.openxmlformats.org/drawingml/2006/main">
            <a:off x="8239125" y="1857375"/>
            <a:ext cx="3286125" cy="1428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9299EEC-4333-4ED8-94BD-788351409294}"/>
              </a:ext>
            </a:extLst>
          </p:cNvPr>
          <p:cNvSpPr>
            <a:spLocks xmlns:a="http://schemas.openxmlformats.org/drawingml/2006/main" noGrp="1"/>
          </p:cNvSpPr>
          <p:nvPr/>
        </p:nvSpPr>
        <p:spPr>
          <a:xfrm xmlns:a="http://schemas.openxmlformats.org/drawingml/2006/main">
            <a:off x="8448675" y="2181225"/>
            <a:ext cx="438150" cy="118301"/>
          </a:xfrm>
          <a:prstGeom xmlns:a="http://schemas.openxmlformats.org/drawingml/2006/main" prst="triangle">
            <a:avLst/>
          </a:prstGeom>
          <a:solidFill xmlns:a="http://schemas.openxmlformats.org/drawingml/2006/main">
            <a:srgbClr val="F2B54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15B9B1-34BD-48F3-AE4A-4BCF4B215051}"/>
              </a:ext>
            </a:extLst>
          </p:cNvPr>
          <p:cNvSpPr>
            <a:spLocks xmlns:a="http://schemas.openxmlformats.org/drawingml/2006/main" noGrp="1"/>
          </p:cNvSpPr>
          <p:nvPr/>
        </p:nvSpPr>
        <p:spPr>
          <a:xfrm xmlns:a="http://schemas.openxmlformats.org/drawingml/2006/main">
            <a:off x="8483727" y="2303907"/>
            <a:ext cx="368046" cy="30671"/>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9BE6A1-C3AF-4AD2-8442-5A7D4F3D5B2A}"/>
              </a:ext>
            </a:extLst>
          </p:cNvPr>
          <p:cNvSpPr>
            <a:spLocks xmlns:a="http://schemas.openxmlformats.org/drawingml/2006/main" noGrp="1"/>
          </p:cNvSpPr>
          <p:nvPr/>
        </p:nvSpPr>
        <p:spPr>
          <a:xfrm xmlns:a="http://schemas.openxmlformats.org/drawingml/2006/main">
            <a:off x="8510016"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10BA613C-B964-440F-9047-5BD54C3C1760}"/>
              </a:ext>
            </a:extLst>
          </p:cNvPr>
          <p:cNvSpPr>
            <a:spLocks xmlns:a="http://schemas.openxmlformats.org/drawingml/2006/main" noGrp="1"/>
          </p:cNvSpPr>
          <p:nvPr/>
        </p:nvSpPr>
        <p:spPr>
          <a:xfrm xmlns:a="http://schemas.openxmlformats.org/drawingml/2006/main">
            <a:off x="8606409"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D5B06CDB-0D64-4BFB-831C-E9FB225A0FEA}"/>
              </a:ext>
            </a:extLst>
          </p:cNvPr>
          <p:cNvSpPr>
            <a:spLocks xmlns:a="http://schemas.openxmlformats.org/drawingml/2006/main" noGrp="1"/>
          </p:cNvSpPr>
          <p:nvPr/>
        </p:nvSpPr>
        <p:spPr>
          <a:xfrm xmlns:a="http://schemas.openxmlformats.org/drawingml/2006/main">
            <a:off x="8702802"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6" name="">
            <a:extLst xmlns:a="http://schemas.openxmlformats.org/drawingml/2006/main">
              <a:ext uri="{FF2B5EF4-FFF2-40B4-BE49-F238E27FC236}">
                <a16:creationId xmlns:a16="http://schemas.microsoft.com/office/drawing/2014/main" id="{E7F57B1B-D28A-4F2B-A17C-0B36BC5216C6}"/>
              </a:ext>
            </a:extLst>
          </p:cNvPr>
          <p:cNvSpPr>
            <a:spLocks xmlns:a="http://schemas.openxmlformats.org/drawingml/2006/main" noGrp="1"/>
          </p:cNvSpPr>
          <p:nvPr/>
        </p:nvSpPr>
        <p:spPr>
          <a:xfrm xmlns:a="http://schemas.openxmlformats.org/drawingml/2006/main">
            <a:off x="8799195" y="2347722"/>
            <a:ext cx="35052" cy="18840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B4F7FC19-9DCE-492D-8338-199B99934D3C}"/>
              </a:ext>
            </a:extLst>
          </p:cNvPr>
          <p:cNvSpPr>
            <a:spLocks xmlns:a="http://schemas.openxmlformats.org/drawingml/2006/main" noGrp="1"/>
          </p:cNvSpPr>
          <p:nvPr/>
        </p:nvSpPr>
        <p:spPr>
          <a:xfrm xmlns:a="http://schemas.openxmlformats.org/drawingml/2006/main">
            <a:off x="8466201" y="2544890"/>
            <a:ext cx="403098" cy="35052"/>
          </a:xfrm>
          <a:prstGeom xmlns:a="http://schemas.openxmlformats.org/drawingml/2006/main" prst="rect">
            <a:avLst/>
          </a:prstGeom>
          <a:solidFill xmlns:a="http://schemas.openxmlformats.org/drawingml/2006/main">
            <a:srgbClr val="F2B54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1B3203-C930-494D-A662-3A662EB50581}"/>
              </a:ext>
            </a:extLst>
          </p:cNvPr>
          <p:cNvSpPr>
            <a:spLocks xmlns:a="http://schemas.openxmlformats.org/drawingml/2006/main" noGrp="1"/>
          </p:cNvSpPr>
          <p:nvPr/>
        </p:nvSpPr>
        <p:spPr>
          <a:xfrm xmlns:a="http://schemas.openxmlformats.org/drawingml/2006/main">
            <a:off x="9058275" y="22288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2B544"/>
                </a:solidFill>
                <a:latin typeface="Aptos"/>
                <a:ea typeface="Aptos"/>
                <a:cs typeface="Aptos"/>
              </a:defRPr>
            </a:defPPr>
            <a:lvl1pPr algn="l">
              <a:defRPr sz="1425" b="1">
                <a:solidFill>
                  <a:srgbClr val="F2B544"/>
                </a:solidFill>
                <a:latin typeface="Aptos"/>
                <a:ea typeface="Aptos"/>
                <a:cs typeface="Aptos"/>
              </a:defRPr>
            </a:lvl1pPr>
            <a:lvl2pPr algn="l">
              <a:defRPr sz="1425" b="1">
                <a:solidFill>
                  <a:srgbClr val="F2B544"/>
                </a:solidFill>
                <a:latin typeface="Aptos"/>
                <a:ea typeface="Aptos"/>
                <a:cs typeface="Aptos"/>
              </a:defRPr>
            </a:lvl2pPr>
            <a:lvl3pPr algn="l">
              <a:defRPr sz="1425" b="1">
                <a:solidFill>
                  <a:srgbClr val="F2B544"/>
                </a:solidFill>
                <a:latin typeface="Aptos"/>
                <a:ea typeface="Aptos"/>
                <a:cs typeface="Aptos"/>
              </a:defRPr>
            </a:lvl3pPr>
            <a:lvl4pPr algn="l">
              <a:defRPr sz="1425" b="1">
                <a:solidFill>
                  <a:srgbClr val="F2B544"/>
                </a:solidFill>
                <a:latin typeface="Aptos"/>
                <a:ea typeface="Aptos"/>
                <a:cs typeface="Aptos"/>
              </a:defRPr>
            </a:lvl4pPr>
            <a:lvl5pPr algn="l">
              <a:defRPr sz="1425" b="1">
                <a:solidFill>
                  <a:srgbClr val="F2B544"/>
                </a:solidFill>
                <a:latin typeface="Aptos"/>
                <a:ea typeface="Aptos"/>
                <a:cs typeface="Aptos"/>
              </a:defRPr>
            </a:lvl5pPr>
            <a:lvl6pPr algn="l">
              <a:defRPr sz="1425" b="1">
                <a:solidFill>
                  <a:srgbClr val="F2B544"/>
                </a:solidFill>
                <a:latin typeface="Aptos"/>
                <a:ea typeface="Aptos"/>
                <a:cs typeface="Aptos"/>
              </a:defRPr>
            </a:lvl6pPr>
            <a:lvl7pPr algn="l">
              <a:defRPr sz="1425" b="1">
                <a:solidFill>
                  <a:srgbClr val="F2B544"/>
                </a:solidFill>
                <a:latin typeface="Aptos"/>
                <a:ea typeface="Aptos"/>
                <a:cs typeface="Aptos"/>
              </a:defRPr>
            </a:lvl7pPr>
            <a:lvl8pPr algn="l">
              <a:defRPr sz="1425" b="1">
                <a:solidFill>
                  <a:srgbClr val="F2B544"/>
                </a:solidFill>
                <a:latin typeface="Aptos"/>
                <a:ea typeface="Aptos"/>
                <a:cs typeface="Aptos"/>
              </a:defRPr>
            </a:lvl8pPr>
            <a:lvl9pPr algn="l">
              <a:defRPr sz="1425" b="1">
                <a:solidFill>
                  <a:srgbClr val="F2B544"/>
                </a:solidFill>
                <a:latin typeface="Aptos"/>
                <a:ea typeface="Aptos"/>
                <a:cs typeface="Aptos"/>
              </a:defRPr>
            </a:lvl9pPr>
          </a:lstStyle>
          <a:p xmlns:a="http://schemas.openxmlformats.org/drawingml/2006/main">
            <a:pPr algn="l">
              <a:defRPr sz="1425" b="1">
                <a:solidFill>
                  <a:srgbClr val="F2B544"/>
                </a:solidFill>
                <a:latin typeface="Aptos"/>
                <a:ea typeface="Aptos"/>
                <a:cs typeface="Aptos"/>
              </a:defRPr>
            </a:pPr>
            <a:r>
              <a:rPr sz="1425" b="1">
                <a:solidFill>
                  <a:srgbClr val="F2B544"/>
                </a:solidFill>
                <a:latin typeface="Aptos"/>
                <a:ea typeface="Aptos"/>
                <a:cs typeface="Aptos"/>
              </a:rPr>
              <a:t>INSTITUCIÓN</a:t>
            </a:r>
          </a:p>
        </p:txBody>
      </p:sp>
      <p:sp>
        <p:nvSpPr>
          <p:cNvPr id="29" name="">
            <a:extLst xmlns:a="http://schemas.openxmlformats.org/drawingml/2006/main">
              <a:ext uri="{FF2B5EF4-FFF2-40B4-BE49-F238E27FC236}">
                <a16:creationId xmlns:a16="http://schemas.microsoft.com/office/drawing/2014/main" id="{F22330F1-06E3-49F1-8317-379823CFE9F3}"/>
              </a:ext>
            </a:extLst>
          </p:cNvPr>
          <p:cNvSpPr>
            <a:spLocks xmlns:a="http://schemas.openxmlformats.org/drawingml/2006/main" noGrp="1"/>
          </p:cNvSpPr>
          <p:nvPr/>
        </p:nvSpPr>
        <p:spPr>
          <a:xfrm xmlns:a="http://schemas.openxmlformats.org/drawingml/2006/main">
            <a:off x="8448675" y="28575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425" b="0">
                <a:solidFill>
                  <a:srgbClr val="182230"/>
                </a:solidFill>
                <a:latin typeface="Aptos"/>
                <a:ea typeface="Aptos"/>
                <a:cs typeface="Aptos"/>
              </a:defRPr>
            </a:defPPr>
            <a:lvl1pPr algn="l">
              <a:defRPr sz="1425" b="0">
                <a:solidFill>
                  <a:srgbClr val="182230"/>
                </a:solidFill>
                <a:latin typeface="Aptos"/>
                <a:ea typeface="Aptos"/>
                <a:cs typeface="Aptos"/>
              </a:defRPr>
            </a:lvl1pPr>
            <a:lvl2pPr algn="l">
              <a:defRPr sz="1425" b="0">
                <a:solidFill>
                  <a:srgbClr val="182230"/>
                </a:solidFill>
                <a:latin typeface="Aptos"/>
                <a:ea typeface="Aptos"/>
                <a:cs typeface="Aptos"/>
              </a:defRPr>
            </a:lvl2pPr>
            <a:lvl3pPr algn="l">
              <a:defRPr sz="1425" b="0">
                <a:solidFill>
                  <a:srgbClr val="182230"/>
                </a:solidFill>
                <a:latin typeface="Aptos"/>
                <a:ea typeface="Aptos"/>
                <a:cs typeface="Aptos"/>
              </a:defRPr>
            </a:lvl3pPr>
            <a:lvl4pPr algn="l">
              <a:defRPr sz="1425" b="0">
                <a:solidFill>
                  <a:srgbClr val="182230"/>
                </a:solidFill>
                <a:latin typeface="Aptos"/>
                <a:ea typeface="Aptos"/>
                <a:cs typeface="Aptos"/>
              </a:defRPr>
            </a:lvl4pPr>
            <a:lvl5pPr algn="l">
              <a:defRPr sz="1425" b="0">
                <a:solidFill>
                  <a:srgbClr val="182230"/>
                </a:solidFill>
                <a:latin typeface="Aptos"/>
                <a:ea typeface="Aptos"/>
                <a:cs typeface="Aptos"/>
              </a:defRPr>
            </a:lvl5pPr>
            <a:lvl6pPr algn="l">
              <a:defRPr sz="1425" b="0">
                <a:solidFill>
                  <a:srgbClr val="182230"/>
                </a:solidFill>
                <a:latin typeface="Aptos"/>
                <a:ea typeface="Aptos"/>
                <a:cs typeface="Aptos"/>
              </a:defRPr>
            </a:lvl6pPr>
            <a:lvl7pPr algn="l">
              <a:defRPr sz="1425" b="0">
                <a:solidFill>
                  <a:srgbClr val="182230"/>
                </a:solidFill>
                <a:latin typeface="Aptos"/>
                <a:ea typeface="Aptos"/>
                <a:cs typeface="Aptos"/>
              </a:defRPr>
            </a:lvl7pPr>
            <a:lvl8pPr algn="l">
              <a:defRPr sz="1425" b="0">
                <a:solidFill>
                  <a:srgbClr val="182230"/>
                </a:solidFill>
                <a:latin typeface="Aptos"/>
                <a:ea typeface="Aptos"/>
                <a:cs typeface="Aptos"/>
              </a:defRPr>
            </a:lvl8pPr>
            <a:lvl9pPr algn="l">
              <a:defRPr sz="1425" b="0">
                <a:solidFill>
                  <a:srgbClr val="182230"/>
                </a:solidFill>
                <a:latin typeface="Aptos"/>
                <a:ea typeface="Aptos"/>
                <a:cs typeface="Aptos"/>
              </a:defRPr>
            </a:lvl9pPr>
          </a:lstStyle>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Emitir por área</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Revocar por alcance</a:t>
            </a:r>
          </a:p>
          <a:p xmlns:a="http://schemas.openxmlformats.org/drawingml/2006/main">
            <a:pPr algn="l">
              <a:defRPr sz="1425" b="0">
                <a:solidFill>
                  <a:srgbClr val="182230"/>
                </a:solidFill>
                <a:latin typeface="Aptos"/>
                <a:ea typeface="Aptos"/>
                <a:cs typeface="Aptos"/>
              </a:defRPr>
            </a:pPr>
            <a:r>
              <a:rPr sz="1425" b="0">
                <a:solidFill>
                  <a:srgbClr val="182230"/>
                </a:solidFill>
                <a:latin typeface="Aptos"/>
                <a:ea typeface="Aptos"/>
                <a:cs typeface="Aptos"/>
              </a:rPr>
              <a:t>Gestionar constancias</a:t>
            </a:r>
          </a:p>
        </p:txBody>
      </p:sp>
      <p:sp>
        <p:nvSpPr>
          <p:cNvPr id="30" name="">
            <a:extLst xmlns:a="http://schemas.openxmlformats.org/drawingml/2006/main">
              <a:ext uri="{FF2B5EF4-FFF2-40B4-BE49-F238E27FC236}">
                <a16:creationId xmlns:a16="http://schemas.microsoft.com/office/drawing/2014/main" id="{FA4C0B1C-8492-4545-B1E4-B79F9B316E9B}"/>
              </a:ext>
            </a:extLst>
          </p:cNvPr>
          <p:cNvSpPr>
            <a:spLocks xmlns:a="http://schemas.openxmlformats.org/drawingml/2006/main" noGrp="1"/>
          </p:cNvSpPr>
          <p:nvPr/>
        </p:nvSpPr>
        <p:spPr>
          <a:xfrm xmlns:a="http://schemas.openxmlformats.org/drawingml/2006/main">
            <a:off x="914400" y="4857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72554"/>
                </a:solidFill>
                <a:latin typeface="Aptos"/>
                <a:ea typeface="Aptos"/>
                <a:cs typeface="Aptos"/>
              </a:defRPr>
            </a:defPPr>
            <a:lvl1pPr algn="l">
              <a:defRPr sz="1350" b="1">
                <a:solidFill>
                  <a:srgbClr val="172554"/>
                </a:solidFill>
                <a:latin typeface="Aptos"/>
                <a:ea typeface="Aptos"/>
                <a:cs typeface="Aptos"/>
              </a:defRPr>
            </a:lvl1pPr>
            <a:lvl2pPr algn="l">
              <a:defRPr sz="1350" b="1">
                <a:solidFill>
                  <a:srgbClr val="172554"/>
                </a:solidFill>
                <a:latin typeface="Aptos"/>
                <a:ea typeface="Aptos"/>
                <a:cs typeface="Aptos"/>
              </a:defRPr>
            </a:lvl2pPr>
            <a:lvl3pPr algn="l">
              <a:defRPr sz="1350" b="1">
                <a:solidFill>
                  <a:srgbClr val="172554"/>
                </a:solidFill>
                <a:latin typeface="Aptos"/>
                <a:ea typeface="Aptos"/>
                <a:cs typeface="Aptos"/>
              </a:defRPr>
            </a:lvl3pPr>
            <a:lvl4pPr algn="l">
              <a:defRPr sz="1350" b="1">
                <a:solidFill>
                  <a:srgbClr val="172554"/>
                </a:solidFill>
                <a:latin typeface="Aptos"/>
                <a:ea typeface="Aptos"/>
                <a:cs typeface="Aptos"/>
              </a:defRPr>
            </a:lvl4pPr>
            <a:lvl5pPr algn="l">
              <a:defRPr sz="1350" b="1">
                <a:solidFill>
                  <a:srgbClr val="172554"/>
                </a:solidFill>
                <a:latin typeface="Aptos"/>
                <a:ea typeface="Aptos"/>
                <a:cs typeface="Aptos"/>
              </a:defRPr>
            </a:lvl5pPr>
            <a:lvl6pPr algn="l">
              <a:defRPr sz="1350" b="1">
                <a:solidFill>
                  <a:srgbClr val="172554"/>
                </a:solidFill>
                <a:latin typeface="Aptos"/>
                <a:ea typeface="Aptos"/>
                <a:cs typeface="Aptos"/>
              </a:defRPr>
            </a:lvl6pPr>
            <a:lvl7pPr algn="l">
              <a:defRPr sz="1350" b="1">
                <a:solidFill>
                  <a:srgbClr val="172554"/>
                </a:solidFill>
                <a:latin typeface="Aptos"/>
                <a:ea typeface="Aptos"/>
                <a:cs typeface="Aptos"/>
              </a:defRPr>
            </a:lvl7pPr>
            <a:lvl8pPr algn="l">
              <a:defRPr sz="1350" b="1">
                <a:solidFill>
                  <a:srgbClr val="172554"/>
                </a:solidFill>
                <a:latin typeface="Aptos"/>
                <a:ea typeface="Aptos"/>
                <a:cs typeface="Aptos"/>
              </a:defRPr>
            </a:lvl8pPr>
            <a:lvl9pPr algn="l">
              <a:defRPr sz="1350" b="1">
                <a:solidFill>
                  <a:srgbClr val="172554"/>
                </a:solidFill>
                <a:latin typeface="Aptos"/>
                <a:ea typeface="Aptos"/>
                <a:cs typeface="Aptos"/>
              </a:defRPr>
            </a:lvl9pPr>
          </a:lstStyle>
          <a:p xmlns:a="http://schemas.openxmlformats.org/drawingml/2006/main">
            <a:pPr algn="l">
              <a:defRPr sz="1350" b="1">
                <a:solidFill>
                  <a:srgbClr val="172554"/>
                </a:solidFill>
                <a:latin typeface="Aptos"/>
                <a:ea typeface="Aptos"/>
                <a:cs typeface="Aptos"/>
              </a:defRPr>
            </a:pPr>
            <a:r>
              <a:rPr sz="1350" b="1">
                <a:solidFill>
                  <a:srgbClr val="172554"/>
                </a:solidFill>
                <a:latin typeface="Aptos"/>
                <a:ea typeface="Aptos"/>
                <a:cs typeface="Aptos"/>
              </a:rPr>
              <a:t>Regla adicional</a:t>
            </a:r>
          </a:p>
        </p:txBody>
      </p:sp>
      <p:sp>
        <p:nvSpPr>
          <p:cNvPr id="31" name="">
            <a:extLst xmlns:a="http://schemas.openxmlformats.org/drawingml/2006/main">
              <a:ext uri="{FF2B5EF4-FFF2-40B4-BE49-F238E27FC236}">
                <a16:creationId xmlns:a16="http://schemas.microsoft.com/office/drawing/2014/main" id="{4BAF6C19-2005-474C-BC8B-FABB53D09627}"/>
              </a:ext>
            </a:extLst>
          </p:cNvPr>
          <p:cNvSpPr>
            <a:spLocks xmlns:a="http://schemas.openxmlformats.org/drawingml/2006/main" noGrp="1"/>
          </p:cNvSpPr>
          <p:nvPr/>
        </p:nvSpPr>
        <p:spPr>
          <a:xfrm xmlns:a="http://schemas.openxmlformats.org/drawingml/2006/main">
            <a:off x="2952750" y="48196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36276"/>
                </a:solidFill>
                <a:latin typeface="Aptos"/>
                <a:ea typeface="Aptos"/>
                <a:cs typeface="Aptos"/>
              </a:defRPr>
            </a:defPPr>
            <a:lvl1pPr algn="l">
              <a:defRPr sz="1500" b="0">
                <a:solidFill>
                  <a:srgbClr val="536276"/>
                </a:solidFill>
                <a:latin typeface="Aptos"/>
                <a:ea typeface="Aptos"/>
                <a:cs typeface="Aptos"/>
              </a:defRPr>
            </a:lvl1pPr>
            <a:lvl2pPr algn="l">
              <a:defRPr sz="1500" b="0">
                <a:solidFill>
                  <a:srgbClr val="536276"/>
                </a:solidFill>
                <a:latin typeface="Aptos"/>
                <a:ea typeface="Aptos"/>
                <a:cs typeface="Aptos"/>
              </a:defRPr>
            </a:lvl2pPr>
            <a:lvl3pPr algn="l">
              <a:defRPr sz="1500" b="0">
                <a:solidFill>
                  <a:srgbClr val="536276"/>
                </a:solidFill>
                <a:latin typeface="Aptos"/>
                <a:ea typeface="Aptos"/>
                <a:cs typeface="Aptos"/>
              </a:defRPr>
            </a:lvl3pPr>
            <a:lvl4pPr algn="l">
              <a:defRPr sz="1500" b="0">
                <a:solidFill>
                  <a:srgbClr val="536276"/>
                </a:solidFill>
                <a:latin typeface="Aptos"/>
                <a:ea typeface="Aptos"/>
                <a:cs typeface="Aptos"/>
              </a:defRPr>
            </a:lvl4pPr>
            <a:lvl5pPr algn="l">
              <a:defRPr sz="1500" b="0">
                <a:solidFill>
                  <a:srgbClr val="536276"/>
                </a:solidFill>
                <a:latin typeface="Aptos"/>
                <a:ea typeface="Aptos"/>
                <a:cs typeface="Aptos"/>
              </a:defRPr>
            </a:lvl5pPr>
            <a:lvl6pPr algn="l">
              <a:defRPr sz="1500" b="0">
                <a:solidFill>
                  <a:srgbClr val="536276"/>
                </a:solidFill>
                <a:latin typeface="Aptos"/>
                <a:ea typeface="Aptos"/>
                <a:cs typeface="Aptos"/>
              </a:defRPr>
            </a:lvl6pPr>
            <a:lvl7pPr algn="l">
              <a:defRPr sz="1500" b="0">
                <a:solidFill>
                  <a:srgbClr val="536276"/>
                </a:solidFill>
                <a:latin typeface="Aptos"/>
                <a:ea typeface="Aptos"/>
                <a:cs typeface="Aptos"/>
              </a:defRPr>
            </a:lvl7pPr>
            <a:lvl8pPr algn="l">
              <a:defRPr sz="1500" b="0">
                <a:solidFill>
                  <a:srgbClr val="536276"/>
                </a:solidFill>
                <a:latin typeface="Aptos"/>
                <a:ea typeface="Aptos"/>
                <a:cs typeface="Aptos"/>
              </a:defRPr>
            </a:lvl8pPr>
            <a:lvl9pPr algn="l">
              <a:defRPr sz="1500" b="0">
                <a:solidFill>
                  <a:srgbClr val="536276"/>
                </a:solidFill>
                <a:latin typeface="Aptos"/>
                <a:ea typeface="Aptos"/>
                <a:cs typeface="Aptos"/>
              </a:defRPr>
            </a:lvl9pPr>
          </a:lstStyle>
          <a:p xmlns:a="http://schemas.openxmlformats.org/drawingml/2006/main">
            <a:pPr algn="l">
              <a:defRPr sz="1500" b="0">
                <a:solidFill>
                  <a:srgbClr val="536276"/>
                </a:solidFill>
                <a:latin typeface="Aptos"/>
                <a:ea typeface="Aptos"/>
                <a:cs typeface="Aptos"/>
              </a:defRPr>
            </a:pPr>
            <a:r>
              <a:rPr sz="1500" b="0">
                <a:solidFill>
                  <a:srgbClr val="536276"/>
                </a:solidFill>
                <a:latin typeface="Aptos"/>
                <a:ea typeface="Aptos"/>
                <a:cs typeface="Aptos"/>
              </a:rPr>
              <a:t>Área académica emite notas y regularidad; biblioteca o gimnasio emiten solo sus credenciales.</a:t>
            </a:r>
          </a:p>
        </p:txBody>
      </p:sp>
    </p:spTree>
    <p:extLst>
      <p:ext uri="{BB962C8B-B14F-4D97-AF65-F5344CB8AC3E}">
        <p14:creationId xmlns:p14="http://schemas.microsoft.com/office/powerpoint/2010/main" val="852537071"/>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DAFCA6B0-59A7-4FCD-85D3-3FB1B58D2DD6}"/>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IMPLEMENTACIÓN · ASISTENCIA</a:t>
            </a:r>
          </a:p>
        </p:txBody>
      </p:sp>
      <p:sp>
        <p:nvSpPr>
          <p:cNvPr id="2" name="">
            <a:extLst xmlns:a="http://schemas.openxmlformats.org/drawingml/2006/main">
              <a:ext uri="{FF2B5EF4-FFF2-40B4-BE49-F238E27FC236}">
                <a16:creationId xmlns:a16="http://schemas.microsoft.com/office/drawing/2014/main" id="{9D3A161A-BCBB-4E24-A58A-7C18497F441F}"/>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4918976A-AD15-4616-9C57-997C95EC3FA7}"/>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asistencia limita el duplicado y actualiza la planilla</a:t>
            </a:r>
          </a:p>
        </p:txBody>
      </p:sp>
      <p:sp>
        <p:nvSpPr>
          <p:cNvPr id="4" name="">
            <a:extLst xmlns:a="http://schemas.openxmlformats.org/drawingml/2006/main">
              <a:ext uri="{FF2B5EF4-FFF2-40B4-BE49-F238E27FC236}">
                <a16:creationId xmlns:a16="http://schemas.microsoft.com/office/drawing/2014/main" id="{279C8599-3E40-4C6D-AF28-52AFFF5744A4}"/>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BB7ACD10-3A12-45A6-AB44-C72FFF63EF9D}"/>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936844EE-7CF8-4416-83F5-99CE4330EEA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B429CE54-6156-49BA-A001-AA95D1E22303}"/>
              </a:ext>
            </a:extLst>
          </p:cNvPr>
          <p:cNvSpPr>
            <a:spLocks xmlns:a="http://schemas.openxmlformats.org/drawingml/2006/main" noGrp="1"/>
          </p:cNvSpPr>
          <p:nvPr/>
        </p:nvSpPr>
        <p:spPr>
          <a:xfrm xmlns:a="http://schemas.openxmlformats.org/drawingml/2006/main">
            <a:off x="5524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9869A52E-82DC-41C1-951F-68282A4F3F6F}"/>
              </a:ext>
            </a:extLst>
          </p:cNvPr>
          <p:cNvSpPr>
            <a:spLocks xmlns:a="http://schemas.openxmlformats.org/drawingml/2006/main" noGrp="1"/>
          </p:cNvSpPr>
          <p:nvPr/>
        </p:nvSpPr>
        <p:spPr>
          <a:xfrm xmlns:a="http://schemas.openxmlformats.org/drawingml/2006/main">
            <a:off x="552450" y="1714500"/>
            <a:ext cx="76200" cy="1095375"/>
          </a:xfrm>
          <a:prstGeom xmlns:a="http://schemas.openxmlformats.org/drawingml/2006/main" prst="roundRect">
            <a:avLst>
              <a:gd name="adj" fmla="val 50000"/>
            </a:avLst>
          </a:prstGeom>
          <a:solidFill xmlns:a="http://schemas.openxmlformats.org/drawingml/2006/main">
            <a:srgbClr val="2846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E4AB4-8688-44F1-AAE7-55007978B06B}"/>
              </a:ext>
            </a:extLst>
          </p:cNvPr>
          <p:cNvSpPr>
            <a:spLocks xmlns:a="http://schemas.openxmlformats.org/drawingml/2006/main" noGrp="1"/>
          </p:cNvSpPr>
          <p:nvPr/>
        </p:nvSpPr>
        <p:spPr>
          <a:xfrm xmlns:a="http://schemas.openxmlformats.org/drawingml/2006/main">
            <a:off x="7620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846A0"/>
                </a:solidFill>
                <a:latin typeface="Aptos"/>
                <a:ea typeface="Aptos"/>
                <a:cs typeface="Aptos"/>
              </a:defRPr>
            </a:defPPr>
            <a:lvl1pPr algn="l">
              <a:defRPr sz="1500" b="1">
                <a:solidFill>
                  <a:srgbClr val="2846A0"/>
                </a:solidFill>
                <a:latin typeface="Aptos"/>
                <a:ea typeface="Aptos"/>
                <a:cs typeface="Aptos"/>
              </a:defRPr>
            </a:lvl1pPr>
            <a:lvl2pPr algn="l">
              <a:defRPr sz="1500" b="1">
                <a:solidFill>
                  <a:srgbClr val="2846A0"/>
                </a:solidFill>
                <a:latin typeface="Aptos"/>
                <a:ea typeface="Aptos"/>
                <a:cs typeface="Aptos"/>
              </a:defRPr>
            </a:lvl2pPr>
            <a:lvl3pPr algn="l">
              <a:defRPr sz="1500" b="1">
                <a:solidFill>
                  <a:srgbClr val="2846A0"/>
                </a:solidFill>
                <a:latin typeface="Aptos"/>
                <a:ea typeface="Aptos"/>
                <a:cs typeface="Aptos"/>
              </a:defRPr>
            </a:lvl3pPr>
            <a:lvl4pPr algn="l">
              <a:defRPr sz="1500" b="1">
                <a:solidFill>
                  <a:srgbClr val="2846A0"/>
                </a:solidFill>
                <a:latin typeface="Aptos"/>
                <a:ea typeface="Aptos"/>
                <a:cs typeface="Aptos"/>
              </a:defRPr>
            </a:lvl4pPr>
            <a:lvl5pPr algn="l">
              <a:defRPr sz="1500" b="1">
                <a:solidFill>
                  <a:srgbClr val="2846A0"/>
                </a:solidFill>
                <a:latin typeface="Aptos"/>
                <a:ea typeface="Aptos"/>
                <a:cs typeface="Aptos"/>
              </a:defRPr>
            </a:lvl5pPr>
            <a:lvl6pPr algn="l">
              <a:defRPr sz="1500" b="1">
                <a:solidFill>
                  <a:srgbClr val="2846A0"/>
                </a:solidFill>
                <a:latin typeface="Aptos"/>
                <a:ea typeface="Aptos"/>
                <a:cs typeface="Aptos"/>
              </a:defRPr>
            </a:lvl6pPr>
            <a:lvl7pPr algn="l">
              <a:defRPr sz="1500" b="1">
                <a:solidFill>
                  <a:srgbClr val="2846A0"/>
                </a:solidFill>
                <a:latin typeface="Aptos"/>
                <a:ea typeface="Aptos"/>
                <a:cs typeface="Aptos"/>
              </a:defRPr>
            </a:lvl7pPr>
            <a:lvl8pPr algn="l">
              <a:defRPr sz="1500" b="1">
                <a:solidFill>
                  <a:srgbClr val="2846A0"/>
                </a:solidFill>
                <a:latin typeface="Aptos"/>
                <a:ea typeface="Aptos"/>
                <a:cs typeface="Aptos"/>
              </a:defRPr>
            </a:lvl8pPr>
            <a:lvl9pPr algn="l">
              <a:defRPr sz="1500" b="1">
                <a:solidFill>
                  <a:srgbClr val="2846A0"/>
                </a:solidFill>
                <a:latin typeface="Aptos"/>
                <a:ea typeface="Aptos"/>
                <a:cs typeface="Aptos"/>
              </a:defRPr>
            </a:lvl9pPr>
          </a:lstStyle>
          <a:p xmlns:a="http://schemas.openxmlformats.org/drawingml/2006/main">
            <a:pPr algn="l">
              <a:defRPr sz="1500" b="1">
                <a:solidFill>
                  <a:srgbClr val="2846A0"/>
                </a:solidFill>
                <a:latin typeface="Aptos"/>
                <a:ea typeface="Aptos"/>
                <a:cs typeface="Aptos"/>
              </a:defRPr>
            </a:pPr>
            <a:r>
              <a:rPr sz="1500" b="1">
                <a:solidFill>
                  <a:srgbClr val="2846A0"/>
                </a:solidFill>
                <a:latin typeface="Aptos"/>
                <a:ea typeface="Aptos"/>
                <a:cs typeface="Aptos"/>
              </a:rPr>
              <a:t>Docente</a:t>
            </a:r>
          </a:p>
        </p:txBody>
      </p:sp>
      <p:sp>
        <p:nvSpPr>
          <p:cNvPr id="10" name="">
            <a:extLst xmlns:a="http://schemas.openxmlformats.org/drawingml/2006/main">
              <a:ext uri="{FF2B5EF4-FFF2-40B4-BE49-F238E27FC236}">
                <a16:creationId xmlns:a16="http://schemas.microsoft.com/office/drawing/2014/main" id="{E48F39C1-5BE1-4536-BFD3-A45D7CD87B4E}"/>
              </a:ext>
            </a:extLst>
          </p:cNvPr>
          <p:cNvSpPr>
            <a:spLocks xmlns:a="http://schemas.openxmlformats.org/drawingml/2006/main" noGrp="1"/>
          </p:cNvSpPr>
          <p:nvPr/>
        </p:nvSpPr>
        <p:spPr>
          <a:xfrm xmlns:a="http://schemas.openxmlformats.org/drawingml/2006/main">
            <a:off x="7620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abre sesión</a:t>
            </a:r>
          </a:p>
        </p:txBody>
      </p:sp>
      <p:sp>
        <p:nvSpPr>
          <p:cNvPr id="11" name="">
            <a:extLst xmlns:a="http://schemas.openxmlformats.org/drawingml/2006/main">
              <a:ext uri="{FF2B5EF4-FFF2-40B4-BE49-F238E27FC236}">
                <a16:creationId xmlns:a16="http://schemas.microsoft.com/office/drawing/2014/main" id="{00B91B2A-51AD-4963-89D5-A9AD5022D4AB}"/>
              </a:ext>
            </a:extLst>
          </p:cNvPr>
          <p:cNvSpPr>
            <a:spLocks xmlns:a="http://schemas.openxmlformats.org/drawingml/2006/main" noGrp="1"/>
          </p:cNvSpPr>
          <p:nvPr/>
        </p:nvSpPr>
        <p:spPr>
          <a:xfrm xmlns:a="http://schemas.openxmlformats.org/drawingml/2006/main">
            <a:off x="1475232" y="1364742"/>
            <a:ext cx="97536" cy="9753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133B1A-B9A8-4CD4-BA8F-00EA6144B094}"/>
              </a:ext>
            </a:extLst>
          </p:cNvPr>
          <p:cNvSpPr>
            <a:spLocks xmlns:a="http://schemas.openxmlformats.org/drawingml/2006/main" noGrp="1"/>
          </p:cNvSpPr>
          <p:nvPr/>
        </p:nvSpPr>
        <p:spPr>
          <a:xfrm xmlns:a="http://schemas.openxmlformats.org/drawingml/2006/main">
            <a:off x="1411224" y="1480566"/>
            <a:ext cx="225552" cy="158496"/>
          </a:xfrm>
          <a:prstGeom xmlns:a="http://schemas.openxmlformats.org/drawingml/2006/main" prst="ellipse">
            <a:avLst/>
          </a:prstGeom>
          <a:solidFill xmlns:a="http://schemas.openxmlformats.org/drawingml/2006/main">
            <a:srgbClr val="2846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9E42D7-CF46-45B4-A9E9-2FFEA047FC3F}"/>
              </a:ext>
            </a:extLst>
          </p:cNvPr>
          <p:cNvSpPr>
            <a:spLocks xmlns:a="http://schemas.openxmlformats.org/drawingml/2006/main" noGrp="1"/>
          </p:cNvSpPr>
          <p:nvPr/>
        </p:nvSpPr>
        <p:spPr>
          <a:xfrm xmlns:a="http://schemas.openxmlformats.org/drawingml/2006/main">
            <a:off x="25241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2E9AC9-B6BB-4ADB-AE2B-B889A3AD5BF2}"/>
              </a:ext>
            </a:extLst>
          </p:cNvPr>
          <p:cNvSpPr>
            <a:spLocks xmlns:a="http://schemas.openxmlformats.org/drawingml/2006/main" noGrp="1"/>
          </p:cNvSpPr>
          <p:nvPr/>
        </p:nvSpPr>
        <p:spPr>
          <a:xfrm xmlns:a="http://schemas.openxmlformats.org/drawingml/2006/main">
            <a:off x="28575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15" name="">
            <a:extLst xmlns:a="http://schemas.openxmlformats.org/drawingml/2006/main">
              <a:ext uri="{FF2B5EF4-FFF2-40B4-BE49-F238E27FC236}">
                <a16:creationId xmlns:a16="http://schemas.microsoft.com/office/drawing/2014/main" id="{801D389E-4818-45AF-AC46-2BF1803A26B6}"/>
              </a:ext>
            </a:extLst>
          </p:cNvPr>
          <p:cNvSpPr>
            <a:spLocks xmlns:a="http://schemas.openxmlformats.org/drawingml/2006/main" noGrp="1"/>
          </p:cNvSpPr>
          <p:nvPr/>
        </p:nvSpPr>
        <p:spPr>
          <a:xfrm xmlns:a="http://schemas.openxmlformats.org/drawingml/2006/main">
            <a:off x="2857500" y="1714500"/>
            <a:ext cx="76200" cy="1095375"/>
          </a:xfrm>
          <a:prstGeom xmlns:a="http://schemas.openxmlformats.org/drawingml/2006/main" prst="roundRect">
            <a:avLst>
              <a:gd name="adj" fmla="val 50000"/>
            </a:avLst>
          </a:prstGeom>
          <a:solidFill xmlns:a="http://schemas.openxmlformats.org/drawingml/2006/main">
            <a:srgbClr val="F2B54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4C2DC9-34CC-47A9-8BCE-C7A90BB6F386}"/>
              </a:ext>
            </a:extLst>
          </p:cNvPr>
          <p:cNvSpPr>
            <a:spLocks xmlns:a="http://schemas.openxmlformats.org/drawingml/2006/main" noGrp="1"/>
          </p:cNvSpPr>
          <p:nvPr/>
        </p:nvSpPr>
        <p:spPr>
          <a:xfrm xmlns:a="http://schemas.openxmlformats.org/drawingml/2006/main">
            <a:off x="306705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2B544"/>
                </a:solidFill>
                <a:latin typeface="Aptos"/>
                <a:ea typeface="Aptos"/>
                <a:cs typeface="Aptos"/>
              </a:defRPr>
            </a:defPPr>
            <a:lvl1pPr algn="l">
              <a:defRPr sz="1500" b="1">
                <a:solidFill>
                  <a:srgbClr val="F2B544"/>
                </a:solidFill>
                <a:latin typeface="Aptos"/>
                <a:ea typeface="Aptos"/>
                <a:cs typeface="Aptos"/>
              </a:defRPr>
            </a:lvl1pPr>
            <a:lvl2pPr algn="l">
              <a:defRPr sz="1500" b="1">
                <a:solidFill>
                  <a:srgbClr val="F2B544"/>
                </a:solidFill>
                <a:latin typeface="Aptos"/>
                <a:ea typeface="Aptos"/>
                <a:cs typeface="Aptos"/>
              </a:defRPr>
            </a:lvl2pPr>
            <a:lvl3pPr algn="l">
              <a:defRPr sz="1500" b="1">
                <a:solidFill>
                  <a:srgbClr val="F2B544"/>
                </a:solidFill>
                <a:latin typeface="Aptos"/>
                <a:ea typeface="Aptos"/>
                <a:cs typeface="Aptos"/>
              </a:defRPr>
            </a:lvl3pPr>
            <a:lvl4pPr algn="l">
              <a:defRPr sz="1500" b="1">
                <a:solidFill>
                  <a:srgbClr val="F2B544"/>
                </a:solidFill>
                <a:latin typeface="Aptos"/>
                <a:ea typeface="Aptos"/>
                <a:cs typeface="Aptos"/>
              </a:defRPr>
            </a:lvl4pPr>
            <a:lvl5pPr algn="l">
              <a:defRPr sz="1500" b="1">
                <a:solidFill>
                  <a:srgbClr val="F2B544"/>
                </a:solidFill>
                <a:latin typeface="Aptos"/>
                <a:ea typeface="Aptos"/>
                <a:cs typeface="Aptos"/>
              </a:defRPr>
            </a:lvl5pPr>
            <a:lvl6pPr algn="l">
              <a:defRPr sz="1500" b="1">
                <a:solidFill>
                  <a:srgbClr val="F2B544"/>
                </a:solidFill>
                <a:latin typeface="Aptos"/>
                <a:ea typeface="Aptos"/>
                <a:cs typeface="Aptos"/>
              </a:defRPr>
            </a:lvl6pPr>
            <a:lvl7pPr algn="l">
              <a:defRPr sz="1500" b="1">
                <a:solidFill>
                  <a:srgbClr val="F2B544"/>
                </a:solidFill>
                <a:latin typeface="Aptos"/>
                <a:ea typeface="Aptos"/>
                <a:cs typeface="Aptos"/>
              </a:defRPr>
            </a:lvl7pPr>
            <a:lvl8pPr algn="l">
              <a:defRPr sz="1500" b="1">
                <a:solidFill>
                  <a:srgbClr val="F2B544"/>
                </a:solidFill>
                <a:latin typeface="Aptos"/>
                <a:ea typeface="Aptos"/>
                <a:cs typeface="Aptos"/>
              </a:defRPr>
            </a:lvl8pPr>
            <a:lvl9pPr algn="l">
              <a:defRPr sz="1500" b="1">
                <a:solidFill>
                  <a:srgbClr val="F2B544"/>
                </a:solidFill>
                <a:latin typeface="Aptos"/>
                <a:ea typeface="Aptos"/>
                <a:cs typeface="Aptos"/>
              </a:defRPr>
            </a:lvl9pPr>
          </a:lstStyle>
          <a:p xmlns:a="http://schemas.openxmlformats.org/drawingml/2006/main">
            <a:pPr algn="l">
              <a:defRPr sz="1500" b="1">
                <a:solidFill>
                  <a:srgbClr val="F2B544"/>
                </a:solidFill>
                <a:latin typeface="Aptos"/>
                <a:ea typeface="Aptos"/>
                <a:cs typeface="Aptos"/>
              </a:defRPr>
            </a:pPr>
            <a:r>
              <a:rPr sz="1500" b="1">
                <a:solidFill>
                  <a:srgbClr val="F2B544"/>
                </a:solidFill>
                <a:latin typeface="Aptos"/>
                <a:ea typeface="Aptos"/>
                <a:cs typeface="Aptos"/>
              </a:rPr>
              <a:t>QR</a:t>
            </a:r>
          </a:p>
        </p:txBody>
      </p:sp>
      <p:sp>
        <p:nvSpPr>
          <p:cNvPr id="17" name="">
            <a:extLst xmlns:a="http://schemas.openxmlformats.org/drawingml/2006/main">
              <a:ext uri="{FF2B5EF4-FFF2-40B4-BE49-F238E27FC236}">
                <a16:creationId xmlns:a16="http://schemas.microsoft.com/office/drawing/2014/main" id="{EDD32593-4FAC-4413-9E2D-46CC80960C95}"/>
              </a:ext>
            </a:extLst>
          </p:cNvPr>
          <p:cNvSpPr>
            <a:spLocks xmlns:a="http://schemas.openxmlformats.org/drawingml/2006/main" noGrp="1"/>
          </p:cNvSpPr>
          <p:nvPr/>
        </p:nvSpPr>
        <p:spPr>
          <a:xfrm xmlns:a="http://schemas.openxmlformats.org/drawingml/2006/main">
            <a:off x="306705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vence en 1 min</a:t>
            </a:r>
          </a:p>
        </p:txBody>
      </p:sp>
      <p:sp>
        <p:nvSpPr>
          <p:cNvPr id="18" name="">
            <a:extLst xmlns:a="http://schemas.openxmlformats.org/drawingml/2006/main">
              <a:ext uri="{FF2B5EF4-FFF2-40B4-BE49-F238E27FC236}">
                <a16:creationId xmlns:a16="http://schemas.microsoft.com/office/drawing/2014/main" id="{04EA88CB-1072-41C6-AEA5-0523C19DB9C8}"/>
              </a:ext>
            </a:extLst>
          </p:cNvPr>
          <p:cNvSpPr>
            <a:spLocks xmlns:a="http://schemas.openxmlformats.org/drawingml/2006/main" noGrp="1"/>
          </p:cNvSpPr>
          <p:nvPr/>
        </p:nvSpPr>
        <p:spPr>
          <a:xfrm xmlns:a="http://schemas.openxmlformats.org/drawingml/2006/main">
            <a:off x="48291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B94F0A-379F-4F08-BA5B-16AEB1BD41DB}"/>
              </a:ext>
            </a:extLst>
          </p:cNvPr>
          <p:cNvSpPr>
            <a:spLocks xmlns:a="http://schemas.openxmlformats.org/drawingml/2006/main" noGrp="1"/>
          </p:cNvSpPr>
          <p:nvPr/>
        </p:nvSpPr>
        <p:spPr>
          <a:xfrm xmlns:a="http://schemas.openxmlformats.org/drawingml/2006/main">
            <a:off x="51625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0" name="">
            <a:extLst xmlns:a="http://schemas.openxmlformats.org/drawingml/2006/main">
              <a:ext uri="{FF2B5EF4-FFF2-40B4-BE49-F238E27FC236}">
                <a16:creationId xmlns:a16="http://schemas.microsoft.com/office/drawing/2014/main" id="{2AA76BC4-6110-4C13-B78B-02D5E0DF0814}"/>
              </a:ext>
            </a:extLst>
          </p:cNvPr>
          <p:cNvSpPr>
            <a:spLocks xmlns:a="http://schemas.openxmlformats.org/drawingml/2006/main" noGrp="1"/>
          </p:cNvSpPr>
          <p:nvPr/>
        </p:nvSpPr>
        <p:spPr>
          <a:xfrm xmlns:a="http://schemas.openxmlformats.org/drawingml/2006/main">
            <a:off x="5162550" y="1714500"/>
            <a:ext cx="76200" cy="1095375"/>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6C0C99-EBD4-4E24-8F62-122E012A360F}"/>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547E661-048B-4231-B3B9-1E147E98810E}"/>
              </a:ext>
            </a:extLst>
          </p:cNvPr>
          <p:cNvSpPr>
            <a:spLocks xmlns:a="http://schemas.openxmlformats.org/drawingml/2006/main" noGrp="1"/>
          </p:cNvSpPr>
          <p:nvPr/>
        </p:nvSpPr>
        <p:spPr>
          <a:xfrm xmlns:a="http://schemas.openxmlformats.org/drawingml/2006/main">
            <a:off x="530542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B082DF1D-46D6-4AE6-8B2C-77964EC1D699}"/>
              </a:ext>
            </a:extLst>
          </p:cNvPr>
          <p:cNvSpPr>
            <a:spLocks xmlns:a="http://schemas.openxmlformats.org/drawingml/2006/main" noGrp="1"/>
          </p:cNvSpPr>
          <p:nvPr/>
        </p:nvSpPr>
        <p:spPr>
          <a:xfrm xmlns:a="http://schemas.openxmlformats.org/drawingml/2006/main">
            <a:off x="565785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2B8A8"/>
                </a:solidFill>
                <a:latin typeface="Aptos"/>
                <a:ea typeface="Aptos"/>
                <a:cs typeface="Aptos"/>
              </a:defRPr>
            </a:defPPr>
            <a:lvl1pPr algn="l">
              <a:defRPr sz="1425" b="1">
                <a:solidFill>
                  <a:srgbClr val="22B8A8"/>
                </a:solidFill>
                <a:latin typeface="Aptos"/>
                <a:ea typeface="Aptos"/>
                <a:cs typeface="Aptos"/>
              </a:defRPr>
            </a:lvl1pPr>
            <a:lvl2pPr algn="l">
              <a:defRPr sz="1425" b="1">
                <a:solidFill>
                  <a:srgbClr val="22B8A8"/>
                </a:solidFill>
                <a:latin typeface="Aptos"/>
                <a:ea typeface="Aptos"/>
                <a:cs typeface="Aptos"/>
              </a:defRPr>
            </a:lvl2pPr>
            <a:lvl3pPr algn="l">
              <a:defRPr sz="1425" b="1">
                <a:solidFill>
                  <a:srgbClr val="22B8A8"/>
                </a:solidFill>
                <a:latin typeface="Aptos"/>
                <a:ea typeface="Aptos"/>
                <a:cs typeface="Aptos"/>
              </a:defRPr>
            </a:lvl3pPr>
            <a:lvl4pPr algn="l">
              <a:defRPr sz="1425" b="1">
                <a:solidFill>
                  <a:srgbClr val="22B8A8"/>
                </a:solidFill>
                <a:latin typeface="Aptos"/>
                <a:ea typeface="Aptos"/>
                <a:cs typeface="Aptos"/>
              </a:defRPr>
            </a:lvl4pPr>
            <a:lvl5pPr algn="l">
              <a:defRPr sz="1425" b="1">
                <a:solidFill>
                  <a:srgbClr val="22B8A8"/>
                </a:solidFill>
                <a:latin typeface="Aptos"/>
                <a:ea typeface="Aptos"/>
                <a:cs typeface="Aptos"/>
              </a:defRPr>
            </a:lvl5pPr>
            <a:lvl6pPr algn="l">
              <a:defRPr sz="1425" b="1">
                <a:solidFill>
                  <a:srgbClr val="22B8A8"/>
                </a:solidFill>
                <a:latin typeface="Aptos"/>
                <a:ea typeface="Aptos"/>
                <a:cs typeface="Aptos"/>
              </a:defRPr>
            </a:lvl6pPr>
            <a:lvl7pPr algn="l">
              <a:defRPr sz="1425" b="1">
                <a:solidFill>
                  <a:srgbClr val="22B8A8"/>
                </a:solidFill>
                <a:latin typeface="Aptos"/>
                <a:ea typeface="Aptos"/>
                <a:cs typeface="Aptos"/>
              </a:defRPr>
            </a:lvl7pPr>
            <a:lvl8pPr algn="l">
              <a:defRPr sz="1425" b="1">
                <a:solidFill>
                  <a:srgbClr val="22B8A8"/>
                </a:solidFill>
                <a:latin typeface="Aptos"/>
                <a:ea typeface="Aptos"/>
                <a:cs typeface="Aptos"/>
              </a:defRPr>
            </a:lvl8pPr>
            <a:lvl9pPr algn="l">
              <a:defRPr sz="1425" b="1">
                <a:solidFill>
                  <a:srgbClr val="22B8A8"/>
                </a:solidFill>
                <a:latin typeface="Aptos"/>
                <a:ea typeface="Aptos"/>
                <a:cs typeface="Aptos"/>
              </a:defRPr>
            </a:lvl9pPr>
          </a:lstStyle>
          <a:p xmlns:a="http://schemas.openxmlformats.org/drawingml/2006/main">
            <a:pPr algn="l">
              <a:defRPr sz="1425" b="1">
                <a:solidFill>
                  <a:srgbClr val="22B8A8"/>
                </a:solidFill>
                <a:latin typeface="Aptos"/>
                <a:ea typeface="Aptos"/>
                <a:cs typeface="Aptos"/>
              </a:defRPr>
            </a:pPr>
            <a:r>
              <a:rPr sz="1425" b="1">
                <a:solidFill>
                  <a:srgbClr val="22B8A8"/>
                </a:solidFill>
                <a:latin typeface="Aptos"/>
                <a:ea typeface="Aptos"/>
                <a:cs typeface="Aptos"/>
              </a:rPr>
              <a:t>Alumno</a:t>
            </a:r>
          </a:p>
        </p:txBody>
      </p:sp>
      <p:sp>
        <p:nvSpPr>
          <p:cNvPr id="24" name="">
            <a:extLst xmlns:a="http://schemas.openxmlformats.org/drawingml/2006/main">
              <a:ext uri="{FF2B5EF4-FFF2-40B4-BE49-F238E27FC236}">
                <a16:creationId xmlns:a16="http://schemas.microsoft.com/office/drawing/2014/main" id="{BBECDC5F-27BD-44B4-8403-C6A3C924682C}"/>
              </a:ext>
            </a:extLst>
          </p:cNvPr>
          <p:cNvSpPr>
            <a:spLocks xmlns:a="http://schemas.openxmlformats.org/drawingml/2006/main" noGrp="1"/>
          </p:cNvSpPr>
          <p:nvPr/>
        </p:nvSpPr>
        <p:spPr>
          <a:xfrm xmlns:a="http://schemas.openxmlformats.org/drawingml/2006/main">
            <a:off x="537210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firma desafío</a:t>
            </a:r>
          </a:p>
        </p:txBody>
      </p:sp>
      <p:sp>
        <p:nvSpPr>
          <p:cNvPr id="25" name="">
            <a:extLst xmlns:a="http://schemas.openxmlformats.org/drawingml/2006/main">
              <a:ext uri="{FF2B5EF4-FFF2-40B4-BE49-F238E27FC236}">
                <a16:creationId xmlns:a16="http://schemas.microsoft.com/office/drawing/2014/main" id="{4B709AD0-925C-4126-849C-73E8A730A8FC}"/>
              </a:ext>
            </a:extLst>
          </p:cNvPr>
          <p:cNvSpPr>
            <a:spLocks xmlns:a="http://schemas.openxmlformats.org/drawingml/2006/main" noGrp="1"/>
          </p:cNvSpPr>
          <p:nvPr/>
        </p:nvSpPr>
        <p:spPr>
          <a:xfrm xmlns:a="http://schemas.openxmlformats.org/drawingml/2006/main">
            <a:off x="6085332" y="1364742"/>
            <a:ext cx="97536" cy="9753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75D535-8C4A-412F-A707-0006771DFA1B}"/>
              </a:ext>
            </a:extLst>
          </p:cNvPr>
          <p:cNvSpPr>
            <a:spLocks xmlns:a="http://schemas.openxmlformats.org/drawingml/2006/main" noGrp="1"/>
          </p:cNvSpPr>
          <p:nvPr/>
        </p:nvSpPr>
        <p:spPr>
          <a:xfrm xmlns:a="http://schemas.openxmlformats.org/drawingml/2006/main">
            <a:off x="6021324" y="1480566"/>
            <a:ext cx="225552" cy="158496"/>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C67693C-CEDF-4C9D-BE79-75705FD924B4}"/>
              </a:ext>
            </a:extLst>
          </p:cNvPr>
          <p:cNvSpPr>
            <a:spLocks xmlns:a="http://schemas.openxmlformats.org/drawingml/2006/main" noGrp="1"/>
          </p:cNvSpPr>
          <p:nvPr/>
        </p:nvSpPr>
        <p:spPr>
          <a:xfrm xmlns:a="http://schemas.openxmlformats.org/drawingml/2006/main">
            <a:off x="713422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7B05-42EC-4942-A01C-88165B727961}"/>
              </a:ext>
            </a:extLst>
          </p:cNvPr>
          <p:cNvSpPr>
            <a:spLocks xmlns:a="http://schemas.openxmlformats.org/drawingml/2006/main" noGrp="1"/>
          </p:cNvSpPr>
          <p:nvPr/>
        </p:nvSpPr>
        <p:spPr>
          <a:xfrm xmlns:a="http://schemas.openxmlformats.org/drawingml/2006/main">
            <a:off x="746760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29" name="">
            <a:extLst xmlns:a="http://schemas.openxmlformats.org/drawingml/2006/main">
              <a:ext uri="{FF2B5EF4-FFF2-40B4-BE49-F238E27FC236}">
                <a16:creationId xmlns:a16="http://schemas.microsoft.com/office/drawing/2014/main" id="{D6C9B537-DB73-4D08-B186-C20A9C720952}"/>
              </a:ext>
            </a:extLst>
          </p:cNvPr>
          <p:cNvSpPr>
            <a:spLocks xmlns:a="http://schemas.openxmlformats.org/drawingml/2006/main" noGrp="1"/>
          </p:cNvSpPr>
          <p:nvPr/>
        </p:nvSpPr>
        <p:spPr>
          <a:xfrm xmlns:a="http://schemas.openxmlformats.org/drawingml/2006/main">
            <a:off x="7467600" y="1714500"/>
            <a:ext cx="76200" cy="1095375"/>
          </a:xfrm>
          <a:prstGeom xmlns:a="http://schemas.openxmlformats.org/drawingml/2006/main" prst="roundRect">
            <a:avLst>
              <a:gd name="adj" fmla="val 50000"/>
            </a:avLst>
          </a:prstGeom>
          <a:solidFill xmlns:a="http://schemas.openxmlformats.org/drawingml/2006/main">
            <a:srgbClr val="2383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DC9B76-4CFA-4E7D-B6FB-C5A736424C65}"/>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37CD80B-0020-441F-BC05-CB0FE8907720}"/>
              </a:ext>
            </a:extLst>
          </p:cNvPr>
          <p:cNvSpPr>
            <a:spLocks xmlns:a="http://schemas.openxmlformats.org/drawingml/2006/main" noGrp="1"/>
          </p:cNvSpPr>
          <p:nvPr/>
        </p:nvSpPr>
        <p:spPr>
          <a:xfrm xmlns:a="http://schemas.openxmlformats.org/drawingml/2006/main">
            <a:off x="7610475" y="18383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AC5E4FF-F15F-4072-8F35-6FFD96338F6D}"/>
              </a:ext>
            </a:extLst>
          </p:cNvPr>
          <p:cNvSpPr>
            <a:spLocks xmlns:a="http://schemas.openxmlformats.org/drawingml/2006/main" noGrp="1"/>
          </p:cNvSpPr>
          <p:nvPr/>
        </p:nvSpPr>
        <p:spPr>
          <a:xfrm xmlns:a="http://schemas.openxmlformats.org/drawingml/2006/main">
            <a:off x="7962900" y="182880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23836E"/>
                </a:solidFill>
                <a:latin typeface="Aptos"/>
                <a:ea typeface="Aptos"/>
                <a:cs typeface="Aptos"/>
              </a:defRPr>
            </a:defPPr>
            <a:lvl1pPr algn="l">
              <a:defRPr sz="1425" b="1">
                <a:solidFill>
                  <a:srgbClr val="23836E"/>
                </a:solidFill>
                <a:latin typeface="Aptos"/>
                <a:ea typeface="Aptos"/>
                <a:cs typeface="Aptos"/>
              </a:defRPr>
            </a:lvl1pPr>
            <a:lvl2pPr algn="l">
              <a:defRPr sz="1425" b="1">
                <a:solidFill>
                  <a:srgbClr val="23836E"/>
                </a:solidFill>
                <a:latin typeface="Aptos"/>
                <a:ea typeface="Aptos"/>
                <a:cs typeface="Aptos"/>
              </a:defRPr>
            </a:lvl2pPr>
            <a:lvl3pPr algn="l">
              <a:defRPr sz="1425" b="1">
                <a:solidFill>
                  <a:srgbClr val="23836E"/>
                </a:solidFill>
                <a:latin typeface="Aptos"/>
                <a:ea typeface="Aptos"/>
                <a:cs typeface="Aptos"/>
              </a:defRPr>
            </a:lvl3pPr>
            <a:lvl4pPr algn="l">
              <a:defRPr sz="1425" b="1">
                <a:solidFill>
                  <a:srgbClr val="23836E"/>
                </a:solidFill>
                <a:latin typeface="Aptos"/>
                <a:ea typeface="Aptos"/>
                <a:cs typeface="Aptos"/>
              </a:defRPr>
            </a:lvl4pPr>
            <a:lvl5pPr algn="l">
              <a:defRPr sz="1425" b="1">
                <a:solidFill>
                  <a:srgbClr val="23836E"/>
                </a:solidFill>
                <a:latin typeface="Aptos"/>
                <a:ea typeface="Aptos"/>
                <a:cs typeface="Aptos"/>
              </a:defRPr>
            </a:lvl5pPr>
            <a:lvl6pPr algn="l">
              <a:defRPr sz="1425" b="1">
                <a:solidFill>
                  <a:srgbClr val="23836E"/>
                </a:solidFill>
                <a:latin typeface="Aptos"/>
                <a:ea typeface="Aptos"/>
                <a:cs typeface="Aptos"/>
              </a:defRPr>
            </a:lvl6pPr>
            <a:lvl7pPr algn="l">
              <a:defRPr sz="1425" b="1">
                <a:solidFill>
                  <a:srgbClr val="23836E"/>
                </a:solidFill>
                <a:latin typeface="Aptos"/>
                <a:ea typeface="Aptos"/>
                <a:cs typeface="Aptos"/>
              </a:defRPr>
            </a:lvl7pPr>
            <a:lvl8pPr algn="l">
              <a:defRPr sz="1425" b="1">
                <a:solidFill>
                  <a:srgbClr val="23836E"/>
                </a:solidFill>
                <a:latin typeface="Aptos"/>
                <a:ea typeface="Aptos"/>
                <a:cs typeface="Aptos"/>
              </a:defRPr>
            </a:lvl8pPr>
            <a:lvl9pPr algn="l">
              <a:defRPr sz="1425" b="1">
                <a:solidFill>
                  <a:srgbClr val="23836E"/>
                </a:solidFill>
                <a:latin typeface="Aptos"/>
                <a:ea typeface="Aptos"/>
                <a:cs typeface="Aptos"/>
              </a:defRPr>
            </a:lvl9pPr>
          </a:lstStyle>
          <a:p xmlns:a="http://schemas.openxmlformats.org/drawingml/2006/main">
            <a:pPr algn="l">
              <a:defRPr sz="1425" b="1">
                <a:solidFill>
                  <a:srgbClr val="23836E"/>
                </a:solidFill>
                <a:latin typeface="Aptos"/>
                <a:ea typeface="Aptos"/>
                <a:cs typeface="Aptos"/>
              </a:defRPr>
            </a:pPr>
            <a:r>
              <a:rPr sz="1425" b="1">
                <a:solidFill>
                  <a:srgbClr val="23836E"/>
                </a:solidFill>
                <a:latin typeface="Aptos"/>
                <a:ea typeface="Aptos"/>
                <a:cs typeface="Aptos"/>
              </a:rPr>
              <a:t>API</a:t>
            </a:r>
          </a:p>
        </p:txBody>
      </p:sp>
      <p:sp>
        <p:nvSpPr>
          <p:cNvPr id="33" name="">
            <a:extLst xmlns:a="http://schemas.openxmlformats.org/drawingml/2006/main">
              <a:ext uri="{FF2B5EF4-FFF2-40B4-BE49-F238E27FC236}">
                <a16:creationId xmlns:a16="http://schemas.microsoft.com/office/drawing/2014/main" id="{70293319-EE73-4EC2-9517-F7F65617F126}"/>
              </a:ext>
            </a:extLst>
          </p:cNvPr>
          <p:cNvSpPr>
            <a:spLocks xmlns:a="http://schemas.openxmlformats.org/drawingml/2006/main" noGrp="1"/>
          </p:cNvSpPr>
          <p:nvPr/>
        </p:nvSpPr>
        <p:spPr>
          <a:xfrm xmlns:a="http://schemas.openxmlformats.org/drawingml/2006/main">
            <a:off x="7677150" y="2190750"/>
            <a:ext cx="1552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valida + registra</a:t>
            </a:r>
          </a:p>
        </p:txBody>
      </p:sp>
      <p:sp>
        <p:nvSpPr>
          <p:cNvPr id="34" name="">
            <a:extLst xmlns:a="http://schemas.openxmlformats.org/drawingml/2006/main">
              <a:ext uri="{FF2B5EF4-FFF2-40B4-BE49-F238E27FC236}">
                <a16:creationId xmlns:a16="http://schemas.microsoft.com/office/drawing/2014/main" id="{7B7F3BA5-C5C6-4CFA-9490-90EFA34C6C82}"/>
              </a:ext>
            </a:extLst>
          </p:cNvPr>
          <p:cNvSpPr>
            <a:spLocks xmlns:a="http://schemas.openxmlformats.org/drawingml/2006/main" noGrp="1"/>
          </p:cNvSpPr>
          <p:nvPr/>
        </p:nvSpPr>
        <p:spPr>
          <a:xfrm xmlns:a="http://schemas.openxmlformats.org/drawingml/2006/main">
            <a:off x="9439275" y="2124075"/>
            <a:ext cx="295275" cy="247650"/>
          </a:xfrm>
          <a:prstGeom xmlns:a="http://schemas.openxmlformats.org/drawingml/2006/main" prst="rightArrow">
            <a:avLst/>
          </a:prstGeom>
          <a:solidFill xmlns:a="http://schemas.openxmlformats.org/drawingml/2006/main">
            <a:srgbClr val="22B8A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B9651E3-7A3A-4D42-BC14-C154A1FBA77E}"/>
              </a:ext>
            </a:extLst>
          </p:cNvPr>
          <p:cNvSpPr>
            <a:spLocks xmlns:a="http://schemas.openxmlformats.org/drawingml/2006/main" noGrp="1"/>
          </p:cNvSpPr>
          <p:nvPr/>
        </p:nvSpPr>
        <p:spPr>
          <a:xfrm xmlns:a="http://schemas.openxmlformats.org/drawingml/2006/main">
            <a:off x="9772650" y="1714500"/>
            <a:ext cx="1952625" cy="1095375"/>
          </a:xfrm>
          <a:prstGeom xmlns:a="http://schemas.openxmlformats.org/drawingml/2006/main" prst="roundRect">
            <a:avLst>
              <a:gd name="adj" fmla="val 6957"/>
            </a:avLst>
          </a:prstGeom>
          <a:solidFill xmlns:a="http://schemas.openxmlformats.org/drawingml/2006/main">
            <a:srgbClr val="FFFFFF"/>
          </a:solidFill>
          <a:ln xmlns:a="http://schemas.openxmlformats.org/drawingml/2006/main" w="9525">
            <a:solidFill>
              <a:srgbClr val="DCE3ED"/>
            </a:solidFill>
            <a:prstDash val="solid"/>
          </a:ln>
        </p:spPr>
      </p:sp>
      <p:sp>
        <p:nvSpPr>
          <p:cNvPr id="36" name="">
            <a:extLst xmlns:a="http://schemas.openxmlformats.org/drawingml/2006/main">
              <a:ext uri="{FF2B5EF4-FFF2-40B4-BE49-F238E27FC236}">
                <a16:creationId xmlns:a16="http://schemas.microsoft.com/office/drawing/2014/main" id="{DD548F21-C7B3-4145-8A47-618CF34EAAB5}"/>
              </a:ext>
            </a:extLst>
          </p:cNvPr>
          <p:cNvSpPr>
            <a:spLocks xmlns:a="http://schemas.openxmlformats.org/drawingml/2006/main" noGrp="1"/>
          </p:cNvSpPr>
          <p:nvPr/>
        </p:nvSpPr>
        <p:spPr>
          <a:xfrm xmlns:a="http://schemas.openxmlformats.org/drawingml/2006/main">
            <a:off x="9772650" y="1714500"/>
            <a:ext cx="76200" cy="1095375"/>
          </a:xfrm>
          <a:prstGeom xmlns:a="http://schemas.openxmlformats.org/drawingml/2006/main" prst="roundRect">
            <a:avLst>
              <a:gd name="adj" fmla="val 50000"/>
            </a:avLst>
          </a:prstGeom>
          <a:solidFill xmlns:a="http://schemas.openxmlformats.org/drawingml/2006/main">
            <a:srgbClr val="17255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4D9DB6DB-50FD-49E5-82F2-3E1088FE3154}"/>
              </a:ext>
            </a:extLst>
          </p:cNvPr>
          <p:cNvSpPr>
            <a:spLocks xmlns:a="http://schemas.openxmlformats.org/drawingml/2006/main" noGrp="1"/>
          </p:cNvSpPr>
          <p:nvPr/>
        </p:nvSpPr>
        <p:spPr>
          <a:xfrm xmlns:a="http://schemas.openxmlformats.org/drawingml/2006/main">
            <a:off x="9982200" y="18478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72554"/>
                </a:solidFill>
                <a:latin typeface="Aptos"/>
                <a:ea typeface="Aptos"/>
                <a:cs typeface="Aptos"/>
              </a:defRPr>
            </a:defPPr>
            <a:lvl1pPr algn="l">
              <a:defRPr sz="1500" b="1">
                <a:solidFill>
                  <a:srgbClr val="172554"/>
                </a:solidFill>
                <a:latin typeface="Aptos"/>
                <a:ea typeface="Aptos"/>
                <a:cs typeface="Aptos"/>
              </a:defRPr>
            </a:lvl1pPr>
            <a:lvl2pPr algn="l">
              <a:defRPr sz="1500" b="1">
                <a:solidFill>
                  <a:srgbClr val="172554"/>
                </a:solidFill>
                <a:latin typeface="Aptos"/>
                <a:ea typeface="Aptos"/>
                <a:cs typeface="Aptos"/>
              </a:defRPr>
            </a:lvl2pPr>
            <a:lvl3pPr algn="l">
              <a:defRPr sz="1500" b="1">
                <a:solidFill>
                  <a:srgbClr val="172554"/>
                </a:solidFill>
                <a:latin typeface="Aptos"/>
                <a:ea typeface="Aptos"/>
                <a:cs typeface="Aptos"/>
              </a:defRPr>
            </a:lvl3pPr>
            <a:lvl4pPr algn="l">
              <a:defRPr sz="1500" b="1">
                <a:solidFill>
                  <a:srgbClr val="172554"/>
                </a:solidFill>
                <a:latin typeface="Aptos"/>
                <a:ea typeface="Aptos"/>
                <a:cs typeface="Aptos"/>
              </a:defRPr>
            </a:lvl4pPr>
            <a:lvl5pPr algn="l">
              <a:defRPr sz="1500" b="1">
                <a:solidFill>
                  <a:srgbClr val="172554"/>
                </a:solidFill>
                <a:latin typeface="Aptos"/>
                <a:ea typeface="Aptos"/>
                <a:cs typeface="Aptos"/>
              </a:defRPr>
            </a:lvl5pPr>
            <a:lvl6pPr algn="l">
              <a:defRPr sz="1500" b="1">
                <a:solidFill>
                  <a:srgbClr val="172554"/>
                </a:solidFill>
                <a:latin typeface="Aptos"/>
                <a:ea typeface="Aptos"/>
                <a:cs typeface="Aptos"/>
              </a:defRPr>
            </a:lvl6pPr>
            <a:lvl7pPr algn="l">
              <a:defRPr sz="1500" b="1">
                <a:solidFill>
                  <a:srgbClr val="172554"/>
                </a:solidFill>
                <a:latin typeface="Aptos"/>
                <a:ea typeface="Aptos"/>
                <a:cs typeface="Aptos"/>
              </a:defRPr>
            </a:lvl7pPr>
            <a:lvl8pPr algn="l">
              <a:defRPr sz="1500" b="1">
                <a:solidFill>
                  <a:srgbClr val="172554"/>
                </a:solidFill>
                <a:latin typeface="Aptos"/>
                <a:ea typeface="Aptos"/>
                <a:cs typeface="Aptos"/>
              </a:defRPr>
            </a:lvl8pPr>
            <a:lvl9pPr algn="l">
              <a:defRPr sz="1500" b="1">
                <a:solidFill>
                  <a:srgbClr val="172554"/>
                </a:solidFill>
                <a:latin typeface="Aptos"/>
                <a:ea typeface="Aptos"/>
                <a:cs typeface="Aptos"/>
              </a:defRPr>
            </a:lvl9pPr>
          </a:lstStyle>
          <a:p xmlns:a="http://schemas.openxmlformats.org/drawingml/2006/main">
            <a:pPr algn="l">
              <a:defRPr sz="1500" b="1">
                <a:solidFill>
                  <a:srgbClr val="172554"/>
                </a:solidFill>
                <a:latin typeface="Aptos"/>
                <a:ea typeface="Aptos"/>
                <a:cs typeface="Aptos"/>
              </a:defRPr>
            </a:pPr>
            <a:r>
              <a:rPr sz="1500" b="1">
                <a:solidFill>
                  <a:srgbClr val="172554"/>
                </a:solidFill>
                <a:latin typeface="Aptos"/>
                <a:ea typeface="Aptos"/>
                <a:cs typeface="Aptos"/>
              </a:rPr>
              <a:t>CSV</a:t>
            </a:r>
          </a:p>
        </p:txBody>
      </p:sp>
      <p:sp>
        <p:nvSpPr>
          <p:cNvPr id="38" name="">
            <a:extLst xmlns:a="http://schemas.openxmlformats.org/drawingml/2006/main">
              <a:ext uri="{FF2B5EF4-FFF2-40B4-BE49-F238E27FC236}">
                <a16:creationId xmlns:a16="http://schemas.microsoft.com/office/drawing/2014/main" id="{2D67642C-141D-498C-9476-98EF15DCD37D}"/>
              </a:ext>
            </a:extLst>
          </p:cNvPr>
          <p:cNvSpPr>
            <a:spLocks xmlns:a="http://schemas.openxmlformats.org/drawingml/2006/main" noGrp="1"/>
          </p:cNvSpPr>
          <p:nvPr/>
        </p:nvSpPr>
        <p:spPr>
          <a:xfrm xmlns:a="http://schemas.openxmlformats.org/drawingml/2006/main">
            <a:off x="9982200" y="2171700"/>
            <a:ext cx="15906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125" b="0">
                <a:solidFill>
                  <a:srgbClr val="536276"/>
                </a:solidFill>
                <a:latin typeface="Aptos"/>
                <a:ea typeface="Aptos"/>
                <a:cs typeface="Aptos"/>
              </a:defRPr>
            </a:defPPr>
            <a:lvl1pPr algn="l">
              <a:defRPr sz="1125" b="0">
                <a:solidFill>
                  <a:srgbClr val="536276"/>
                </a:solidFill>
                <a:latin typeface="Aptos"/>
                <a:ea typeface="Aptos"/>
                <a:cs typeface="Aptos"/>
              </a:defRPr>
            </a:lvl1pPr>
            <a:lvl2pPr algn="l">
              <a:defRPr sz="1125" b="0">
                <a:solidFill>
                  <a:srgbClr val="536276"/>
                </a:solidFill>
                <a:latin typeface="Aptos"/>
                <a:ea typeface="Aptos"/>
                <a:cs typeface="Aptos"/>
              </a:defRPr>
            </a:lvl2pPr>
            <a:lvl3pPr algn="l">
              <a:defRPr sz="1125" b="0">
                <a:solidFill>
                  <a:srgbClr val="536276"/>
                </a:solidFill>
                <a:latin typeface="Aptos"/>
                <a:ea typeface="Aptos"/>
                <a:cs typeface="Aptos"/>
              </a:defRPr>
            </a:lvl3pPr>
            <a:lvl4pPr algn="l">
              <a:defRPr sz="1125" b="0">
                <a:solidFill>
                  <a:srgbClr val="536276"/>
                </a:solidFill>
                <a:latin typeface="Aptos"/>
                <a:ea typeface="Aptos"/>
                <a:cs typeface="Aptos"/>
              </a:defRPr>
            </a:lvl4pPr>
            <a:lvl5pPr algn="l">
              <a:defRPr sz="1125" b="0">
                <a:solidFill>
                  <a:srgbClr val="536276"/>
                </a:solidFill>
                <a:latin typeface="Aptos"/>
                <a:ea typeface="Aptos"/>
                <a:cs typeface="Aptos"/>
              </a:defRPr>
            </a:lvl5pPr>
            <a:lvl6pPr algn="l">
              <a:defRPr sz="1125" b="0">
                <a:solidFill>
                  <a:srgbClr val="536276"/>
                </a:solidFill>
                <a:latin typeface="Aptos"/>
                <a:ea typeface="Aptos"/>
                <a:cs typeface="Aptos"/>
              </a:defRPr>
            </a:lvl6pPr>
            <a:lvl7pPr algn="l">
              <a:defRPr sz="1125" b="0">
                <a:solidFill>
                  <a:srgbClr val="536276"/>
                </a:solidFill>
                <a:latin typeface="Aptos"/>
                <a:ea typeface="Aptos"/>
                <a:cs typeface="Aptos"/>
              </a:defRPr>
            </a:lvl7pPr>
            <a:lvl8pPr algn="l">
              <a:defRPr sz="1125" b="0">
                <a:solidFill>
                  <a:srgbClr val="536276"/>
                </a:solidFill>
                <a:latin typeface="Aptos"/>
                <a:ea typeface="Aptos"/>
                <a:cs typeface="Aptos"/>
              </a:defRPr>
            </a:lvl8pPr>
            <a:lvl9pPr algn="l">
              <a:defRPr sz="1125" b="0">
                <a:solidFill>
                  <a:srgbClr val="536276"/>
                </a:solidFill>
                <a:latin typeface="Aptos"/>
                <a:ea typeface="Aptos"/>
                <a:cs typeface="Aptos"/>
              </a:defRPr>
            </a:lvl9pPr>
          </a:lstStyle>
          <a:p xmlns:a="http://schemas.openxmlformats.org/drawingml/2006/main">
            <a:pPr algn="l">
              <a:defRPr sz="1125" b="0">
                <a:solidFill>
                  <a:srgbClr val="536276"/>
                </a:solidFill>
                <a:latin typeface="Aptos"/>
                <a:ea typeface="Aptos"/>
                <a:cs typeface="Aptos"/>
              </a:defRPr>
            </a:pPr>
            <a:r>
              <a:rPr sz="1125" b="0">
                <a:solidFill>
                  <a:srgbClr val="536276"/>
                </a:solidFill>
                <a:latin typeface="Aptos"/>
                <a:ea typeface="Aptos"/>
                <a:cs typeface="Aptos"/>
              </a:rPr>
              <a:t>actualiza P/A</a:t>
            </a:r>
          </a:p>
        </p:txBody>
      </p:sp>
      <p:sp>
        <p:nvSpPr>
          <p:cNvPr id="39" name="">
            <a:extLst xmlns:a="http://schemas.openxmlformats.org/drawingml/2006/main">
              <a:ext uri="{FF2B5EF4-FFF2-40B4-BE49-F238E27FC236}">
                <a16:creationId xmlns:a16="http://schemas.microsoft.com/office/drawing/2014/main" id="{12B24F31-2289-4A0D-AE3B-9BE52B1C3FB2}"/>
              </a:ext>
            </a:extLst>
          </p:cNvPr>
          <p:cNvSpPr>
            <a:spLocks xmlns:a="http://schemas.openxmlformats.org/drawingml/2006/main" noGrp="1"/>
          </p:cNvSpPr>
          <p:nvPr/>
        </p:nvSpPr>
        <p:spPr>
          <a:xfrm xmlns:a="http://schemas.openxmlformats.org/drawingml/2006/main">
            <a:off x="857250" y="3476625"/>
            <a:ext cx="6048375" cy="2143125"/>
          </a:xfrm>
          <a:prstGeom xmlns:a="http://schemas.openxmlformats.org/drawingml/2006/main" prst="roundRect">
            <a:avLst>
              <a:gd name="adj" fmla="val 3556"/>
            </a:avLst>
          </a:prstGeom>
          <a:solidFill xmlns:a="http://schemas.openxmlformats.org/drawingml/2006/main">
            <a:srgbClr val="0D1728"/>
          </a:solidFill>
          <a:ln xmlns:a="http://schemas.openxmlformats.org/drawingml/2006/main" w="11430">
            <a:solidFill>
              <a:srgbClr val="26354C"/>
            </a:solidFill>
            <a:prstDash val="solid"/>
          </a:ln>
        </p:spPr>
      </p:sp>
      <p:sp>
        <p:nvSpPr>
          <p:cNvPr id="40" name="">
            <a:extLst xmlns:a="http://schemas.openxmlformats.org/drawingml/2006/main">
              <a:ext uri="{FF2B5EF4-FFF2-40B4-BE49-F238E27FC236}">
                <a16:creationId xmlns:a16="http://schemas.microsoft.com/office/drawing/2014/main" id="{7D9DBB19-CD43-4443-8848-16F475D3DC27}"/>
              </a:ext>
            </a:extLst>
          </p:cNvPr>
          <p:cNvSpPr>
            <a:spLocks xmlns:a="http://schemas.openxmlformats.org/drawingml/2006/main" noGrp="1"/>
          </p:cNvSpPr>
          <p:nvPr/>
        </p:nvSpPr>
        <p:spPr>
          <a:xfrm xmlns:a="http://schemas.openxmlformats.org/drawingml/2006/main">
            <a:off x="857250" y="3476625"/>
            <a:ext cx="6048375" cy="400050"/>
          </a:xfrm>
          <a:prstGeom xmlns:a="http://schemas.openxmlformats.org/drawingml/2006/main" prst="roundRect">
            <a:avLst>
              <a:gd name="adj" fmla="val 19048"/>
            </a:avLst>
          </a:prstGeom>
          <a:solidFill xmlns:a="http://schemas.openxmlformats.org/drawingml/2006/main">
            <a:srgbClr val="1B294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544395B-7F1F-4EE1-B0CF-293D78645428}"/>
              </a:ext>
            </a:extLst>
          </p:cNvPr>
          <p:cNvSpPr>
            <a:spLocks xmlns:a="http://schemas.openxmlformats.org/drawingml/2006/main" noGrp="1"/>
          </p:cNvSpPr>
          <p:nvPr/>
        </p:nvSpPr>
        <p:spPr>
          <a:xfrm xmlns:a="http://schemas.openxmlformats.org/drawingml/2006/main">
            <a:off x="1019175" y="3609975"/>
            <a:ext cx="123825" cy="123825"/>
          </a:xfrm>
          <a:prstGeom xmlns:a="http://schemas.openxmlformats.org/drawingml/2006/main" prst="ellipse">
            <a:avLst/>
          </a:prstGeom>
          <a:solidFill xmlns:a="http://schemas.openxmlformats.org/drawingml/2006/main">
            <a:srgbClr val="FF5F57"/>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752FA8-949E-4964-8587-55B2BB728B6E}"/>
              </a:ext>
            </a:extLst>
          </p:cNvPr>
          <p:cNvSpPr>
            <a:spLocks xmlns:a="http://schemas.openxmlformats.org/drawingml/2006/main" noGrp="1"/>
          </p:cNvSpPr>
          <p:nvPr/>
        </p:nvSpPr>
        <p:spPr>
          <a:xfrm xmlns:a="http://schemas.openxmlformats.org/drawingml/2006/main">
            <a:off x="1219200" y="3609975"/>
            <a:ext cx="123825" cy="123825"/>
          </a:xfrm>
          <a:prstGeom xmlns:a="http://schemas.openxmlformats.org/drawingml/2006/main" prst="ellipse">
            <a:avLst/>
          </a:prstGeom>
          <a:solidFill xmlns:a="http://schemas.openxmlformats.org/drawingml/2006/main">
            <a:srgbClr val="FEBC2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55E8A81-2BED-4E79-887E-A261255EEC1B}"/>
              </a:ext>
            </a:extLst>
          </p:cNvPr>
          <p:cNvSpPr>
            <a:spLocks xmlns:a="http://schemas.openxmlformats.org/drawingml/2006/main" noGrp="1"/>
          </p:cNvSpPr>
          <p:nvPr/>
        </p:nvSpPr>
        <p:spPr>
          <a:xfrm xmlns:a="http://schemas.openxmlformats.org/drawingml/2006/main">
            <a:off x="1419225" y="3609975"/>
            <a:ext cx="123825" cy="123825"/>
          </a:xfrm>
          <a:prstGeom xmlns:a="http://schemas.openxmlformats.org/drawingml/2006/main" prst="ellipse">
            <a:avLst/>
          </a:prstGeom>
          <a:solidFill xmlns:a="http://schemas.openxmlformats.org/drawingml/2006/main">
            <a:srgbClr val="28C840"/>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C358C0CD-733F-4D49-941C-19988A5BAEFF}"/>
              </a:ext>
            </a:extLst>
          </p:cNvPr>
          <p:cNvSpPr>
            <a:spLocks xmlns:a="http://schemas.openxmlformats.org/drawingml/2006/main" noGrp="1"/>
          </p:cNvSpPr>
          <p:nvPr/>
        </p:nvSpPr>
        <p:spPr>
          <a:xfrm xmlns:a="http://schemas.openxmlformats.org/drawingml/2006/main">
            <a:off x="1924050" y="3552825"/>
            <a:ext cx="3914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CFD8E8"/>
                </a:solidFill>
                <a:latin typeface="Aptos"/>
                <a:ea typeface="Aptos"/>
                <a:cs typeface="Aptos"/>
              </a:defRPr>
            </a:defPPr>
            <a:lvl1pPr algn="ctr">
              <a:defRPr sz="975" b="1">
                <a:solidFill>
                  <a:srgbClr val="CFD8E8"/>
                </a:solidFill>
                <a:latin typeface="Aptos"/>
                <a:ea typeface="Aptos"/>
                <a:cs typeface="Aptos"/>
              </a:defRPr>
            </a:lvl1pPr>
            <a:lvl2pPr algn="ctr">
              <a:defRPr sz="975" b="1">
                <a:solidFill>
                  <a:srgbClr val="CFD8E8"/>
                </a:solidFill>
                <a:latin typeface="Aptos"/>
                <a:ea typeface="Aptos"/>
                <a:cs typeface="Aptos"/>
              </a:defRPr>
            </a:lvl2pPr>
            <a:lvl3pPr algn="ctr">
              <a:defRPr sz="975" b="1">
                <a:solidFill>
                  <a:srgbClr val="CFD8E8"/>
                </a:solidFill>
                <a:latin typeface="Aptos"/>
                <a:ea typeface="Aptos"/>
                <a:cs typeface="Aptos"/>
              </a:defRPr>
            </a:lvl3pPr>
            <a:lvl4pPr algn="ctr">
              <a:defRPr sz="975" b="1">
                <a:solidFill>
                  <a:srgbClr val="CFD8E8"/>
                </a:solidFill>
                <a:latin typeface="Aptos"/>
                <a:ea typeface="Aptos"/>
                <a:cs typeface="Aptos"/>
              </a:defRPr>
            </a:lvl4pPr>
            <a:lvl5pPr algn="ctr">
              <a:defRPr sz="975" b="1">
                <a:solidFill>
                  <a:srgbClr val="CFD8E8"/>
                </a:solidFill>
                <a:latin typeface="Aptos"/>
                <a:ea typeface="Aptos"/>
                <a:cs typeface="Aptos"/>
              </a:defRPr>
            </a:lvl5pPr>
            <a:lvl6pPr algn="ctr">
              <a:defRPr sz="975" b="1">
                <a:solidFill>
                  <a:srgbClr val="CFD8E8"/>
                </a:solidFill>
                <a:latin typeface="Aptos"/>
                <a:ea typeface="Aptos"/>
                <a:cs typeface="Aptos"/>
              </a:defRPr>
            </a:lvl6pPr>
            <a:lvl7pPr algn="ctr">
              <a:defRPr sz="975" b="1">
                <a:solidFill>
                  <a:srgbClr val="CFD8E8"/>
                </a:solidFill>
                <a:latin typeface="Aptos"/>
                <a:ea typeface="Aptos"/>
                <a:cs typeface="Aptos"/>
              </a:defRPr>
            </a:lvl7pPr>
            <a:lvl8pPr algn="ctr">
              <a:defRPr sz="975" b="1">
                <a:solidFill>
                  <a:srgbClr val="CFD8E8"/>
                </a:solidFill>
                <a:latin typeface="Aptos"/>
                <a:ea typeface="Aptos"/>
                <a:cs typeface="Aptos"/>
              </a:defRPr>
            </a:lvl8pPr>
            <a:lvl9pPr algn="ctr">
              <a:defRPr sz="975" b="1">
                <a:solidFill>
                  <a:srgbClr val="CFD8E8"/>
                </a:solidFill>
                <a:latin typeface="Aptos"/>
                <a:ea typeface="Aptos"/>
                <a:cs typeface="Aptos"/>
              </a:defRPr>
            </a:lvl9pPr>
          </a:lstStyle>
          <a:p xmlns:a="http://schemas.openxmlformats.org/drawingml/2006/main">
            <a:pPr algn="ctr">
              <a:defRPr sz="975" b="1">
                <a:solidFill>
                  <a:srgbClr val="CFD8E8"/>
                </a:solidFill>
                <a:latin typeface="Aptos"/>
                <a:ea typeface="Aptos"/>
                <a:cs typeface="Aptos"/>
              </a:defRPr>
            </a:pPr>
            <a:r>
              <a:rPr sz="975" b="1">
                <a:solidFill>
                  <a:srgbClr val="CFD8E8"/>
                </a:solidFill>
                <a:latin typeface="Aptos"/>
                <a:ea typeface="Aptos"/>
                <a:cs typeface="Aptos"/>
              </a:rPr>
              <a:t>server/index.ts</a:t>
            </a:r>
          </a:p>
        </p:txBody>
      </p:sp>
      <p:sp>
        <p:nvSpPr>
          <p:cNvPr id="45" name="">
            <a:extLst xmlns:a="http://schemas.openxmlformats.org/drawingml/2006/main">
              <a:ext uri="{FF2B5EF4-FFF2-40B4-BE49-F238E27FC236}">
                <a16:creationId xmlns:a16="http://schemas.microsoft.com/office/drawing/2014/main" id="{AB22F18E-8462-4FAC-B8FF-D53222F11519}"/>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oundRect">
            <a:avLst>
              <a:gd name="adj" fmla="val 30769"/>
            </a:avLst>
          </a:prstGeom>
          <a:solidFill xmlns:a="http://schemas.openxmlformats.org/drawingml/2006/main">
            <a:srgbClr val="2A3A5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F485E8F-4A76-4F2E-BEF5-AD41F67EAE9C}"/>
              </a:ext>
            </a:extLst>
          </p:cNvPr>
          <p:cNvSpPr>
            <a:spLocks xmlns:a="http://schemas.openxmlformats.org/drawingml/2006/main" noGrp="1"/>
          </p:cNvSpPr>
          <p:nvPr/>
        </p:nvSpPr>
        <p:spPr>
          <a:xfrm xmlns:a="http://schemas.openxmlformats.org/drawingml/2006/main">
            <a:off x="6419850" y="3552825"/>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00" b="1">
                <a:solidFill>
                  <a:srgbClr val="B9C9E0"/>
                </a:solidFill>
                <a:latin typeface="Aptos"/>
                <a:ea typeface="Aptos"/>
                <a:cs typeface="Aptos"/>
              </a:defRPr>
            </a:defPPr>
            <a:lvl1pPr algn="ctr">
              <a:defRPr sz="900" b="1">
                <a:solidFill>
                  <a:srgbClr val="B9C9E0"/>
                </a:solidFill>
                <a:latin typeface="Aptos"/>
                <a:ea typeface="Aptos"/>
                <a:cs typeface="Aptos"/>
              </a:defRPr>
            </a:lvl1pPr>
            <a:lvl2pPr algn="ctr">
              <a:defRPr sz="900" b="1">
                <a:solidFill>
                  <a:srgbClr val="B9C9E0"/>
                </a:solidFill>
                <a:latin typeface="Aptos"/>
                <a:ea typeface="Aptos"/>
                <a:cs typeface="Aptos"/>
              </a:defRPr>
            </a:lvl2pPr>
            <a:lvl3pPr algn="ctr">
              <a:defRPr sz="900" b="1">
                <a:solidFill>
                  <a:srgbClr val="B9C9E0"/>
                </a:solidFill>
                <a:latin typeface="Aptos"/>
                <a:ea typeface="Aptos"/>
                <a:cs typeface="Aptos"/>
              </a:defRPr>
            </a:lvl3pPr>
            <a:lvl4pPr algn="ctr">
              <a:defRPr sz="900" b="1">
                <a:solidFill>
                  <a:srgbClr val="B9C9E0"/>
                </a:solidFill>
                <a:latin typeface="Aptos"/>
                <a:ea typeface="Aptos"/>
                <a:cs typeface="Aptos"/>
              </a:defRPr>
            </a:lvl4pPr>
            <a:lvl5pPr algn="ctr">
              <a:defRPr sz="900" b="1">
                <a:solidFill>
                  <a:srgbClr val="B9C9E0"/>
                </a:solidFill>
                <a:latin typeface="Aptos"/>
                <a:ea typeface="Aptos"/>
                <a:cs typeface="Aptos"/>
              </a:defRPr>
            </a:lvl5pPr>
            <a:lvl6pPr algn="ctr">
              <a:defRPr sz="900" b="1">
                <a:solidFill>
                  <a:srgbClr val="B9C9E0"/>
                </a:solidFill>
                <a:latin typeface="Aptos"/>
                <a:ea typeface="Aptos"/>
                <a:cs typeface="Aptos"/>
              </a:defRPr>
            </a:lvl6pPr>
            <a:lvl7pPr algn="ctr">
              <a:defRPr sz="900" b="1">
                <a:solidFill>
                  <a:srgbClr val="B9C9E0"/>
                </a:solidFill>
                <a:latin typeface="Aptos"/>
                <a:ea typeface="Aptos"/>
                <a:cs typeface="Aptos"/>
              </a:defRPr>
            </a:lvl7pPr>
            <a:lvl8pPr algn="ctr">
              <a:defRPr sz="900" b="1">
                <a:solidFill>
                  <a:srgbClr val="B9C9E0"/>
                </a:solidFill>
                <a:latin typeface="Aptos"/>
                <a:ea typeface="Aptos"/>
                <a:cs typeface="Aptos"/>
              </a:defRPr>
            </a:lvl8pPr>
            <a:lvl9pPr algn="ctr">
              <a:defRPr sz="900" b="1">
                <a:solidFill>
                  <a:srgbClr val="B9C9E0"/>
                </a:solidFill>
                <a:latin typeface="Aptos"/>
                <a:ea typeface="Aptos"/>
                <a:cs typeface="Aptos"/>
              </a:defRPr>
            </a:lvl9pPr>
          </a:lstStyle>
          <a:p xmlns:a="http://schemas.openxmlformats.org/drawingml/2006/main">
            <a:pPr algn="ctr">
              <a:defRPr sz="900" b="1">
                <a:solidFill>
                  <a:srgbClr val="B9C9E0"/>
                </a:solidFill>
                <a:latin typeface="Aptos"/>
                <a:ea typeface="Aptos"/>
                <a:cs typeface="Aptos"/>
              </a:defRPr>
            </a:pPr>
            <a:r>
              <a:rPr sz="900" b="1">
                <a:solidFill>
                  <a:srgbClr val="B9C9E0"/>
                </a:solidFill>
                <a:latin typeface="Aptos"/>
                <a:ea typeface="Aptos"/>
                <a:cs typeface="Aptos"/>
              </a:rPr>
              <a:t>TS</a:t>
            </a:r>
          </a:p>
        </p:txBody>
      </p:sp>
      <p:sp>
        <p:nvSpPr>
          <p:cNvPr id="47" name="">
            <a:extLst xmlns:a="http://schemas.openxmlformats.org/drawingml/2006/main">
              <a:ext uri="{FF2B5EF4-FFF2-40B4-BE49-F238E27FC236}">
                <a16:creationId xmlns:a16="http://schemas.microsoft.com/office/drawing/2014/main" id="{09412968-E032-489B-BBBB-8A0886D6DBEA}"/>
              </a:ext>
            </a:extLst>
          </p:cNvPr>
          <p:cNvSpPr>
            <a:spLocks xmlns:a="http://schemas.openxmlformats.org/drawingml/2006/main" noGrp="1"/>
          </p:cNvSpPr>
          <p:nvPr/>
        </p:nvSpPr>
        <p:spPr>
          <a:xfrm xmlns:a="http://schemas.openxmlformats.org/drawingml/2006/main">
            <a:off x="1295400" y="3971925"/>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FD8C81A2-E16A-42A0-9F5A-68F07B58BA61}"/>
              </a:ext>
            </a:extLst>
          </p:cNvPr>
          <p:cNvSpPr>
            <a:spLocks xmlns:a="http://schemas.openxmlformats.org/drawingml/2006/main" noGrp="1"/>
          </p:cNvSpPr>
          <p:nvPr/>
        </p:nvSpPr>
        <p:spPr>
          <a:xfrm xmlns:a="http://schemas.openxmlformats.org/drawingml/2006/main">
            <a:off x="904875" y="3981450"/>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01</a:t>
            </a:r>
          </a:p>
        </p:txBody>
      </p:sp>
      <p:sp>
        <p:nvSpPr>
          <p:cNvPr id="49" name="">
            <a:extLst xmlns:a="http://schemas.openxmlformats.org/drawingml/2006/main">
              <a:ext uri="{FF2B5EF4-FFF2-40B4-BE49-F238E27FC236}">
                <a16:creationId xmlns:a16="http://schemas.microsoft.com/office/drawing/2014/main" id="{A7A16D60-7B8B-4B70-BE7A-D38F9350DF9A}"/>
              </a:ext>
            </a:extLst>
          </p:cNvPr>
          <p:cNvSpPr>
            <a:spLocks xmlns:a="http://schemas.openxmlformats.org/drawingml/2006/main" noGrp="1"/>
          </p:cNvSpPr>
          <p:nvPr/>
        </p:nvSpPr>
        <p:spPr>
          <a:xfrm xmlns:a="http://schemas.openxmlformats.org/drawingml/2006/main">
            <a:off x="1295400" y="3971925"/>
            <a:ext cx="28575" cy="191691"/>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708C9C-3BA4-4802-9656-D7C9369F1412}"/>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A703E2EE-FB00-4CEE-82A9-36737C214487}"/>
              </a:ext>
            </a:extLst>
          </p:cNvPr>
          <p:cNvSpPr>
            <a:spLocks xmlns:a="http://schemas.openxmlformats.org/drawingml/2006/main" noGrp="1"/>
          </p:cNvSpPr>
          <p:nvPr/>
        </p:nvSpPr>
        <p:spPr>
          <a:xfrm xmlns:a="http://schemas.openxmlformats.org/drawingml/2006/main">
            <a:off x="1133475" y="3986808"/>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1</a:t>
            </a:r>
          </a:p>
        </p:txBody>
      </p:sp>
      <p:sp>
        <p:nvSpPr>
          <p:cNvPr id="52" name="Código editable">
            <a:extLst xmlns:a="http://schemas.openxmlformats.org/drawingml/2006/main">
              <a:ext uri="{FF2B5EF4-FFF2-40B4-BE49-F238E27FC236}">
                <a16:creationId xmlns:a16="http://schemas.microsoft.com/office/drawing/2014/main" id="{9F743B84-FB13-4E97-BCA6-23D25D0706CE}"/>
              </a:ext>
            </a:extLst>
          </p:cNvPr>
          <p:cNvSpPr>
            <a:spLocks xmlns:a="http://schemas.openxmlformats.org/drawingml/2006/main" noGrp="1"/>
          </p:cNvSpPr>
          <p:nvPr/>
        </p:nvSpPr>
        <p:spPr>
          <a:xfrm xmlns:a="http://schemas.openxmlformats.org/drawingml/2006/main">
            <a:off x="1343025" y="3981450"/>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72839B"/>
                </a:solidFill>
                <a:latin typeface="Menlo"/>
                <a:ea typeface="Menlo"/>
                <a:cs typeface="Menlo"/>
              </a:rPr>
              <a:t>// El desafío vincula sesión y estudiante</a:t>
            </a:r>
          </a:p>
        </p:txBody>
      </p:sp>
      <p:sp>
        <p:nvSpPr>
          <p:cNvPr id="53" name="">
            <a:extLst xmlns:a="http://schemas.openxmlformats.org/drawingml/2006/main">
              <a:ext uri="{FF2B5EF4-FFF2-40B4-BE49-F238E27FC236}">
                <a16:creationId xmlns:a16="http://schemas.microsoft.com/office/drawing/2014/main" id="{A5894A2C-1C10-460C-99D4-AF1C07CAD92D}"/>
              </a:ext>
            </a:extLst>
          </p:cNvPr>
          <p:cNvSpPr>
            <a:spLocks xmlns:a="http://schemas.openxmlformats.org/drawingml/2006/main" noGrp="1"/>
          </p:cNvSpPr>
          <p:nvPr/>
        </p:nvSpPr>
        <p:spPr>
          <a:xfrm xmlns:a="http://schemas.openxmlformats.org/drawingml/2006/main">
            <a:off x="971550" y="417314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02</a:t>
            </a:r>
          </a:p>
        </p:txBody>
      </p:sp>
      <p:sp>
        <p:nvSpPr>
          <p:cNvPr id="54" name="Código editable">
            <a:extLst xmlns:a="http://schemas.openxmlformats.org/drawingml/2006/main">
              <a:ext uri="{FF2B5EF4-FFF2-40B4-BE49-F238E27FC236}">
                <a16:creationId xmlns:a16="http://schemas.microsoft.com/office/drawing/2014/main" id="{5DD1AACB-E69D-4291-B745-68A88404F96C}"/>
              </a:ext>
            </a:extLst>
          </p:cNvPr>
          <p:cNvSpPr>
            <a:spLocks xmlns:a="http://schemas.openxmlformats.org/drawingml/2006/main" noGrp="1"/>
          </p:cNvSpPr>
          <p:nvPr/>
        </p:nvSpPr>
        <p:spPr>
          <a:xfrm xmlns:a="http://schemas.openxmlformats.org/drawingml/2006/main">
            <a:off x="1343025" y="417314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C792EA"/>
                </a:solidFill>
                <a:latin typeface="Menlo"/>
                <a:ea typeface="Menlo"/>
                <a:cs typeface="Menlo"/>
              </a:rPr>
              <a:t>const</a:t>
            </a:r>
            <a:r>
              <a:rPr sz="1177">
                <a:solidFill>
                  <a:srgbClr val="E6EDF7"/>
                </a:solidFill>
                <a:latin typeface="Menlo"/>
                <a:ea typeface="Menlo"/>
                <a:cs typeface="Menlo"/>
              </a:rPr>
              <a:t> </a:t>
            </a:r>
            <a:r>
              <a:rPr sz="1177">
                <a:solidFill>
                  <a:srgbClr val="E6EDF7"/>
                </a:solidFill>
                <a:latin typeface="Menlo"/>
                <a:ea typeface="Menlo"/>
                <a:cs typeface="Menlo"/>
              </a:rPr>
              <a:t>proofMessage</a:t>
            </a:r>
            <a:r>
              <a:rPr sz="1177">
                <a:solidFill>
                  <a:srgbClr val="E6EDF7"/>
                </a:solidFill>
                <a:latin typeface="Menlo"/>
                <a:ea typeface="Menlo"/>
                <a:cs typeface="Menlo"/>
              </a:rPr>
              <a:t> </a:t>
            </a:r>
            <a:r>
              <a:rPr sz="1177">
                <a:solidFill>
                  <a:srgbClr val="E6EDF7"/>
                </a:solidFill>
                <a:latin typeface="Menlo"/>
                <a:ea typeface="Menlo"/>
                <a:cs typeface="Menlo"/>
              </a:rPr>
              <a:t>=</a:t>
            </a:r>
          </a:p>
        </p:txBody>
      </p:sp>
      <p:sp>
        <p:nvSpPr>
          <p:cNvPr id="55" name="">
            <a:extLst xmlns:a="http://schemas.openxmlformats.org/drawingml/2006/main">
              <a:ext uri="{FF2B5EF4-FFF2-40B4-BE49-F238E27FC236}">
                <a16:creationId xmlns:a16="http://schemas.microsoft.com/office/drawing/2014/main" id="{BD3283B1-13A4-4B4A-8AF0-E124A326CE18}"/>
              </a:ext>
            </a:extLst>
          </p:cNvPr>
          <p:cNvSpPr>
            <a:spLocks xmlns:a="http://schemas.openxmlformats.org/drawingml/2006/main" noGrp="1"/>
          </p:cNvSpPr>
          <p:nvPr/>
        </p:nvSpPr>
        <p:spPr>
          <a:xfrm xmlns:a="http://schemas.openxmlformats.org/drawingml/2006/main">
            <a:off x="971550" y="4364831"/>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03</a:t>
            </a:r>
          </a:p>
        </p:txBody>
      </p:sp>
      <p:sp>
        <p:nvSpPr>
          <p:cNvPr id="56" name="Código editable">
            <a:extLst xmlns:a="http://schemas.openxmlformats.org/drawingml/2006/main">
              <a:ext uri="{FF2B5EF4-FFF2-40B4-BE49-F238E27FC236}">
                <a16:creationId xmlns:a16="http://schemas.microsoft.com/office/drawing/2014/main" id="{AF63AEB4-9191-4186-9607-1C942B0AC766}"/>
              </a:ext>
            </a:extLst>
          </p:cNvPr>
          <p:cNvSpPr>
            <a:spLocks xmlns:a="http://schemas.openxmlformats.org/drawingml/2006/main" noGrp="1"/>
          </p:cNvSpPr>
          <p:nvPr/>
        </p:nvSpPr>
        <p:spPr>
          <a:xfrm xmlns:a="http://schemas.openxmlformats.org/drawingml/2006/main">
            <a:off x="1343025" y="4364831"/>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A8D88A"/>
                </a:solidFill>
                <a:latin typeface="Menlo"/>
                <a:ea typeface="Menlo"/>
                <a:cs typeface="Menlo"/>
              </a:rPr>
              <a:t>`attendance.${request.params.id}.${student.id}`</a:t>
            </a:r>
          </a:p>
        </p:txBody>
      </p:sp>
      <p:sp>
        <p:nvSpPr>
          <p:cNvPr id="57" name="">
            <a:extLst xmlns:a="http://schemas.openxmlformats.org/drawingml/2006/main">
              <a:ext uri="{FF2B5EF4-FFF2-40B4-BE49-F238E27FC236}">
                <a16:creationId xmlns:a16="http://schemas.microsoft.com/office/drawing/2014/main" id="{33D6A2A0-4A29-4981-89E8-F5C8D444D648}"/>
              </a:ext>
            </a:extLst>
          </p:cNvPr>
          <p:cNvSpPr>
            <a:spLocks xmlns:a="http://schemas.openxmlformats.org/drawingml/2006/main" noGrp="1"/>
          </p:cNvSpPr>
          <p:nvPr/>
        </p:nvSpPr>
        <p:spPr>
          <a:xfrm xmlns:a="http://schemas.openxmlformats.org/drawingml/2006/main">
            <a:off x="971550" y="4556522"/>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04</a:t>
            </a:r>
          </a:p>
        </p:txBody>
      </p:sp>
      <p:sp>
        <p:nvSpPr>
          <p:cNvPr id="58" name="Código editable">
            <a:extLst xmlns:a="http://schemas.openxmlformats.org/drawingml/2006/main">
              <a:ext uri="{FF2B5EF4-FFF2-40B4-BE49-F238E27FC236}">
                <a16:creationId xmlns:a16="http://schemas.microsoft.com/office/drawing/2014/main" id="{FA57730E-AE27-430E-B4E5-27D92B7A7C64}"/>
              </a:ext>
            </a:extLst>
          </p:cNvPr>
          <p:cNvSpPr>
            <a:spLocks xmlns:a="http://schemas.openxmlformats.org/drawingml/2006/main" noGrp="1"/>
          </p:cNvSpPr>
          <p:nvPr/>
        </p:nvSpPr>
        <p:spPr>
          <a:xfrm xmlns:a="http://schemas.openxmlformats.org/drawingml/2006/main">
            <a:off x="1343025" y="4556522"/>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C792EA"/>
                </a:solidFill>
                <a:latin typeface="Menlo"/>
                <a:ea typeface="Menlo"/>
                <a:cs typeface="Menlo"/>
              </a:rPr>
              <a:t>if</a:t>
            </a:r>
            <a:r>
              <a:rPr sz="1177">
                <a:solidFill>
                  <a:srgbClr val="E6EDF7"/>
                </a:solidFill>
                <a:latin typeface="Menlo"/>
                <a:ea typeface="Menlo"/>
                <a:cs typeface="Menlo"/>
              </a:rPr>
              <a:t> </a:t>
            </a: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verify</a:t>
            </a:r>
            <a:r>
              <a:rPr sz="1177">
                <a:solidFill>
                  <a:srgbClr val="E6EDF7"/>
                </a:solidFill>
                <a:latin typeface="Menlo"/>
                <a:ea typeface="Menlo"/>
                <a:cs typeface="Menlo"/>
              </a:rPr>
              <a:t>(</a:t>
            </a:r>
            <a:r>
              <a:rPr sz="1177">
                <a:solidFill>
                  <a:srgbClr val="C792EA"/>
                </a:solidFill>
                <a:latin typeface="Menlo"/>
                <a:ea typeface="Menlo"/>
                <a:cs typeface="Menlo"/>
              </a:rPr>
              <a:t>null</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72839B"/>
                </a:solidFill>
                <a:latin typeface="Menlo"/>
                <a:ea typeface="Menlo"/>
                <a:cs typeface="Menlo"/>
              </a:rPr>
              <a:t>// valida la firma Ed25519</a:t>
            </a:r>
          </a:p>
        </p:txBody>
      </p:sp>
      <p:sp>
        <p:nvSpPr>
          <p:cNvPr id="59" name="">
            <a:extLst xmlns:a="http://schemas.openxmlformats.org/drawingml/2006/main">
              <a:ext uri="{FF2B5EF4-FFF2-40B4-BE49-F238E27FC236}">
                <a16:creationId xmlns:a16="http://schemas.microsoft.com/office/drawing/2014/main" id="{E178BDB2-91B1-44F8-B3FA-BB35EC4827D0}"/>
              </a:ext>
            </a:extLst>
          </p:cNvPr>
          <p:cNvSpPr>
            <a:spLocks xmlns:a="http://schemas.openxmlformats.org/drawingml/2006/main" noGrp="1"/>
          </p:cNvSpPr>
          <p:nvPr/>
        </p:nvSpPr>
        <p:spPr>
          <a:xfrm xmlns:a="http://schemas.openxmlformats.org/drawingml/2006/main">
            <a:off x="1295400" y="4738688"/>
            <a:ext cx="5495925" cy="191691"/>
          </a:xfrm>
          <a:prstGeom xmlns:a="http://schemas.openxmlformats.org/drawingml/2006/main" prst="rect">
            <a:avLst/>
          </a:prstGeom>
          <a:solidFill xmlns:a="http://schemas.openxmlformats.org/drawingml/2006/main">
            <a:srgbClr val="15243A"/>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496744C-3F85-49CA-ACB1-571063140B37}"/>
              </a:ext>
            </a:extLst>
          </p:cNvPr>
          <p:cNvSpPr>
            <a:spLocks xmlns:a="http://schemas.openxmlformats.org/drawingml/2006/main" noGrp="1"/>
          </p:cNvSpPr>
          <p:nvPr/>
        </p:nvSpPr>
        <p:spPr>
          <a:xfrm xmlns:a="http://schemas.openxmlformats.org/drawingml/2006/main">
            <a:off x="904875" y="4748213"/>
            <a:ext cx="19050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0">
                <a:solidFill>
                  <a:srgbClr val="647791"/>
                </a:solidFill>
                <a:latin typeface="Aptos"/>
                <a:ea typeface="Aptos"/>
                <a:cs typeface="Aptos"/>
              </a:defRPr>
            </a:defPPr>
            <a:lvl1pPr algn="r">
              <a:defRPr sz="825" b="0">
                <a:solidFill>
                  <a:srgbClr val="647791"/>
                </a:solidFill>
                <a:latin typeface="Aptos"/>
                <a:ea typeface="Aptos"/>
                <a:cs typeface="Aptos"/>
              </a:defRPr>
            </a:lvl1pPr>
            <a:lvl2pPr algn="r">
              <a:defRPr sz="825" b="0">
                <a:solidFill>
                  <a:srgbClr val="647791"/>
                </a:solidFill>
                <a:latin typeface="Aptos"/>
                <a:ea typeface="Aptos"/>
                <a:cs typeface="Aptos"/>
              </a:defRPr>
            </a:lvl2pPr>
            <a:lvl3pPr algn="r">
              <a:defRPr sz="825" b="0">
                <a:solidFill>
                  <a:srgbClr val="647791"/>
                </a:solidFill>
                <a:latin typeface="Aptos"/>
                <a:ea typeface="Aptos"/>
                <a:cs typeface="Aptos"/>
              </a:defRPr>
            </a:lvl3pPr>
            <a:lvl4pPr algn="r">
              <a:defRPr sz="825" b="0">
                <a:solidFill>
                  <a:srgbClr val="647791"/>
                </a:solidFill>
                <a:latin typeface="Aptos"/>
                <a:ea typeface="Aptos"/>
                <a:cs typeface="Aptos"/>
              </a:defRPr>
            </a:lvl4pPr>
            <a:lvl5pPr algn="r">
              <a:defRPr sz="825" b="0">
                <a:solidFill>
                  <a:srgbClr val="647791"/>
                </a:solidFill>
                <a:latin typeface="Aptos"/>
                <a:ea typeface="Aptos"/>
                <a:cs typeface="Aptos"/>
              </a:defRPr>
            </a:lvl5pPr>
            <a:lvl6pPr algn="r">
              <a:defRPr sz="825" b="0">
                <a:solidFill>
                  <a:srgbClr val="647791"/>
                </a:solidFill>
                <a:latin typeface="Aptos"/>
                <a:ea typeface="Aptos"/>
                <a:cs typeface="Aptos"/>
              </a:defRPr>
            </a:lvl6pPr>
            <a:lvl7pPr algn="r">
              <a:defRPr sz="825" b="0">
                <a:solidFill>
                  <a:srgbClr val="647791"/>
                </a:solidFill>
                <a:latin typeface="Aptos"/>
                <a:ea typeface="Aptos"/>
                <a:cs typeface="Aptos"/>
              </a:defRPr>
            </a:lvl7pPr>
            <a:lvl8pPr algn="r">
              <a:defRPr sz="825" b="0">
                <a:solidFill>
                  <a:srgbClr val="647791"/>
                </a:solidFill>
                <a:latin typeface="Aptos"/>
                <a:ea typeface="Aptos"/>
                <a:cs typeface="Aptos"/>
              </a:defRPr>
            </a:lvl8pPr>
            <a:lvl9pPr algn="r">
              <a:defRPr sz="825" b="0">
                <a:solidFill>
                  <a:srgbClr val="647791"/>
                </a:solidFill>
                <a:latin typeface="Aptos"/>
                <a:ea typeface="Aptos"/>
                <a:cs typeface="Aptos"/>
              </a:defRPr>
            </a:lvl9pPr>
          </a:lstStyle>
          <a:p xmlns:a="http://schemas.openxmlformats.org/drawingml/2006/main">
            <a:pPr algn="r">
              <a:defRPr sz="825" b="0">
                <a:solidFill>
                  <a:srgbClr val="647791"/>
                </a:solidFill>
                <a:latin typeface="Aptos"/>
                <a:ea typeface="Aptos"/>
                <a:cs typeface="Aptos"/>
              </a:defRPr>
            </a:pPr>
            <a:r>
              <a:rPr sz="825" b="0">
                <a:solidFill>
                  <a:srgbClr val="647791"/>
                </a:solidFill>
                <a:latin typeface="Aptos"/>
                <a:ea typeface="Aptos"/>
                <a:cs typeface="Aptos"/>
              </a:rPr>
              <a:t>05</a:t>
            </a:r>
          </a:p>
        </p:txBody>
      </p:sp>
      <p:sp>
        <p:nvSpPr>
          <p:cNvPr id="61" name="">
            <a:extLst xmlns:a="http://schemas.openxmlformats.org/drawingml/2006/main">
              <a:ext uri="{FF2B5EF4-FFF2-40B4-BE49-F238E27FC236}">
                <a16:creationId xmlns:a16="http://schemas.microsoft.com/office/drawing/2014/main" id="{C4F7907F-C8FC-45FC-98FA-B13472F20DF7}"/>
              </a:ext>
            </a:extLst>
          </p:cNvPr>
          <p:cNvSpPr>
            <a:spLocks xmlns:a="http://schemas.openxmlformats.org/drawingml/2006/main" noGrp="1"/>
          </p:cNvSpPr>
          <p:nvPr/>
        </p:nvSpPr>
        <p:spPr>
          <a:xfrm xmlns:a="http://schemas.openxmlformats.org/drawingml/2006/main">
            <a:off x="1295400" y="4738688"/>
            <a:ext cx="28575" cy="191691"/>
          </a:xfrm>
          <a:prstGeom xmlns:a="http://schemas.openxmlformats.org/drawingml/2006/main" prst="rect">
            <a:avLst/>
          </a:prstGeom>
          <a:solidFill xmlns:a="http://schemas.openxmlformats.org/drawingml/2006/main">
            <a:srgbClr val="23836E"/>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C6AD67A-D61E-4C63-8CEC-DC61F0970497}"/>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ellipse">
            <a:avLst/>
          </a:prstGeom>
          <a:solidFill xmlns:a="http://schemas.openxmlformats.org/drawingml/2006/main">
            <a:srgbClr val="23836E"/>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E7B3A8E4-50DE-410D-BE1A-A67F76E57024}"/>
              </a:ext>
            </a:extLst>
          </p:cNvPr>
          <p:cNvSpPr>
            <a:spLocks xmlns:a="http://schemas.openxmlformats.org/drawingml/2006/main" noGrp="1"/>
          </p:cNvSpPr>
          <p:nvPr/>
        </p:nvSpPr>
        <p:spPr>
          <a:xfrm xmlns:a="http://schemas.openxmlformats.org/drawingml/2006/main">
            <a:off x="1133475" y="475357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825" b="1">
                <a:solidFill>
                  <a:srgbClr val="FFFFFF"/>
                </a:solidFill>
                <a:latin typeface="Aptos"/>
                <a:ea typeface="Aptos"/>
                <a:cs typeface="Aptos"/>
              </a:defRPr>
            </a:defPPr>
            <a:lvl1pPr algn="ctr">
              <a:defRPr sz="825" b="1">
                <a:solidFill>
                  <a:srgbClr val="FFFFFF"/>
                </a:solidFill>
                <a:latin typeface="Aptos"/>
                <a:ea typeface="Aptos"/>
                <a:cs typeface="Aptos"/>
              </a:defRPr>
            </a:lvl1pPr>
            <a:lvl2pPr algn="ctr">
              <a:defRPr sz="825" b="1">
                <a:solidFill>
                  <a:srgbClr val="FFFFFF"/>
                </a:solidFill>
                <a:latin typeface="Aptos"/>
                <a:ea typeface="Aptos"/>
                <a:cs typeface="Aptos"/>
              </a:defRPr>
            </a:lvl2pPr>
            <a:lvl3pPr algn="ctr">
              <a:defRPr sz="825" b="1">
                <a:solidFill>
                  <a:srgbClr val="FFFFFF"/>
                </a:solidFill>
                <a:latin typeface="Aptos"/>
                <a:ea typeface="Aptos"/>
                <a:cs typeface="Aptos"/>
              </a:defRPr>
            </a:lvl3pPr>
            <a:lvl4pPr algn="ctr">
              <a:defRPr sz="825" b="1">
                <a:solidFill>
                  <a:srgbClr val="FFFFFF"/>
                </a:solidFill>
                <a:latin typeface="Aptos"/>
                <a:ea typeface="Aptos"/>
                <a:cs typeface="Aptos"/>
              </a:defRPr>
            </a:lvl4pPr>
            <a:lvl5pPr algn="ctr">
              <a:defRPr sz="825" b="1">
                <a:solidFill>
                  <a:srgbClr val="FFFFFF"/>
                </a:solidFill>
                <a:latin typeface="Aptos"/>
                <a:ea typeface="Aptos"/>
                <a:cs typeface="Aptos"/>
              </a:defRPr>
            </a:lvl5pPr>
            <a:lvl6pPr algn="ctr">
              <a:defRPr sz="825" b="1">
                <a:solidFill>
                  <a:srgbClr val="FFFFFF"/>
                </a:solidFill>
                <a:latin typeface="Aptos"/>
                <a:ea typeface="Aptos"/>
                <a:cs typeface="Aptos"/>
              </a:defRPr>
            </a:lvl6pPr>
            <a:lvl7pPr algn="ctr">
              <a:defRPr sz="825" b="1">
                <a:solidFill>
                  <a:srgbClr val="FFFFFF"/>
                </a:solidFill>
                <a:latin typeface="Aptos"/>
                <a:ea typeface="Aptos"/>
                <a:cs typeface="Aptos"/>
              </a:defRPr>
            </a:lvl7pPr>
            <a:lvl8pPr algn="ctr">
              <a:defRPr sz="825" b="1">
                <a:solidFill>
                  <a:srgbClr val="FFFFFF"/>
                </a:solidFill>
                <a:latin typeface="Aptos"/>
                <a:ea typeface="Aptos"/>
                <a:cs typeface="Aptos"/>
              </a:defRPr>
            </a:lvl8pPr>
            <a:lvl9pPr algn="ctr">
              <a:defRPr sz="825" b="1">
                <a:solidFill>
                  <a:srgbClr val="FFFFFF"/>
                </a:solidFill>
                <a:latin typeface="Aptos"/>
                <a:ea typeface="Aptos"/>
                <a:cs typeface="Aptos"/>
              </a:defRPr>
            </a:lvl9pPr>
          </a:lstStyle>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2</a:t>
            </a:r>
          </a:p>
        </p:txBody>
      </p:sp>
      <p:sp>
        <p:nvSpPr>
          <p:cNvPr id="64" name="Código editable">
            <a:extLst xmlns:a="http://schemas.openxmlformats.org/drawingml/2006/main">
              <a:ext uri="{FF2B5EF4-FFF2-40B4-BE49-F238E27FC236}">
                <a16:creationId xmlns:a16="http://schemas.microsoft.com/office/drawing/2014/main" id="{0FFC302B-9FF5-4896-BD1B-549DEE0A1F16}"/>
              </a:ext>
            </a:extLst>
          </p:cNvPr>
          <p:cNvSpPr>
            <a:spLocks xmlns:a="http://schemas.openxmlformats.org/drawingml/2006/main" noGrp="1"/>
          </p:cNvSpPr>
          <p:nvPr/>
        </p:nvSpPr>
        <p:spPr>
          <a:xfrm xmlns:a="http://schemas.openxmlformats.org/drawingml/2006/main">
            <a:off x="1343025" y="474821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82D3F2"/>
                </a:solidFill>
                <a:latin typeface="Menlo"/>
                <a:ea typeface="Menlo"/>
                <a:cs typeface="Menlo"/>
              </a:rPr>
              <a:t>Buffer</a:t>
            </a:r>
            <a:r>
              <a:rPr sz="1177">
                <a:solidFill>
                  <a:srgbClr val="E6EDF7"/>
                </a:solidFill>
                <a:latin typeface="Menlo"/>
                <a:ea typeface="Menlo"/>
                <a:cs typeface="Menlo"/>
              </a:rPr>
              <a:t>.</a:t>
            </a:r>
            <a:r>
              <a:rPr sz="1177">
                <a:solidFill>
                  <a:srgbClr val="C792EA"/>
                </a:solidFill>
                <a:latin typeface="Menlo"/>
                <a:ea typeface="Menlo"/>
                <a:cs typeface="Menlo"/>
              </a:rPr>
              <a:t>from</a:t>
            </a:r>
            <a:r>
              <a:rPr sz="1177">
                <a:solidFill>
                  <a:srgbClr val="E6EDF7"/>
                </a:solidFill>
                <a:latin typeface="Menlo"/>
                <a:ea typeface="Menlo"/>
                <a:cs typeface="Menlo"/>
              </a:rPr>
              <a:t>(</a:t>
            </a:r>
            <a:r>
              <a:rPr sz="1177">
                <a:solidFill>
                  <a:srgbClr val="E6EDF7"/>
                </a:solidFill>
                <a:latin typeface="Menlo"/>
                <a:ea typeface="Menlo"/>
                <a:cs typeface="Menlo"/>
              </a:rPr>
              <a:t>proofMessage</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65" name="">
            <a:extLst xmlns:a="http://schemas.openxmlformats.org/drawingml/2006/main">
              <a:ext uri="{FF2B5EF4-FFF2-40B4-BE49-F238E27FC236}">
                <a16:creationId xmlns:a16="http://schemas.microsoft.com/office/drawing/2014/main" id="{440B5E32-47F6-4181-9564-B8B5540DBCE1}"/>
              </a:ext>
            </a:extLst>
          </p:cNvPr>
          <p:cNvSpPr>
            <a:spLocks xmlns:a="http://schemas.openxmlformats.org/drawingml/2006/main" noGrp="1"/>
          </p:cNvSpPr>
          <p:nvPr/>
        </p:nvSpPr>
        <p:spPr>
          <a:xfrm xmlns:a="http://schemas.openxmlformats.org/drawingml/2006/main">
            <a:off x="971550" y="4939903"/>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06</a:t>
            </a:r>
          </a:p>
        </p:txBody>
      </p:sp>
      <p:sp>
        <p:nvSpPr>
          <p:cNvPr id="66" name="Código editable">
            <a:extLst xmlns:a="http://schemas.openxmlformats.org/drawingml/2006/main">
              <a:ext uri="{FF2B5EF4-FFF2-40B4-BE49-F238E27FC236}">
                <a16:creationId xmlns:a16="http://schemas.microsoft.com/office/drawing/2014/main" id="{B4022D55-77CF-4738-BC0B-AA060DAF808F}"/>
              </a:ext>
            </a:extLst>
          </p:cNvPr>
          <p:cNvSpPr>
            <a:spLocks xmlns:a="http://schemas.openxmlformats.org/drawingml/2006/main" noGrp="1"/>
          </p:cNvSpPr>
          <p:nvPr/>
        </p:nvSpPr>
        <p:spPr>
          <a:xfrm xmlns:a="http://schemas.openxmlformats.org/drawingml/2006/main">
            <a:off x="1343025" y="4939903"/>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proofKey</a:t>
            </a:r>
            <a:r>
              <a:rPr sz="1177">
                <a:solidFill>
                  <a:srgbClr val="E6EDF7"/>
                </a:solidFill>
                <a:latin typeface="Menlo"/>
                <a:ea typeface="Menlo"/>
                <a:cs typeface="Menlo"/>
              </a:rPr>
              <a:t>,</a:t>
            </a:r>
          </a:p>
        </p:txBody>
      </p:sp>
      <p:sp>
        <p:nvSpPr>
          <p:cNvPr id="67" name="">
            <a:extLst xmlns:a="http://schemas.openxmlformats.org/drawingml/2006/main">
              <a:ext uri="{FF2B5EF4-FFF2-40B4-BE49-F238E27FC236}">
                <a16:creationId xmlns:a16="http://schemas.microsoft.com/office/drawing/2014/main" id="{3411A955-130F-4440-9BB1-4B3A7E36AA95}"/>
              </a:ext>
            </a:extLst>
          </p:cNvPr>
          <p:cNvSpPr>
            <a:spLocks xmlns:a="http://schemas.openxmlformats.org/drawingml/2006/main" noGrp="1"/>
          </p:cNvSpPr>
          <p:nvPr/>
        </p:nvSpPr>
        <p:spPr>
          <a:xfrm xmlns:a="http://schemas.openxmlformats.org/drawingml/2006/main">
            <a:off x="971550" y="513159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07</a:t>
            </a:r>
          </a:p>
        </p:txBody>
      </p:sp>
      <p:sp>
        <p:nvSpPr>
          <p:cNvPr id="68" name="Código editable">
            <a:extLst xmlns:a="http://schemas.openxmlformats.org/drawingml/2006/main">
              <a:ext uri="{FF2B5EF4-FFF2-40B4-BE49-F238E27FC236}">
                <a16:creationId xmlns:a16="http://schemas.microsoft.com/office/drawing/2014/main" id="{01D51C30-9B5C-4481-841F-49E232981D05}"/>
              </a:ext>
            </a:extLst>
          </p:cNvPr>
          <p:cNvSpPr>
            <a:spLocks xmlns:a="http://schemas.openxmlformats.org/drawingml/2006/main" noGrp="1"/>
          </p:cNvSpPr>
          <p:nvPr/>
        </p:nvSpPr>
        <p:spPr>
          <a:xfrm xmlns:a="http://schemas.openxmlformats.org/drawingml/2006/main">
            <a:off x="1343025" y="513159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E6EDF7"/>
                </a:solidFill>
                <a:latin typeface="Menlo"/>
                <a:ea typeface="Menlo"/>
                <a:cs typeface="Menlo"/>
              </a:rPr>
              <a:t>  </a:t>
            </a:r>
            <a:r>
              <a:rPr sz="1177">
                <a:solidFill>
                  <a:srgbClr val="E6EDF7"/>
                </a:solidFill>
                <a:latin typeface="Menlo"/>
                <a:ea typeface="Menlo"/>
                <a:cs typeface="Menlo"/>
              </a:rPr>
              <a:t>holderSignature</a:t>
            </a:r>
          </a:p>
        </p:txBody>
      </p:sp>
      <p:sp>
        <p:nvSpPr>
          <p:cNvPr id="69" name="">
            <a:extLst xmlns:a="http://schemas.openxmlformats.org/drawingml/2006/main">
              <a:ext uri="{FF2B5EF4-FFF2-40B4-BE49-F238E27FC236}">
                <a16:creationId xmlns:a16="http://schemas.microsoft.com/office/drawing/2014/main" id="{F2221676-4B11-4CC3-8C6E-B52DD739712E}"/>
              </a:ext>
            </a:extLst>
          </p:cNvPr>
          <p:cNvSpPr>
            <a:spLocks xmlns:a="http://schemas.openxmlformats.org/drawingml/2006/main" noGrp="1"/>
          </p:cNvSpPr>
          <p:nvPr/>
        </p:nvSpPr>
        <p:spPr>
          <a:xfrm xmlns:a="http://schemas.openxmlformats.org/drawingml/2006/main">
            <a:off x="971550" y="5323284"/>
            <a:ext cx="247650"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177" b="0">
                <a:solidFill>
                  <a:srgbClr val="647791"/>
                </a:solidFill>
                <a:latin typeface="Aptos"/>
                <a:ea typeface="Aptos"/>
                <a:cs typeface="Aptos"/>
              </a:defRPr>
            </a:defPPr>
            <a:lvl1pPr algn="r">
              <a:defRPr sz="1177" b="0">
                <a:solidFill>
                  <a:srgbClr val="647791"/>
                </a:solidFill>
                <a:latin typeface="Aptos"/>
                <a:ea typeface="Aptos"/>
                <a:cs typeface="Aptos"/>
              </a:defRPr>
            </a:lvl1pPr>
            <a:lvl2pPr algn="r">
              <a:defRPr sz="1177" b="0">
                <a:solidFill>
                  <a:srgbClr val="647791"/>
                </a:solidFill>
                <a:latin typeface="Aptos"/>
                <a:ea typeface="Aptos"/>
                <a:cs typeface="Aptos"/>
              </a:defRPr>
            </a:lvl2pPr>
            <a:lvl3pPr algn="r">
              <a:defRPr sz="1177" b="0">
                <a:solidFill>
                  <a:srgbClr val="647791"/>
                </a:solidFill>
                <a:latin typeface="Aptos"/>
                <a:ea typeface="Aptos"/>
                <a:cs typeface="Aptos"/>
              </a:defRPr>
            </a:lvl3pPr>
            <a:lvl4pPr algn="r">
              <a:defRPr sz="1177" b="0">
                <a:solidFill>
                  <a:srgbClr val="647791"/>
                </a:solidFill>
                <a:latin typeface="Aptos"/>
                <a:ea typeface="Aptos"/>
                <a:cs typeface="Aptos"/>
              </a:defRPr>
            </a:lvl4pPr>
            <a:lvl5pPr algn="r">
              <a:defRPr sz="1177" b="0">
                <a:solidFill>
                  <a:srgbClr val="647791"/>
                </a:solidFill>
                <a:latin typeface="Aptos"/>
                <a:ea typeface="Aptos"/>
                <a:cs typeface="Aptos"/>
              </a:defRPr>
            </a:lvl5pPr>
            <a:lvl6pPr algn="r">
              <a:defRPr sz="1177" b="0">
                <a:solidFill>
                  <a:srgbClr val="647791"/>
                </a:solidFill>
                <a:latin typeface="Aptos"/>
                <a:ea typeface="Aptos"/>
                <a:cs typeface="Aptos"/>
              </a:defRPr>
            </a:lvl6pPr>
            <a:lvl7pPr algn="r">
              <a:defRPr sz="1177" b="0">
                <a:solidFill>
                  <a:srgbClr val="647791"/>
                </a:solidFill>
                <a:latin typeface="Aptos"/>
                <a:ea typeface="Aptos"/>
                <a:cs typeface="Aptos"/>
              </a:defRPr>
            </a:lvl7pPr>
            <a:lvl8pPr algn="r">
              <a:defRPr sz="1177" b="0">
                <a:solidFill>
                  <a:srgbClr val="647791"/>
                </a:solidFill>
                <a:latin typeface="Aptos"/>
                <a:ea typeface="Aptos"/>
                <a:cs typeface="Aptos"/>
              </a:defRPr>
            </a:lvl8pPr>
            <a:lvl9pPr algn="r">
              <a:defRPr sz="1177" b="0">
                <a:solidFill>
                  <a:srgbClr val="647791"/>
                </a:solidFill>
                <a:latin typeface="Aptos"/>
                <a:ea typeface="Aptos"/>
                <a:cs typeface="Aptos"/>
              </a:defRPr>
            </a:lvl9pPr>
          </a:lstStyle>
          <a:p xmlns:a="http://schemas.openxmlformats.org/drawingml/2006/main">
            <a:pPr algn="r">
              <a:defRPr sz="1177" b="0">
                <a:solidFill>
                  <a:srgbClr val="647791"/>
                </a:solidFill>
                <a:latin typeface="Aptos"/>
                <a:ea typeface="Aptos"/>
                <a:cs typeface="Aptos"/>
              </a:defRPr>
            </a:pPr>
            <a:r>
              <a:rPr sz="1177" b="0">
                <a:solidFill>
                  <a:srgbClr val="647791"/>
                </a:solidFill>
                <a:latin typeface="Aptos"/>
                <a:ea typeface="Aptos"/>
                <a:cs typeface="Aptos"/>
              </a:rPr>
              <a:t>08</a:t>
            </a:r>
          </a:p>
        </p:txBody>
      </p:sp>
      <p:sp>
        <p:nvSpPr>
          <p:cNvPr id="70" name="Código editable">
            <a:extLst xmlns:a="http://schemas.openxmlformats.org/drawingml/2006/main">
              <a:ext uri="{FF2B5EF4-FFF2-40B4-BE49-F238E27FC236}">
                <a16:creationId xmlns:a16="http://schemas.microsoft.com/office/drawing/2014/main" id="{91C92390-238D-4366-98A5-228703427971}"/>
              </a:ext>
            </a:extLst>
          </p:cNvPr>
          <p:cNvSpPr>
            <a:spLocks xmlns:a="http://schemas.openxmlformats.org/drawingml/2006/main" noGrp="1"/>
          </p:cNvSpPr>
          <p:nvPr/>
        </p:nvSpPr>
        <p:spPr>
          <a:xfrm xmlns:a="http://schemas.openxmlformats.org/drawingml/2006/main">
            <a:off x="1343025" y="5323284"/>
            <a:ext cx="5419725" cy="1916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77">
                <a:solidFill>
                  <a:srgbClr val="E6EDF7"/>
                </a:solidFill>
                <a:latin typeface="Menlo"/>
                <a:ea typeface="Menlo"/>
                <a:cs typeface="Menlo"/>
              </a:defRPr>
            </a:defPPr>
            <a:lvl1pPr algn="l">
              <a:defRPr sz="1177">
                <a:solidFill>
                  <a:srgbClr val="E6EDF7"/>
                </a:solidFill>
                <a:latin typeface="Menlo"/>
                <a:ea typeface="Menlo"/>
                <a:cs typeface="Menlo"/>
              </a:defRPr>
            </a:lvl1pPr>
            <a:lvl2pPr algn="l">
              <a:defRPr sz="1177">
                <a:solidFill>
                  <a:srgbClr val="E6EDF7"/>
                </a:solidFill>
                <a:latin typeface="Menlo"/>
                <a:ea typeface="Menlo"/>
                <a:cs typeface="Menlo"/>
              </a:defRPr>
            </a:lvl2pPr>
            <a:lvl3pPr algn="l">
              <a:defRPr sz="1177">
                <a:solidFill>
                  <a:srgbClr val="E6EDF7"/>
                </a:solidFill>
                <a:latin typeface="Menlo"/>
                <a:ea typeface="Menlo"/>
                <a:cs typeface="Menlo"/>
              </a:defRPr>
            </a:lvl3pPr>
            <a:lvl4pPr algn="l">
              <a:defRPr sz="1177">
                <a:solidFill>
                  <a:srgbClr val="E6EDF7"/>
                </a:solidFill>
                <a:latin typeface="Menlo"/>
                <a:ea typeface="Menlo"/>
                <a:cs typeface="Menlo"/>
              </a:defRPr>
            </a:lvl4pPr>
            <a:lvl5pPr algn="l">
              <a:defRPr sz="1177">
                <a:solidFill>
                  <a:srgbClr val="E6EDF7"/>
                </a:solidFill>
                <a:latin typeface="Menlo"/>
                <a:ea typeface="Menlo"/>
                <a:cs typeface="Menlo"/>
              </a:defRPr>
            </a:lvl5pPr>
            <a:lvl6pPr algn="l">
              <a:defRPr sz="1177">
                <a:solidFill>
                  <a:srgbClr val="E6EDF7"/>
                </a:solidFill>
                <a:latin typeface="Menlo"/>
                <a:ea typeface="Menlo"/>
                <a:cs typeface="Menlo"/>
              </a:defRPr>
            </a:lvl6pPr>
            <a:lvl7pPr algn="l">
              <a:defRPr sz="1177">
                <a:solidFill>
                  <a:srgbClr val="E6EDF7"/>
                </a:solidFill>
                <a:latin typeface="Menlo"/>
                <a:ea typeface="Menlo"/>
                <a:cs typeface="Menlo"/>
              </a:defRPr>
            </a:lvl7pPr>
            <a:lvl8pPr algn="l">
              <a:defRPr sz="1177">
                <a:solidFill>
                  <a:srgbClr val="E6EDF7"/>
                </a:solidFill>
                <a:latin typeface="Menlo"/>
                <a:ea typeface="Menlo"/>
                <a:cs typeface="Menlo"/>
              </a:defRPr>
            </a:lvl8pPr>
            <a:lvl9pPr algn="l">
              <a:defRPr sz="1177">
                <a:solidFill>
                  <a:srgbClr val="E6EDF7"/>
                </a:solidFill>
                <a:latin typeface="Menlo"/>
                <a:ea typeface="Menlo"/>
                <a:cs typeface="Menlo"/>
              </a:defRPr>
            </a:lvl9pPr>
          </a:lstStyle>
          <a:p xmlns:a="http://schemas.openxmlformats.org/drawingml/2006/main">
            <a:pPr algn="l">
              <a:defRPr sz="1177">
                <a:solidFill>
                  <a:srgbClr val="E6EDF7"/>
                </a:solidFill>
                <a:latin typeface="Menlo"/>
                <a:ea typeface="Menlo"/>
                <a:cs typeface="Menlo"/>
              </a:defRPr>
            </a:pPr>
            <a:r>
              <a:rPr sz="1177">
                <a:solidFill>
                  <a:srgbClr val="E6EDF7"/>
                </a:solidFill>
                <a:latin typeface="Menlo"/>
                <a:ea typeface="Menlo"/>
                <a:cs typeface="Menlo"/>
              </a:rPr>
              <a:t>)</a:t>
            </a:r>
            <a:r>
              <a:rPr sz="1177">
                <a:solidFill>
                  <a:srgbClr val="E6EDF7"/>
                </a:solidFill>
                <a:latin typeface="Menlo"/>
                <a:ea typeface="Menlo"/>
                <a:cs typeface="Menlo"/>
              </a:rPr>
              <a:t>)</a:t>
            </a:r>
            <a:r>
              <a:rPr sz="1177">
                <a:solidFill>
                  <a:srgbClr val="E6EDF7"/>
                </a:solidFill>
                <a:latin typeface="Menlo"/>
                <a:ea typeface="Menlo"/>
                <a:cs typeface="Menlo"/>
              </a:rPr>
              <a:t> </a:t>
            </a:r>
            <a:r>
              <a:rPr sz="1177">
                <a:solidFill>
                  <a:srgbClr val="E6EDF7"/>
                </a:solidFill>
                <a:latin typeface="Menlo"/>
                <a:ea typeface="Menlo"/>
                <a:cs typeface="Menlo"/>
              </a:rPr>
              <a:t>reject</a:t>
            </a:r>
            <a:r>
              <a:rPr sz="1177">
                <a:solidFill>
                  <a:srgbClr val="E6EDF7"/>
                </a:solidFill>
                <a:latin typeface="Menlo"/>
                <a:ea typeface="Menlo"/>
                <a:cs typeface="Menlo"/>
              </a:rPr>
              <a:t>(</a:t>
            </a:r>
            <a:r>
              <a:rPr sz="1177">
                <a:solidFill>
                  <a:srgbClr val="E6EDF7"/>
                </a:solidFill>
                <a:latin typeface="Menlo"/>
                <a:ea typeface="Menlo"/>
                <a:cs typeface="Menlo"/>
              </a:rPr>
              <a:t>)</a:t>
            </a:r>
          </a:p>
        </p:txBody>
      </p:sp>
      <p:sp>
        <p:nvSpPr>
          <p:cNvPr id="71" name="">
            <a:extLst xmlns:a="http://schemas.openxmlformats.org/drawingml/2006/main">
              <a:ext uri="{FF2B5EF4-FFF2-40B4-BE49-F238E27FC236}">
                <a16:creationId xmlns:a16="http://schemas.microsoft.com/office/drawing/2014/main" id="{15BF3480-0162-44F0-BA70-86FCF1175288}"/>
              </a:ext>
            </a:extLst>
          </p:cNvPr>
          <p:cNvSpPr>
            <a:spLocks xmlns:a="http://schemas.openxmlformats.org/drawingml/2006/main" noGrp="1"/>
          </p:cNvSpPr>
          <p:nvPr/>
        </p:nvSpPr>
        <p:spPr>
          <a:xfrm xmlns:a="http://schemas.openxmlformats.org/drawingml/2006/main">
            <a:off x="7524750" y="3476625"/>
            <a:ext cx="3667125" cy="214312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9525">
            <a:solidFill>
              <a:srgbClr val="DCE3ED"/>
            </a:solidFill>
            <a:prstDash val="solid"/>
          </a:ln>
        </p:spPr>
      </p:sp>
      <p:sp>
        <p:nvSpPr>
          <p:cNvPr id="72" name="">
            <a:extLst xmlns:a="http://schemas.openxmlformats.org/drawingml/2006/main">
              <a:ext uri="{FF2B5EF4-FFF2-40B4-BE49-F238E27FC236}">
                <a16:creationId xmlns:a16="http://schemas.microsoft.com/office/drawing/2014/main" id="{21DE3422-879C-4A11-97EC-2770803E03EC}"/>
              </a:ext>
            </a:extLst>
          </p:cNvPr>
          <p:cNvSpPr>
            <a:spLocks xmlns:a="http://schemas.openxmlformats.org/drawingml/2006/main" noGrp="1"/>
          </p:cNvSpPr>
          <p:nvPr/>
        </p:nvSpPr>
        <p:spPr>
          <a:xfrm xmlns:a="http://schemas.openxmlformats.org/drawingml/2006/main">
            <a:off x="7810500" y="3686175"/>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72554"/>
                </a:solidFill>
                <a:latin typeface="Aptos"/>
                <a:ea typeface="Aptos"/>
                <a:cs typeface="Aptos"/>
              </a:defRPr>
            </a:defPPr>
            <a:lvl1pPr algn="l">
              <a:defRPr sz="1425" b="1">
                <a:solidFill>
                  <a:srgbClr val="172554"/>
                </a:solidFill>
                <a:latin typeface="Aptos"/>
                <a:ea typeface="Aptos"/>
                <a:cs typeface="Aptos"/>
              </a:defRPr>
            </a:lvl1pPr>
            <a:lvl2pPr algn="l">
              <a:defRPr sz="1425" b="1">
                <a:solidFill>
                  <a:srgbClr val="172554"/>
                </a:solidFill>
                <a:latin typeface="Aptos"/>
                <a:ea typeface="Aptos"/>
                <a:cs typeface="Aptos"/>
              </a:defRPr>
            </a:lvl2pPr>
            <a:lvl3pPr algn="l">
              <a:defRPr sz="1425" b="1">
                <a:solidFill>
                  <a:srgbClr val="172554"/>
                </a:solidFill>
                <a:latin typeface="Aptos"/>
                <a:ea typeface="Aptos"/>
                <a:cs typeface="Aptos"/>
              </a:defRPr>
            </a:lvl3pPr>
            <a:lvl4pPr algn="l">
              <a:defRPr sz="1425" b="1">
                <a:solidFill>
                  <a:srgbClr val="172554"/>
                </a:solidFill>
                <a:latin typeface="Aptos"/>
                <a:ea typeface="Aptos"/>
                <a:cs typeface="Aptos"/>
              </a:defRPr>
            </a:lvl4pPr>
            <a:lvl5pPr algn="l">
              <a:defRPr sz="1425" b="1">
                <a:solidFill>
                  <a:srgbClr val="172554"/>
                </a:solidFill>
                <a:latin typeface="Aptos"/>
                <a:ea typeface="Aptos"/>
                <a:cs typeface="Aptos"/>
              </a:defRPr>
            </a:lvl5pPr>
            <a:lvl6pPr algn="l">
              <a:defRPr sz="1425" b="1">
                <a:solidFill>
                  <a:srgbClr val="172554"/>
                </a:solidFill>
                <a:latin typeface="Aptos"/>
                <a:ea typeface="Aptos"/>
                <a:cs typeface="Aptos"/>
              </a:defRPr>
            </a:lvl6pPr>
            <a:lvl7pPr algn="l">
              <a:defRPr sz="1425" b="1">
                <a:solidFill>
                  <a:srgbClr val="172554"/>
                </a:solidFill>
                <a:latin typeface="Aptos"/>
                <a:ea typeface="Aptos"/>
                <a:cs typeface="Aptos"/>
              </a:defRPr>
            </a:lvl7pPr>
            <a:lvl8pPr algn="l">
              <a:defRPr sz="1425" b="1">
                <a:solidFill>
                  <a:srgbClr val="172554"/>
                </a:solidFill>
                <a:latin typeface="Aptos"/>
                <a:ea typeface="Aptos"/>
                <a:cs typeface="Aptos"/>
              </a:defRPr>
            </a:lvl8pPr>
            <a:lvl9pPr algn="l">
              <a:defRPr sz="1425" b="1">
                <a:solidFill>
                  <a:srgbClr val="172554"/>
                </a:solidFill>
                <a:latin typeface="Aptos"/>
                <a:ea typeface="Aptos"/>
                <a:cs typeface="Aptos"/>
              </a:defRPr>
            </a:lvl9pPr>
          </a:lstStyle>
          <a:p xmlns:a="http://schemas.openxmlformats.org/drawingml/2006/main">
            <a:pPr algn="l">
              <a:defRPr sz="1425" b="1">
                <a:solidFill>
                  <a:srgbClr val="172554"/>
                </a:solidFill>
                <a:latin typeface="Aptos"/>
                <a:ea typeface="Aptos"/>
                <a:cs typeface="Aptos"/>
              </a:defRPr>
            </a:pPr>
            <a:r>
              <a:rPr sz="1425" b="1">
                <a:solidFill>
                  <a:srgbClr val="172554"/>
                </a:solidFill>
                <a:latin typeface="Aptos"/>
                <a:ea typeface="Aptos"/>
                <a:cs typeface="Aptos"/>
              </a:rPr>
              <a:t>Asistencia · comisión A</a:t>
            </a:r>
          </a:p>
        </p:txBody>
      </p:sp>
      <p:sp>
        <p:nvSpPr>
          <p:cNvPr id="73" name="">
            <a:extLst xmlns:a="http://schemas.openxmlformats.org/drawingml/2006/main">
              <a:ext uri="{FF2B5EF4-FFF2-40B4-BE49-F238E27FC236}">
                <a16:creationId xmlns:a16="http://schemas.microsoft.com/office/drawing/2014/main" id="{BD28F3D2-DDD7-4C3E-BFC9-39A718C94685}"/>
              </a:ext>
            </a:extLst>
          </p:cNvPr>
          <p:cNvSpPr>
            <a:spLocks xmlns:a="http://schemas.openxmlformats.org/drawingml/2006/main" noGrp="1"/>
          </p:cNvSpPr>
          <p:nvPr/>
        </p:nvSpPr>
        <p:spPr>
          <a:xfrm xmlns:a="http://schemas.openxmlformats.org/drawingml/2006/main">
            <a:off x="7810500" y="4143375"/>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536276"/>
                </a:solidFill>
                <a:latin typeface="Aptos"/>
                <a:ea typeface="Aptos"/>
                <a:cs typeface="Aptos"/>
              </a:defRPr>
            </a:defPPr>
            <a:lvl1pPr algn="l">
              <a:defRPr sz="1125" b="1">
                <a:solidFill>
                  <a:srgbClr val="536276"/>
                </a:solidFill>
                <a:latin typeface="Aptos"/>
                <a:ea typeface="Aptos"/>
                <a:cs typeface="Aptos"/>
              </a:defRPr>
            </a:lvl1pPr>
            <a:lvl2pPr algn="l">
              <a:defRPr sz="1125" b="1">
                <a:solidFill>
                  <a:srgbClr val="536276"/>
                </a:solidFill>
                <a:latin typeface="Aptos"/>
                <a:ea typeface="Aptos"/>
                <a:cs typeface="Aptos"/>
              </a:defRPr>
            </a:lvl2pPr>
            <a:lvl3pPr algn="l">
              <a:defRPr sz="1125" b="1">
                <a:solidFill>
                  <a:srgbClr val="536276"/>
                </a:solidFill>
                <a:latin typeface="Aptos"/>
                <a:ea typeface="Aptos"/>
                <a:cs typeface="Aptos"/>
              </a:defRPr>
            </a:lvl3pPr>
            <a:lvl4pPr algn="l">
              <a:defRPr sz="1125" b="1">
                <a:solidFill>
                  <a:srgbClr val="536276"/>
                </a:solidFill>
                <a:latin typeface="Aptos"/>
                <a:ea typeface="Aptos"/>
                <a:cs typeface="Aptos"/>
              </a:defRPr>
            </a:lvl4pPr>
            <a:lvl5pPr algn="l">
              <a:defRPr sz="1125" b="1">
                <a:solidFill>
                  <a:srgbClr val="536276"/>
                </a:solidFill>
                <a:latin typeface="Aptos"/>
                <a:ea typeface="Aptos"/>
                <a:cs typeface="Aptos"/>
              </a:defRPr>
            </a:lvl5pPr>
            <a:lvl6pPr algn="l">
              <a:defRPr sz="1125" b="1">
                <a:solidFill>
                  <a:srgbClr val="536276"/>
                </a:solidFill>
                <a:latin typeface="Aptos"/>
                <a:ea typeface="Aptos"/>
                <a:cs typeface="Aptos"/>
              </a:defRPr>
            </a:lvl6pPr>
            <a:lvl7pPr algn="l">
              <a:defRPr sz="1125" b="1">
                <a:solidFill>
                  <a:srgbClr val="536276"/>
                </a:solidFill>
                <a:latin typeface="Aptos"/>
                <a:ea typeface="Aptos"/>
                <a:cs typeface="Aptos"/>
              </a:defRPr>
            </a:lvl7pPr>
            <a:lvl8pPr algn="l">
              <a:defRPr sz="1125" b="1">
                <a:solidFill>
                  <a:srgbClr val="536276"/>
                </a:solidFill>
                <a:latin typeface="Aptos"/>
                <a:ea typeface="Aptos"/>
                <a:cs typeface="Aptos"/>
              </a:defRPr>
            </a:lvl8pPr>
            <a:lvl9pPr algn="l">
              <a:defRPr sz="1125" b="1">
                <a:solidFill>
                  <a:srgbClr val="536276"/>
                </a:solidFill>
                <a:latin typeface="Aptos"/>
                <a:ea typeface="Aptos"/>
                <a:cs typeface="Aptos"/>
              </a:defRPr>
            </a:lvl9pPr>
          </a:lstStyle>
          <a:p xmlns:a="http://schemas.openxmlformats.org/drawingml/2006/main">
            <a:pPr algn="l">
              <a:defRPr sz="1125" b="1">
                <a:solidFill>
                  <a:srgbClr val="536276"/>
                </a:solidFill>
                <a:latin typeface="Aptos"/>
                <a:ea typeface="Aptos"/>
                <a:cs typeface="Aptos"/>
              </a:defRPr>
            </a:pPr>
            <a:r>
              <a:rPr sz="1125" b="1">
                <a:solidFill>
                  <a:srgbClr val="536276"/>
                </a:solidFill>
                <a:latin typeface="Aptos"/>
                <a:ea typeface="Aptos"/>
                <a:cs typeface="Aptos"/>
              </a:rPr>
              <a:t>Estudiante                         Estado</a:t>
            </a:r>
          </a:p>
        </p:txBody>
      </p:sp>
      <p:sp>
        <p:nvSpPr>
          <p:cNvPr id="74" name="">
            <a:extLst xmlns:a="http://schemas.openxmlformats.org/drawingml/2006/main">
              <a:ext uri="{FF2B5EF4-FFF2-40B4-BE49-F238E27FC236}">
                <a16:creationId xmlns:a16="http://schemas.microsoft.com/office/drawing/2014/main" id="{32B847E3-BAB6-4840-8025-9905C03DE8FC}"/>
              </a:ext>
            </a:extLst>
          </p:cNvPr>
          <p:cNvSpPr>
            <a:spLocks xmlns:a="http://schemas.openxmlformats.org/drawingml/2006/main" noGrp="1"/>
          </p:cNvSpPr>
          <p:nvPr/>
        </p:nvSpPr>
        <p:spPr>
          <a:xfrm xmlns:a="http://schemas.openxmlformats.org/drawingml/2006/main" flipV="0">
            <a:off x="7810500" y="4476750"/>
            <a:ext cx="30861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75" name="">
            <a:extLst xmlns:a="http://schemas.openxmlformats.org/drawingml/2006/main">
              <a:ext uri="{FF2B5EF4-FFF2-40B4-BE49-F238E27FC236}">
                <a16:creationId xmlns:a16="http://schemas.microsoft.com/office/drawing/2014/main" id="{271CC2F9-9745-4057-A4E0-E33E52779DA8}"/>
              </a:ext>
            </a:extLst>
          </p:cNvPr>
          <p:cNvSpPr>
            <a:spLocks xmlns:a="http://schemas.openxmlformats.org/drawingml/2006/main" noGrp="1"/>
          </p:cNvSpPr>
          <p:nvPr/>
        </p:nvSpPr>
        <p:spPr>
          <a:xfrm xmlns:a="http://schemas.openxmlformats.org/drawingml/2006/main">
            <a:off x="7810500" y="4600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23836E"/>
                </a:solidFill>
                <a:latin typeface="Aptos"/>
                <a:ea typeface="Aptos"/>
                <a:cs typeface="Aptos"/>
              </a:defRPr>
            </a:defPPr>
            <a:lvl1pPr algn="l">
              <a:defRPr sz="1200" b="1">
                <a:solidFill>
                  <a:srgbClr val="23836E"/>
                </a:solidFill>
                <a:latin typeface="Aptos"/>
                <a:ea typeface="Aptos"/>
                <a:cs typeface="Aptos"/>
              </a:defRPr>
            </a:lvl1pPr>
            <a:lvl2pPr algn="l">
              <a:defRPr sz="1200" b="1">
                <a:solidFill>
                  <a:srgbClr val="23836E"/>
                </a:solidFill>
                <a:latin typeface="Aptos"/>
                <a:ea typeface="Aptos"/>
                <a:cs typeface="Aptos"/>
              </a:defRPr>
            </a:lvl2pPr>
            <a:lvl3pPr algn="l">
              <a:defRPr sz="1200" b="1">
                <a:solidFill>
                  <a:srgbClr val="23836E"/>
                </a:solidFill>
                <a:latin typeface="Aptos"/>
                <a:ea typeface="Aptos"/>
                <a:cs typeface="Aptos"/>
              </a:defRPr>
            </a:lvl3pPr>
            <a:lvl4pPr algn="l">
              <a:defRPr sz="1200" b="1">
                <a:solidFill>
                  <a:srgbClr val="23836E"/>
                </a:solidFill>
                <a:latin typeface="Aptos"/>
                <a:ea typeface="Aptos"/>
                <a:cs typeface="Aptos"/>
              </a:defRPr>
            </a:lvl4pPr>
            <a:lvl5pPr algn="l">
              <a:defRPr sz="1200" b="1">
                <a:solidFill>
                  <a:srgbClr val="23836E"/>
                </a:solidFill>
                <a:latin typeface="Aptos"/>
                <a:ea typeface="Aptos"/>
                <a:cs typeface="Aptos"/>
              </a:defRPr>
            </a:lvl5pPr>
            <a:lvl6pPr algn="l">
              <a:defRPr sz="1200" b="1">
                <a:solidFill>
                  <a:srgbClr val="23836E"/>
                </a:solidFill>
                <a:latin typeface="Aptos"/>
                <a:ea typeface="Aptos"/>
                <a:cs typeface="Aptos"/>
              </a:defRPr>
            </a:lvl6pPr>
            <a:lvl7pPr algn="l">
              <a:defRPr sz="1200" b="1">
                <a:solidFill>
                  <a:srgbClr val="23836E"/>
                </a:solidFill>
                <a:latin typeface="Aptos"/>
                <a:ea typeface="Aptos"/>
                <a:cs typeface="Aptos"/>
              </a:defRPr>
            </a:lvl7pPr>
            <a:lvl8pPr algn="l">
              <a:defRPr sz="1200" b="1">
                <a:solidFill>
                  <a:srgbClr val="23836E"/>
                </a:solidFill>
                <a:latin typeface="Aptos"/>
                <a:ea typeface="Aptos"/>
                <a:cs typeface="Aptos"/>
              </a:defRPr>
            </a:lvl8pPr>
            <a:lvl9pPr algn="l">
              <a:defRPr sz="1200" b="1">
                <a:solidFill>
                  <a:srgbClr val="23836E"/>
                </a:solidFill>
                <a:latin typeface="Aptos"/>
                <a:ea typeface="Aptos"/>
                <a:cs typeface="Aptos"/>
              </a:defRPr>
            </a:lvl9pPr>
          </a:lstStyle>
          <a:p xmlns:a="http://schemas.openxmlformats.org/drawingml/2006/main">
            <a:pPr algn="l">
              <a:defRPr sz="1200" b="1">
                <a:solidFill>
                  <a:srgbClr val="23836E"/>
                </a:solidFill>
                <a:latin typeface="Aptos"/>
                <a:ea typeface="Aptos"/>
                <a:cs typeface="Aptos"/>
              </a:defRPr>
            </a:pPr>
            <a:r>
              <a:rPr sz="1200" b="1">
                <a:solidFill>
                  <a:srgbClr val="23836E"/>
                </a:solidFill>
                <a:latin typeface="Aptos"/>
                <a:ea typeface="Aptos"/>
                <a:cs typeface="Aptos"/>
              </a:rPr>
              <a:t>Mariano Arias Simone        P</a:t>
            </a:r>
          </a:p>
        </p:txBody>
      </p:sp>
      <p:sp>
        <p:nvSpPr>
          <p:cNvPr id="76" name="">
            <a:extLst xmlns:a="http://schemas.openxmlformats.org/drawingml/2006/main">
              <a:ext uri="{FF2B5EF4-FFF2-40B4-BE49-F238E27FC236}">
                <a16:creationId xmlns:a16="http://schemas.microsoft.com/office/drawing/2014/main" id="{F8BFA471-0294-43B9-BE91-4A81A8E923EE}"/>
              </a:ext>
            </a:extLst>
          </p:cNvPr>
          <p:cNvSpPr>
            <a:spLocks xmlns:a="http://schemas.openxmlformats.org/drawingml/2006/main" noGrp="1"/>
          </p:cNvSpPr>
          <p:nvPr/>
        </p:nvSpPr>
        <p:spPr>
          <a:xfrm xmlns:a="http://schemas.openxmlformats.org/drawingml/2006/main">
            <a:off x="7810500" y="50196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5757"/>
                </a:solidFill>
                <a:latin typeface="Aptos"/>
                <a:ea typeface="Aptos"/>
                <a:cs typeface="Aptos"/>
              </a:defRPr>
            </a:defPPr>
            <a:lvl1pPr algn="l">
              <a:defRPr sz="1200" b="1">
                <a:solidFill>
                  <a:srgbClr val="D95757"/>
                </a:solidFill>
                <a:latin typeface="Aptos"/>
                <a:ea typeface="Aptos"/>
                <a:cs typeface="Aptos"/>
              </a:defRPr>
            </a:lvl1pPr>
            <a:lvl2pPr algn="l">
              <a:defRPr sz="1200" b="1">
                <a:solidFill>
                  <a:srgbClr val="D95757"/>
                </a:solidFill>
                <a:latin typeface="Aptos"/>
                <a:ea typeface="Aptos"/>
                <a:cs typeface="Aptos"/>
              </a:defRPr>
            </a:lvl2pPr>
            <a:lvl3pPr algn="l">
              <a:defRPr sz="1200" b="1">
                <a:solidFill>
                  <a:srgbClr val="D95757"/>
                </a:solidFill>
                <a:latin typeface="Aptos"/>
                <a:ea typeface="Aptos"/>
                <a:cs typeface="Aptos"/>
              </a:defRPr>
            </a:lvl3pPr>
            <a:lvl4pPr algn="l">
              <a:defRPr sz="1200" b="1">
                <a:solidFill>
                  <a:srgbClr val="D95757"/>
                </a:solidFill>
                <a:latin typeface="Aptos"/>
                <a:ea typeface="Aptos"/>
                <a:cs typeface="Aptos"/>
              </a:defRPr>
            </a:lvl4pPr>
            <a:lvl5pPr algn="l">
              <a:defRPr sz="1200" b="1">
                <a:solidFill>
                  <a:srgbClr val="D95757"/>
                </a:solidFill>
                <a:latin typeface="Aptos"/>
                <a:ea typeface="Aptos"/>
                <a:cs typeface="Aptos"/>
              </a:defRPr>
            </a:lvl5pPr>
            <a:lvl6pPr algn="l">
              <a:defRPr sz="1200" b="1">
                <a:solidFill>
                  <a:srgbClr val="D95757"/>
                </a:solidFill>
                <a:latin typeface="Aptos"/>
                <a:ea typeface="Aptos"/>
                <a:cs typeface="Aptos"/>
              </a:defRPr>
            </a:lvl6pPr>
            <a:lvl7pPr algn="l">
              <a:defRPr sz="1200" b="1">
                <a:solidFill>
                  <a:srgbClr val="D95757"/>
                </a:solidFill>
                <a:latin typeface="Aptos"/>
                <a:ea typeface="Aptos"/>
                <a:cs typeface="Aptos"/>
              </a:defRPr>
            </a:lvl7pPr>
            <a:lvl8pPr algn="l">
              <a:defRPr sz="1200" b="1">
                <a:solidFill>
                  <a:srgbClr val="D95757"/>
                </a:solidFill>
                <a:latin typeface="Aptos"/>
                <a:ea typeface="Aptos"/>
                <a:cs typeface="Aptos"/>
              </a:defRPr>
            </a:lvl8pPr>
            <a:lvl9pPr algn="l">
              <a:defRPr sz="1200" b="1">
                <a:solidFill>
                  <a:srgbClr val="D95757"/>
                </a:solidFill>
                <a:latin typeface="Aptos"/>
                <a:ea typeface="Aptos"/>
                <a:cs typeface="Aptos"/>
              </a:defRPr>
            </a:lvl9pPr>
          </a:lstStyle>
          <a:p xmlns:a="http://schemas.openxmlformats.org/drawingml/2006/main">
            <a:pPr algn="l">
              <a:defRPr sz="1200" b="1">
                <a:solidFill>
                  <a:srgbClr val="D95757"/>
                </a:solidFill>
                <a:latin typeface="Aptos"/>
                <a:ea typeface="Aptos"/>
                <a:cs typeface="Aptos"/>
              </a:defRPr>
            </a:pPr>
            <a:r>
              <a:rPr sz="1200" b="1">
                <a:solidFill>
                  <a:srgbClr val="D95757"/>
                </a:solidFill>
                <a:latin typeface="Aptos"/>
                <a:ea typeface="Aptos"/>
                <a:cs typeface="Aptos"/>
              </a:rPr>
              <a:t>Peralta Herrera Nahuel    A</a:t>
            </a:r>
          </a:p>
        </p:txBody>
      </p:sp>
      <p:sp>
        <p:nvSpPr>
          <p:cNvPr id="77" name="">
            <a:extLst xmlns:a="http://schemas.openxmlformats.org/drawingml/2006/main">
              <a:ext uri="{FF2B5EF4-FFF2-40B4-BE49-F238E27FC236}">
                <a16:creationId xmlns:a16="http://schemas.microsoft.com/office/drawing/2014/main" id="{0C18AE69-4B43-4F93-9702-4E8250028D48}"/>
              </a:ext>
            </a:extLst>
          </p:cNvPr>
          <p:cNvSpPr>
            <a:spLocks xmlns:a="http://schemas.openxmlformats.org/drawingml/2006/main" noGrp="1"/>
          </p:cNvSpPr>
          <p:nvPr/>
        </p:nvSpPr>
        <p:spPr>
          <a:xfrm xmlns:a="http://schemas.openxmlformats.org/drawingml/2006/main">
            <a:off x="7810500" y="5314950"/>
            <a:ext cx="2428875" cy="285750"/>
          </a:xfrm>
          <a:prstGeom xmlns:a="http://schemas.openxmlformats.org/drawingml/2006/main" prst="roundRect">
            <a:avLst>
              <a:gd name="adj" fmla="val 26667"/>
            </a:avLst>
          </a:prstGeom>
          <a:solidFill xmlns:a="http://schemas.openxmlformats.org/drawingml/2006/main">
            <a:srgbClr val="E8EDF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FA3C7406-F4FC-4E8E-9561-5B6E98D92D92}"/>
              </a:ext>
            </a:extLst>
          </p:cNvPr>
          <p:cNvSpPr>
            <a:spLocks xmlns:a="http://schemas.openxmlformats.org/drawingml/2006/main" noGrp="1"/>
          </p:cNvSpPr>
          <p:nvPr/>
        </p:nvSpPr>
        <p:spPr>
          <a:xfrm xmlns:a="http://schemas.openxmlformats.org/drawingml/2006/main">
            <a:off x="7905750" y="5324475"/>
            <a:ext cx="22383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2846A0"/>
                </a:solidFill>
                <a:latin typeface="Aptos"/>
                <a:ea typeface="Aptos"/>
                <a:cs typeface="Aptos"/>
              </a:defRPr>
            </a:defPPr>
            <a:lvl1pPr algn="ctr">
              <a:defRPr sz="975" b="1">
                <a:solidFill>
                  <a:srgbClr val="2846A0"/>
                </a:solidFill>
                <a:latin typeface="Aptos"/>
                <a:ea typeface="Aptos"/>
                <a:cs typeface="Aptos"/>
              </a:defRPr>
            </a:lvl1pPr>
            <a:lvl2pPr algn="ctr">
              <a:defRPr sz="975" b="1">
                <a:solidFill>
                  <a:srgbClr val="2846A0"/>
                </a:solidFill>
                <a:latin typeface="Aptos"/>
                <a:ea typeface="Aptos"/>
                <a:cs typeface="Aptos"/>
              </a:defRPr>
            </a:lvl2pPr>
            <a:lvl3pPr algn="ctr">
              <a:defRPr sz="975" b="1">
                <a:solidFill>
                  <a:srgbClr val="2846A0"/>
                </a:solidFill>
                <a:latin typeface="Aptos"/>
                <a:ea typeface="Aptos"/>
                <a:cs typeface="Aptos"/>
              </a:defRPr>
            </a:lvl3pPr>
            <a:lvl4pPr algn="ctr">
              <a:defRPr sz="975" b="1">
                <a:solidFill>
                  <a:srgbClr val="2846A0"/>
                </a:solidFill>
                <a:latin typeface="Aptos"/>
                <a:ea typeface="Aptos"/>
                <a:cs typeface="Aptos"/>
              </a:defRPr>
            </a:lvl4pPr>
            <a:lvl5pPr algn="ctr">
              <a:defRPr sz="975" b="1">
                <a:solidFill>
                  <a:srgbClr val="2846A0"/>
                </a:solidFill>
                <a:latin typeface="Aptos"/>
                <a:ea typeface="Aptos"/>
                <a:cs typeface="Aptos"/>
              </a:defRPr>
            </a:lvl5pPr>
            <a:lvl6pPr algn="ctr">
              <a:defRPr sz="975" b="1">
                <a:solidFill>
                  <a:srgbClr val="2846A0"/>
                </a:solidFill>
                <a:latin typeface="Aptos"/>
                <a:ea typeface="Aptos"/>
                <a:cs typeface="Aptos"/>
              </a:defRPr>
            </a:lvl6pPr>
            <a:lvl7pPr algn="ctr">
              <a:defRPr sz="975" b="1">
                <a:solidFill>
                  <a:srgbClr val="2846A0"/>
                </a:solidFill>
                <a:latin typeface="Aptos"/>
                <a:ea typeface="Aptos"/>
                <a:cs typeface="Aptos"/>
              </a:defRPr>
            </a:lvl7pPr>
            <a:lvl8pPr algn="ctr">
              <a:defRPr sz="975" b="1">
                <a:solidFill>
                  <a:srgbClr val="2846A0"/>
                </a:solidFill>
                <a:latin typeface="Aptos"/>
                <a:ea typeface="Aptos"/>
                <a:cs typeface="Aptos"/>
              </a:defRPr>
            </a:lvl8pPr>
            <a:lvl9pPr algn="ctr">
              <a:defRPr sz="975" b="1">
                <a:solidFill>
                  <a:srgbClr val="2846A0"/>
                </a:solidFill>
                <a:latin typeface="Aptos"/>
                <a:ea typeface="Aptos"/>
                <a:cs typeface="Aptos"/>
              </a:defRPr>
            </a:lvl9pPr>
          </a:lstStyle>
          <a:p xmlns:a="http://schemas.openxmlformats.org/drawingml/2006/main">
            <a:pPr algn="ctr">
              <a:defRPr sz="975" b="1">
                <a:solidFill>
                  <a:srgbClr val="2846A0"/>
                </a:solidFill>
                <a:latin typeface="Aptos"/>
                <a:ea typeface="Aptos"/>
                <a:cs typeface="Aptos"/>
              </a:defRPr>
            </a:pPr>
            <a:r>
              <a:rPr sz="975" b="1">
                <a:solidFill>
                  <a:srgbClr val="2846A0"/>
                </a:solidFill>
                <a:latin typeface="Aptos"/>
                <a:ea typeface="Aptos"/>
                <a:cs typeface="Aptos"/>
              </a:rPr>
              <a:t>UNIQUE (session_id, holder)</a:t>
            </a:r>
          </a:p>
        </p:txBody>
      </p:sp>
    </p:spTree>
    <p:extLst>
      <p:ext uri="{BB962C8B-B14F-4D97-AF65-F5344CB8AC3E}">
        <p14:creationId xmlns:p14="http://schemas.microsoft.com/office/powerpoint/2010/main" val="329316395"/>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F0D1E8-9439-444E-B579-2FB48A46A05C}"/>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846A0"/>
                </a:solidFill>
                <a:latin typeface="Aptos"/>
                <a:ea typeface="Aptos"/>
                <a:cs typeface="Aptos"/>
              </a:defRPr>
            </a:defPPr>
            <a:lvl1pPr algn="l">
              <a:defRPr sz="975" b="1">
                <a:solidFill>
                  <a:srgbClr val="2846A0"/>
                </a:solidFill>
                <a:latin typeface="Aptos"/>
                <a:ea typeface="Aptos"/>
                <a:cs typeface="Aptos"/>
              </a:defRPr>
            </a:lvl1pPr>
            <a:lvl2pPr algn="l">
              <a:defRPr sz="975" b="1">
                <a:solidFill>
                  <a:srgbClr val="2846A0"/>
                </a:solidFill>
                <a:latin typeface="Aptos"/>
                <a:ea typeface="Aptos"/>
                <a:cs typeface="Aptos"/>
              </a:defRPr>
            </a:lvl2pPr>
            <a:lvl3pPr algn="l">
              <a:defRPr sz="975" b="1">
                <a:solidFill>
                  <a:srgbClr val="2846A0"/>
                </a:solidFill>
                <a:latin typeface="Aptos"/>
                <a:ea typeface="Aptos"/>
                <a:cs typeface="Aptos"/>
              </a:defRPr>
            </a:lvl3pPr>
            <a:lvl4pPr algn="l">
              <a:defRPr sz="975" b="1">
                <a:solidFill>
                  <a:srgbClr val="2846A0"/>
                </a:solidFill>
                <a:latin typeface="Aptos"/>
                <a:ea typeface="Aptos"/>
                <a:cs typeface="Aptos"/>
              </a:defRPr>
            </a:lvl4pPr>
            <a:lvl5pPr algn="l">
              <a:defRPr sz="975" b="1">
                <a:solidFill>
                  <a:srgbClr val="2846A0"/>
                </a:solidFill>
                <a:latin typeface="Aptos"/>
                <a:ea typeface="Aptos"/>
                <a:cs typeface="Aptos"/>
              </a:defRPr>
            </a:lvl5pPr>
            <a:lvl6pPr algn="l">
              <a:defRPr sz="975" b="1">
                <a:solidFill>
                  <a:srgbClr val="2846A0"/>
                </a:solidFill>
                <a:latin typeface="Aptos"/>
                <a:ea typeface="Aptos"/>
                <a:cs typeface="Aptos"/>
              </a:defRPr>
            </a:lvl6pPr>
            <a:lvl7pPr algn="l">
              <a:defRPr sz="975" b="1">
                <a:solidFill>
                  <a:srgbClr val="2846A0"/>
                </a:solidFill>
                <a:latin typeface="Aptos"/>
                <a:ea typeface="Aptos"/>
                <a:cs typeface="Aptos"/>
              </a:defRPr>
            </a:lvl7pPr>
            <a:lvl8pPr algn="l">
              <a:defRPr sz="975" b="1">
                <a:solidFill>
                  <a:srgbClr val="2846A0"/>
                </a:solidFill>
                <a:latin typeface="Aptos"/>
                <a:ea typeface="Aptos"/>
                <a:cs typeface="Aptos"/>
              </a:defRPr>
            </a:lvl8pPr>
            <a:lvl9pPr algn="l">
              <a:defRPr sz="975" b="1">
                <a:solidFill>
                  <a:srgbClr val="2846A0"/>
                </a:solidFill>
                <a:latin typeface="Aptos"/>
                <a:ea typeface="Aptos"/>
                <a:cs typeface="Aptos"/>
              </a:defRPr>
            </a:lvl9pPr>
          </a:lstStyle>
          <a:p xmlns:a="http://schemas.openxmlformats.org/drawingml/2006/main">
            <a:pPr algn="l">
              <a:defRPr sz="975" b="1">
                <a:solidFill>
                  <a:srgbClr val="2846A0"/>
                </a:solidFill>
                <a:latin typeface="Aptos"/>
                <a:ea typeface="Aptos"/>
                <a:cs typeface="Aptos"/>
              </a:defRPr>
            </a:pPr>
            <a:r>
              <a:rPr sz="975" b="1">
                <a:solidFill>
                  <a:srgbClr val="2846A0"/>
                </a:solidFill>
                <a:latin typeface="Aptos"/>
                <a:ea typeface="Aptos"/>
                <a:cs typeface="Aptos"/>
              </a:rPr>
              <a:t>SEGURIDAD Y LÍMITES</a:t>
            </a:r>
          </a:p>
        </p:txBody>
      </p:sp>
      <p:sp>
        <p:nvSpPr>
          <p:cNvPr id="2" name="">
            <a:extLst xmlns:a="http://schemas.openxmlformats.org/drawingml/2006/main">
              <a:ext uri="{FF2B5EF4-FFF2-40B4-BE49-F238E27FC236}">
                <a16:creationId xmlns:a16="http://schemas.microsoft.com/office/drawing/2014/main" id="{DB4F4F47-DBFF-49E9-AC17-E4AD3799DC6A}"/>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2846A0"/>
                </a:solidFill>
                <a:latin typeface="Aptos"/>
                <a:ea typeface="Aptos"/>
                <a:cs typeface="Aptos"/>
              </a:defRPr>
            </a:defPPr>
            <a:lvl1pPr algn="r">
              <a:defRPr sz="1050" b="1">
                <a:solidFill>
                  <a:srgbClr val="2846A0"/>
                </a:solidFill>
                <a:latin typeface="Aptos"/>
                <a:ea typeface="Aptos"/>
                <a:cs typeface="Aptos"/>
              </a:defRPr>
            </a:lvl1pPr>
            <a:lvl2pPr algn="r">
              <a:defRPr sz="1050" b="1">
                <a:solidFill>
                  <a:srgbClr val="2846A0"/>
                </a:solidFill>
                <a:latin typeface="Aptos"/>
                <a:ea typeface="Aptos"/>
                <a:cs typeface="Aptos"/>
              </a:defRPr>
            </a:lvl2pPr>
            <a:lvl3pPr algn="r">
              <a:defRPr sz="1050" b="1">
                <a:solidFill>
                  <a:srgbClr val="2846A0"/>
                </a:solidFill>
                <a:latin typeface="Aptos"/>
                <a:ea typeface="Aptos"/>
                <a:cs typeface="Aptos"/>
              </a:defRPr>
            </a:lvl3pPr>
            <a:lvl4pPr algn="r">
              <a:defRPr sz="1050" b="1">
                <a:solidFill>
                  <a:srgbClr val="2846A0"/>
                </a:solidFill>
                <a:latin typeface="Aptos"/>
                <a:ea typeface="Aptos"/>
                <a:cs typeface="Aptos"/>
              </a:defRPr>
            </a:lvl4pPr>
            <a:lvl5pPr algn="r">
              <a:defRPr sz="1050" b="1">
                <a:solidFill>
                  <a:srgbClr val="2846A0"/>
                </a:solidFill>
                <a:latin typeface="Aptos"/>
                <a:ea typeface="Aptos"/>
                <a:cs typeface="Aptos"/>
              </a:defRPr>
            </a:lvl5pPr>
            <a:lvl6pPr algn="r">
              <a:defRPr sz="1050" b="1">
                <a:solidFill>
                  <a:srgbClr val="2846A0"/>
                </a:solidFill>
                <a:latin typeface="Aptos"/>
                <a:ea typeface="Aptos"/>
                <a:cs typeface="Aptos"/>
              </a:defRPr>
            </a:lvl6pPr>
            <a:lvl7pPr algn="r">
              <a:defRPr sz="1050" b="1">
                <a:solidFill>
                  <a:srgbClr val="2846A0"/>
                </a:solidFill>
                <a:latin typeface="Aptos"/>
                <a:ea typeface="Aptos"/>
                <a:cs typeface="Aptos"/>
              </a:defRPr>
            </a:lvl7pPr>
            <a:lvl8pPr algn="r">
              <a:defRPr sz="1050" b="1">
                <a:solidFill>
                  <a:srgbClr val="2846A0"/>
                </a:solidFill>
                <a:latin typeface="Aptos"/>
                <a:ea typeface="Aptos"/>
                <a:cs typeface="Aptos"/>
              </a:defRPr>
            </a:lvl8pPr>
            <a:lvl9pPr algn="r">
              <a:defRPr sz="1050" b="1">
                <a:solidFill>
                  <a:srgbClr val="2846A0"/>
                </a:solidFill>
                <a:latin typeface="Aptos"/>
                <a:ea typeface="Aptos"/>
                <a:cs typeface="Aptos"/>
              </a:defRPr>
            </a:lvl9pPr>
          </a:lstStyle>
          <a:p xmlns:a="http://schemas.openxmlformats.org/drawingml/2006/main">
            <a:pPr algn="r">
              <a:defRPr sz="1050" b="1">
                <a:solidFill>
                  <a:srgbClr val="2846A0"/>
                </a:solidFill>
                <a:latin typeface="Aptos"/>
                <a:ea typeface="Aptos"/>
                <a:cs typeface="Aptos"/>
              </a:defRPr>
            </a:pPr>
            <a:r>
              <a:rPr sz="1050" b="1">
                <a:solidFill>
                  <a:srgbClr val="2846A0"/>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A65AA170-DAC4-4DF8-8F48-F8F9BCF041E8}"/>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72554"/>
                </a:solidFill>
                <a:latin typeface="Aptos"/>
                <a:ea typeface="Aptos"/>
                <a:cs typeface="Aptos"/>
              </a:defRPr>
            </a:defPPr>
            <a:lvl1pPr algn="l">
              <a:defRPr sz="2550" b="1">
                <a:solidFill>
                  <a:srgbClr val="172554"/>
                </a:solidFill>
                <a:latin typeface="Aptos"/>
                <a:ea typeface="Aptos"/>
                <a:cs typeface="Aptos"/>
              </a:defRPr>
            </a:lvl1pPr>
            <a:lvl2pPr algn="l">
              <a:defRPr sz="2550" b="1">
                <a:solidFill>
                  <a:srgbClr val="172554"/>
                </a:solidFill>
                <a:latin typeface="Aptos"/>
                <a:ea typeface="Aptos"/>
                <a:cs typeface="Aptos"/>
              </a:defRPr>
            </a:lvl2pPr>
            <a:lvl3pPr algn="l">
              <a:defRPr sz="2550" b="1">
                <a:solidFill>
                  <a:srgbClr val="172554"/>
                </a:solidFill>
                <a:latin typeface="Aptos"/>
                <a:ea typeface="Aptos"/>
                <a:cs typeface="Aptos"/>
              </a:defRPr>
            </a:lvl3pPr>
            <a:lvl4pPr algn="l">
              <a:defRPr sz="2550" b="1">
                <a:solidFill>
                  <a:srgbClr val="172554"/>
                </a:solidFill>
                <a:latin typeface="Aptos"/>
                <a:ea typeface="Aptos"/>
                <a:cs typeface="Aptos"/>
              </a:defRPr>
            </a:lvl4pPr>
            <a:lvl5pPr algn="l">
              <a:defRPr sz="2550" b="1">
                <a:solidFill>
                  <a:srgbClr val="172554"/>
                </a:solidFill>
                <a:latin typeface="Aptos"/>
                <a:ea typeface="Aptos"/>
                <a:cs typeface="Aptos"/>
              </a:defRPr>
            </a:lvl5pPr>
            <a:lvl6pPr algn="l">
              <a:defRPr sz="2550" b="1">
                <a:solidFill>
                  <a:srgbClr val="172554"/>
                </a:solidFill>
                <a:latin typeface="Aptos"/>
                <a:ea typeface="Aptos"/>
                <a:cs typeface="Aptos"/>
              </a:defRPr>
            </a:lvl6pPr>
            <a:lvl7pPr algn="l">
              <a:defRPr sz="2550" b="1">
                <a:solidFill>
                  <a:srgbClr val="172554"/>
                </a:solidFill>
                <a:latin typeface="Aptos"/>
                <a:ea typeface="Aptos"/>
                <a:cs typeface="Aptos"/>
              </a:defRPr>
            </a:lvl7pPr>
            <a:lvl8pPr algn="l">
              <a:defRPr sz="2550" b="1">
                <a:solidFill>
                  <a:srgbClr val="172554"/>
                </a:solidFill>
                <a:latin typeface="Aptos"/>
                <a:ea typeface="Aptos"/>
                <a:cs typeface="Aptos"/>
              </a:defRPr>
            </a:lvl8pPr>
            <a:lvl9pPr algn="l">
              <a:defRPr sz="2550" b="1">
                <a:solidFill>
                  <a:srgbClr val="172554"/>
                </a:solidFill>
                <a:latin typeface="Aptos"/>
                <a:ea typeface="Aptos"/>
                <a:cs typeface="Aptos"/>
              </a:defRPr>
            </a:lvl9pPr>
          </a:lstStyle>
          <a:p xmlns:a="http://schemas.openxmlformats.org/drawingml/2006/main">
            <a:pPr algn="l">
              <a:defRPr sz="2550" b="1">
                <a:solidFill>
                  <a:srgbClr val="172554"/>
                </a:solidFill>
                <a:latin typeface="Aptos"/>
                <a:ea typeface="Aptos"/>
                <a:cs typeface="Aptos"/>
              </a:defRPr>
            </a:pPr>
            <a:r>
              <a:rPr sz="2550" b="1">
                <a:solidFill>
                  <a:srgbClr val="172554"/>
                </a:solidFill>
                <a:latin typeface="Aptos"/>
                <a:ea typeface="Aptos"/>
                <a:cs typeface="Aptos"/>
              </a:rPr>
              <a:t>La firma verifica integridad; la revocación exige estado fresco</a:t>
            </a:r>
          </a:p>
        </p:txBody>
      </p:sp>
      <p:sp>
        <p:nvSpPr>
          <p:cNvPr id="4" name="">
            <a:extLst xmlns:a="http://schemas.openxmlformats.org/drawingml/2006/main">
              <a:ext uri="{FF2B5EF4-FFF2-40B4-BE49-F238E27FC236}">
                <a16:creationId xmlns:a16="http://schemas.microsoft.com/office/drawing/2014/main" id="{23CAF87A-598A-4D42-8878-3D54C135D21F}"/>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DCE3ED"/>
            </a:solidFill>
            <a:prstDash val="solid"/>
          </a:ln>
        </p:spPr>
      </p:sp>
      <p:sp>
        <p:nvSpPr>
          <p:cNvPr id="5" name="">
            <a:extLst xmlns:a="http://schemas.openxmlformats.org/drawingml/2006/main">
              <a:ext uri="{FF2B5EF4-FFF2-40B4-BE49-F238E27FC236}">
                <a16:creationId xmlns:a16="http://schemas.microsoft.com/office/drawing/2014/main" id="{7D38247C-4A54-4AB0-B807-2F04BEB8786B}"/>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536276"/>
                </a:solidFill>
                <a:latin typeface="Aptos"/>
                <a:ea typeface="Aptos"/>
                <a:cs typeface="Aptos"/>
              </a:defRPr>
            </a:defPPr>
            <a:lvl1pPr algn="l">
              <a:defRPr sz="825" b="1">
                <a:solidFill>
                  <a:srgbClr val="536276"/>
                </a:solidFill>
                <a:latin typeface="Aptos"/>
                <a:ea typeface="Aptos"/>
                <a:cs typeface="Aptos"/>
              </a:defRPr>
            </a:lvl1pPr>
            <a:lvl2pPr algn="l">
              <a:defRPr sz="825" b="1">
                <a:solidFill>
                  <a:srgbClr val="536276"/>
                </a:solidFill>
                <a:latin typeface="Aptos"/>
                <a:ea typeface="Aptos"/>
                <a:cs typeface="Aptos"/>
              </a:defRPr>
            </a:lvl2pPr>
            <a:lvl3pPr algn="l">
              <a:defRPr sz="825" b="1">
                <a:solidFill>
                  <a:srgbClr val="536276"/>
                </a:solidFill>
                <a:latin typeface="Aptos"/>
                <a:ea typeface="Aptos"/>
                <a:cs typeface="Aptos"/>
              </a:defRPr>
            </a:lvl3pPr>
            <a:lvl4pPr algn="l">
              <a:defRPr sz="825" b="1">
                <a:solidFill>
                  <a:srgbClr val="536276"/>
                </a:solidFill>
                <a:latin typeface="Aptos"/>
                <a:ea typeface="Aptos"/>
                <a:cs typeface="Aptos"/>
              </a:defRPr>
            </a:lvl4pPr>
            <a:lvl5pPr algn="l">
              <a:defRPr sz="825" b="1">
                <a:solidFill>
                  <a:srgbClr val="536276"/>
                </a:solidFill>
                <a:latin typeface="Aptos"/>
                <a:ea typeface="Aptos"/>
                <a:cs typeface="Aptos"/>
              </a:defRPr>
            </a:lvl5pPr>
            <a:lvl6pPr algn="l">
              <a:defRPr sz="825" b="1">
                <a:solidFill>
                  <a:srgbClr val="536276"/>
                </a:solidFill>
                <a:latin typeface="Aptos"/>
                <a:ea typeface="Aptos"/>
                <a:cs typeface="Aptos"/>
              </a:defRPr>
            </a:lvl6pPr>
            <a:lvl7pPr algn="l">
              <a:defRPr sz="825" b="1">
                <a:solidFill>
                  <a:srgbClr val="536276"/>
                </a:solidFill>
                <a:latin typeface="Aptos"/>
                <a:ea typeface="Aptos"/>
                <a:cs typeface="Aptos"/>
              </a:defRPr>
            </a:lvl7pPr>
            <a:lvl8pPr algn="l">
              <a:defRPr sz="825" b="1">
                <a:solidFill>
                  <a:srgbClr val="536276"/>
                </a:solidFill>
                <a:latin typeface="Aptos"/>
                <a:ea typeface="Aptos"/>
                <a:cs typeface="Aptos"/>
              </a:defRPr>
            </a:lvl8pPr>
            <a:lvl9pPr algn="l">
              <a:defRPr sz="825" b="1">
                <a:solidFill>
                  <a:srgbClr val="536276"/>
                </a:solidFill>
                <a:latin typeface="Aptos"/>
                <a:ea typeface="Aptos"/>
                <a:cs typeface="Aptos"/>
              </a:defRPr>
            </a:lvl9pPr>
          </a:lstStyle>
          <a:p xmlns:a="http://schemas.openxmlformats.org/drawingml/2006/main">
            <a:pPr algn="l">
              <a:defRPr sz="825" b="1">
                <a:solidFill>
                  <a:srgbClr val="536276"/>
                </a:solidFill>
                <a:latin typeface="Aptos"/>
                <a:ea typeface="Aptos"/>
                <a:cs typeface="Aptos"/>
              </a:defRPr>
            </a:pPr>
            <a:r>
              <a:rPr sz="825" b="1">
                <a:solidFill>
                  <a:srgbClr val="536276"/>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2893094E-85BA-49C5-AD69-555A9D47153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536276"/>
                </a:solidFill>
                <a:latin typeface="Aptos"/>
                <a:ea typeface="Aptos"/>
                <a:cs typeface="Aptos"/>
              </a:defRPr>
            </a:defPPr>
            <a:lvl1pPr algn="r">
              <a:defRPr sz="975" b="1">
                <a:solidFill>
                  <a:srgbClr val="536276"/>
                </a:solidFill>
                <a:latin typeface="Aptos"/>
                <a:ea typeface="Aptos"/>
                <a:cs typeface="Aptos"/>
              </a:defRPr>
            </a:lvl1pPr>
            <a:lvl2pPr algn="r">
              <a:defRPr sz="975" b="1">
                <a:solidFill>
                  <a:srgbClr val="536276"/>
                </a:solidFill>
                <a:latin typeface="Aptos"/>
                <a:ea typeface="Aptos"/>
                <a:cs typeface="Aptos"/>
              </a:defRPr>
            </a:lvl2pPr>
            <a:lvl3pPr algn="r">
              <a:defRPr sz="975" b="1">
                <a:solidFill>
                  <a:srgbClr val="536276"/>
                </a:solidFill>
                <a:latin typeface="Aptos"/>
                <a:ea typeface="Aptos"/>
                <a:cs typeface="Aptos"/>
              </a:defRPr>
            </a:lvl3pPr>
            <a:lvl4pPr algn="r">
              <a:defRPr sz="975" b="1">
                <a:solidFill>
                  <a:srgbClr val="536276"/>
                </a:solidFill>
                <a:latin typeface="Aptos"/>
                <a:ea typeface="Aptos"/>
                <a:cs typeface="Aptos"/>
              </a:defRPr>
            </a:lvl4pPr>
            <a:lvl5pPr algn="r">
              <a:defRPr sz="975" b="1">
                <a:solidFill>
                  <a:srgbClr val="536276"/>
                </a:solidFill>
                <a:latin typeface="Aptos"/>
                <a:ea typeface="Aptos"/>
                <a:cs typeface="Aptos"/>
              </a:defRPr>
            </a:lvl5pPr>
            <a:lvl6pPr algn="r">
              <a:defRPr sz="975" b="1">
                <a:solidFill>
                  <a:srgbClr val="536276"/>
                </a:solidFill>
                <a:latin typeface="Aptos"/>
                <a:ea typeface="Aptos"/>
                <a:cs typeface="Aptos"/>
              </a:defRPr>
            </a:lvl6pPr>
            <a:lvl7pPr algn="r">
              <a:defRPr sz="975" b="1">
                <a:solidFill>
                  <a:srgbClr val="536276"/>
                </a:solidFill>
                <a:latin typeface="Aptos"/>
                <a:ea typeface="Aptos"/>
                <a:cs typeface="Aptos"/>
              </a:defRPr>
            </a:lvl7pPr>
            <a:lvl8pPr algn="r">
              <a:defRPr sz="975" b="1">
                <a:solidFill>
                  <a:srgbClr val="536276"/>
                </a:solidFill>
                <a:latin typeface="Aptos"/>
                <a:ea typeface="Aptos"/>
                <a:cs typeface="Aptos"/>
              </a:defRPr>
            </a:lvl8pPr>
            <a:lvl9pPr algn="r">
              <a:defRPr sz="975" b="1">
                <a:solidFill>
                  <a:srgbClr val="536276"/>
                </a:solidFill>
                <a:latin typeface="Aptos"/>
                <a:ea typeface="Aptos"/>
                <a:cs typeface="Aptos"/>
              </a:defRPr>
            </a:lvl9pPr>
          </a:lstStyle>
          <a:p xmlns:a="http://schemas.openxmlformats.org/drawingml/2006/main">
            <a:pPr algn="r">
              <a:defRPr sz="975" b="1">
                <a:solidFill>
                  <a:srgbClr val="536276"/>
                </a:solidFill>
                <a:latin typeface="Aptos"/>
                <a:ea typeface="Aptos"/>
                <a:cs typeface="Aptos"/>
              </a:defRPr>
            </a:pPr>
            <a:r>
              <a:rPr sz="975" b="1">
                <a:solidFill>
                  <a:srgbClr val="536276"/>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D8FC4564-8CE6-45C8-A3A0-FD15FE400E02}"/>
              </a:ext>
            </a:extLst>
          </p:cNvPr>
          <p:cNvSpPr>
            <a:spLocks xmlns:a="http://schemas.openxmlformats.org/drawingml/2006/main" noGrp="1"/>
          </p:cNvSpPr>
          <p:nvPr/>
        </p:nvSpPr>
        <p:spPr>
          <a:xfrm xmlns:a="http://schemas.openxmlformats.org/drawingml/2006/main">
            <a:off x="714375" y="1714500"/>
            <a:ext cx="485775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CE3ED"/>
            </a:solidFill>
            <a:prstDash val="solid"/>
          </a:ln>
        </p:spPr>
      </p:sp>
      <p:sp>
        <p:nvSpPr>
          <p:cNvPr id="8" name="">
            <a:extLst xmlns:a="http://schemas.openxmlformats.org/drawingml/2006/main">
              <a:ext uri="{FF2B5EF4-FFF2-40B4-BE49-F238E27FC236}">
                <a16:creationId xmlns:a16="http://schemas.microsoft.com/office/drawing/2014/main" id="{0F456396-832B-4F65-85B8-90B1EB529FB5}"/>
              </a:ext>
            </a:extLst>
          </p:cNvPr>
          <p:cNvSpPr>
            <a:spLocks xmlns:a="http://schemas.openxmlformats.org/drawingml/2006/main" noGrp="1"/>
          </p:cNvSpPr>
          <p:nvPr/>
        </p:nvSpPr>
        <p:spPr>
          <a:xfrm xmlns:a="http://schemas.openxmlformats.org/drawingml/2006/main">
            <a:off x="10287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2846A0"/>
                </a:solidFill>
                <a:latin typeface="Aptos"/>
                <a:ea typeface="Aptos"/>
                <a:cs typeface="Aptos"/>
              </a:defRPr>
            </a:defPPr>
            <a:lvl1pPr algn="l">
              <a:defRPr sz="1575" b="1">
                <a:solidFill>
                  <a:srgbClr val="2846A0"/>
                </a:solidFill>
                <a:latin typeface="Aptos"/>
                <a:ea typeface="Aptos"/>
                <a:cs typeface="Aptos"/>
              </a:defRPr>
            </a:lvl1pPr>
            <a:lvl2pPr algn="l">
              <a:defRPr sz="1575" b="1">
                <a:solidFill>
                  <a:srgbClr val="2846A0"/>
                </a:solidFill>
                <a:latin typeface="Aptos"/>
                <a:ea typeface="Aptos"/>
                <a:cs typeface="Aptos"/>
              </a:defRPr>
            </a:lvl2pPr>
            <a:lvl3pPr algn="l">
              <a:defRPr sz="1575" b="1">
                <a:solidFill>
                  <a:srgbClr val="2846A0"/>
                </a:solidFill>
                <a:latin typeface="Aptos"/>
                <a:ea typeface="Aptos"/>
                <a:cs typeface="Aptos"/>
              </a:defRPr>
            </a:lvl3pPr>
            <a:lvl4pPr algn="l">
              <a:defRPr sz="1575" b="1">
                <a:solidFill>
                  <a:srgbClr val="2846A0"/>
                </a:solidFill>
                <a:latin typeface="Aptos"/>
                <a:ea typeface="Aptos"/>
                <a:cs typeface="Aptos"/>
              </a:defRPr>
            </a:lvl4pPr>
            <a:lvl5pPr algn="l">
              <a:defRPr sz="1575" b="1">
                <a:solidFill>
                  <a:srgbClr val="2846A0"/>
                </a:solidFill>
                <a:latin typeface="Aptos"/>
                <a:ea typeface="Aptos"/>
                <a:cs typeface="Aptos"/>
              </a:defRPr>
            </a:lvl5pPr>
            <a:lvl6pPr algn="l">
              <a:defRPr sz="1575" b="1">
                <a:solidFill>
                  <a:srgbClr val="2846A0"/>
                </a:solidFill>
                <a:latin typeface="Aptos"/>
                <a:ea typeface="Aptos"/>
                <a:cs typeface="Aptos"/>
              </a:defRPr>
            </a:lvl6pPr>
            <a:lvl7pPr algn="l">
              <a:defRPr sz="1575" b="1">
                <a:solidFill>
                  <a:srgbClr val="2846A0"/>
                </a:solidFill>
                <a:latin typeface="Aptos"/>
                <a:ea typeface="Aptos"/>
                <a:cs typeface="Aptos"/>
              </a:defRPr>
            </a:lvl7pPr>
            <a:lvl8pPr algn="l">
              <a:defRPr sz="1575" b="1">
                <a:solidFill>
                  <a:srgbClr val="2846A0"/>
                </a:solidFill>
                <a:latin typeface="Aptos"/>
                <a:ea typeface="Aptos"/>
                <a:cs typeface="Aptos"/>
              </a:defRPr>
            </a:lvl8pPr>
            <a:lvl9pPr algn="l">
              <a:defRPr sz="1575" b="1">
                <a:solidFill>
                  <a:srgbClr val="2846A0"/>
                </a:solidFill>
                <a:latin typeface="Aptos"/>
                <a:ea typeface="Aptos"/>
                <a:cs typeface="Aptos"/>
              </a:defRPr>
            </a:lvl9pPr>
          </a:lstStyle>
          <a:p xmlns:a="http://schemas.openxmlformats.org/drawingml/2006/main">
            <a:pPr algn="l">
              <a:defRPr sz="1575" b="1">
                <a:solidFill>
                  <a:srgbClr val="2846A0"/>
                </a:solidFill>
                <a:latin typeface="Aptos"/>
                <a:ea typeface="Aptos"/>
                <a:cs typeface="Aptos"/>
              </a:defRPr>
            </a:pPr>
            <a:r>
              <a:rPr sz="1575" b="1">
                <a:solidFill>
                  <a:srgbClr val="2846A0"/>
                </a:solidFill>
                <a:latin typeface="Aptos"/>
                <a:ea typeface="Aptos"/>
                <a:cs typeface="Aptos"/>
              </a:rPr>
              <a:t>HOY · API local</a:t>
            </a:r>
          </a:p>
        </p:txBody>
      </p:sp>
      <p:sp>
        <p:nvSpPr>
          <p:cNvPr id="9" name="">
            <a:extLst xmlns:a="http://schemas.openxmlformats.org/drawingml/2006/main">
              <a:ext uri="{FF2B5EF4-FFF2-40B4-BE49-F238E27FC236}">
                <a16:creationId xmlns:a16="http://schemas.microsoft.com/office/drawing/2014/main" id="{7E6C49C7-983F-459F-B749-92B58CEC4225}"/>
              </a:ext>
            </a:extLst>
          </p:cNvPr>
          <p:cNvSpPr>
            <a:spLocks xmlns:a="http://schemas.openxmlformats.org/drawingml/2006/main" noGrp="1"/>
          </p:cNvSpPr>
          <p:nvPr/>
        </p:nvSpPr>
        <p:spPr>
          <a:xfrm xmlns:a="http://schemas.openxmlformats.org/drawingml/2006/main">
            <a:off x="1028700"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856012-FB14-4846-962C-10976C49ADB6}"/>
              </a:ext>
            </a:extLst>
          </p:cNvPr>
          <p:cNvSpPr>
            <a:spLocks xmlns:a="http://schemas.openxmlformats.org/drawingml/2006/main" noGrp="1"/>
          </p:cNvSpPr>
          <p:nvPr/>
        </p:nvSpPr>
        <p:spPr>
          <a:xfrm xmlns:a="http://schemas.openxmlformats.org/drawingml/2006/main">
            <a:off x="1295400" y="244792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La API consulta SQLite para ver revocación</a:t>
            </a:r>
          </a:p>
        </p:txBody>
      </p:sp>
      <p:sp>
        <p:nvSpPr>
          <p:cNvPr id="11" name="">
            <a:extLst xmlns:a="http://schemas.openxmlformats.org/drawingml/2006/main">
              <a:ext uri="{FF2B5EF4-FFF2-40B4-BE49-F238E27FC236}">
                <a16:creationId xmlns:a16="http://schemas.microsoft.com/office/drawing/2014/main" id="{41C6066F-B24C-45F5-9850-E2320A30EF8F}"/>
              </a:ext>
            </a:extLst>
          </p:cNvPr>
          <p:cNvSpPr>
            <a:spLocks xmlns:a="http://schemas.openxmlformats.org/drawingml/2006/main" noGrp="1"/>
          </p:cNvSpPr>
          <p:nvPr/>
        </p:nvSpPr>
        <p:spPr>
          <a:xfrm xmlns:a="http://schemas.openxmlformats.org/drawingml/2006/main">
            <a:off x="1028700"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3EDE172-36E1-4015-9427-C5185B2CD13D}"/>
              </a:ext>
            </a:extLst>
          </p:cNvPr>
          <p:cNvSpPr>
            <a:spLocks xmlns:a="http://schemas.openxmlformats.org/drawingml/2006/main" noGrp="1"/>
          </p:cNvSpPr>
          <p:nvPr/>
        </p:nvSpPr>
        <p:spPr>
          <a:xfrm xmlns:a="http://schemas.openxmlformats.org/drawingml/2006/main">
            <a:off x="1295400" y="299085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El QR de solicitud vence y se consume</a:t>
            </a:r>
          </a:p>
        </p:txBody>
      </p:sp>
      <p:sp>
        <p:nvSpPr>
          <p:cNvPr id="13" name="">
            <a:extLst xmlns:a="http://schemas.openxmlformats.org/drawingml/2006/main">
              <a:ext uri="{FF2B5EF4-FFF2-40B4-BE49-F238E27FC236}">
                <a16:creationId xmlns:a16="http://schemas.microsoft.com/office/drawing/2014/main" id="{A3059EFC-487A-4DDB-85AD-8484882C1B60}"/>
              </a:ext>
            </a:extLst>
          </p:cNvPr>
          <p:cNvSpPr>
            <a:spLocks xmlns:a="http://schemas.openxmlformats.org/drawingml/2006/main" noGrp="1"/>
          </p:cNvSpPr>
          <p:nvPr/>
        </p:nvSpPr>
        <p:spPr>
          <a:xfrm xmlns:a="http://schemas.openxmlformats.org/drawingml/2006/main">
            <a:off x="1028700"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2FE68B-2387-4F4F-8576-712C732AB208}"/>
              </a:ext>
            </a:extLst>
          </p:cNvPr>
          <p:cNvSpPr>
            <a:spLocks xmlns:a="http://schemas.openxmlformats.org/drawingml/2006/main" noGrp="1"/>
          </p:cNvSpPr>
          <p:nvPr/>
        </p:nvSpPr>
        <p:spPr>
          <a:xfrm xmlns:a="http://schemas.openxmlformats.org/drawingml/2006/main">
            <a:off x="1295400" y="3533775"/>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La firma del titular liga respuesta y pedido</a:t>
            </a:r>
          </a:p>
        </p:txBody>
      </p:sp>
      <p:sp>
        <p:nvSpPr>
          <p:cNvPr id="15" name="">
            <a:extLst xmlns:a="http://schemas.openxmlformats.org/drawingml/2006/main">
              <a:ext uri="{FF2B5EF4-FFF2-40B4-BE49-F238E27FC236}">
                <a16:creationId xmlns:a16="http://schemas.microsoft.com/office/drawing/2014/main" id="{BBA0C2E4-18FC-46A9-BEC6-5090DE660D48}"/>
              </a:ext>
            </a:extLst>
          </p:cNvPr>
          <p:cNvSpPr>
            <a:spLocks xmlns:a="http://schemas.openxmlformats.org/drawingml/2006/main" noGrp="1"/>
          </p:cNvSpPr>
          <p:nvPr/>
        </p:nvSpPr>
        <p:spPr>
          <a:xfrm xmlns:a="http://schemas.openxmlformats.org/drawingml/2006/main">
            <a:off x="1028700"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070067-C0AB-40C6-B10A-26DCBF90EEE4}"/>
              </a:ext>
            </a:extLst>
          </p:cNvPr>
          <p:cNvSpPr>
            <a:spLocks xmlns:a="http://schemas.openxmlformats.org/drawingml/2006/main" noGrp="1"/>
          </p:cNvSpPr>
          <p:nvPr/>
        </p:nvSpPr>
        <p:spPr>
          <a:xfrm xmlns:a="http://schemas.openxmlformats.org/drawingml/2006/main">
            <a:off x="1295400" y="4076700"/>
            <a:ext cx="3829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182230"/>
                </a:solidFill>
                <a:latin typeface="Aptos"/>
                <a:ea typeface="Aptos"/>
                <a:cs typeface="Aptos"/>
              </a:defRPr>
            </a:defPPr>
            <a:lvl1pPr algn="l">
              <a:defRPr sz="1350" b="0">
                <a:solidFill>
                  <a:srgbClr val="182230"/>
                </a:solidFill>
                <a:latin typeface="Aptos"/>
                <a:ea typeface="Aptos"/>
                <a:cs typeface="Aptos"/>
              </a:defRPr>
            </a:lvl1pPr>
            <a:lvl2pPr algn="l">
              <a:defRPr sz="1350" b="0">
                <a:solidFill>
                  <a:srgbClr val="182230"/>
                </a:solidFill>
                <a:latin typeface="Aptos"/>
                <a:ea typeface="Aptos"/>
                <a:cs typeface="Aptos"/>
              </a:defRPr>
            </a:lvl2pPr>
            <a:lvl3pPr algn="l">
              <a:defRPr sz="1350" b="0">
                <a:solidFill>
                  <a:srgbClr val="182230"/>
                </a:solidFill>
                <a:latin typeface="Aptos"/>
                <a:ea typeface="Aptos"/>
                <a:cs typeface="Aptos"/>
              </a:defRPr>
            </a:lvl3pPr>
            <a:lvl4pPr algn="l">
              <a:defRPr sz="1350" b="0">
                <a:solidFill>
                  <a:srgbClr val="182230"/>
                </a:solidFill>
                <a:latin typeface="Aptos"/>
                <a:ea typeface="Aptos"/>
                <a:cs typeface="Aptos"/>
              </a:defRPr>
            </a:lvl4pPr>
            <a:lvl5pPr algn="l">
              <a:defRPr sz="1350" b="0">
                <a:solidFill>
                  <a:srgbClr val="182230"/>
                </a:solidFill>
                <a:latin typeface="Aptos"/>
                <a:ea typeface="Aptos"/>
                <a:cs typeface="Aptos"/>
              </a:defRPr>
            </a:lvl5pPr>
            <a:lvl6pPr algn="l">
              <a:defRPr sz="1350" b="0">
                <a:solidFill>
                  <a:srgbClr val="182230"/>
                </a:solidFill>
                <a:latin typeface="Aptos"/>
                <a:ea typeface="Aptos"/>
                <a:cs typeface="Aptos"/>
              </a:defRPr>
            </a:lvl6pPr>
            <a:lvl7pPr algn="l">
              <a:defRPr sz="1350" b="0">
                <a:solidFill>
                  <a:srgbClr val="182230"/>
                </a:solidFill>
                <a:latin typeface="Aptos"/>
                <a:ea typeface="Aptos"/>
                <a:cs typeface="Aptos"/>
              </a:defRPr>
            </a:lvl7pPr>
            <a:lvl8pPr algn="l">
              <a:defRPr sz="1350" b="0">
                <a:solidFill>
                  <a:srgbClr val="182230"/>
                </a:solidFill>
                <a:latin typeface="Aptos"/>
                <a:ea typeface="Aptos"/>
                <a:cs typeface="Aptos"/>
              </a:defRPr>
            </a:lvl8pPr>
            <a:lvl9pPr algn="l">
              <a:defRPr sz="1350" b="0">
                <a:solidFill>
                  <a:srgbClr val="182230"/>
                </a:solidFill>
                <a:latin typeface="Aptos"/>
                <a:ea typeface="Aptos"/>
                <a:cs typeface="Aptos"/>
              </a:defRPr>
            </a:lvl9pPr>
          </a:lstStyle>
          <a:p xmlns:a="http://schemas.openxmlformats.org/drawingml/2006/main">
            <a:pPr algn="l">
              <a:defRPr sz="1350" b="0">
                <a:solidFill>
                  <a:srgbClr val="182230"/>
                </a:solidFill>
                <a:latin typeface="Aptos"/>
                <a:ea typeface="Aptos"/>
                <a:cs typeface="Aptos"/>
              </a:defRPr>
            </a:pPr>
            <a:r>
              <a:rPr sz="1350" b="0">
                <a:solidFill>
                  <a:srgbClr val="182230"/>
                </a:solidFill>
                <a:latin typeface="Aptos"/>
                <a:ea typeface="Aptos"/>
                <a:cs typeface="Aptos"/>
              </a:rPr>
              <a:t>Sin Internet puede funcionar en la LAN</a:t>
            </a:r>
          </a:p>
        </p:txBody>
      </p:sp>
      <p:sp>
        <p:nvSpPr>
          <p:cNvPr id="17" name="">
            <a:extLst xmlns:a="http://schemas.openxmlformats.org/drawingml/2006/main">
              <a:ext uri="{FF2B5EF4-FFF2-40B4-BE49-F238E27FC236}">
                <a16:creationId xmlns:a16="http://schemas.microsoft.com/office/drawing/2014/main" id="{2BD2C38E-5821-4BBD-98F7-9B707200A11C}"/>
              </a:ext>
            </a:extLst>
          </p:cNvPr>
          <p:cNvSpPr>
            <a:spLocks xmlns:a="http://schemas.openxmlformats.org/drawingml/2006/main" noGrp="1"/>
          </p:cNvSpPr>
          <p:nvPr/>
        </p:nvSpPr>
        <p:spPr>
          <a:xfrm xmlns:a="http://schemas.openxmlformats.org/drawingml/2006/main">
            <a:off x="6619875" y="1714500"/>
            <a:ext cx="4857750" cy="3143250"/>
          </a:xfrm>
          <a:prstGeom xmlns:a="http://schemas.openxmlformats.org/drawingml/2006/main" prst="roundRect">
            <a:avLst>
              <a:gd name="adj" fmla="val 2424"/>
            </a:avLst>
          </a:prstGeom>
          <a:solidFill xmlns:a="http://schemas.openxmlformats.org/drawingml/2006/main">
            <a:srgbClr val="17255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E2D34B-8B80-4F2C-8225-0B3736FCE3F4}"/>
              </a:ext>
            </a:extLst>
          </p:cNvPr>
          <p:cNvSpPr>
            <a:spLocks xmlns:a="http://schemas.openxmlformats.org/drawingml/2006/main" noGrp="1"/>
          </p:cNvSpPr>
          <p:nvPr/>
        </p:nvSpPr>
        <p:spPr>
          <a:xfrm xmlns:a="http://schemas.openxmlformats.org/drawingml/2006/main">
            <a:off x="6924675" y="1943100"/>
            <a:ext cx="4238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22B8A8"/>
                </a:solidFill>
                <a:latin typeface="Aptos"/>
                <a:ea typeface="Aptos"/>
                <a:cs typeface="Aptos"/>
              </a:defRPr>
            </a:defPPr>
            <a:lvl1pPr algn="l">
              <a:defRPr sz="1500" b="1">
                <a:solidFill>
                  <a:srgbClr val="22B8A8"/>
                </a:solidFill>
                <a:latin typeface="Aptos"/>
                <a:ea typeface="Aptos"/>
                <a:cs typeface="Aptos"/>
              </a:defRPr>
            </a:lvl1pPr>
            <a:lvl2pPr algn="l">
              <a:defRPr sz="1500" b="1">
                <a:solidFill>
                  <a:srgbClr val="22B8A8"/>
                </a:solidFill>
                <a:latin typeface="Aptos"/>
                <a:ea typeface="Aptos"/>
                <a:cs typeface="Aptos"/>
              </a:defRPr>
            </a:lvl2pPr>
            <a:lvl3pPr algn="l">
              <a:defRPr sz="1500" b="1">
                <a:solidFill>
                  <a:srgbClr val="22B8A8"/>
                </a:solidFill>
                <a:latin typeface="Aptos"/>
                <a:ea typeface="Aptos"/>
                <a:cs typeface="Aptos"/>
              </a:defRPr>
            </a:lvl3pPr>
            <a:lvl4pPr algn="l">
              <a:defRPr sz="1500" b="1">
                <a:solidFill>
                  <a:srgbClr val="22B8A8"/>
                </a:solidFill>
                <a:latin typeface="Aptos"/>
                <a:ea typeface="Aptos"/>
                <a:cs typeface="Aptos"/>
              </a:defRPr>
            </a:lvl4pPr>
            <a:lvl5pPr algn="l">
              <a:defRPr sz="1500" b="1">
                <a:solidFill>
                  <a:srgbClr val="22B8A8"/>
                </a:solidFill>
                <a:latin typeface="Aptos"/>
                <a:ea typeface="Aptos"/>
                <a:cs typeface="Aptos"/>
              </a:defRPr>
            </a:lvl5pPr>
            <a:lvl6pPr algn="l">
              <a:defRPr sz="1500" b="1">
                <a:solidFill>
                  <a:srgbClr val="22B8A8"/>
                </a:solidFill>
                <a:latin typeface="Aptos"/>
                <a:ea typeface="Aptos"/>
                <a:cs typeface="Aptos"/>
              </a:defRPr>
            </a:lvl6pPr>
            <a:lvl7pPr algn="l">
              <a:defRPr sz="1500" b="1">
                <a:solidFill>
                  <a:srgbClr val="22B8A8"/>
                </a:solidFill>
                <a:latin typeface="Aptos"/>
                <a:ea typeface="Aptos"/>
                <a:cs typeface="Aptos"/>
              </a:defRPr>
            </a:lvl7pPr>
            <a:lvl8pPr algn="l">
              <a:defRPr sz="1500" b="1">
                <a:solidFill>
                  <a:srgbClr val="22B8A8"/>
                </a:solidFill>
                <a:latin typeface="Aptos"/>
                <a:ea typeface="Aptos"/>
                <a:cs typeface="Aptos"/>
              </a:defRPr>
            </a:lvl8pPr>
            <a:lvl9pPr algn="l">
              <a:defRPr sz="1500" b="1">
                <a:solidFill>
                  <a:srgbClr val="22B8A8"/>
                </a:solidFill>
                <a:latin typeface="Aptos"/>
                <a:ea typeface="Aptos"/>
                <a:cs typeface="Aptos"/>
              </a:defRPr>
            </a:lvl9pPr>
          </a:lstStyle>
          <a:p xmlns:a="http://schemas.openxmlformats.org/drawingml/2006/main">
            <a:pPr algn="l">
              <a:defRPr sz="1500" b="1">
                <a:solidFill>
                  <a:srgbClr val="22B8A8"/>
                </a:solidFill>
                <a:latin typeface="Aptos"/>
                <a:ea typeface="Aptos"/>
                <a:cs typeface="Aptos"/>
              </a:defRPr>
            </a:pPr>
            <a:r>
              <a:rPr sz="1500" b="1">
                <a:solidFill>
                  <a:srgbClr val="22B8A8"/>
                </a:solidFill>
                <a:latin typeface="Aptos"/>
                <a:ea typeface="Aptos"/>
                <a:cs typeface="Aptos"/>
              </a:rPr>
              <a:t>AMPLIACIÓN · verificación offline</a:t>
            </a:r>
          </a:p>
        </p:txBody>
      </p:sp>
      <p:sp>
        <p:nvSpPr>
          <p:cNvPr id="19" name="">
            <a:extLst xmlns:a="http://schemas.openxmlformats.org/drawingml/2006/main">
              <a:ext uri="{FF2B5EF4-FFF2-40B4-BE49-F238E27FC236}">
                <a16:creationId xmlns:a16="http://schemas.microsoft.com/office/drawing/2014/main" id="{D8F4847F-3530-475E-BDAD-D7A1C1A67C05}"/>
              </a:ext>
            </a:extLst>
          </p:cNvPr>
          <p:cNvSpPr>
            <a:spLocks xmlns:a="http://schemas.openxmlformats.org/drawingml/2006/main" noGrp="1"/>
          </p:cNvSpPr>
          <p:nvPr/>
        </p:nvSpPr>
        <p:spPr>
          <a:xfrm xmlns:a="http://schemas.openxmlformats.org/drawingml/2006/main">
            <a:off x="6924675" y="252412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1ADA7A-4708-41F8-B1CB-005D668CF3A0}"/>
              </a:ext>
            </a:extLst>
          </p:cNvPr>
          <p:cNvSpPr>
            <a:spLocks xmlns:a="http://schemas.openxmlformats.org/drawingml/2006/main" noGrp="1"/>
          </p:cNvSpPr>
          <p:nvPr/>
        </p:nvSpPr>
        <p:spPr>
          <a:xfrm xmlns:a="http://schemas.openxmlformats.org/drawingml/2006/main">
            <a:off x="7191375" y="244792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defRPr sz="1350" b="0">
                <a:solidFill>
                  <a:srgbClr val="FFFFFF"/>
                </a:solidFill>
                <a:latin typeface="Aptos"/>
                <a:ea typeface="Aptos"/>
                <a:cs typeface="Aptos"/>
              </a:defRPr>
            </a:lvl1pPr>
            <a:lvl2pPr algn="l">
              <a:defRPr sz="1350" b="0">
                <a:solidFill>
                  <a:srgbClr val="FFFFFF"/>
                </a:solidFill>
                <a:latin typeface="Aptos"/>
                <a:ea typeface="Aptos"/>
                <a:cs typeface="Aptos"/>
              </a:defRPr>
            </a:lvl2pPr>
            <a:lvl3pPr algn="l">
              <a:defRPr sz="1350" b="0">
                <a:solidFill>
                  <a:srgbClr val="FFFFFF"/>
                </a:solidFill>
                <a:latin typeface="Aptos"/>
                <a:ea typeface="Aptos"/>
                <a:cs typeface="Aptos"/>
              </a:defRPr>
            </a:lvl3pPr>
            <a:lvl4pPr algn="l">
              <a:defRPr sz="1350" b="0">
                <a:solidFill>
                  <a:srgbClr val="FFFFFF"/>
                </a:solidFill>
                <a:latin typeface="Aptos"/>
                <a:ea typeface="Aptos"/>
                <a:cs typeface="Aptos"/>
              </a:defRPr>
            </a:lvl4pPr>
            <a:lvl5pPr algn="l">
              <a:defRPr sz="1350" b="0">
                <a:solidFill>
                  <a:srgbClr val="FFFFFF"/>
                </a:solidFill>
                <a:latin typeface="Aptos"/>
                <a:ea typeface="Aptos"/>
                <a:cs typeface="Aptos"/>
              </a:defRPr>
            </a:lvl5pPr>
            <a:lvl6pPr algn="l">
              <a:defRPr sz="1350" b="0">
                <a:solidFill>
                  <a:srgbClr val="FFFFFF"/>
                </a:solidFill>
                <a:latin typeface="Aptos"/>
                <a:ea typeface="Aptos"/>
                <a:cs typeface="Aptos"/>
              </a:defRPr>
            </a:lvl6pPr>
            <a:lvl7pPr algn="l">
              <a:defRPr sz="1350" b="0">
                <a:solidFill>
                  <a:srgbClr val="FFFFFF"/>
                </a:solidFill>
                <a:latin typeface="Aptos"/>
                <a:ea typeface="Aptos"/>
                <a:cs typeface="Aptos"/>
              </a:defRPr>
            </a:lvl7pPr>
            <a:lvl8pPr algn="l">
              <a:defRPr sz="1350" b="0">
                <a:solidFill>
                  <a:srgbClr val="FFFFFF"/>
                </a:solidFill>
                <a:latin typeface="Aptos"/>
                <a:ea typeface="Aptos"/>
                <a:cs typeface="Aptos"/>
              </a:defRPr>
            </a:lvl8pPr>
            <a:lvl9pPr algn="l">
              <a:defRPr sz="1350" b="0">
                <a:solidFill>
                  <a:srgbClr val="FFFFFF"/>
                </a:solidFill>
                <a:latin typeface="Aptos"/>
                <a:ea typeface="Aptos"/>
                <a:cs typeface="Aptos"/>
              </a:defRPr>
            </a:lvl9pPr>
          </a:lstStyle>
          <a:p xmlns:a="http://schemas.openxmlformats.org/drawingml/2006/main">
            <a:pPr algn="l">
              <a:defRPr sz="1350" b="0">
                <a:solidFill>
                  <a:srgbClr val="FFFFFF"/>
                </a:solidFill>
                <a:latin typeface="Aptos"/>
                <a:ea typeface="Aptos"/>
                <a:cs typeface="Aptos"/>
              </a:defRPr>
            </a:pPr>
            <a:r>
              <a:rPr sz="1350" b="0">
                <a:solidFill>
                  <a:srgbClr val="FFFFFF"/>
                </a:solidFill>
                <a:latin typeface="Aptos"/>
                <a:ea typeface="Aptos"/>
                <a:cs typeface="Aptos"/>
              </a:rPr>
              <a:t>Clave pública confiable guardada</a:t>
            </a:r>
          </a:p>
        </p:txBody>
      </p:sp>
      <p:sp>
        <p:nvSpPr>
          <p:cNvPr id="21" name="">
            <a:extLst xmlns:a="http://schemas.openxmlformats.org/drawingml/2006/main">
              <a:ext uri="{FF2B5EF4-FFF2-40B4-BE49-F238E27FC236}">
                <a16:creationId xmlns:a16="http://schemas.microsoft.com/office/drawing/2014/main" id="{8B1CCA61-1128-43D8-AE0F-876124001E6C}"/>
              </a:ext>
            </a:extLst>
          </p:cNvPr>
          <p:cNvSpPr>
            <a:spLocks xmlns:a="http://schemas.openxmlformats.org/drawingml/2006/main" noGrp="1"/>
          </p:cNvSpPr>
          <p:nvPr/>
        </p:nvSpPr>
        <p:spPr>
          <a:xfrm xmlns:a="http://schemas.openxmlformats.org/drawingml/2006/main">
            <a:off x="6924675" y="306705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803496-90E5-4FE9-A5BA-75D5039C2BBC}"/>
              </a:ext>
            </a:extLst>
          </p:cNvPr>
          <p:cNvSpPr>
            <a:spLocks xmlns:a="http://schemas.openxmlformats.org/drawingml/2006/main" noGrp="1"/>
          </p:cNvSpPr>
          <p:nvPr/>
        </p:nvSpPr>
        <p:spPr>
          <a:xfrm xmlns:a="http://schemas.openxmlformats.org/drawingml/2006/main">
            <a:off x="7191375" y="299085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defRPr sz="1350" b="0">
                <a:solidFill>
                  <a:srgbClr val="FFFFFF"/>
                </a:solidFill>
                <a:latin typeface="Aptos"/>
                <a:ea typeface="Aptos"/>
                <a:cs typeface="Aptos"/>
              </a:defRPr>
            </a:lvl1pPr>
            <a:lvl2pPr algn="l">
              <a:defRPr sz="1350" b="0">
                <a:solidFill>
                  <a:srgbClr val="FFFFFF"/>
                </a:solidFill>
                <a:latin typeface="Aptos"/>
                <a:ea typeface="Aptos"/>
                <a:cs typeface="Aptos"/>
              </a:defRPr>
            </a:lvl2pPr>
            <a:lvl3pPr algn="l">
              <a:defRPr sz="1350" b="0">
                <a:solidFill>
                  <a:srgbClr val="FFFFFF"/>
                </a:solidFill>
                <a:latin typeface="Aptos"/>
                <a:ea typeface="Aptos"/>
                <a:cs typeface="Aptos"/>
              </a:defRPr>
            </a:lvl3pPr>
            <a:lvl4pPr algn="l">
              <a:defRPr sz="1350" b="0">
                <a:solidFill>
                  <a:srgbClr val="FFFFFF"/>
                </a:solidFill>
                <a:latin typeface="Aptos"/>
                <a:ea typeface="Aptos"/>
                <a:cs typeface="Aptos"/>
              </a:defRPr>
            </a:lvl4pPr>
            <a:lvl5pPr algn="l">
              <a:defRPr sz="1350" b="0">
                <a:solidFill>
                  <a:srgbClr val="FFFFFF"/>
                </a:solidFill>
                <a:latin typeface="Aptos"/>
                <a:ea typeface="Aptos"/>
                <a:cs typeface="Aptos"/>
              </a:defRPr>
            </a:lvl5pPr>
            <a:lvl6pPr algn="l">
              <a:defRPr sz="1350" b="0">
                <a:solidFill>
                  <a:srgbClr val="FFFFFF"/>
                </a:solidFill>
                <a:latin typeface="Aptos"/>
                <a:ea typeface="Aptos"/>
                <a:cs typeface="Aptos"/>
              </a:defRPr>
            </a:lvl6pPr>
            <a:lvl7pPr algn="l">
              <a:defRPr sz="1350" b="0">
                <a:solidFill>
                  <a:srgbClr val="FFFFFF"/>
                </a:solidFill>
                <a:latin typeface="Aptos"/>
                <a:ea typeface="Aptos"/>
                <a:cs typeface="Aptos"/>
              </a:defRPr>
            </a:lvl7pPr>
            <a:lvl8pPr algn="l">
              <a:defRPr sz="1350" b="0">
                <a:solidFill>
                  <a:srgbClr val="FFFFFF"/>
                </a:solidFill>
                <a:latin typeface="Aptos"/>
                <a:ea typeface="Aptos"/>
                <a:cs typeface="Aptos"/>
              </a:defRPr>
            </a:lvl8pPr>
            <a:lvl9pPr algn="l">
              <a:defRPr sz="1350" b="0">
                <a:solidFill>
                  <a:srgbClr val="FFFFFF"/>
                </a:solidFill>
                <a:latin typeface="Aptos"/>
                <a:ea typeface="Aptos"/>
                <a:cs typeface="Aptos"/>
              </a:defRPr>
            </a:lvl9pPr>
          </a:lstStyle>
          <a:p xmlns:a="http://schemas.openxmlformats.org/drawingml/2006/main">
            <a:pPr algn="l">
              <a:defRPr sz="1350" b="0">
                <a:solidFill>
                  <a:srgbClr val="FFFFFF"/>
                </a:solidFill>
                <a:latin typeface="Aptos"/>
                <a:ea typeface="Aptos"/>
                <a:cs typeface="Aptos"/>
              </a:defRPr>
            </a:pPr>
            <a:r>
              <a:rPr sz="1350" b="0">
                <a:solidFill>
                  <a:srgbClr val="FFFFFF"/>
                </a:solidFill>
                <a:latin typeface="Aptos"/>
                <a:ea typeface="Aptos"/>
                <a:cs typeface="Aptos"/>
              </a:rPr>
              <a:t>Lista de revocación firmada y fechada</a:t>
            </a:r>
          </a:p>
        </p:txBody>
      </p:sp>
      <p:sp>
        <p:nvSpPr>
          <p:cNvPr id="23" name="">
            <a:extLst xmlns:a="http://schemas.openxmlformats.org/drawingml/2006/main">
              <a:ext uri="{FF2B5EF4-FFF2-40B4-BE49-F238E27FC236}">
                <a16:creationId xmlns:a16="http://schemas.microsoft.com/office/drawing/2014/main" id="{5AD4ED04-4401-4AC3-A5C9-08EAA698C5A8}"/>
              </a:ext>
            </a:extLst>
          </p:cNvPr>
          <p:cNvSpPr>
            <a:spLocks xmlns:a="http://schemas.openxmlformats.org/drawingml/2006/main" noGrp="1"/>
          </p:cNvSpPr>
          <p:nvPr/>
        </p:nvSpPr>
        <p:spPr>
          <a:xfrm xmlns:a="http://schemas.openxmlformats.org/drawingml/2006/main">
            <a:off x="6924675" y="3609975"/>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CEAADDE-9436-4B17-9899-AFE11B41F79D}"/>
              </a:ext>
            </a:extLst>
          </p:cNvPr>
          <p:cNvSpPr>
            <a:spLocks xmlns:a="http://schemas.openxmlformats.org/drawingml/2006/main" noGrp="1"/>
          </p:cNvSpPr>
          <p:nvPr/>
        </p:nvSpPr>
        <p:spPr>
          <a:xfrm xmlns:a="http://schemas.openxmlformats.org/drawingml/2006/main">
            <a:off x="7191375" y="3533775"/>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defRPr sz="1350" b="0">
                <a:solidFill>
                  <a:srgbClr val="FFFFFF"/>
                </a:solidFill>
                <a:latin typeface="Aptos"/>
                <a:ea typeface="Aptos"/>
                <a:cs typeface="Aptos"/>
              </a:defRPr>
            </a:lvl1pPr>
            <a:lvl2pPr algn="l">
              <a:defRPr sz="1350" b="0">
                <a:solidFill>
                  <a:srgbClr val="FFFFFF"/>
                </a:solidFill>
                <a:latin typeface="Aptos"/>
                <a:ea typeface="Aptos"/>
                <a:cs typeface="Aptos"/>
              </a:defRPr>
            </a:lvl2pPr>
            <a:lvl3pPr algn="l">
              <a:defRPr sz="1350" b="0">
                <a:solidFill>
                  <a:srgbClr val="FFFFFF"/>
                </a:solidFill>
                <a:latin typeface="Aptos"/>
                <a:ea typeface="Aptos"/>
                <a:cs typeface="Aptos"/>
              </a:defRPr>
            </a:lvl3pPr>
            <a:lvl4pPr algn="l">
              <a:defRPr sz="1350" b="0">
                <a:solidFill>
                  <a:srgbClr val="FFFFFF"/>
                </a:solidFill>
                <a:latin typeface="Aptos"/>
                <a:ea typeface="Aptos"/>
                <a:cs typeface="Aptos"/>
              </a:defRPr>
            </a:lvl4pPr>
            <a:lvl5pPr algn="l">
              <a:defRPr sz="1350" b="0">
                <a:solidFill>
                  <a:srgbClr val="FFFFFF"/>
                </a:solidFill>
                <a:latin typeface="Aptos"/>
                <a:ea typeface="Aptos"/>
                <a:cs typeface="Aptos"/>
              </a:defRPr>
            </a:lvl5pPr>
            <a:lvl6pPr algn="l">
              <a:defRPr sz="1350" b="0">
                <a:solidFill>
                  <a:srgbClr val="FFFFFF"/>
                </a:solidFill>
                <a:latin typeface="Aptos"/>
                <a:ea typeface="Aptos"/>
                <a:cs typeface="Aptos"/>
              </a:defRPr>
            </a:lvl6pPr>
            <a:lvl7pPr algn="l">
              <a:defRPr sz="1350" b="0">
                <a:solidFill>
                  <a:srgbClr val="FFFFFF"/>
                </a:solidFill>
                <a:latin typeface="Aptos"/>
                <a:ea typeface="Aptos"/>
                <a:cs typeface="Aptos"/>
              </a:defRPr>
            </a:lvl7pPr>
            <a:lvl8pPr algn="l">
              <a:defRPr sz="1350" b="0">
                <a:solidFill>
                  <a:srgbClr val="FFFFFF"/>
                </a:solidFill>
                <a:latin typeface="Aptos"/>
                <a:ea typeface="Aptos"/>
                <a:cs typeface="Aptos"/>
              </a:defRPr>
            </a:lvl8pPr>
            <a:lvl9pPr algn="l">
              <a:defRPr sz="1350" b="0">
                <a:solidFill>
                  <a:srgbClr val="FFFFFF"/>
                </a:solidFill>
                <a:latin typeface="Aptos"/>
                <a:ea typeface="Aptos"/>
                <a:cs typeface="Aptos"/>
              </a:defRPr>
            </a:lvl9pPr>
          </a:lstStyle>
          <a:p xmlns:a="http://schemas.openxmlformats.org/drawingml/2006/main">
            <a:pPr algn="l">
              <a:defRPr sz="1350" b="0">
                <a:solidFill>
                  <a:srgbClr val="FFFFFF"/>
                </a:solidFill>
                <a:latin typeface="Aptos"/>
                <a:ea typeface="Aptos"/>
                <a:cs typeface="Aptos"/>
              </a:defRPr>
            </a:pPr>
            <a:r>
              <a:rPr sz="1350" b="0">
                <a:solidFill>
                  <a:srgbClr val="FFFFFF"/>
                </a:solidFill>
                <a:latin typeface="Aptos"/>
                <a:ea typeface="Aptos"/>
                <a:cs typeface="Aptos"/>
              </a:rPr>
              <a:t>Política de antigüedad máxima</a:t>
            </a:r>
          </a:p>
        </p:txBody>
      </p:sp>
      <p:sp>
        <p:nvSpPr>
          <p:cNvPr id="25" name="">
            <a:extLst xmlns:a="http://schemas.openxmlformats.org/drawingml/2006/main">
              <a:ext uri="{FF2B5EF4-FFF2-40B4-BE49-F238E27FC236}">
                <a16:creationId xmlns:a16="http://schemas.microsoft.com/office/drawing/2014/main" id="{11AEBBEF-10A2-421E-AA4A-E68056F6F138}"/>
              </a:ext>
            </a:extLst>
          </p:cNvPr>
          <p:cNvSpPr>
            <a:spLocks xmlns:a="http://schemas.openxmlformats.org/drawingml/2006/main" noGrp="1"/>
          </p:cNvSpPr>
          <p:nvPr/>
        </p:nvSpPr>
        <p:spPr>
          <a:xfrm xmlns:a="http://schemas.openxmlformats.org/drawingml/2006/main">
            <a:off x="6924675" y="4152900"/>
            <a:ext cx="114300" cy="11430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5AE5794-6B0F-444E-9D6C-BA2F6EA5E2EE}"/>
              </a:ext>
            </a:extLst>
          </p:cNvPr>
          <p:cNvSpPr>
            <a:spLocks xmlns:a="http://schemas.openxmlformats.org/drawingml/2006/main" noGrp="1"/>
          </p:cNvSpPr>
          <p:nvPr/>
        </p:nvSpPr>
        <p:spPr>
          <a:xfrm xmlns:a="http://schemas.openxmlformats.org/drawingml/2006/main">
            <a:off x="7191375" y="4076700"/>
            <a:ext cx="37814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FFFFFF"/>
                </a:solidFill>
                <a:latin typeface="Aptos"/>
                <a:ea typeface="Aptos"/>
                <a:cs typeface="Aptos"/>
              </a:defRPr>
            </a:defPPr>
            <a:lvl1pPr algn="l">
              <a:defRPr sz="1350" b="0">
                <a:solidFill>
                  <a:srgbClr val="FFFFFF"/>
                </a:solidFill>
                <a:latin typeface="Aptos"/>
                <a:ea typeface="Aptos"/>
                <a:cs typeface="Aptos"/>
              </a:defRPr>
            </a:lvl1pPr>
            <a:lvl2pPr algn="l">
              <a:defRPr sz="1350" b="0">
                <a:solidFill>
                  <a:srgbClr val="FFFFFF"/>
                </a:solidFill>
                <a:latin typeface="Aptos"/>
                <a:ea typeface="Aptos"/>
                <a:cs typeface="Aptos"/>
              </a:defRPr>
            </a:lvl2pPr>
            <a:lvl3pPr algn="l">
              <a:defRPr sz="1350" b="0">
                <a:solidFill>
                  <a:srgbClr val="FFFFFF"/>
                </a:solidFill>
                <a:latin typeface="Aptos"/>
                <a:ea typeface="Aptos"/>
                <a:cs typeface="Aptos"/>
              </a:defRPr>
            </a:lvl3pPr>
            <a:lvl4pPr algn="l">
              <a:defRPr sz="1350" b="0">
                <a:solidFill>
                  <a:srgbClr val="FFFFFF"/>
                </a:solidFill>
                <a:latin typeface="Aptos"/>
                <a:ea typeface="Aptos"/>
                <a:cs typeface="Aptos"/>
              </a:defRPr>
            </a:lvl4pPr>
            <a:lvl5pPr algn="l">
              <a:defRPr sz="1350" b="0">
                <a:solidFill>
                  <a:srgbClr val="FFFFFF"/>
                </a:solidFill>
                <a:latin typeface="Aptos"/>
                <a:ea typeface="Aptos"/>
                <a:cs typeface="Aptos"/>
              </a:defRPr>
            </a:lvl5pPr>
            <a:lvl6pPr algn="l">
              <a:defRPr sz="1350" b="0">
                <a:solidFill>
                  <a:srgbClr val="FFFFFF"/>
                </a:solidFill>
                <a:latin typeface="Aptos"/>
                <a:ea typeface="Aptos"/>
                <a:cs typeface="Aptos"/>
              </a:defRPr>
            </a:lvl6pPr>
            <a:lvl7pPr algn="l">
              <a:defRPr sz="1350" b="0">
                <a:solidFill>
                  <a:srgbClr val="FFFFFF"/>
                </a:solidFill>
                <a:latin typeface="Aptos"/>
                <a:ea typeface="Aptos"/>
                <a:cs typeface="Aptos"/>
              </a:defRPr>
            </a:lvl7pPr>
            <a:lvl8pPr algn="l">
              <a:defRPr sz="1350" b="0">
                <a:solidFill>
                  <a:srgbClr val="FFFFFF"/>
                </a:solidFill>
                <a:latin typeface="Aptos"/>
                <a:ea typeface="Aptos"/>
                <a:cs typeface="Aptos"/>
              </a:defRPr>
            </a:lvl8pPr>
            <a:lvl9pPr algn="l">
              <a:defRPr sz="1350" b="0">
                <a:solidFill>
                  <a:srgbClr val="FFFFFF"/>
                </a:solidFill>
                <a:latin typeface="Aptos"/>
                <a:ea typeface="Aptos"/>
                <a:cs typeface="Aptos"/>
              </a:defRPr>
            </a:lvl9pPr>
          </a:lstStyle>
          <a:p xmlns:a="http://schemas.openxmlformats.org/drawingml/2006/main">
            <a:pPr algn="l">
              <a:defRPr sz="1350" b="0">
                <a:solidFill>
                  <a:srgbClr val="FFFFFF"/>
                </a:solidFill>
                <a:latin typeface="Aptos"/>
                <a:ea typeface="Aptos"/>
                <a:cs typeface="Aptos"/>
              </a:defRPr>
            </a:pPr>
            <a:r>
              <a:rPr sz="1350" b="0">
                <a:solidFill>
                  <a:srgbClr val="FFFFFF"/>
                </a:solidFill>
                <a:latin typeface="Aptos"/>
                <a:ea typeface="Aptos"/>
                <a:cs typeface="Aptos"/>
              </a:rPr>
              <a:t>Estado vencido = desconocido</a:t>
            </a:r>
          </a:p>
        </p:txBody>
      </p:sp>
      <p:sp>
        <p:nvSpPr>
          <p:cNvPr id="27" name="">
            <a:extLst xmlns:a="http://schemas.openxmlformats.org/drawingml/2006/main">
              <a:ext uri="{FF2B5EF4-FFF2-40B4-BE49-F238E27FC236}">
                <a16:creationId xmlns:a16="http://schemas.microsoft.com/office/drawing/2014/main" id="{62318C9D-5115-441B-8FF1-E83524C60E17}"/>
              </a:ext>
            </a:extLst>
          </p:cNvPr>
          <p:cNvSpPr>
            <a:spLocks xmlns:a="http://schemas.openxmlformats.org/drawingml/2006/main" noGrp="1"/>
          </p:cNvSpPr>
          <p:nvPr/>
        </p:nvSpPr>
        <p:spPr>
          <a:xfrm xmlns:a="http://schemas.openxmlformats.org/drawingml/2006/main">
            <a:off x="1381125" y="5219700"/>
            <a:ext cx="9429750" cy="647700"/>
          </a:xfrm>
          <a:prstGeom xmlns:a="http://schemas.openxmlformats.org/drawingml/2006/main" prst="roundRect">
            <a:avLst>
              <a:gd name="adj" fmla="val 11765"/>
            </a:avLst>
          </a:prstGeom>
          <a:solidFill xmlns:a="http://schemas.openxmlformats.org/drawingml/2006/main">
            <a:srgbClr val="FFF2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B733D1-5A04-411E-B482-40782A00A304}"/>
              </a:ext>
            </a:extLst>
          </p:cNvPr>
          <p:cNvSpPr>
            <a:spLocks xmlns:a="http://schemas.openxmlformats.org/drawingml/2006/main" noGrp="1"/>
          </p:cNvSpPr>
          <p:nvPr/>
        </p:nvSpPr>
        <p:spPr>
          <a:xfrm xmlns:a="http://schemas.openxmlformats.org/drawingml/2006/main">
            <a:off x="1619250" y="53340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775109"/>
                </a:solidFill>
                <a:latin typeface="Aptos"/>
                <a:ea typeface="Aptos"/>
                <a:cs typeface="Aptos"/>
              </a:defRPr>
            </a:defPPr>
            <a:lvl1pPr algn="ctr">
              <a:defRPr sz="1350" b="1">
                <a:solidFill>
                  <a:srgbClr val="775109"/>
                </a:solidFill>
                <a:latin typeface="Aptos"/>
                <a:ea typeface="Aptos"/>
                <a:cs typeface="Aptos"/>
              </a:defRPr>
            </a:lvl1pPr>
            <a:lvl2pPr algn="ctr">
              <a:defRPr sz="1350" b="1">
                <a:solidFill>
                  <a:srgbClr val="775109"/>
                </a:solidFill>
                <a:latin typeface="Aptos"/>
                <a:ea typeface="Aptos"/>
                <a:cs typeface="Aptos"/>
              </a:defRPr>
            </a:lvl2pPr>
            <a:lvl3pPr algn="ctr">
              <a:defRPr sz="1350" b="1">
                <a:solidFill>
                  <a:srgbClr val="775109"/>
                </a:solidFill>
                <a:latin typeface="Aptos"/>
                <a:ea typeface="Aptos"/>
                <a:cs typeface="Aptos"/>
              </a:defRPr>
            </a:lvl3pPr>
            <a:lvl4pPr algn="ctr">
              <a:defRPr sz="1350" b="1">
                <a:solidFill>
                  <a:srgbClr val="775109"/>
                </a:solidFill>
                <a:latin typeface="Aptos"/>
                <a:ea typeface="Aptos"/>
                <a:cs typeface="Aptos"/>
              </a:defRPr>
            </a:lvl4pPr>
            <a:lvl5pPr algn="ctr">
              <a:defRPr sz="1350" b="1">
                <a:solidFill>
                  <a:srgbClr val="775109"/>
                </a:solidFill>
                <a:latin typeface="Aptos"/>
                <a:ea typeface="Aptos"/>
                <a:cs typeface="Aptos"/>
              </a:defRPr>
            </a:lvl5pPr>
            <a:lvl6pPr algn="ctr">
              <a:defRPr sz="1350" b="1">
                <a:solidFill>
                  <a:srgbClr val="775109"/>
                </a:solidFill>
                <a:latin typeface="Aptos"/>
                <a:ea typeface="Aptos"/>
                <a:cs typeface="Aptos"/>
              </a:defRPr>
            </a:lvl6pPr>
            <a:lvl7pPr algn="ctr">
              <a:defRPr sz="1350" b="1">
                <a:solidFill>
                  <a:srgbClr val="775109"/>
                </a:solidFill>
                <a:latin typeface="Aptos"/>
                <a:ea typeface="Aptos"/>
                <a:cs typeface="Aptos"/>
              </a:defRPr>
            </a:lvl7pPr>
            <a:lvl8pPr algn="ctr">
              <a:defRPr sz="1350" b="1">
                <a:solidFill>
                  <a:srgbClr val="775109"/>
                </a:solidFill>
                <a:latin typeface="Aptos"/>
                <a:ea typeface="Aptos"/>
                <a:cs typeface="Aptos"/>
              </a:defRPr>
            </a:lvl8pPr>
            <a:lvl9pPr algn="ctr">
              <a:defRPr sz="1350" b="1">
                <a:solidFill>
                  <a:srgbClr val="775109"/>
                </a:solidFill>
                <a:latin typeface="Aptos"/>
                <a:ea typeface="Aptos"/>
                <a:cs typeface="Aptos"/>
              </a:defRPr>
            </a:lvl9pPr>
          </a:lstStyle>
          <a:p xmlns:a="http://schemas.openxmlformats.org/drawingml/2006/main">
            <a:pPr algn="ctr">
              <a:defRPr sz="1350" b="1">
                <a:solidFill>
                  <a:srgbClr val="775109"/>
                </a:solidFill>
                <a:latin typeface="Aptos"/>
                <a:ea typeface="Aptos"/>
                <a:cs typeface="Aptos"/>
              </a:defRPr>
            </a:pPr>
            <a:r>
              <a:rPr sz="1350" b="1">
                <a:solidFill>
                  <a:srgbClr val="775109"/>
                </a:solidFill>
                <a:latin typeface="Aptos"/>
                <a:ea typeface="Aptos"/>
                <a:cs typeface="Aptos"/>
              </a:rPr>
              <a:t>Amenazas residuales: préstamo de móvil, cuenta demo, captura de pantalla y API comprometida.</a:t>
            </a:r>
          </a:p>
        </p:txBody>
      </p:sp>
    </p:spTree>
    <p:extLst>
      <p:ext uri="{BB962C8B-B14F-4D97-AF65-F5344CB8AC3E}">
        <p14:creationId xmlns:p14="http://schemas.microsoft.com/office/powerpoint/2010/main" val="389307244"/>
      </p:ext>
    </p:extLst>
  </p:cSld>
</p:sld>
</file>

<file path=ppt/slides/slide23.xml><?xml version="1.0" encoding="utf-8"?>
<p:sld xmlns:p="http://schemas.openxmlformats.org/presentationml/2006/main">
  <p:cSld>
    <p:bg>
      <p:bgPr>
        <a:solidFill xmlns:a="http://schemas.openxmlformats.org/drawingml/2006/main">
          <a:srgbClr val="17255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FE7A3D1-5032-4E3C-9715-0CD31B16D144}"/>
              </a:ext>
            </a:extLst>
          </p:cNvPr>
          <p:cNvSpPr>
            <a:spLocks xmlns:a="http://schemas.openxmlformats.org/drawingml/2006/main" noGrp="1"/>
          </p:cNvSpPr>
          <p:nvPr/>
        </p:nvSpPr>
        <p:spPr>
          <a:xfrm xmlns:a="http://schemas.openxmlformats.org/drawingml/2006/main">
            <a:off x="6096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22B8A8"/>
                </a:solidFill>
                <a:latin typeface="Aptos"/>
                <a:ea typeface="Aptos"/>
                <a:cs typeface="Aptos"/>
              </a:defRPr>
            </a:defPPr>
            <a:lvl1pPr algn="l">
              <a:defRPr sz="975" b="1">
                <a:solidFill>
                  <a:srgbClr val="22B8A8"/>
                </a:solidFill>
                <a:latin typeface="Aptos"/>
                <a:ea typeface="Aptos"/>
                <a:cs typeface="Aptos"/>
              </a:defRPr>
            </a:lvl1pPr>
            <a:lvl2pPr algn="l">
              <a:defRPr sz="975" b="1">
                <a:solidFill>
                  <a:srgbClr val="22B8A8"/>
                </a:solidFill>
                <a:latin typeface="Aptos"/>
                <a:ea typeface="Aptos"/>
                <a:cs typeface="Aptos"/>
              </a:defRPr>
            </a:lvl2pPr>
            <a:lvl3pPr algn="l">
              <a:defRPr sz="975" b="1">
                <a:solidFill>
                  <a:srgbClr val="22B8A8"/>
                </a:solidFill>
                <a:latin typeface="Aptos"/>
                <a:ea typeface="Aptos"/>
                <a:cs typeface="Aptos"/>
              </a:defRPr>
            </a:lvl3pPr>
            <a:lvl4pPr algn="l">
              <a:defRPr sz="975" b="1">
                <a:solidFill>
                  <a:srgbClr val="22B8A8"/>
                </a:solidFill>
                <a:latin typeface="Aptos"/>
                <a:ea typeface="Aptos"/>
                <a:cs typeface="Aptos"/>
              </a:defRPr>
            </a:lvl4pPr>
            <a:lvl5pPr algn="l">
              <a:defRPr sz="975" b="1">
                <a:solidFill>
                  <a:srgbClr val="22B8A8"/>
                </a:solidFill>
                <a:latin typeface="Aptos"/>
                <a:ea typeface="Aptos"/>
                <a:cs typeface="Aptos"/>
              </a:defRPr>
            </a:lvl5pPr>
            <a:lvl6pPr algn="l">
              <a:defRPr sz="975" b="1">
                <a:solidFill>
                  <a:srgbClr val="22B8A8"/>
                </a:solidFill>
                <a:latin typeface="Aptos"/>
                <a:ea typeface="Aptos"/>
                <a:cs typeface="Aptos"/>
              </a:defRPr>
            </a:lvl6pPr>
            <a:lvl7pPr algn="l">
              <a:defRPr sz="975" b="1">
                <a:solidFill>
                  <a:srgbClr val="22B8A8"/>
                </a:solidFill>
                <a:latin typeface="Aptos"/>
                <a:ea typeface="Aptos"/>
                <a:cs typeface="Aptos"/>
              </a:defRPr>
            </a:lvl7pPr>
            <a:lvl8pPr algn="l">
              <a:defRPr sz="975" b="1">
                <a:solidFill>
                  <a:srgbClr val="22B8A8"/>
                </a:solidFill>
                <a:latin typeface="Aptos"/>
                <a:ea typeface="Aptos"/>
                <a:cs typeface="Aptos"/>
              </a:defRPr>
            </a:lvl8pPr>
            <a:lvl9pPr algn="l">
              <a:defRPr sz="975" b="1">
                <a:solidFill>
                  <a:srgbClr val="22B8A8"/>
                </a:solidFill>
                <a:latin typeface="Aptos"/>
                <a:ea typeface="Aptos"/>
                <a:cs typeface="Aptos"/>
              </a:defRPr>
            </a:lvl9pPr>
          </a:lstStyle>
          <a:p xmlns:a="http://schemas.openxmlformats.org/drawingml/2006/main">
            <a:pPr algn="l">
              <a:defRPr sz="975" b="1">
                <a:solidFill>
                  <a:srgbClr val="22B8A8"/>
                </a:solidFill>
                <a:latin typeface="Aptos"/>
                <a:ea typeface="Aptos"/>
                <a:cs typeface="Aptos"/>
              </a:defRPr>
            </a:pPr>
            <a:r>
              <a:rPr sz="975" b="1">
                <a:solidFill>
                  <a:srgbClr val="22B8A8"/>
                </a:solidFill>
                <a:latin typeface="Aptos"/>
                <a:ea typeface="Aptos"/>
                <a:cs typeface="Aptos"/>
              </a:rPr>
              <a:t>DEMOSTRACIÓN · 5 MINUTOS</a:t>
            </a:r>
          </a:p>
        </p:txBody>
      </p:sp>
      <p:sp>
        <p:nvSpPr>
          <p:cNvPr id="2" name="">
            <a:extLst xmlns:a="http://schemas.openxmlformats.org/drawingml/2006/main">
              <a:ext uri="{FF2B5EF4-FFF2-40B4-BE49-F238E27FC236}">
                <a16:creationId xmlns:a16="http://schemas.microsoft.com/office/drawing/2014/main" id="{39B9FE2E-D7F7-4BC7-9A24-DE406375A81B}"/>
              </a:ext>
            </a:extLst>
          </p:cNvPr>
          <p:cNvSpPr>
            <a:spLocks xmlns:a="http://schemas.openxmlformats.org/drawingml/2006/main" noGrp="1"/>
          </p:cNvSpPr>
          <p:nvPr/>
        </p:nvSpPr>
        <p:spPr>
          <a:xfrm xmlns:a="http://schemas.openxmlformats.org/drawingml/2006/main">
            <a:off x="10668000" y="2667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F2B544"/>
                </a:solidFill>
                <a:latin typeface="Aptos"/>
                <a:ea typeface="Aptos"/>
                <a:cs typeface="Aptos"/>
              </a:defRPr>
            </a:defPPr>
            <a:lvl1pPr algn="r">
              <a:defRPr sz="1050" b="1">
                <a:solidFill>
                  <a:srgbClr val="F2B544"/>
                </a:solidFill>
                <a:latin typeface="Aptos"/>
                <a:ea typeface="Aptos"/>
                <a:cs typeface="Aptos"/>
              </a:defRPr>
            </a:lvl1pPr>
            <a:lvl2pPr algn="r">
              <a:defRPr sz="1050" b="1">
                <a:solidFill>
                  <a:srgbClr val="F2B544"/>
                </a:solidFill>
                <a:latin typeface="Aptos"/>
                <a:ea typeface="Aptos"/>
                <a:cs typeface="Aptos"/>
              </a:defRPr>
            </a:lvl2pPr>
            <a:lvl3pPr algn="r">
              <a:defRPr sz="1050" b="1">
                <a:solidFill>
                  <a:srgbClr val="F2B544"/>
                </a:solidFill>
                <a:latin typeface="Aptos"/>
                <a:ea typeface="Aptos"/>
                <a:cs typeface="Aptos"/>
              </a:defRPr>
            </a:lvl3pPr>
            <a:lvl4pPr algn="r">
              <a:defRPr sz="1050" b="1">
                <a:solidFill>
                  <a:srgbClr val="F2B544"/>
                </a:solidFill>
                <a:latin typeface="Aptos"/>
                <a:ea typeface="Aptos"/>
                <a:cs typeface="Aptos"/>
              </a:defRPr>
            </a:lvl4pPr>
            <a:lvl5pPr algn="r">
              <a:defRPr sz="1050" b="1">
                <a:solidFill>
                  <a:srgbClr val="F2B544"/>
                </a:solidFill>
                <a:latin typeface="Aptos"/>
                <a:ea typeface="Aptos"/>
                <a:cs typeface="Aptos"/>
              </a:defRPr>
            </a:lvl5pPr>
            <a:lvl6pPr algn="r">
              <a:defRPr sz="1050" b="1">
                <a:solidFill>
                  <a:srgbClr val="F2B544"/>
                </a:solidFill>
                <a:latin typeface="Aptos"/>
                <a:ea typeface="Aptos"/>
                <a:cs typeface="Aptos"/>
              </a:defRPr>
            </a:lvl6pPr>
            <a:lvl7pPr algn="r">
              <a:defRPr sz="1050" b="1">
                <a:solidFill>
                  <a:srgbClr val="F2B544"/>
                </a:solidFill>
                <a:latin typeface="Aptos"/>
                <a:ea typeface="Aptos"/>
                <a:cs typeface="Aptos"/>
              </a:defRPr>
            </a:lvl7pPr>
            <a:lvl8pPr algn="r">
              <a:defRPr sz="1050" b="1">
                <a:solidFill>
                  <a:srgbClr val="F2B544"/>
                </a:solidFill>
                <a:latin typeface="Aptos"/>
                <a:ea typeface="Aptos"/>
                <a:cs typeface="Aptos"/>
              </a:defRPr>
            </a:lvl8pPr>
            <a:lvl9pPr algn="r">
              <a:defRPr sz="1050" b="1">
                <a:solidFill>
                  <a:srgbClr val="F2B544"/>
                </a:solidFill>
                <a:latin typeface="Aptos"/>
                <a:ea typeface="Aptos"/>
                <a:cs typeface="Aptos"/>
              </a:defRPr>
            </a:lvl9pPr>
          </a:lstStyle>
          <a:p xmlns:a="http://schemas.openxmlformats.org/drawingml/2006/main">
            <a:pPr algn="r">
              <a:defRPr sz="1050" b="1">
                <a:solidFill>
                  <a:srgbClr val="F2B544"/>
                </a:solidFill>
                <a:latin typeface="Aptos"/>
                <a:ea typeface="Aptos"/>
                <a:cs typeface="Aptos"/>
              </a:defRPr>
            </a:pPr>
            <a:r>
              <a:rPr sz="1050" b="1">
                <a:solidFill>
                  <a:srgbClr val="F2B544"/>
                </a:solidFill>
                <a:latin typeface="Aptos"/>
                <a:ea typeface="Aptos"/>
                <a:cs typeface="Aptos"/>
              </a:rPr>
              <a:t>2:00</a:t>
            </a:r>
          </a:p>
        </p:txBody>
      </p:sp>
      <p:sp>
        <p:nvSpPr>
          <p:cNvPr id="3" name="">
            <a:extLst xmlns:a="http://schemas.openxmlformats.org/drawingml/2006/main">
              <a:ext uri="{FF2B5EF4-FFF2-40B4-BE49-F238E27FC236}">
                <a16:creationId xmlns:a16="http://schemas.microsoft.com/office/drawing/2014/main" id="{356A8AA2-6590-4621-ADCF-8F31B94F773D}"/>
              </a:ext>
            </a:extLst>
          </p:cNvPr>
          <p:cNvSpPr>
            <a:spLocks xmlns:a="http://schemas.openxmlformats.org/drawingml/2006/main" noGrp="1"/>
          </p:cNvSpPr>
          <p:nvPr/>
        </p:nvSpPr>
        <p:spPr>
          <a:xfrm xmlns:a="http://schemas.openxmlformats.org/drawingml/2006/main">
            <a:off x="609600" y="6000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FFFFF"/>
                </a:solidFill>
                <a:latin typeface="Aptos"/>
                <a:ea typeface="Aptos"/>
                <a:cs typeface="Aptos"/>
              </a:defRPr>
            </a:defPPr>
            <a:lvl1pPr algn="l">
              <a:defRPr sz="2550" b="1">
                <a:solidFill>
                  <a:srgbClr val="FFFFFF"/>
                </a:solidFill>
                <a:latin typeface="Aptos"/>
                <a:ea typeface="Aptos"/>
                <a:cs typeface="Aptos"/>
              </a:defRPr>
            </a:lvl1pPr>
            <a:lvl2pPr algn="l">
              <a:defRPr sz="2550" b="1">
                <a:solidFill>
                  <a:srgbClr val="FFFFFF"/>
                </a:solidFill>
                <a:latin typeface="Aptos"/>
                <a:ea typeface="Aptos"/>
                <a:cs typeface="Aptos"/>
              </a:defRPr>
            </a:lvl2pPr>
            <a:lvl3pPr algn="l">
              <a:defRPr sz="2550" b="1">
                <a:solidFill>
                  <a:srgbClr val="FFFFFF"/>
                </a:solidFill>
                <a:latin typeface="Aptos"/>
                <a:ea typeface="Aptos"/>
                <a:cs typeface="Aptos"/>
              </a:defRPr>
            </a:lvl3pPr>
            <a:lvl4pPr algn="l">
              <a:defRPr sz="2550" b="1">
                <a:solidFill>
                  <a:srgbClr val="FFFFFF"/>
                </a:solidFill>
                <a:latin typeface="Aptos"/>
                <a:ea typeface="Aptos"/>
                <a:cs typeface="Aptos"/>
              </a:defRPr>
            </a:lvl4pPr>
            <a:lvl5pPr algn="l">
              <a:defRPr sz="2550" b="1">
                <a:solidFill>
                  <a:srgbClr val="FFFFFF"/>
                </a:solidFill>
                <a:latin typeface="Aptos"/>
                <a:ea typeface="Aptos"/>
                <a:cs typeface="Aptos"/>
              </a:defRPr>
            </a:lvl5pPr>
            <a:lvl6pPr algn="l">
              <a:defRPr sz="2550" b="1">
                <a:solidFill>
                  <a:srgbClr val="FFFFFF"/>
                </a:solidFill>
                <a:latin typeface="Aptos"/>
                <a:ea typeface="Aptos"/>
                <a:cs typeface="Aptos"/>
              </a:defRPr>
            </a:lvl6pPr>
            <a:lvl7pPr algn="l">
              <a:defRPr sz="2550" b="1">
                <a:solidFill>
                  <a:srgbClr val="FFFFFF"/>
                </a:solidFill>
                <a:latin typeface="Aptos"/>
                <a:ea typeface="Aptos"/>
                <a:cs typeface="Aptos"/>
              </a:defRPr>
            </a:lvl7pPr>
            <a:lvl8pPr algn="l">
              <a:defRPr sz="2550" b="1">
                <a:solidFill>
                  <a:srgbClr val="FFFFFF"/>
                </a:solidFill>
                <a:latin typeface="Aptos"/>
                <a:ea typeface="Aptos"/>
                <a:cs typeface="Aptos"/>
              </a:defRPr>
            </a:lvl8pPr>
            <a:lvl9pPr algn="l">
              <a:defRPr sz="2550" b="1">
                <a:solidFill>
                  <a:srgbClr val="FFFFFF"/>
                </a:solidFill>
                <a:latin typeface="Aptos"/>
                <a:ea typeface="Aptos"/>
                <a:cs typeface="Aptos"/>
              </a:defRPr>
            </a:lvl9pPr>
          </a:lstStyle>
          <a:p xmlns:a="http://schemas.openxmlformats.org/drawingml/2006/main">
            <a:pPr algn="l">
              <a:defRPr sz="2550" b="1">
                <a:solidFill>
                  <a:srgbClr val="FFFFFF"/>
                </a:solidFill>
                <a:latin typeface="Aptos"/>
                <a:ea typeface="Aptos"/>
                <a:cs typeface="Aptos"/>
              </a:defRPr>
            </a:pPr>
            <a:r>
              <a:rPr sz="2550" b="1">
                <a:solidFill>
                  <a:srgbClr val="FFFFFF"/>
                </a:solidFill>
                <a:latin typeface="Aptos"/>
                <a:ea typeface="Aptos"/>
                <a:cs typeface="Aptos"/>
              </a:rPr>
              <a:t>Demo en vivo: emisión, consentimiento y asistencia</a:t>
            </a:r>
          </a:p>
        </p:txBody>
      </p:sp>
      <p:sp>
        <p:nvSpPr>
          <p:cNvPr id="4" name="">
            <a:extLst xmlns:a="http://schemas.openxmlformats.org/drawingml/2006/main">
              <a:ext uri="{FF2B5EF4-FFF2-40B4-BE49-F238E27FC236}">
                <a16:creationId xmlns:a16="http://schemas.microsoft.com/office/drawing/2014/main" id="{A60BBFEA-1C31-4342-A451-C5774C7A6AA0}"/>
              </a:ext>
            </a:extLst>
          </p:cNvPr>
          <p:cNvSpPr>
            <a:spLocks xmlns:a="http://schemas.openxmlformats.org/drawingml/2006/main" noGrp="1"/>
          </p:cNvSpPr>
          <p:nvPr/>
        </p:nvSpPr>
        <p:spPr>
          <a:xfrm xmlns:a="http://schemas.openxmlformats.org/drawingml/2006/main" flipV="0">
            <a:off x="609600" y="1304925"/>
            <a:ext cx="10972800" cy="9525"/>
          </a:xfrm>
          <a:prstGeom xmlns:a="http://schemas.openxmlformats.org/drawingml/2006/main" prst="line">
            <a:avLst/>
          </a:prstGeom>
          <a:noFill xmlns:a="http://schemas.openxmlformats.org/drawingml/2006/main"/>
          <a:ln xmlns:a="http://schemas.openxmlformats.org/drawingml/2006/main" w="9525">
            <a:solidFill>
              <a:srgbClr val="354660"/>
            </a:solidFill>
            <a:prstDash val="solid"/>
          </a:ln>
        </p:spPr>
      </p:sp>
      <p:sp>
        <p:nvSpPr>
          <p:cNvPr id="5" name="">
            <a:extLst xmlns:a="http://schemas.openxmlformats.org/drawingml/2006/main">
              <a:ext uri="{FF2B5EF4-FFF2-40B4-BE49-F238E27FC236}">
                <a16:creationId xmlns:a16="http://schemas.microsoft.com/office/drawing/2014/main" id="{A23A0D7E-6D80-4F08-AE3F-4DC087AFD6E4}"/>
              </a:ext>
            </a:extLst>
          </p:cNvPr>
          <p:cNvSpPr>
            <a:spLocks xmlns:a="http://schemas.openxmlformats.org/drawingml/2006/main" noGrp="1"/>
          </p:cNvSpPr>
          <p:nvPr/>
        </p:nvSpPr>
        <p:spPr>
          <a:xfrm xmlns:a="http://schemas.openxmlformats.org/drawingml/2006/main">
            <a:off x="609600" y="64674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1">
                <a:solidFill>
                  <a:srgbClr val="B8C7DF"/>
                </a:solidFill>
                <a:latin typeface="Aptos"/>
                <a:ea typeface="Aptos"/>
                <a:cs typeface="Aptos"/>
              </a:defRPr>
            </a:defPPr>
            <a:lvl1pPr algn="l">
              <a:defRPr sz="825" b="1">
                <a:solidFill>
                  <a:srgbClr val="B8C7DF"/>
                </a:solidFill>
                <a:latin typeface="Aptos"/>
                <a:ea typeface="Aptos"/>
                <a:cs typeface="Aptos"/>
              </a:defRPr>
            </a:lvl1pPr>
            <a:lvl2pPr algn="l">
              <a:defRPr sz="825" b="1">
                <a:solidFill>
                  <a:srgbClr val="B8C7DF"/>
                </a:solidFill>
                <a:latin typeface="Aptos"/>
                <a:ea typeface="Aptos"/>
                <a:cs typeface="Aptos"/>
              </a:defRPr>
            </a:lvl2pPr>
            <a:lvl3pPr algn="l">
              <a:defRPr sz="825" b="1">
                <a:solidFill>
                  <a:srgbClr val="B8C7DF"/>
                </a:solidFill>
                <a:latin typeface="Aptos"/>
                <a:ea typeface="Aptos"/>
                <a:cs typeface="Aptos"/>
              </a:defRPr>
            </a:lvl3pPr>
            <a:lvl4pPr algn="l">
              <a:defRPr sz="825" b="1">
                <a:solidFill>
                  <a:srgbClr val="B8C7DF"/>
                </a:solidFill>
                <a:latin typeface="Aptos"/>
                <a:ea typeface="Aptos"/>
                <a:cs typeface="Aptos"/>
              </a:defRPr>
            </a:lvl4pPr>
            <a:lvl5pPr algn="l">
              <a:defRPr sz="825" b="1">
                <a:solidFill>
                  <a:srgbClr val="B8C7DF"/>
                </a:solidFill>
                <a:latin typeface="Aptos"/>
                <a:ea typeface="Aptos"/>
                <a:cs typeface="Aptos"/>
              </a:defRPr>
            </a:lvl5pPr>
            <a:lvl6pPr algn="l">
              <a:defRPr sz="825" b="1">
                <a:solidFill>
                  <a:srgbClr val="B8C7DF"/>
                </a:solidFill>
                <a:latin typeface="Aptos"/>
                <a:ea typeface="Aptos"/>
                <a:cs typeface="Aptos"/>
              </a:defRPr>
            </a:lvl6pPr>
            <a:lvl7pPr algn="l">
              <a:defRPr sz="825" b="1">
                <a:solidFill>
                  <a:srgbClr val="B8C7DF"/>
                </a:solidFill>
                <a:latin typeface="Aptos"/>
                <a:ea typeface="Aptos"/>
                <a:cs typeface="Aptos"/>
              </a:defRPr>
            </a:lvl7pPr>
            <a:lvl8pPr algn="l">
              <a:defRPr sz="825" b="1">
                <a:solidFill>
                  <a:srgbClr val="B8C7DF"/>
                </a:solidFill>
                <a:latin typeface="Aptos"/>
                <a:ea typeface="Aptos"/>
                <a:cs typeface="Aptos"/>
              </a:defRPr>
            </a:lvl8pPr>
            <a:lvl9pPr algn="l">
              <a:defRPr sz="825" b="1">
                <a:solidFill>
                  <a:srgbClr val="B8C7DF"/>
                </a:solidFill>
                <a:latin typeface="Aptos"/>
                <a:ea typeface="Aptos"/>
                <a:cs typeface="Aptos"/>
              </a:defRPr>
            </a:lvl9pPr>
          </a:lstStyle>
          <a:p xmlns:a="http://schemas.openxmlformats.org/drawingml/2006/main">
            <a:pPr algn="l">
              <a:defRPr sz="825" b="1">
                <a:solidFill>
                  <a:srgbClr val="B8C7DF"/>
                </a:solidFill>
                <a:latin typeface="Aptos"/>
                <a:ea typeface="Aptos"/>
                <a:cs typeface="Aptos"/>
              </a:defRPr>
            </a:pPr>
            <a:r>
              <a:rPr sz="825" b="1">
                <a:solidFill>
                  <a:srgbClr val="B8C7DF"/>
                </a:solidFill>
                <a:latin typeface="Aptos"/>
                <a:ea typeface="Aptos"/>
                <a:cs typeface="Aptos"/>
              </a:rPr>
              <a:t>BILLETERA UNIVERSITARIA VERIFICABLE</a:t>
            </a:r>
          </a:p>
        </p:txBody>
      </p:sp>
      <p:sp>
        <p:nvSpPr>
          <p:cNvPr id="6" name="">
            <a:extLst xmlns:a="http://schemas.openxmlformats.org/drawingml/2006/main">
              <a:ext uri="{FF2B5EF4-FFF2-40B4-BE49-F238E27FC236}">
                <a16:creationId xmlns:a16="http://schemas.microsoft.com/office/drawing/2014/main" id="{11DA56E5-2E2E-40CB-AE4C-4AE6532E51B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75" b="1">
                <a:solidFill>
                  <a:srgbClr val="B8C7DF"/>
                </a:solidFill>
                <a:latin typeface="Aptos"/>
                <a:ea typeface="Aptos"/>
                <a:cs typeface="Aptos"/>
              </a:defRPr>
            </a:defPPr>
            <a:lvl1pPr algn="r">
              <a:defRPr sz="975" b="1">
                <a:solidFill>
                  <a:srgbClr val="B8C7DF"/>
                </a:solidFill>
                <a:latin typeface="Aptos"/>
                <a:ea typeface="Aptos"/>
                <a:cs typeface="Aptos"/>
              </a:defRPr>
            </a:lvl1pPr>
            <a:lvl2pPr algn="r">
              <a:defRPr sz="975" b="1">
                <a:solidFill>
                  <a:srgbClr val="B8C7DF"/>
                </a:solidFill>
                <a:latin typeface="Aptos"/>
                <a:ea typeface="Aptos"/>
                <a:cs typeface="Aptos"/>
              </a:defRPr>
            </a:lvl2pPr>
            <a:lvl3pPr algn="r">
              <a:defRPr sz="975" b="1">
                <a:solidFill>
                  <a:srgbClr val="B8C7DF"/>
                </a:solidFill>
                <a:latin typeface="Aptos"/>
                <a:ea typeface="Aptos"/>
                <a:cs typeface="Aptos"/>
              </a:defRPr>
            </a:lvl3pPr>
            <a:lvl4pPr algn="r">
              <a:defRPr sz="975" b="1">
                <a:solidFill>
                  <a:srgbClr val="B8C7DF"/>
                </a:solidFill>
                <a:latin typeface="Aptos"/>
                <a:ea typeface="Aptos"/>
                <a:cs typeface="Aptos"/>
              </a:defRPr>
            </a:lvl4pPr>
            <a:lvl5pPr algn="r">
              <a:defRPr sz="975" b="1">
                <a:solidFill>
                  <a:srgbClr val="B8C7DF"/>
                </a:solidFill>
                <a:latin typeface="Aptos"/>
                <a:ea typeface="Aptos"/>
                <a:cs typeface="Aptos"/>
              </a:defRPr>
            </a:lvl5pPr>
            <a:lvl6pPr algn="r">
              <a:defRPr sz="975" b="1">
                <a:solidFill>
                  <a:srgbClr val="B8C7DF"/>
                </a:solidFill>
                <a:latin typeface="Aptos"/>
                <a:ea typeface="Aptos"/>
                <a:cs typeface="Aptos"/>
              </a:defRPr>
            </a:lvl6pPr>
            <a:lvl7pPr algn="r">
              <a:defRPr sz="975" b="1">
                <a:solidFill>
                  <a:srgbClr val="B8C7DF"/>
                </a:solidFill>
                <a:latin typeface="Aptos"/>
                <a:ea typeface="Aptos"/>
                <a:cs typeface="Aptos"/>
              </a:defRPr>
            </a:lvl7pPr>
            <a:lvl8pPr algn="r">
              <a:defRPr sz="975" b="1">
                <a:solidFill>
                  <a:srgbClr val="B8C7DF"/>
                </a:solidFill>
                <a:latin typeface="Aptos"/>
                <a:ea typeface="Aptos"/>
                <a:cs typeface="Aptos"/>
              </a:defRPr>
            </a:lvl8pPr>
            <a:lvl9pPr algn="r">
              <a:defRPr sz="975" b="1">
                <a:solidFill>
                  <a:srgbClr val="B8C7DF"/>
                </a:solidFill>
                <a:latin typeface="Aptos"/>
                <a:ea typeface="Aptos"/>
                <a:cs typeface="Aptos"/>
              </a:defRPr>
            </a:lvl9pPr>
          </a:lstStyle>
          <a:p xmlns:a="http://schemas.openxmlformats.org/drawingml/2006/main">
            <a:pPr algn="r">
              <a:defRPr sz="975" b="1">
                <a:solidFill>
                  <a:srgbClr val="B8C7DF"/>
                </a:solidFill>
                <a:latin typeface="Aptos"/>
                <a:ea typeface="Aptos"/>
                <a:cs typeface="Aptos"/>
              </a:defRPr>
            </a:pPr>
            <a:r>
              <a:rPr sz="975" b="1">
                <a:solidFill>
                  <a:srgbClr val="B8C7DF"/>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F60EDAF5-D46B-4227-912E-7804969FAEF1}"/>
              </a:ext>
            </a:extLst>
          </p:cNvPr>
          <p:cNvSpPr>
            <a:spLocks xmlns:a="http://schemas.openxmlformats.org/drawingml/2006/main" noGrp="1"/>
          </p:cNvSpPr>
          <p:nvPr/>
        </p:nvSpPr>
        <p:spPr>
          <a:xfrm xmlns:a="http://schemas.openxmlformats.org/drawingml/2006/main">
            <a:off x="781050" y="163830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8A9371-2E11-4748-8ADE-28E648BAE299}"/>
              </a:ext>
            </a:extLst>
          </p:cNvPr>
          <p:cNvSpPr>
            <a:spLocks xmlns:a="http://schemas.openxmlformats.org/drawingml/2006/main" noGrp="1"/>
          </p:cNvSpPr>
          <p:nvPr/>
        </p:nvSpPr>
        <p:spPr>
          <a:xfrm xmlns:a="http://schemas.openxmlformats.org/drawingml/2006/main">
            <a:off x="876300" y="16478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00:00</a:t>
            </a:r>
          </a:p>
        </p:txBody>
      </p:sp>
      <p:sp>
        <p:nvSpPr>
          <p:cNvPr id="9" name="">
            <a:extLst xmlns:a="http://schemas.openxmlformats.org/drawingml/2006/main">
              <a:ext uri="{FF2B5EF4-FFF2-40B4-BE49-F238E27FC236}">
                <a16:creationId xmlns:a16="http://schemas.microsoft.com/office/drawing/2014/main" id="{62112A9A-28C3-4016-A203-586D070A594A}"/>
              </a:ext>
            </a:extLst>
          </p:cNvPr>
          <p:cNvSpPr>
            <a:spLocks xmlns:a="http://schemas.openxmlformats.org/drawingml/2006/main" noGrp="1"/>
          </p:cNvSpPr>
          <p:nvPr/>
        </p:nvSpPr>
        <p:spPr>
          <a:xfrm xmlns:a="http://schemas.openxmlformats.org/drawingml/2006/main">
            <a:off x="1666875" y="1647825"/>
            <a:ext cx="285750" cy="77153"/>
          </a:xfrm>
          <a:prstGeom xmlns:a="http://schemas.openxmlformats.org/drawingml/2006/main" prst="triangle">
            <a:avLst/>
          </a:prstGeom>
          <a:solidFill xmlns:a="http://schemas.openxmlformats.org/drawingml/2006/main">
            <a:srgbClr val="22B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72EBAB3-9FC5-4ADD-A36C-F1CEEA1D1533}"/>
              </a:ext>
            </a:extLst>
          </p:cNvPr>
          <p:cNvSpPr>
            <a:spLocks xmlns:a="http://schemas.openxmlformats.org/drawingml/2006/main" noGrp="1"/>
          </p:cNvSpPr>
          <p:nvPr/>
        </p:nvSpPr>
        <p:spPr>
          <a:xfrm xmlns:a="http://schemas.openxmlformats.org/drawingml/2006/main">
            <a:off x="1689735" y="1727835"/>
            <a:ext cx="240030" cy="20003"/>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CE3EDDF-8715-419F-B991-A82208911218}"/>
              </a:ext>
            </a:extLst>
          </p:cNvPr>
          <p:cNvSpPr>
            <a:spLocks xmlns:a="http://schemas.openxmlformats.org/drawingml/2006/main" noGrp="1"/>
          </p:cNvSpPr>
          <p:nvPr/>
        </p:nvSpPr>
        <p:spPr>
          <a:xfrm xmlns:a="http://schemas.openxmlformats.org/drawingml/2006/main">
            <a:off x="170688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2CCE2E72-C804-4CE6-A848-16BD8F98C932}"/>
              </a:ext>
            </a:extLst>
          </p:cNvPr>
          <p:cNvSpPr>
            <a:spLocks xmlns:a="http://schemas.openxmlformats.org/drawingml/2006/main" noGrp="1"/>
          </p:cNvSpPr>
          <p:nvPr/>
        </p:nvSpPr>
        <p:spPr>
          <a:xfrm xmlns:a="http://schemas.openxmlformats.org/drawingml/2006/main">
            <a:off x="176974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395A862-9A22-46F2-BF47-09FD043D71C5}"/>
              </a:ext>
            </a:extLst>
          </p:cNvPr>
          <p:cNvSpPr>
            <a:spLocks xmlns:a="http://schemas.openxmlformats.org/drawingml/2006/main" noGrp="1"/>
          </p:cNvSpPr>
          <p:nvPr/>
        </p:nvSpPr>
        <p:spPr>
          <a:xfrm xmlns:a="http://schemas.openxmlformats.org/drawingml/2006/main">
            <a:off x="1832610"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D0B46D17-5DE1-4955-A596-07D65392E9CA}"/>
              </a:ext>
            </a:extLst>
          </p:cNvPr>
          <p:cNvSpPr>
            <a:spLocks xmlns:a="http://schemas.openxmlformats.org/drawingml/2006/main" noGrp="1"/>
          </p:cNvSpPr>
          <p:nvPr/>
        </p:nvSpPr>
        <p:spPr>
          <a:xfrm xmlns:a="http://schemas.openxmlformats.org/drawingml/2006/main">
            <a:off x="1895475" y="1756410"/>
            <a:ext cx="22860" cy="122873"/>
          </a:xfrm>
          <a:prstGeom xmlns:a="http://schemas.openxmlformats.org/drawingml/2006/main" prst="roundRect">
            <a:avLst>
              <a:gd name="adj" fmla="val 50000"/>
            </a:avLst>
          </a:prstGeom>
          <a:solidFill xmlns:a="http://schemas.openxmlformats.org/drawingml/2006/main">
            <a:srgbClr val="22B8A8"/>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A66DF21A-0779-4E99-9130-4B95B78DE076}"/>
              </a:ext>
            </a:extLst>
          </p:cNvPr>
          <p:cNvSpPr>
            <a:spLocks xmlns:a="http://schemas.openxmlformats.org/drawingml/2006/main" noGrp="1"/>
          </p:cNvSpPr>
          <p:nvPr/>
        </p:nvSpPr>
        <p:spPr>
          <a:xfrm xmlns:a="http://schemas.openxmlformats.org/drawingml/2006/main">
            <a:off x="1678305" y="1884998"/>
            <a:ext cx="262890" cy="22860"/>
          </a:xfrm>
          <a:prstGeom xmlns:a="http://schemas.openxmlformats.org/drawingml/2006/main" prst="rect">
            <a:avLst/>
          </a:prstGeom>
          <a:solidFill xmlns:a="http://schemas.openxmlformats.org/drawingml/2006/main">
            <a:srgbClr val="22B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DA7AAC-F81A-4B14-9ECB-185466A276E0}"/>
              </a:ext>
            </a:extLst>
          </p:cNvPr>
          <p:cNvSpPr>
            <a:spLocks xmlns:a="http://schemas.openxmlformats.org/drawingml/2006/main" noGrp="1"/>
          </p:cNvSpPr>
          <p:nvPr/>
        </p:nvSpPr>
        <p:spPr>
          <a:xfrm xmlns:a="http://schemas.openxmlformats.org/drawingml/2006/main">
            <a:off x="2038350" y="16383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defRPr sz="1425" b="1">
                <a:solidFill>
                  <a:srgbClr val="FFFFFF"/>
                </a:solidFill>
                <a:latin typeface="Aptos"/>
                <a:ea typeface="Aptos"/>
                <a:cs typeface="Aptos"/>
              </a:defRPr>
            </a:lvl1pPr>
            <a:lvl2pPr algn="l">
              <a:defRPr sz="1425" b="1">
                <a:solidFill>
                  <a:srgbClr val="FFFFFF"/>
                </a:solidFill>
                <a:latin typeface="Aptos"/>
                <a:ea typeface="Aptos"/>
                <a:cs typeface="Aptos"/>
              </a:defRPr>
            </a:lvl2pPr>
            <a:lvl3pPr algn="l">
              <a:defRPr sz="1425" b="1">
                <a:solidFill>
                  <a:srgbClr val="FFFFFF"/>
                </a:solidFill>
                <a:latin typeface="Aptos"/>
                <a:ea typeface="Aptos"/>
                <a:cs typeface="Aptos"/>
              </a:defRPr>
            </a:lvl3pPr>
            <a:lvl4pPr algn="l">
              <a:defRPr sz="1425" b="1">
                <a:solidFill>
                  <a:srgbClr val="FFFFFF"/>
                </a:solidFill>
                <a:latin typeface="Aptos"/>
                <a:ea typeface="Aptos"/>
                <a:cs typeface="Aptos"/>
              </a:defRPr>
            </a:lvl4pPr>
            <a:lvl5pPr algn="l">
              <a:defRPr sz="1425" b="1">
                <a:solidFill>
                  <a:srgbClr val="FFFFFF"/>
                </a:solidFill>
                <a:latin typeface="Aptos"/>
                <a:ea typeface="Aptos"/>
                <a:cs typeface="Aptos"/>
              </a:defRPr>
            </a:lvl5pPr>
            <a:lvl6pPr algn="l">
              <a:defRPr sz="1425" b="1">
                <a:solidFill>
                  <a:srgbClr val="FFFFFF"/>
                </a:solidFill>
                <a:latin typeface="Aptos"/>
                <a:ea typeface="Aptos"/>
                <a:cs typeface="Aptos"/>
              </a:defRPr>
            </a:lvl6pPr>
            <a:lvl7pPr algn="l">
              <a:defRPr sz="1425" b="1">
                <a:solidFill>
                  <a:srgbClr val="FFFFFF"/>
                </a:solidFill>
                <a:latin typeface="Aptos"/>
                <a:ea typeface="Aptos"/>
                <a:cs typeface="Aptos"/>
              </a:defRPr>
            </a:lvl7pPr>
            <a:lvl8pPr algn="l">
              <a:defRPr sz="1425" b="1">
                <a:solidFill>
                  <a:srgbClr val="FFFFFF"/>
                </a:solidFill>
                <a:latin typeface="Aptos"/>
                <a:ea typeface="Aptos"/>
                <a:cs typeface="Aptos"/>
              </a:defRPr>
            </a:lvl8pPr>
            <a:lvl9pPr algn="l">
              <a:defRPr sz="1425" b="1">
                <a:solidFill>
                  <a:srgbClr val="FFFFFF"/>
                </a:solidFill>
                <a:latin typeface="Aptos"/>
                <a:ea typeface="Aptos"/>
                <a:cs typeface="Aptos"/>
              </a:defRPr>
            </a:lvl9pPr>
          </a:lstStyle>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Emisor Mac</a:t>
            </a:r>
          </a:p>
        </p:txBody>
      </p:sp>
      <p:sp>
        <p:nvSpPr>
          <p:cNvPr id="17" name="">
            <a:extLst xmlns:a="http://schemas.openxmlformats.org/drawingml/2006/main">
              <a:ext uri="{FF2B5EF4-FFF2-40B4-BE49-F238E27FC236}">
                <a16:creationId xmlns:a16="http://schemas.microsoft.com/office/drawing/2014/main" id="{4116AA8F-A422-4D68-83FE-5E0BD009241E}"/>
              </a:ext>
            </a:extLst>
          </p:cNvPr>
          <p:cNvSpPr>
            <a:spLocks xmlns:a="http://schemas.openxmlformats.org/drawingml/2006/main" noGrp="1"/>
          </p:cNvSpPr>
          <p:nvPr/>
        </p:nvSpPr>
        <p:spPr>
          <a:xfrm xmlns:a="http://schemas.openxmlformats.org/drawingml/2006/main">
            <a:off x="4762500" y="16383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Emitir nota 8 a Mariano</a:t>
            </a:r>
          </a:p>
        </p:txBody>
      </p:sp>
      <p:sp>
        <p:nvSpPr>
          <p:cNvPr id="18" name="">
            <a:extLst xmlns:a="http://schemas.openxmlformats.org/drawingml/2006/main">
              <a:ext uri="{FF2B5EF4-FFF2-40B4-BE49-F238E27FC236}">
                <a16:creationId xmlns:a16="http://schemas.microsoft.com/office/drawing/2014/main" id="{D2AF57B1-44F2-456F-BB5A-5D182C269D6A}"/>
              </a:ext>
            </a:extLst>
          </p:cNvPr>
          <p:cNvSpPr>
            <a:spLocks xmlns:a="http://schemas.openxmlformats.org/drawingml/2006/main" noGrp="1"/>
          </p:cNvSpPr>
          <p:nvPr/>
        </p:nvSpPr>
        <p:spPr>
          <a:xfrm xmlns:a="http://schemas.openxmlformats.org/drawingml/2006/main" flipV="0">
            <a:off x="1190625" y="200025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19" name="">
            <a:extLst xmlns:a="http://schemas.openxmlformats.org/drawingml/2006/main">
              <a:ext uri="{FF2B5EF4-FFF2-40B4-BE49-F238E27FC236}">
                <a16:creationId xmlns:a16="http://schemas.microsoft.com/office/drawing/2014/main" id="{16FA3940-14C0-477E-93D3-B3E1815484B0}"/>
              </a:ext>
            </a:extLst>
          </p:cNvPr>
          <p:cNvSpPr>
            <a:spLocks xmlns:a="http://schemas.openxmlformats.org/drawingml/2006/main" noGrp="1"/>
          </p:cNvSpPr>
          <p:nvPr/>
        </p:nvSpPr>
        <p:spPr>
          <a:xfrm xmlns:a="http://schemas.openxmlformats.org/drawingml/2006/main">
            <a:off x="781050" y="246697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518AAB-3C88-4CD5-B3F0-E1CEB538F0D0}"/>
              </a:ext>
            </a:extLst>
          </p:cNvPr>
          <p:cNvSpPr>
            <a:spLocks xmlns:a="http://schemas.openxmlformats.org/drawingml/2006/main" noGrp="1"/>
          </p:cNvSpPr>
          <p:nvPr/>
        </p:nvSpPr>
        <p:spPr>
          <a:xfrm xmlns:a="http://schemas.openxmlformats.org/drawingml/2006/main">
            <a:off x="876300" y="24765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01:00</a:t>
            </a:r>
          </a:p>
        </p:txBody>
      </p:sp>
      <p:sp>
        <p:nvSpPr>
          <p:cNvPr id="21" name="">
            <a:extLst xmlns:a="http://schemas.openxmlformats.org/drawingml/2006/main">
              <a:ext uri="{FF2B5EF4-FFF2-40B4-BE49-F238E27FC236}">
                <a16:creationId xmlns:a16="http://schemas.microsoft.com/office/drawing/2014/main" id="{32493BE7-5D77-48B4-AA8A-8451AF3D17C1}"/>
              </a:ext>
            </a:extLst>
          </p:cNvPr>
          <p:cNvSpPr>
            <a:spLocks xmlns:a="http://schemas.openxmlformats.org/drawingml/2006/main" noGrp="1"/>
          </p:cNvSpPr>
          <p:nvPr/>
        </p:nvSpPr>
        <p:spPr>
          <a:xfrm xmlns:a="http://schemas.openxmlformats.org/drawingml/2006/main">
            <a:off x="1764030" y="248793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8DB6494-76FB-4005-860B-C23083657D8E}"/>
              </a:ext>
            </a:extLst>
          </p:cNvPr>
          <p:cNvSpPr>
            <a:spLocks xmlns:a="http://schemas.openxmlformats.org/drawingml/2006/main" noGrp="1"/>
          </p:cNvSpPr>
          <p:nvPr/>
        </p:nvSpPr>
        <p:spPr>
          <a:xfrm xmlns:a="http://schemas.openxmlformats.org/drawingml/2006/main">
            <a:off x="1704023" y="259651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381263-05DF-4416-9D16-F8FF007E73E2}"/>
              </a:ext>
            </a:extLst>
          </p:cNvPr>
          <p:cNvSpPr>
            <a:spLocks xmlns:a="http://schemas.openxmlformats.org/drawingml/2006/main" noGrp="1"/>
          </p:cNvSpPr>
          <p:nvPr/>
        </p:nvSpPr>
        <p:spPr>
          <a:xfrm xmlns:a="http://schemas.openxmlformats.org/drawingml/2006/main">
            <a:off x="2038350" y="246697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defRPr sz="1425" b="1">
                <a:solidFill>
                  <a:srgbClr val="FFFFFF"/>
                </a:solidFill>
                <a:latin typeface="Aptos"/>
                <a:ea typeface="Aptos"/>
                <a:cs typeface="Aptos"/>
              </a:defRPr>
            </a:lvl1pPr>
            <a:lvl2pPr algn="l">
              <a:defRPr sz="1425" b="1">
                <a:solidFill>
                  <a:srgbClr val="FFFFFF"/>
                </a:solidFill>
                <a:latin typeface="Aptos"/>
                <a:ea typeface="Aptos"/>
                <a:cs typeface="Aptos"/>
              </a:defRPr>
            </a:lvl2pPr>
            <a:lvl3pPr algn="l">
              <a:defRPr sz="1425" b="1">
                <a:solidFill>
                  <a:srgbClr val="FFFFFF"/>
                </a:solidFill>
                <a:latin typeface="Aptos"/>
                <a:ea typeface="Aptos"/>
                <a:cs typeface="Aptos"/>
              </a:defRPr>
            </a:lvl3pPr>
            <a:lvl4pPr algn="l">
              <a:defRPr sz="1425" b="1">
                <a:solidFill>
                  <a:srgbClr val="FFFFFF"/>
                </a:solidFill>
                <a:latin typeface="Aptos"/>
                <a:ea typeface="Aptos"/>
                <a:cs typeface="Aptos"/>
              </a:defRPr>
            </a:lvl4pPr>
            <a:lvl5pPr algn="l">
              <a:defRPr sz="1425" b="1">
                <a:solidFill>
                  <a:srgbClr val="FFFFFF"/>
                </a:solidFill>
                <a:latin typeface="Aptos"/>
                <a:ea typeface="Aptos"/>
                <a:cs typeface="Aptos"/>
              </a:defRPr>
            </a:lvl5pPr>
            <a:lvl6pPr algn="l">
              <a:defRPr sz="1425" b="1">
                <a:solidFill>
                  <a:srgbClr val="FFFFFF"/>
                </a:solidFill>
                <a:latin typeface="Aptos"/>
                <a:ea typeface="Aptos"/>
                <a:cs typeface="Aptos"/>
              </a:defRPr>
            </a:lvl6pPr>
            <a:lvl7pPr algn="l">
              <a:defRPr sz="1425" b="1">
                <a:solidFill>
                  <a:srgbClr val="FFFFFF"/>
                </a:solidFill>
                <a:latin typeface="Aptos"/>
                <a:ea typeface="Aptos"/>
                <a:cs typeface="Aptos"/>
              </a:defRPr>
            </a:lvl7pPr>
            <a:lvl8pPr algn="l">
              <a:defRPr sz="1425" b="1">
                <a:solidFill>
                  <a:srgbClr val="FFFFFF"/>
                </a:solidFill>
                <a:latin typeface="Aptos"/>
                <a:ea typeface="Aptos"/>
                <a:cs typeface="Aptos"/>
              </a:defRPr>
            </a:lvl8pPr>
            <a:lvl9pPr algn="l">
              <a:defRPr sz="1425" b="1">
                <a:solidFill>
                  <a:srgbClr val="FFFFFF"/>
                </a:solidFill>
                <a:latin typeface="Aptos"/>
                <a:ea typeface="Aptos"/>
                <a:cs typeface="Aptos"/>
              </a:defRPr>
            </a:lvl9pPr>
          </a:lstStyle>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24" name="">
            <a:extLst xmlns:a="http://schemas.openxmlformats.org/drawingml/2006/main">
              <a:ext uri="{FF2B5EF4-FFF2-40B4-BE49-F238E27FC236}">
                <a16:creationId xmlns:a16="http://schemas.microsoft.com/office/drawing/2014/main" id="{0335175A-0556-48A6-9C00-337AA2DAFD2B}"/>
              </a:ext>
            </a:extLst>
          </p:cNvPr>
          <p:cNvSpPr>
            <a:spLocks xmlns:a="http://schemas.openxmlformats.org/drawingml/2006/main" noGrp="1"/>
          </p:cNvSpPr>
          <p:nvPr/>
        </p:nvSpPr>
        <p:spPr>
          <a:xfrm xmlns:a="http://schemas.openxmlformats.org/drawingml/2006/main">
            <a:off x="4762500" y="2466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Escanear entrega y guardar</a:t>
            </a:r>
          </a:p>
        </p:txBody>
      </p:sp>
      <p:sp>
        <p:nvSpPr>
          <p:cNvPr id="25" name="">
            <a:extLst xmlns:a="http://schemas.openxmlformats.org/drawingml/2006/main">
              <a:ext uri="{FF2B5EF4-FFF2-40B4-BE49-F238E27FC236}">
                <a16:creationId xmlns:a16="http://schemas.microsoft.com/office/drawing/2014/main" id="{A2A3E052-1859-4554-9692-615E630F71F4}"/>
              </a:ext>
            </a:extLst>
          </p:cNvPr>
          <p:cNvSpPr>
            <a:spLocks xmlns:a="http://schemas.openxmlformats.org/drawingml/2006/main" noGrp="1"/>
          </p:cNvSpPr>
          <p:nvPr/>
        </p:nvSpPr>
        <p:spPr>
          <a:xfrm xmlns:a="http://schemas.openxmlformats.org/drawingml/2006/main" flipV="0">
            <a:off x="1190625" y="282892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26" name="">
            <a:extLst xmlns:a="http://schemas.openxmlformats.org/drawingml/2006/main">
              <a:ext uri="{FF2B5EF4-FFF2-40B4-BE49-F238E27FC236}">
                <a16:creationId xmlns:a16="http://schemas.microsoft.com/office/drawing/2014/main" id="{F8FAA5C3-313D-47AA-99D9-B16F78AD04D3}"/>
              </a:ext>
            </a:extLst>
          </p:cNvPr>
          <p:cNvSpPr>
            <a:spLocks xmlns:a="http://schemas.openxmlformats.org/drawingml/2006/main" noGrp="1"/>
          </p:cNvSpPr>
          <p:nvPr/>
        </p:nvSpPr>
        <p:spPr>
          <a:xfrm xmlns:a="http://schemas.openxmlformats.org/drawingml/2006/main">
            <a:off x="781050" y="3295650"/>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CA944EB-E572-47CF-AD81-3EB5594E1EBB}"/>
              </a:ext>
            </a:extLst>
          </p:cNvPr>
          <p:cNvSpPr>
            <a:spLocks xmlns:a="http://schemas.openxmlformats.org/drawingml/2006/main" noGrp="1"/>
          </p:cNvSpPr>
          <p:nvPr/>
        </p:nvSpPr>
        <p:spPr>
          <a:xfrm xmlns:a="http://schemas.openxmlformats.org/drawingml/2006/main">
            <a:off x="876300" y="330517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02:00</a:t>
            </a:r>
          </a:p>
        </p:txBody>
      </p:sp>
      <p:sp>
        <p:nvSpPr>
          <p:cNvPr id="28" name="">
            <a:extLst xmlns:a="http://schemas.openxmlformats.org/drawingml/2006/main">
              <a:ext uri="{FF2B5EF4-FFF2-40B4-BE49-F238E27FC236}">
                <a16:creationId xmlns:a16="http://schemas.microsoft.com/office/drawing/2014/main" id="{6B91D5B5-A007-4518-9E2C-6314C71BCF3B}"/>
              </a:ext>
            </a:extLst>
          </p:cNvPr>
          <p:cNvSpPr>
            <a:spLocks xmlns:a="http://schemas.openxmlformats.org/drawingml/2006/main" noGrp="1"/>
          </p:cNvSpPr>
          <p:nvPr/>
        </p:nvSpPr>
        <p:spPr>
          <a:xfrm xmlns:a="http://schemas.openxmlformats.org/drawingml/2006/main">
            <a:off x="1764030" y="3316605"/>
            <a:ext cx="91440" cy="9144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9D601F0-EC2C-4F05-B7A3-5AF6CBE3BEF7}"/>
              </a:ext>
            </a:extLst>
          </p:cNvPr>
          <p:cNvSpPr>
            <a:spLocks xmlns:a="http://schemas.openxmlformats.org/drawingml/2006/main" noGrp="1"/>
          </p:cNvSpPr>
          <p:nvPr/>
        </p:nvSpPr>
        <p:spPr>
          <a:xfrm xmlns:a="http://schemas.openxmlformats.org/drawingml/2006/main">
            <a:off x="1704023" y="3425190"/>
            <a:ext cx="211455" cy="148590"/>
          </a:xfrm>
          <a:prstGeom xmlns:a="http://schemas.openxmlformats.org/drawingml/2006/main" prst="ellipse">
            <a:avLst/>
          </a:prstGeom>
          <a:solidFill xmlns:a="http://schemas.openxmlformats.org/drawingml/2006/main">
            <a:srgbClr val="F2B54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9188844-7142-420A-9226-21638825BCC5}"/>
              </a:ext>
            </a:extLst>
          </p:cNvPr>
          <p:cNvSpPr>
            <a:spLocks xmlns:a="http://schemas.openxmlformats.org/drawingml/2006/main" noGrp="1"/>
          </p:cNvSpPr>
          <p:nvPr/>
        </p:nvSpPr>
        <p:spPr>
          <a:xfrm xmlns:a="http://schemas.openxmlformats.org/drawingml/2006/main">
            <a:off x="2038350" y="329565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defRPr sz="1425" b="1">
                <a:solidFill>
                  <a:srgbClr val="FFFFFF"/>
                </a:solidFill>
                <a:latin typeface="Aptos"/>
                <a:ea typeface="Aptos"/>
                <a:cs typeface="Aptos"/>
              </a:defRPr>
            </a:lvl1pPr>
            <a:lvl2pPr algn="l">
              <a:defRPr sz="1425" b="1">
                <a:solidFill>
                  <a:srgbClr val="FFFFFF"/>
                </a:solidFill>
                <a:latin typeface="Aptos"/>
                <a:ea typeface="Aptos"/>
                <a:cs typeface="Aptos"/>
              </a:defRPr>
            </a:lvl2pPr>
            <a:lvl3pPr algn="l">
              <a:defRPr sz="1425" b="1">
                <a:solidFill>
                  <a:srgbClr val="FFFFFF"/>
                </a:solidFill>
                <a:latin typeface="Aptos"/>
                <a:ea typeface="Aptos"/>
                <a:cs typeface="Aptos"/>
              </a:defRPr>
            </a:lvl3pPr>
            <a:lvl4pPr algn="l">
              <a:defRPr sz="1425" b="1">
                <a:solidFill>
                  <a:srgbClr val="FFFFFF"/>
                </a:solidFill>
                <a:latin typeface="Aptos"/>
                <a:ea typeface="Aptos"/>
                <a:cs typeface="Aptos"/>
              </a:defRPr>
            </a:lvl4pPr>
            <a:lvl5pPr algn="l">
              <a:defRPr sz="1425" b="1">
                <a:solidFill>
                  <a:srgbClr val="FFFFFF"/>
                </a:solidFill>
                <a:latin typeface="Aptos"/>
                <a:ea typeface="Aptos"/>
                <a:cs typeface="Aptos"/>
              </a:defRPr>
            </a:lvl5pPr>
            <a:lvl6pPr algn="l">
              <a:defRPr sz="1425" b="1">
                <a:solidFill>
                  <a:srgbClr val="FFFFFF"/>
                </a:solidFill>
                <a:latin typeface="Aptos"/>
                <a:ea typeface="Aptos"/>
                <a:cs typeface="Aptos"/>
              </a:defRPr>
            </a:lvl6pPr>
            <a:lvl7pPr algn="l">
              <a:defRPr sz="1425" b="1">
                <a:solidFill>
                  <a:srgbClr val="FFFFFF"/>
                </a:solidFill>
                <a:latin typeface="Aptos"/>
                <a:ea typeface="Aptos"/>
                <a:cs typeface="Aptos"/>
              </a:defRPr>
            </a:lvl7pPr>
            <a:lvl8pPr algn="l">
              <a:defRPr sz="1425" b="1">
                <a:solidFill>
                  <a:srgbClr val="FFFFFF"/>
                </a:solidFill>
                <a:latin typeface="Aptos"/>
                <a:ea typeface="Aptos"/>
                <a:cs typeface="Aptos"/>
              </a:defRPr>
            </a:lvl8pPr>
            <a:lvl9pPr algn="l">
              <a:defRPr sz="1425" b="1">
                <a:solidFill>
                  <a:srgbClr val="FFFFFF"/>
                </a:solidFill>
                <a:latin typeface="Aptos"/>
                <a:ea typeface="Aptos"/>
                <a:cs typeface="Aptos"/>
              </a:defRPr>
            </a:lvl9pPr>
          </a:lstStyle>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Docente Mac</a:t>
            </a:r>
          </a:p>
        </p:txBody>
      </p:sp>
      <p:sp>
        <p:nvSpPr>
          <p:cNvPr id="31" name="">
            <a:extLst xmlns:a="http://schemas.openxmlformats.org/drawingml/2006/main">
              <a:ext uri="{FF2B5EF4-FFF2-40B4-BE49-F238E27FC236}">
                <a16:creationId xmlns:a16="http://schemas.microsoft.com/office/drawing/2014/main" id="{06734982-A79D-4B52-9CDB-08C090011734}"/>
              </a:ext>
            </a:extLst>
          </p:cNvPr>
          <p:cNvSpPr>
            <a:spLocks xmlns:a="http://schemas.openxmlformats.org/drawingml/2006/main" noGrp="1"/>
          </p:cNvSpPr>
          <p:nvPr/>
        </p:nvSpPr>
        <p:spPr>
          <a:xfrm xmlns:a="http://schemas.openxmlformats.org/drawingml/2006/main">
            <a:off x="4762500" y="32956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Solicitar nota y mostrar QR</a:t>
            </a:r>
          </a:p>
        </p:txBody>
      </p:sp>
      <p:sp>
        <p:nvSpPr>
          <p:cNvPr id="32" name="">
            <a:extLst xmlns:a="http://schemas.openxmlformats.org/drawingml/2006/main">
              <a:ext uri="{FF2B5EF4-FFF2-40B4-BE49-F238E27FC236}">
                <a16:creationId xmlns:a16="http://schemas.microsoft.com/office/drawing/2014/main" id="{F3F053CD-81AE-478A-8155-6A3E49F00952}"/>
              </a:ext>
            </a:extLst>
          </p:cNvPr>
          <p:cNvSpPr>
            <a:spLocks xmlns:a="http://schemas.openxmlformats.org/drawingml/2006/main" noGrp="1"/>
          </p:cNvSpPr>
          <p:nvPr/>
        </p:nvSpPr>
        <p:spPr>
          <a:xfrm xmlns:a="http://schemas.openxmlformats.org/drawingml/2006/main" flipV="0">
            <a:off x="1190625" y="3657600"/>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33" name="">
            <a:extLst xmlns:a="http://schemas.openxmlformats.org/drawingml/2006/main">
              <a:ext uri="{FF2B5EF4-FFF2-40B4-BE49-F238E27FC236}">
                <a16:creationId xmlns:a16="http://schemas.microsoft.com/office/drawing/2014/main" id="{75C54C53-593E-49C0-B27A-FC4C860BD2E3}"/>
              </a:ext>
            </a:extLst>
          </p:cNvPr>
          <p:cNvSpPr>
            <a:spLocks xmlns:a="http://schemas.openxmlformats.org/drawingml/2006/main" noGrp="1"/>
          </p:cNvSpPr>
          <p:nvPr/>
        </p:nvSpPr>
        <p:spPr>
          <a:xfrm xmlns:a="http://schemas.openxmlformats.org/drawingml/2006/main">
            <a:off x="781050" y="4124325"/>
            <a:ext cx="819150" cy="285750"/>
          </a:xfrm>
          <a:prstGeom xmlns:a="http://schemas.openxmlformats.org/drawingml/2006/main" prst="roundRect">
            <a:avLst>
              <a:gd name="adj" fmla="val 26667"/>
            </a:avLst>
          </a:prstGeom>
          <a:solidFill xmlns:a="http://schemas.openxmlformats.org/drawingml/2006/main">
            <a:srgbClr val="22B8A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5088141-4BE8-4629-94BD-D330971C92CC}"/>
              </a:ext>
            </a:extLst>
          </p:cNvPr>
          <p:cNvSpPr>
            <a:spLocks xmlns:a="http://schemas.openxmlformats.org/drawingml/2006/main" noGrp="1"/>
          </p:cNvSpPr>
          <p:nvPr/>
        </p:nvSpPr>
        <p:spPr>
          <a:xfrm xmlns:a="http://schemas.openxmlformats.org/drawingml/2006/main">
            <a:off x="876300" y="413385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03:00</a:t>
            </a:r>
          </a:p>
        </p:txBody>
      </p:sp>
      <p:sp>
        <p:nvSpPr>
          <p:cNvPr id="35" name="">
            <a:extLst xmlns:a="http://schemas.openxmlformats.org/drawingml/2006/main">
              <a:ext uri="{FF2B5EF4-FFF2-40B4-BE49-F238E27FC236}">
                <a16:creationId xmlns:a16="http://schemas.microsoft.com/office/drawing/2014/main" id="{2A848550-D1BB-433A-9716-204736919895}"/>
              </a:ext>
            </a:extLst>
          </p:cNvPr>
          <p:cNvSpPr>
            <a:spLocks xmlns:a="http://schemas.openxmlformats.org/drawingml/2006/main" noGrp="1"/>
          </p:cNvSpPr>
          <p:nvPr/>
        </p:nvSpPr>
        <p:spPr>
          <a:xfrm xmlns:a="http://schemas.openxmlformats.org/drawingml/2006/main">
            <a:off x="1764030" y="4145280"/>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4B0E146-BF7E-4DF0-94EC-943E5405BAAB}"/>
              </a:ext>
            </a:extLst>
          </p:cNvPr>
          <p:cNvSpPr>
            <a:spLocks xmlns:a="http://schemas.openxmlformats.org/drawingml/2006/main" noGrp="1"/>
          </p:cNvSpPr>
          <p:nvPr/>
        </p:nvSpPr>
        <p:spPr>
          <a:xfrm xmlns:a="http://schemas.openxmlformats.org/drawingml/2006/main">
            <a:off x="1704023" y="4253865"/>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E3F0733-F546-4678-9ECB-2A0D5938BF4E}"/>
              </a:ext>
            </a:extLst>
          </p:cNvPr>
          <p:cNvSpPr>
            <a:spLocks xmlns:a="http://schemas.openxmlformats.org/drawingml/2006/main" noGrp="1"/>
          </p:cNvSpPr>
          <p:nvPr/>
        </p:nvSpPr>
        <p:spPr>
          <a:xfrm xmlns:a="http://schemas.openxmlformats.org/drawingml/2006/main">
            <a:off x="2038350" y="41243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defRPr sz="1425" b="1">
                <a:solidFill>
                  <a:srgbClr val="FFFFFF"/>
                </a:solidFill>
                <a:latin typeface="Aptos"/>
                <a:ea typeface="Aptos"/>
                <a:cs typeface="Aptos"/>
              </a:defRPr>
            </a:lvl1pPr>
            <a:lvl2pPr algn="l">
              <a:defRPr sz="1425" b="1">
                <a:solidFill>
                  <a:srgbClr val="FFFFFF"/>
                </a:solidFill>
                <a:latin typeface="Aptos"/>
                <a:ea typeface="Aptos"/>
                <a:cs typeface="Aptos"/>
              </a:defRPr>
            </a:lvl2pPr>
            <a:lvl3pPr algn="l">
              <a:defRPr sz="1425" b="1">
                <a:solidFill>
                  <a:srgbClr val="FFFFFF"/>
                </a:solidFill>
                <a:latin typeface="Aptos"/>
                <a:ea typeface="Aptos"/>
                <a:cs typeface="Aptos"/>
              </a:defRPr>
            </a:lvl3pPr>
            <a:lvl4pPr algn="l">
              <a:defRPr sz="1425" b="1">
                <a:solidFill>
                  <a:srgbClr val="FFFFFF"/>
                </a:solidFill>
                <a:latin typeface="Aptos"/>
                <a:ea typeface="Aptos"/>
                <a:cs typeface="Aptos"/>
              </a:defRPr>
            </a:lvl4pPr>
            <a:lvl5pPr algn="l">
              <a:defRPr sz="1425" b="1">
                <a:solidFill>
                  <a:srgbClr val="FFFFFF"/>
                </a:solidFill>
                <a:latin typeface="Aptos"/>
                <a:ea typeface="Aptos"/>
                <a:cs typeface="Aptos"/>
              </a:defRPr>
            </a:lvl5pPr>
            <a:lvl6pPr algn="l">
              <a:defRPr sz="1425" b="1">
                <a:solidFill>
                  <a:srgbClr val="FFFFFF"/>
                </a:solidFill>
                <a:latin typeface="Aptos"/>
                <a:ea typeface="Aptos"/>
                <a:cs typeface="Aptos"/>
              </a:defRPr>
            </a:lvl6pPr>
            <a:lvl7pPr algn="l">
              <a:defRPr sz="1425" b="1">
                <a:solidFill>
                  <a:srgbClr val="FFFFFF"/>
                </a:solidFill>
                <a:latin typeface="Aptos"/>
                <a:ea typeface="Aptos"/>
                <a:cs typeface="Aptos"/>
              </a:defRPr>
            </a:lvl7pPr>
            <a:lvl8pPr algn="l">
              <a:defRPr sz="1425" b="1">
                <a:solidFill>
                  <a:srgbClr val="FFFFFF"/>
                </a:solidFill>
                <a:latin typeface="Aptos"/>
                <a:ea typeface="Aptos"/>
                <a:cs typeface="Aptos"/>
              </a:defRPr>
            </a:lvl8pPr>
            <a:lvl9pPr algn="l">
              <a:defRPr sz="1425" b="1">
                <a:solidFill>
                  <a:srgbClr val="FFFFFF"/>
                </a:solidFill>
                <a:latin typeface="Aptos"/>
                <a:ea typeface="Aptos"/>
                <a:cs typeface="Aptos"/>
              </a:defRPr>
            </a:lvl9pPr>
          </a:lstStyle>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Android estudiante</a:t>
            </a:r>
          </a:p>
        </p:txBody>
      </p:sp>
      <p:sp>
        <p:nvSpPr>
          <p:cNvPr id="38" name="">
            <a:extLst xmlns:a="http://schemas.openxmlformats.org/drawingml/2006/main">
              <a:ext uri="{FF2B5EF4-FFF2-40B4-BE49-F238E27FC236}">
                <a16:creationId xmlns:a16="http://schemas.microsoft.com/office/drawing/2014/main" id="{020E8B75-FF29-44F8-8274-B9E2D93DEC58}"/>
              </a:ext>
            </a:extLst>
          </p:cNvPr>
          <p:cNvSpPr>
            <a:spLocks xmlns:a="http://schemas.openxmlformats.org/drawingml/2006/main" noGrp="1"/>
          </p:cNvSpPr>
          <p:nvPr/>
        </p:nvSpPr>
        <p:spPr>
          <a:xfrm xmlns:a="http://schemas.openxmlformats.org/drawingml/2006/main">
            <a:off x="4762500" y="41243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Revisar pedido y consentir</a:t>
            </a:r>
          </a:p>
        </p:txBody>
      </p:sp>
      <p:sp>
        <p:nvSpPr>
          <p:cNvPr id="39" name="">
            <a:extLst xmlns:a="http://schemas.openxmlformats.org/drawingml/2006/main">
              <a:ext uri="{FF2B5EF4-FFF2-40B4-BE49-F238E27FC236}">
                <a16:creationId xmlns:a16="http://schemas.microsoft.com/office/drawing/2014/main" id="{86F8EE4F-5C49-43C2-BB9F-D451C676429E}"/>
              </a:ext>
            </a:extLst>
          </p:cNvPr>
          <p:cNvSpPr>
            <a:spLocks xmlns:a="http://schemas.openxmlformats.org/drawingml/2006/main" noGrp="1"/>
          </p:cNvSpPr>
          <p:nvPr/>
        </p:nvSpPr>
        <p:spPr>
          <a:xfrm xmlns:a="http://schemas.openxmlformats.org/drawingml/2006/main" flipV="0">
            <a:off x="1190625" y="4486275"/>
            <a:ext cx="9525" cy="428625"/>
          </a:xfrm>
          <a:prstGeom xmlns:a="http://schemas.openxmlformats.org/drawingml/2006/main" prst="line">
            <a:avLst/>
          </a:prstGeom>
          <a:noFill xmlns:a="http://schemas.openxmlformats.org/drawingml/2006/main"/>
          <a:ln xmlns:a="http://schemas.openxmlformats.org/drawingml/2006/main" w="19050">
            <a:solidFill>
              <a:srgbClr val="50678E"/>
            </a:solidFill>
            <a:prstDash val="solid"/>
          </a:ln>
        </p:spPr>
      </p:sp>
      <p:sp>
        <p:nvSpPr>
          <p:cNvPr id="40" name="">
            <a:extLst xmlns:a="http://schemas.openxmlformats.org/drawingml/2006/main">
              <a:ext uri="{FF2B5EF4-FFF2-40B4-BE49-F238E27FC236}">
                <a16:creationId xmlns:a16="http://schemas.microsoft.com/office/drawing/2014/main" id="{BB3BCEA9-8ACC-4D29-AC5A-831E7E19EA13}"/>
              </a:ext>
            </a:extLst>
          </p:cNvPr>
          <p:cNvSpPr>
            <a:spLocks xmlns:a="http://schemas.openxmlformats.org/drawingml/2006/main" noGrp="1"/>
          </p:cNvSpPr>
          <p:nvPr/>
        </p:nvSpPr>
        <p:spPr>
          <a:xfrm xmlns:a="http://schemas.openxmlformats.org/drawingml/2006/main">
            <a:off x="781050" y="4953000"/>
            <a:ext cx="819150" cy="285750"/>
          </a:xfrm>
          <a:prstGeom xmlns:a="http://schemas.openxmlformats.org/drawingml/2006/main" prst="roundRect">
            <a:avLst>
              <a:gd name="adj" fmla="val 26667"/>
            </a:avLst>
          </a:prstGeom>
          <a:solidFill xmlns:a="http://schemas.openxmlformats.org/drawingml/2006/main">
            <a:srgbClr val="F2B54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94B59505-9664-464B-B50C-5E628EA2820E}"/>
              </a:ext>
            </a:extLst>
          </p:cNvPr>
          <p:cNvSpPr>
            <a:spLocks xmlns:a="http://schemas.openxmlformats.org/drawingml/2006/main" noGrp="1"/>
          </p:cNvSpPr>
          <p:nvPr/>
        </p:nvSpPr>
        <p:spPr>
          <a:xfrm xmlns:a="http://schemas.openxmlformats.org/drawingml/2006/main">
            <a:off x="876300" y="4962525"/>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975" b="1">
                <a:solidFill>
                  <a:srgbClr val="172554"/>
                </a:solidFill>
                <a:latin typeface="Aptos"/>
                <a:ea typeface="Aptos"/>
                <a:cs typeface="Aptos"/>
              </a:defRPr>
            </a:defPPr>
            <a:lvl1pPr algn="ctr">
              <a:defRPr sz="975" b="1">
                <a:solidFill>
                  <a:srgbClr val="172554"/>
                </a:solidFill>
                <a:latin typeface="Aptos"/>
                <a:ea typeface="Aptos"/>
                <a:cs typeface="Aptos"/>
              </a:defRPr>
            </a:lvl1pPr>
            <a:lvl2pPr algn="ctr">
              <a:defRPr sz="975" b="1">
                <a:solidFill>
                  <a:srgbClr val="172554"/>
                </a:solidFill>
                <a:latin typeface="Aptos"/>
                <a:ea typeface="Aptos"/>
                <a:cs typeface="Aptos"/>
              </a:defRPr>
            </a:lvl2pPr>
            <a:lvl3pPr algn="ctr">
              <a:defRPr sz="975" b="1">
                <a:solidFill>
                  <a:srgbClr val="172554"/>
                </a:solidFill>
                <a:latin typeface="Aptos"/>
                <a:ea typeface="Aptos"/>
                <a:cs typeface="Aptos"/>
              </a:defRPr>
            </a:lvl3pPr>
            <a:lvl4pPr algn="ctr">
              <a:defRPr sz="975" b="1">
                <a:solidFill>
                  <a:srgbClr val="172554"/>
                </a:solidFill>
                <a:latin typeface="Aptos"/>
                <a:ea typeface="Aptos"/>
                <a:cs typeface="Aptos"/>
              </a:defRPr>
            </a:lvl4pPr>
            <a:lvl5pPr algn="ctr">
              <a:defRPr sz="975" b="1">
                <a:solidFill>
                  <a:srgbClr val="172554"/>
                </a:solidFill>
                <a:latin typeface="Aptos"/>
                <a:ea typeface="Aptos"/>
                <a:cs typeface="Aptos"/>
              </a:defRPr>
            </a:lvl5pPr>
            <a:lvl6pPr algn="ctr">
              <a:defRPr sz="975" b="1">
                <a:solidFill>
                  <a:srgbClr val="172554"/>
                </a:solidFill>
                <a:latin typeface="Aptos"/>
                <a:ea typeface="Aptos"/>
                <a:cs typeface="Aptos"/>
              </a:defRPr>
            </a:lvl6pPr>
            <a:lvl7pPr algn="ctr">
              <a:defRPr sz="975" b="1">
                <a:solidFill>
                  <a:srgbClr val="172554"/>
                </a:solidFill>
                <a:latin typeface="Aptos"/>
                <a:ea typeface="Aptos"/>
                <a:cs typeface="Aptos"/>
              </a:defRPr>
            </a:lvl7pPr>
            <a:lvl8pPr algn="ctr">
              <a:defRPr sz="975" b="1">
                <a:solidFill>
                  <a:srgbClr val="172554"/>
                </a:solidFill>
                <a:latin typeface="Aptos"/>
                <a:ea typeface="Aptos"/>
                <a:cs typeface="Aptos"/>
              </a:defRPr>
            </a:lvl8pPr>
            <a:lvl9pPr algn="ctr">
              <a:defRPr sz="975" b="1">
                <a:solidFill>
                  <a:srgbClr val="172554"/>
                </a:solidFill>
                <a:latin typeface="Aptos"/>
                <a:ea typeface="Aptos"/>
                <a:cs typeface="Aptos"/>
              </a:defRPr>
            </a:lvl9pPr>
          </a:lstStyle>
          <a:p xmlns:a="http://schemas.openxmlformats.org/drawingml/2006/main">
            <a:pPr algn="ctr">
              <a:defRPr sz="975" b="1">
                <a:solidFill>
                  <a:srgbClr val="172554"/>
                </a:solidFill>
                <a:latin typeface="Aptos"/>
                <a:ea typeface="Aptos"/>
                <a:cs typeface="Aptos"/>
              </a:defRPr>
            </a:pPr>
            <a:r>
              <a:rPr sz="975" b="1">
                <a:solidFill>
                  <a:srgbClr val="172554"/>
                </a:solidFill>
                <a:latin typeface="Aptos"/>
                <a:ea typeface="Aptos"/>
                <a:cs typeface="Aptos"/>
              </a:rPr>
              <a:t>04:00</a:t>
            </a:r>
          </a:p>
        </p:txBody>
      </p:sp>
      <p:sp>
        <p:nvSpPr>
          <p:cNvPr id="42" name="">
            <a:extLst xmlns:a="http://schemas.openxmlformats.org/drawingml/2006/main">
              <a:ext uri="{FF2B5EF4-FFF2-40B4-BE49-F238E27FC236}">
                <a16:creationId xmlns:a16="http://schemas.microsoft.com/office/drawing/2014/main" id="{0DDC3CC5-2CF0-4DA9-8B29-E4C47433C94E}"/>
              </a:ext>
            </a:extLst>
          </p:cNvPr>
          <p:cNvSpPr>
            <a:spLocks xmlns:a="http://schemas.openxmlformats.org/drawingml/2006/main" noGrp="1"/>
          </p:cNvSpPr>
          <p:nvPr/>
        </p:nvSpPr>
        <p:spPr>
          <a:xfrm xmlns:a="http://schemas.openxmlformats.org/drawingml/2006/main">
            <a:off x="1764030" y="4973955"/>
            <a:ext cx="91440" cy="9144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18DACDD-AE00-4F0F-9A07-CD9B9B2DEDF4}"/>
              </a:ext>
            </a:extLst>
          </p:cNvPr>
          <p:cNvSpPr>
            <a:spLocks xmlns:a="http://schemas.openxmlformats.org/drawingml/2006/main" noGrp="1"/>
          </p:cNvSpPr>
          <p:nvPr/>
        </p:nvSpPr>
        <p:spPr>
          <a:xfrm xmlns:a="http://schemas.openxmlformats.org/drawingml/2006/main">
            <a:off x="1704023" y="5082540"/>
            <a:ext cx="211455" cy="148590"/>
          </a:xfrm>
          <a:prstGeom xmlns:a="http://schemas.openxmlformats.org/drawingml/2006/main" prst="ellipse">
            <a:avLst/>
          </a:prstGeom>
          <a:solidFill xmlns:a="http://schemas.openxmlformats.org/drawingml/2006/main">
            <a:srgbClr val="22B8A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094F812-8474-40A7-92A6-A47C808E8BE9}"/>
              </a:ext>
            </a:extLst>
          </p:cNvPr>
          <p:cNvSpPr>
            <a:spLocks xmlns:a="http://schemas.openxmlformats.org/drawingml/2006/main" noGrp="1"/>
          </p:cNvSpPr>
          <p:nvPr/>
        </p:nvSpPr>
        <p:spPr>
          <a:xfrm xmlns:a="http://schemas.openxmlformats.org/drawingml/2006/main">
            <a:off x="2038350" y="4953000"/>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ptos"/>
                <a:ea typeface="Aptos"/>
                <a:cs typeface="Aptos"/>
              </a:defRPr>
            </a:defPPr>
            <a:lvl1pPr algn="l">
              <a:defRPr sz="1425" b="1">
                <a:solidFill>
                  <a:srgbClr val="FFFFFF"/>
                </a:solidFill>
                <a:latin typeface="Aptos"/>
                <a:ea typeface="Aptos"/>
                <a:cs typeface="Aptos"/>
              </a:defRPr>
            </a:lvl1pPr>
            <a:lvl2pPr algn="l">
              <a:defRPr sz="1425" b="1">
                <a:solidFill>
                  <a:srgbClr val="FFFFFF"/>
                </a:solidFill>
                <a:latin typeface="Aptos"/>
                <a:ea typeface="Aptos"/>
                <a:cs typeface="Aptos"/>
              </a:defRPr>
            </a:lvl2pPr>
            <a:lvl3pPr algn="l">
              <a:defRPr sz="1425" b="1">
                <a:solidFill>
                  <a:srgbClr val="FFFFFF"/>
                </a:solidFill>
                <a:latin typeface="Aptos"/>
                <a:ea typeface="Aptos"/>
                <a:cs typeface="Aptos"/>
              </a:defRPr>
            </a:lvl3pPr>
            <a:lvl4pPr algn="l">
              <a:defRPr sz="1425" b="1">
                <a:solidFill>
                  <a:srgbClr val="FFFFFF"/>
                </a:solidFill>
                <a:latin typeface="Aptos"/>
                <a:ea typeface="Aptos"/>
                <a:cs typeface="Aptos"/>
              </a:defRPr>
            </a:lvl4pPr>
            <a:lvl5pPr algn="l">
              <a:defRPr sz="1425" b="1">
                <a:solidFill>
                  <a:srgbClr val="FFFFFF"/>
                </a:solidFill>
                <a:latin typeface="Aptos"/>
                <a:ea typeface="Aptos"/>
                <a:cs typeface="Aptos"/>
              </a:defRPr>
            </a:lvl5pPr>
            <a:lvl6pPr algn="l">
              <a:defRPr sz="1425" b="1">
                <a:solidFill>
                  <a:srgbClr val="FFFFFF"/>
                </a:solidFill>
                <a:latin typeface="Aptos"/>
                <a:ea typeface="Aptos"/>
                <a:cs typeface="Aptos"/>
              </a:defRPr>
            </a:lvl6pPr>
            <a:lvl7pPr algn="l">
              <a:defRPr sz="1425" b="1">
                <a:solidFill>
                  <a:srgbClr val="FFFFFF"/>
                </a:solidFill>
                <a:latin typeface="Aptos"/>
                <a:ea typeface="Aptos"/>
                <a:cs typeface="Aptos"/>
              </a:defRPr>
            </a:lvl7pPr>
            <a:lvl8pPr algn="l">
              <a:defRPr sz="1425" b="1">
                <a:solidFill>
                  <a:srgbClr val="FFFFFF"/>
                </a:solidFill>
                <a:latin typeface="Aptos"/>
                <a:ea typeface="Aptos"/>
                <a:cs typeface="Aptos"/>
              </a:defRPr>
            </a:lvl8pPr>
            <a:lvl9pPr algn="l">
              <a:defRPr sz="1425" b="1">
                <a:solidFill>
                  <a:srgbClr val="FFFFFF"/>
                </a:solidFill>
                <a:latin typeface="Aptos"/>
                <a:ea typeface="Aptos"/>
                <a:cs typeface="Aptos"/>
              </a:defRPr>
            </a:lvl9pPr>
          </a:lstStyle>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Asistencia</a:t>
            </a:r>
          </a:p>
        </p:txBody>
      </p:sp>
      <p:sp>
        <p:nvSpPr>
          <p:cNvPr id="45" name="">
            <a:extLst xmlns:a="http://schemas.openxmlformats.org/drawingml/2006/main">
              <a:ext uri="{FF2B5EF4-FFF2-40B4-BE49-F238E27FC236}">
                <a16:creationId xmlns:a16="http://schemas.microsoft.com/office/drawing/2014/main" id="{7552525D-F044-4BEB-B802-4DE2DC8195C9}"/>
              </a:ext>
            </a:extLst>
          </p:cNvPr>
          <p:cNvSpPr>
            <a:spLocks xmlns:a="http://schemas.openxmlformats.org/drawingml/2006/main" noGrp="1"/>
          </p:cNvSpPr>
          <p:nvPr/>
        </p:nvSpPr>
        <p:spPr>
          <a:xfrm xmlns:a="http://schemas.openxmlformats.org/drawingml/2006/main">
            <a:off x="4762500" y="49530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D4DEEF"/>
                </a:solidFill>
                <a:latin typeface="Aptos"/>
                <a:ea typeface="Aptos"/>
                <a:cs typeface="Aptos"/>
              </a:defRPr>
            </a:defPPr>
            <a:lvl1pPr algn="l">
              <a:defRPr sz="1350" b="0">
                <a:solidFill>
                  <a:srgbClr val="D4DEEF"/>
                </a:solidFill>
                <a:latin typeface="Aptos"/>
                <a:ea typeface="Aptos"/>
                <a:cs typeface="Aptos"/>
              </a:defRPr>
            </a:lvl1pPr>
            <a:lvl2pPr algn="l">
              <a:defRPr sz="1350" b="0">
                <a:solidFill>
                  <a:srgbClr val="D4DEEF"/>
                </a:solidFill>
                <a:latin typeface="Aptos"/>
                <a:ea typeface="Aptos"/>
                <a:cs typeface="Aptos"/>
              </a:defRPr>
            </a:lvl2pPr>
            <a:lvl3pPr algn="l">
              <a:defRPr sz="1350" b="0">
                <a:solidFill>
                  <a:srgbClr val="D4DEEF"/>
                </a:solidFill>
                <a:latin typeface="Aptos"/>
                <a:ea typeface="Aptos"/>
                <a:cs typeface="Aptos"/>
              </a:defRPr>
            </a:lvl3pPr>
            <a:lvl4pPr algn="l">
              <a:defRPr sz="1350" b="0">
                <a:solidFill>
                  <a:srgbClr val="D4DEEF"/>
                </a:solidFill>
                <a:latin typeface="Aptos"/>
                <a:ea typeface="Aptos"/>
                <a:cs typeface="Aptos"/>
              </a:defRPr>
            </a:lvl4pPr>
            <a:lvl5pPr algn="l">
              <a:defRPr sz="1350" b="0">
                <a:solidFill>
                  <a:srgbClr val="D4DEEF"/>
                </a:solidFill>
                <a:latin typeface="Aptos"/>
                <a:ea typeface="Aptos"/>
                <a:cs typeface="Aptos"/>
              </a:defRPr>
            </a:lvl5pPr>
            <a:lvl6pPr algn="l">
              <a:defRPr sz="1350" b="0">
                <a:solidFill>
                  <a:srgbClr val="D4DEEF"/>
                </a:solidFill>
                <a:latin typeface="Aptos"/>
                <a:ea typeface="Aptos"/>
                <a:cs typeface="Aptos"/>
              </a:defRPr>
            </a:lvl6pPr>
            <a:lvl7pPr algn="l">
              <a:defRPr sz="1350" b="0">
                <a:solidFill>
                  <a:srgbClr val="D4DEEF"/>
                </a:solidFill>
                <a:latin typeface="Aptos"/>
                <a:ea typeface="Aptos"/>
                <a:cs typeface="Aptos"/>
              </a:defRPr>
            </a:lvl7pPr>
            <a:lvl8pPr algn="l">
              <a:defRPr sz="1350" b="0">
                <a:solidFill>
                  <a:srgbClr val="D4DEEF"/>
                </a:solidFill>
                <a:latin typeface="Aptos"/>
                <a:ea typeface="Aptos"/>
                <a:cs typeface="Aptos"/>
              </a:defRPr>
            </a:lvl8pPr>
            <a:lvl9pPr algn="l">
              <a:defRPr sz="1350" b="0">
                <a:solidFill>
                  <a:srgbClr val="D4DEEF"/>
                </a:solidFill>
                <a:latin typeface="Aptos"/>
                <a:ea typeface="Aptos"/>
                <a:cs typeface="Aptos"/>
              </a:defRPr>
            </a:lvl9pPr>
          </a:lstStyle>
          <a:p xmlns:a="http://schemas.openxmlformats.org/drawingml/2006/main">
            <a:pPr algn="l">
              <a:defRPr sz="1350" b="0">
                <a:solidFill>
                  <a:srgbClr val="D4DEEF"/>
                </a:solidFill>
                <a:latin typeface="Aptos"/>
                <a:ea typeface="Aptos"/>
                <a:cs typeface="Aptos"/>
              </a:defRPr>
            </a:pPr>
            <a:r>
              <a:rPr sz="1350" b="0">
                <a:solidFill>
                  <a:srgbClr val="D4DEEF"/>
                </a:solidFill>
                <a:latin typeface="Aptos"/>
                <a:ea typeface="Aptos"/>
                <a:cs typeface="Aptos"/>
              </a:rPr>
              <a:t>Escanear sesión y ver planilla P/A</a:t>
            </a:r>
          </a:p>
        </p:txBody>
      </p:sp>
      <p:sp>
        <p:nvSpPr>
          <p:cNvPr id="46" name="">
            <a:extLst xmlns:a="http://schemas.openxmlformats.org/drawingml/2006/main">
              <a:ext uri="{FF2B5EF4-FFF2-40B4-BE49-F238E27FC236}">
                <a16:creationId xmlns:a16="http://schemas.microsoft.com/office/drawing/2014/main" id="{B8356F75-0E88-44B7-BF54-26969C607AAA}"/>
              </a:ext>
            </a:extLst>
          </p:cNvPr>
          <p:cNvSpPr>
            <a:spLocks xmlns:a="http://schemas.openxmlformats.org/drawingml/2006/main" noGrp="1"/>
          </p:cNvSpPr>
          <p:nvPr/>
        </p:nvSpPr>
        <p:spPr>
          <a:xfrm xmlns:a="http://schemas.openxmlformats.org/drawingml/2006/main">
            <a:off x="8239125" y="5581650"/>
            <a:ext cx="3095625" cy="533400"/>
          </a:xfrm>
          <a:prstGeom xmlns:a="http://schemas.openxmlformats.org/drawingml/2006/main" prst="roundRect">
            <a:avLst>
              <a:gd name="adj" fmla="val 14286"/>
            </a:avLst>
          </a:prstGeom>
          <a:solidFill xmlns:a="http://schemas.openxmlformats.org/drawingml/2006/main">
            <a:srgbClr val="263D72"/>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9C1F022-B0BE-4F50-AD3B-B4E0B20F670F}"/>
              </a:ext>
            </a:extLst>
          </p:cNvPr>
          <p:cNvSpPr>
            <a:spLocks xmlns:a="http://schemas.openxmlformats.org/drawingml/2006/main" noGrp="1"/>
          </p:cNvSpPr>
          <p:nvPr/>
        </p:nvSpPr>
        <p:spPr>
          <a:xfrm xmlns:a="http://schemas.openxmlformats.org/drawingml/2006/main">
            <a:off x="8401050" y="56864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125" b="1">
                <a:solidFill>
                  <a:srgbClr val="FFFFFF"/>
                </a:solidFill>
                <a:latin typeface="Aptos"/>
                <a:ea typeface="Aptos"/>
                <a:cs typeface="Aptos"/>
              </a:defRPr>
            </a:defPPr>
            <a:lvl1pPr algn="ctr">
              <a:defRPr sz="1125" b="1">
                <a:solidFill>
                  <a:srgbClr val="FFFFFF"/>
                </a:solidFill>
                <a:latin typeface="Aptos"/>
                <a:ea typeface="Aptos"/>
                <a:cs typeface="Aptos"/>
              </a:defRPr>
            </a:lvl1pPr>
            <a:lvl2pPr algn="ctr">
              <a:defRPr sz="1125" b="1">
                <a:solidFill>
                  <a:srgbClr val="FFFFFF"/>
                </a:solidFill>
                <a:latin typeface="Aptos"/>
                <a:ea typeface="Aptos"/>
                <a:cs typeface="Aptos"/>
              </a:defRPr>
            </a:lvl2pPr>
            <a:lvl3pPr algn="ctr">
              <a:defRPr sz="1125" b="1">
                <a:solidFill>
                  <a:srgbClr val="FFFFFF"/>
                </a:solidFill>
                <a:latin typeface="Aptos"/>
                <a:ea typeface="Aptos"/>
                <a:cs typeface="Aptos"/>
              </a:defRPr>
            </a:lvl3pPr>
            <a:lvl4pPr algn="ctr">
              <a:defRPr sz="1125" b="1">
                <a:solidFill>
                  <a:srgbClr val="FFFFFF"/>
                </a:solidFill>
                <a:latin typeface="Aptos"/>
                <a:ea typeface="Aptos"/>
                <a:cs typeface="Aptos"/>
              </a:defRPr>
            </a:lvl4pPr>
            <a:lvl5pPr algn="ctr">
              <a:defRPr sz="1125" b="1">
                <a:solidFill>
                  <a:srgbClr val="FFFFFF"/>
                </a:solidFill>
                <a:latin typeface="Aptos"/>
                <a:ea typeface="Aptos"/>
                <a:cs typeface="Aptos"/>
              </a:defRPr>
            </a:lvl5pPr>
            <a:lvl6pPr algn="ctr">
              <a:defRPr sz="1125" b="1">
                <a:solidFill>
                  <a:srgbClr val="FFFFFF"/>
                </a:solidFill>
                <a:latin typeface="Aptos"/>
                <a:ea typeface="Aptos"/>
                <a:cs typeface="Aptos"/>
              </a:defRPr>
            </a:lvl6pPr>
            <a:lvl7pPr algn="ctr">
              <a:defRPr sz="1125" b="1">
                <a:solidFill>
                  <a:srgbClr val="FFFFFF"/>
                </a:solidFill>
                <a:latin typeface="Aptos"/>
                <a:ea typeface="Aptos"/>
                <a:cs typeface="Aptos"/>
              </a:defRPr>
            </a:lvl7pPr>
            <a:lvl8pPr algn="ctr">
              <a:defRPr sz="1125" b="1">
                <a:solidFill>
                  <a:srgbClr val="FFFFFF"/>
                </a:solidFill>
                <a:latin typeface="Aptos"/>
                <a:ea typeface="Aptos"/>
                <a:cs typeface="Aptos"/>
              </a:defRPr>
            </a:lvl8pPr>
            <a:lvl9pPr algn="ctr">
              <a:defRPr sz="1125" b="1">
                <a:solidFill>
                  <a:srgbClr val="FFFFFF"/>
                </a:solidFill>
                <a:latin typeface="Aptos"/>
                <a:ea typeface="Aptos"/>
                <a:cs typeface="Aptos"/>
              </a:defRPr>
            </a:lvl9pPr>
          </a:lstStyle>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Plan B: usar perfiles y QR precargados</a:t>
            </a:r>
          </a:p>
        </p:txBody>
      </p:sp>
    </p:spTree>
    <p:extLst>
      <p:ext uri="{BB962C8B-B14F-4D97-AF65-F5344CB8AC3E}">
        <p14:creationId xmlns:p14="http://schemas.microsoft.com/office/powerpoint/2010/main" val="1022564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2026-10-22T01:17:09.2860000Z</dcterms:created>
  <dcterms:modified xsi:type="dcterms:W3CDTF">2026-10-22T01:17:09.2860000Z</dcterms:modified>
</coreProperties>
</file>